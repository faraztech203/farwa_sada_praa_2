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6177-1102-ABBA-0D72-A11F6921B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A05A5-87E8-8FB8-1EB1-CD0D2DA8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64303-42B2-D4C7-0A08-D8E4EB08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C817A-D1D8-5592-BF34-104DD466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2029-2E1E-4497-1BD5-C5C17E4A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67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1007-C05A-221D-B6AE-E1A91196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0E65-B2EF-71D9-088B-2A0CECF9F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EEBF6-6931-F2B7-4471-F45E7C92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55020-6C2A-46C2-A58F-33E70366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988-BF09-4688-11BC-7C40896C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11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5091-AB09-29C3-CBB4-5087E251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E339-D802-A1F0-CEDF-E1BC18EAC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0B0C4-2B5B-82A5-E776-3EA94A44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36DA1-6409-9B4C-85D0-23BC34F0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5DF98-7A13-DA87-F9CA-F0345970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28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EEC6-6EBF-EC43-B156-2AB81B5E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28FA-555C-1FDC-DAAB-736B42D79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333BF-7628-9B21-3ADB-12672BED7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BF768-6A7D-B082-FC2F-F9AC83DC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A879F-4744-12BA-26AC-BEFBA5B1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30058-8AFF-48CB-5003-2C6A748D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48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CC7E-2D5F-8A48-DE67-A54D8F59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D05DF-5A6A-7756-99D8-CFFBE2DE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3FF-6711-07E9-BAD9-B73564BB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48357-47F7-462B-6F7C-7A6DEF9C8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C5AA9-B86C-B639-4B8F-2DC299C25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24E7E-0E65-9489-2F6F-4D87BADA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923EE-BD5E-9F7A-062C-37AA6940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706BD-1D22-2F9C-9033-728D6450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71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1C4-EA34-0D3A-1D57-C9687FBA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DA1A2-CE1D-AAB2-0E57-0092E19C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47082-1123-9BE0-1085-ADB6CEB6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F75AB-6D0F-8592-559E-F8C8CD82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63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036D6-F92E-6F57-5D94-31BF4CB3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DD88E-618B-3827-D60E-6B3561C6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C57E3-3186-25B9-4EE3-E3E6955F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15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654E-1106-BC11-8F3A-8F31C63A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CB2A-899A-92D8-E1C2-59F0F0F55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B511B-E316-F944-22AC-A259C7D88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76745-6E2A-FE5C-E41B-00159463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C1921-6D84-3359-200B-3C47F8CF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FD605-6A6E-1A10-E8E4-761FBA60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279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FE946-485F-BE0B-58D4-558B1379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EFB20A-8D53-BAAB-B903-ADB15907F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A7CA1-2CDA-EFBF-5DB4-9A386CBC2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32620-71CC-3CE1-4C19-5B296840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7F37D-5CCF-3883-8142-481F0CE9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CF47-A837-D9CC-4953-39C14BA4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54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4A9C-3AA1-702A-9D2A-91ADF584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630B0-62BB-26A4-6DCF-8AA8AC792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693CD-C8F1-A81D-5298-805C2002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180FC-4FE2-F931-8B87-877D613B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091DB-79E0-82F9-BB17-4BEFFEBE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94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FCC80-E0D0-B166-DBCB-C2727AD0C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DA6A8-8029-51CD-D636-B13C20F94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8939-332D-43F9-11CC-CBA70293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1753E-422D-814D-50B1-5E0F2DB6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5BBE7-6391-1B04-39E1-040CBFCE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85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AC58E-95C7-A342-1D44-77AB9DB3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BEE78-1FA7-1EDD-56E3-E6E5108FB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3B95-8B68-26FF-F49E-77168C069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136DF-FC79-4E6A-8899-B48FBE4B0F1C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35A5D-ED00-3A42-683D-C92916151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AE68-B5EB-C844-3F27-DF0D704E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1454A-FE3B-40BA-83F3-27D6ED8C6B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18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D7D4-BE74-01FA-F3BA-949D3121A3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Current and Resistance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36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B34111-5F24-A713-D379-D48493F0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278" y="1018881"/>
            <a:ext cx="7007444" cy="52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0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BA32A3-C9F0-2120-B492-B38F83AC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84" y="740202"/>
            <a:ext cx="7156232" cy="537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7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F16F8-9396-1D2A-9F29-59802A259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67" y="472348"/>
            <a:ext cx="7798265" cy="591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9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8786C9-8B7A-0490-E2CD-34509C82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78" y="635544"/>
            <a:ext cx="7502843" cy="558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4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C49DA-7534-D577-4B30-311790E4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885" y="399305"/>
            <a:ext cx="7990230" cy="605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7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00784-AB21-0ED9-1312-21E923E5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F8744-3EB7-CA9F-4B65-3809FCDA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469" y="419442"/>
            <a:ext cx="7901061" cy="601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1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3B1F-7FF7-FF7B-F968-289A4B71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CA0F9-830C-BCD0-397B-00B90CE3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90" y="749742"/>
            <a:ext cx="7057220" cy="535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2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Current and Resistance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1</cp:revision>
  <dcterms:created xsi:type="dcterms:W3CDTF">2026-06-19T05:59:59Z</dcterms:created>
  <dcterms:modified xsi:type="dcterms:W3CDTF">2026-06-19T06:09:06Z</dcterms:modified>
</cp:coreProperties>
</file>