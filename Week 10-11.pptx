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3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820" y="438403"/>
            <a:ext cx="5981065" cy="613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2585" y="1500631"/>
            <a:ext cx="6892290" cy="1550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23425" y="3919728"/>
            <a:ext cx="6655434" cy="2127885"/>
            <a:chOff x="923425" y="3919728"/>
            <a:chExt cx="6655434" cy="21278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737" y="3922365"/>
              <a:ext cx="6642836" cy="21222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3425" y="3919728"/>
              <a:ext cx="6655434" cy="2127885"/>
            </a:xfrm>
            <a:custGeom>
              <a:avLst/>
              <a:gdLst/>
              <a:ahLst/>
              <a:cxnLst/>
              <a:rect l="l" t="t" r="r" b="b"/>
              <a:pathLst>
                <a:path w="6655434" h="2127885">
                  <a:moveTo>
                    <a:pt x="6655305" y="2125980"/>
                  </a:moveTo>
                  <a:lnTo>
                    <a:pt x="6655305" y="3048"/>
                  </a:lnTo>
                  <a:lnTo>
                    <a:pt x="6653781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2125980"/>
                  </a:lnTo>
                  <a:lnTo>
                    <a:pt x="3048" y="2127504"/>
                  </a:lnTo>
                  <a:lnTo>
                    <a:pt x="6096" y="2127504"/>
                  </a:ln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6646161" y="9144"/>
                  </a:lnTo>
                  <a:lnTo>
                    <a:pt x="6646161" y="4572"/>
                  </a:lnTo>
                  <a:lnTo>
                    <a:pt x="6650733" y="9144"/>
                  </a:lnTo>
                  <a:lnTo>
                    <a:pt x="6650733" y="2127504"/>
                  </a:lnTo>
                  <a:lnTo>
                    <a:pt x="6653781" y="2127504"/>
                  </a:lnTo>
                  <a:lnTo>
                    <a:pt x="6655305" y="2125980"/>
                  </a:lnTo>
                  <a:close/>
                </a:path>
                <a:path w="6655434" h="2127885">
                  <a:moveTo>
                    <a:pt x="10668" y="9144"/>
                  </a:move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close/>
                </a:path>
                <a:path w="6655434" h="2127885">
                  <a:moveTo>
                    <a:pt x="10668" y="2118360"/>
                  </a:moveTo>
                  <a:lnTo>
                    <a:pt x="10668" y="9144"/>
                  </a:lnTo>
                  <a:lnTo>
                    <a:pt x="6096" y="9144"/>
                  </a:lnTo>
                  <a:lnTo>
                    <a:pt x="6096" y="2118360"/>
                  </a:lnTo>
                  <a:lnTo>
                    <a:pt x="10668" y="2118360"/>
                  </a:lnTo>
                  <a:close/>
                </a:path>
                <a:path w="6655434" h="2127885">
                  <a:moveTo>
                    <a:pt x="6650733" y="2118360"/>
                  </a:moveTo>
                  <a:lnTo>
                    <a:pt x="6096" y="2118360"/>
                  </a:lnTo>
                  <a:lnTo>
                    <a:pt x="10668" y="2122932"/>
                  </a:lnTo>
                  <a:lnTo>
                    <a:pt x="10668" y="2127504"/>
                  </a:lnTo>
                  <a:lnTo>
                    <a:pt x="6646161" y="2127504"/>
                  </a:lnTo>
                  <a:lnTo>
                    <a:pt x="6646161" y="2122932"/>
                  </a:lnTo>
                  <a:lnTo>
                    <a:pt x="6650733" y="2118360"/>
                  </a:lnTo>
                  <a:close/>
                </a:path>
                <a:path w="6655434" h="2127885">
                  <a:moveTo>
                    <a:pt x="10668" y="2127504"/>
                  </a:moveTo>
                  <a:lnTo>
                    <a:pt x="10668" y="2122932"/>
                  </a:lnTo>
                  <a:lnTo>
                    <a:pt x="6096" y="2118360"/>
                  </a:lnTo>
                  <a:lnTo>
                    <a:pt x="6096" y="2127504"/>
                  </a:lnTo>
                  <a:lnTo>
                    <a:pt x="10668" y="2127504"/>
                  </a:lnTo>
                  <a:close/>
                </a:path>
                <a:path w="6655434" h="2127885">
                  <a:moveTo>
                    <a:pt x="6650733" y="9144"/>
                  </a:moveTo>
                  <a:lnTo>
                    <a:pt x="6646161" y="4572"/>
                  </a:lnTo>
                  <a:lnTo>
                    <a:pt x="6646161" y="9144"/>
                  </a:lnTo>
                  <a:lnTo>
                    <a:pt x="6650733" y="9144"/>
                  </a:lnTo>
                  <a:close/>
                </a:path>
                <a:path w="6655434" h="2127885">
                  <a:moveTo>
                    <a:pt x="6650733" y="2118360"/>
                  </a:moveTo>
                  <a:lnTo>
                    <a:pt x="6650733" y="9144"/>
                  </a:lnTo>
                  <a:lnTo>
                    <a:pt x="6646161" y="9144"/>
                  </a:lnTo>
                  <a:lnTo>
                    <a:pt x="6646161" y="2118360"/>
                  </a:lnTo>
                  <a:lnTo>
                    <a:pt x="6650733" y="2118360"/>
                  </a:lnTo>
                  <a:close/>
                </a:path>
                <a:path w="6655434" h="2127885">
                  <a:moveTo>
                    <a:pt x="6650733" y="2127504"/>
                  </a:moveTo>
                  <a:lnTo>
                    <a:pt x="6650733" y="2118360"/>
                  </a:lnTo>
                  <a:lnTo>
                    <a:pt x="6646161" y="2122932"/>
                  </a:lnTo>
                  <a:lnTo>
                    <a:pt x="6646161" y="2127504"/>
                  </a:lnTo>
                  <a:lnTo>
                    <a:pt x="6650733" y="2127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04091" y="1791715"/>
            <a:ext cx="2287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Chapter</a:t>
            </a:r>
            <a:r>
              <a:rPr sz="36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spc="-25" dirty="0">
                <a:solidFill>
                  <a:srgbClr val="000000"/>
                </a:solidFill>
                <a:latin typeface="Arial MT"/>
                <a:cs typeface="Arial MT"/>
              </a:rPr>
              <a:t>22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1484" y="2888994"/>
            <a:ext cx="2872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Electric</a:t>
            </a:r>
            <a:r>
              <a:rPr sz="3600" spc="-4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Fields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8844" y="3945126"/>
            <a:ext cx="635444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07995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Charges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Forces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Due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Dipole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Due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Line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Charge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22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Charge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z="22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Dipole</a:t>
            </a:r>
            <a:r>
              <a:rPr sz="22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70397" y="4978908"/>
            <a:ext cx="1614170" cy="422275"/>
          </a:xfrm>
          <a:custGeom>
            <a:avLst/>
            <a:gdLst/>
            <a:ahLst/>
            <a:cxnLst/>
            <a:rect l="l" t="t" r="r" b="b"/>
            <a:pathLst>
              <a:path w="1614170" h="422275">
                <a:moveTo>
                  <a:pt x="1613916" y="422148"/>
                </a:moveTo>
                <a:lnTo>
                  <a:pt x="1613916" y="0"/>
                </a:lnTo>
                <a:lnTo>
                  <a:pt x="0" y="0"/>
                </a:lnTo>
                <a:lnTo>
                  <a:pt x="0" y="422148"/>
                </a:lnTo>
                <a:lnTo>
                  <a:pt x="4572" y="422148"/>
                </a:ln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1603248" y="9144"/>
                </a:lnTo>
                <a:lnTo>
                  <a:pt x="1603248" y="4572"/>
                </a:lnTo>
                <a:lnTo>
                  <a:pt x="1609344" y="9144"/>
                </a:lnTo>
                <a:lnTo>
                  <a:pt x="1609344" y="422148"/>
                </a:lnTo>
                <a:lnTo>
                  <a:pt x="1613916" y="422148"/>
                </a:lnTo>
                <a:close/>
              </a:path>
              <a:path w="1614170" h="422275">
                <a:moveTo>
                  <a:pt x="10668" y="9144"/>
                </a:move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close/>
              </a:path>
              <a:path w="1614170" h="422275">
                <a:moveTo>
                  <a:pt x="10668" y="413004"/>
                </a:moveTo>
                <a:lnTo>
                  <a:pt x="10668" y="9144"/>
                </a:lnTo>
                <a:lnTo>
                  <a:pt x="4572" y="9144"/>
                </a:lnTo>
                <a:lnTo>
                  <a:pt x="4572" y="413004"/>
                </a:lnTo>
                <a:lnTo>
                  <a:pt x="10668" y="413004"/>
                </a:lnTo>
                <a:close/>
              </a:path>
              <a:path w="1614170" h="422275">
                <a:moveTo>
                  <a:pt x="1609344" y="413004"/>
                </a:moveTo>
                <a:lnTo>
                  <a:pt x="4572" y="413004"/>
                </a:lnTo>
                <a:lnTo>
                  <a:pt x="10668" y="417576"/>
                </a:lnTo>
                <a:lnTo>
                  <a:pt x="10668" y="422148"/>
                </a:lnTo>
                <a:lnTo>
                  <a:pt x="1603248" y="422148"/>
                </a:lnTo>
                <a:lnTo>
                  <a:pt x="1603248" y="417576"/>
                </a:lnTo>
                <a:lnTo>
                  <a:pt x="1609344" y="413004"/>
                </a:lnTo>
                <a:close/>
              </a:path>
              <a:path w="1614170" h="422275">
                <a:moveTo>
                  <a:pt x="10668" y="422148"/>
                </a:moveTo>
                <a:lnTo>
                  <a:pt x="10668" y="417576"/>
                </a:lnTo>
                <a:lnTo>
                  <a:pt x="4572" y="413004"/>
                </a:lnTo>
                <a:lnTo>
                  <a:pt x="4572" y="422148"/>
                </a:lnTo>
                <a:lnTo>
                  <a:pt x="10668" y="422148"/>
                </a:lnTo>
                <a:close/>
              </a:path>
              <a:path w="1614170" h="422275">
                <a:moveTo>
                  <a:pt x="1609344" y="9144"/>
                </a:moveTo>
                <a:lnTo>
                  <a:pt x="1603248" y="4572"/>
                </a:lnTo>
                <a:lnTo>
                  <a:pt x="1603248" y="9144"/>
                </a:lnTo>
                <a:lnTo>
                  <a:pt x="1609344" y="9144"/>
                </a:lnTo>
                <a:close/>
              </a:path>
              <a:path w="1614170" h="422275">
                <a:moveTo>
                  <a:pt x="1609344" y="413004"/>
                </a:moveTo>
                <a:lnTo>
                  <a:pt x="1609344" y="9144"/>
                </a:lnTo>
                <a:lnTo>
                  <a:pt x="1603248" y="9144"/>
                </a:lnTo>
                <a:lnTo>
                  <a:pt x="1603248" y="413004"/>
                </a:lnTo>
                <a:lnTo>
                  <a:pt x="1609344" y="413004"/>
                </a:lnTo>
                <a:close/>
              </a:path>
              <a:path w="1614170" h="422275">
                <a:moveTo>
                  <a:pt x="1609344" y="422148"/>
                </a:moveTo>
                <a:lnTo>
                  <a:pt x="1609344" y="413004"/>
                </a:lnTo>
                <a:lnTo>
                  <a:pt x="1603248" y="417576"/>
                </a:lnTo>
                <a:lnTo>
                  <a:pt x="1603248" y="422148"/>
                </a:lnTo>
                <a:lnTo>
                  <a:pt x="1609344" y="422148"/>
                </a:lnTo>
                <a:close/>
              </a:path>
            </a:pathLst>
          </a:custGeom>
          <a:solidFill>
            <a:srgbClr val="006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55238" y="5008877"/>
            <a:ext cx="1168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Objective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71109" y="4978907"/>
            <a:ext cx="407034" cy="215265"/>
          </a:xfrm>
          <a:custGeom>
            <a:avLst/>
            <a:gdLst/>
            <a:ahLst/>
            <a:cxnLst/>
            <a:rect l="l" t="t" r="r" b="b"/>
            <a:pathLst>
              <a:path w="407034" h="215264">
                <a:moveTo>
                  <a:pt x="406907" y="207263"/>
                </a:moveTo>
                <a:lnTo>
                  <a:pt x="4571" y="0"/>
                </a:lnTo>
                <a:lnTo>
                  <a:pt x="0" y="9143"/>
                </a:lnTo>
                <a:lnTo>
                  <a:pt x="402335" y="214883"/>
                </a:lnTo>
                <a:lnTo>
                  <a:pt x="406907" y="2072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43465" y="1522475"/>
            <a:ext cx="6049010" cy="5676900"/>
            <a:chOff x="1243465" y="1522475"/>
            <a:chExt cx="6049010" cy="5676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3465" y="1522475"/>
              <a:ext cx="6048752" cy="5676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13938" y="4045791"/>
              <a:ext cx="647700" cy="257175"/>
            </a:xfrm>
            <a:custGeom>
              <a:avLst/>
              <a:gdLst/>
              <a:ahLst/>
              <a:cxnLst/>
              <a:rect l="l" t="t" r="r" b="b"/>
              <a:pathLst>
                <a:path w="647700" h="257175">
                  <a:moveTo>
                    <a:pt x="534377" y="128258"/>
                  </a:moveTo>
                  <a:lnTo>
                    <a:pt x="485555" y="99488"/>
                  </a:lnTo>
                  <a:lnTo>
                    <a:pt x="0" y="99488"/>
                  </a:lnTo>
                  <a:lnTo>
                    <a:pt x="0" y="157400"/>
                  </a:lnTo>
                  <a:lnTo>
                    <a:pt x="484163" y="157400"/>
                  </a:lnTo>
                  <a:lnTo>
                    <a:pt x="534377" y="128258"/>
                  </a:lnTo>
                  <a:close/>
                </a:path>
                <a:path w="647700" h="257175">
                  <a:moveTo>
                    <a:pt x="647700" y="128444"/>
                  </a:moveTo>
                  <a:lnTo>
                    <a:pt x="434340" y="3476"/>
                  </a:lnTo>
                  <a:lnTo>
                    <a:pt x="423433" y="0"/>
                  </a:lnTo>
                  <a:lnTo>
                    <a:pt x="412242" y="809"/>
                  </a:lnTo>
                  <a:lnTo>
                    <a:pt x="402193" y="5619"/>
                  </a:lnTo>
                  <a:lnTo>
                    <a:pt x="394716" y="14144"/>
                  </a:lnTo>
                  <a:lnTo>
                    <a:pt x="391239" y="24812"/>
                  </a:lnTo>
                  <a:lnTo>
                    <a:pt x="392049" y="35480"/>
                  </a:lnTo>
                  <a:lnTo>
                    <a:pt x="396859" y="45005"/>
                  </a:lnTo>
                  <a:lnTo>
                    <a:pt x="405384" y="52244"/>
                  </a:lnTo>
                  <a:lnTo>
                    <a:pt x="485555" y="99488"/>
                  </a:lnTo>
                  <a:lnTo>
                    <a:pt x="591312" y="99488"/>
                  </a:lnTo>
                  <a:lnTo>
                    <a:pt x="591312" y="161471"/>
                  </a:lnTo>
                  <a:lnTo>
                    <a:pt x="647700" y="128444"/>
                  </a:lnTo>
                  <a:close/>
                </a:path>
                <a:path w="647700" h="257175">
                  <a:moveTo>
                    <a:pt x="591312" y="161471"/>
                  </a:moveTo>
                  <a:lnTo>
                    <a:pt x="591312" y="157400"/>
                  </a:lnTo>
                  <a:lnTo>
                    <a:pt x="484163" y="157400"/>
                  </a:lnTo>
                  <a:lnTo>
                    <a:pt x="405384" y="203120"/>
                  </a:lnTo>
                  <a:lnTo>
                    <a:pt x="396859" y="210597"/>
                  </a:lnTo>
                  <a:lnTo>
                    <a:pt x="392049" y="220646"/>
                  </a:lnTo>
                  <a:lnTo>
                    <a:pt x="391239" y="231838"/>
                  </a:lnTo>
                  <a:lnTo>
                    <a:pt x="394716" y="242744"/>
                  </a:lnTo>
                  <a:lnTo>
                    <a:pt x="402193" y="251269"/>
                  </a:lnTo>
                  <a:lnTo>
                    <a:pt x="412242" y="256079"/>
                  </a:lnTo>
                  <a:lnTo>
                    <a:pt x="423433" y="256889"/>
                  </a:lnTo>
                  <a:lnTo>
                    <a:pt x="434340" y="253412"/>
                  </a:lnTo>
                  <a:lnTo>
                    <a:pt x="591312" y="161471"/>
                  </a:lnTo>
                  <a:close/>
                </a:path>
                <a:path w="647700" h="257175">
                  <a:moveTo>
                    <a:pt x="576072" y="157400"/>
                  </a:moveTo>
                  <a:lnTo>
                    <a:pt x="576072" y="152828"/>
                  </a:lnTo>
                  <a:lnTo>
                    <a:pt x="534377" y="128258"/>
                  </a:lnTo>
                  <a:lnTo>
                    <a:pt x="484163" y="157400"/>
                  </a:lnTo>
                  <a:lnTo>
                    <a:pt x="576072" y="157400"/>
                  </a:lnTo>
                  <a:close/>
                </a:path>
                <a:path w="647700" h="257175">
                  <a:moveTo>
                    <a:pt x="591312" y="157400"/>
                  </a:moveTo>
                  <a:lnTo>
                    <a:pt x="591312" y="99488"/>
                  </a:lnTo>
                  <a:lnTo>
                    <a:pt x="485555" y="99488"/>
                  </a:lnTo>
                  <a:lnTo>
                    <a:pt x="534377" y="128258"/>
                  </a:lnTo>
                  <a:lnTo>
                    <a:pt x="576072" y="104060"/>
                  </a:lnTo>
                  <a:lnTo>
                    <a:pt x="576072" y="157400"/>
                  </a:lnTo>
                  <a:lnTo>
                    <a:pt x="591312" y="157400"/>
                  </a:lnTo>
                  <a:close/>
                </a:path>
                <a:path w="647700" h="257175">
                  <a:moveTo>
                    <a:pt x="576072" y="152828"/>
                  </a:moveTo>
                  <a:lnTo>
                    <a:pt x="576072" y="104060"/>
                  </a:lnTo>
                  <a:lnTo>
                    <a:pt x="534377" y="128258"/>
                  </a:lnTo>
                  <a:lnTo>
                    <a:pt x="576072" y="15282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54297" y="3953268"/>
              <a:ext cx="1701164" cy="441959"/>
            </a:xfrm>
            <a:custGeom>
              <a:avLst/>
              <a:gdLst/>
              <a:ahLst/>
              <a:cxnLst/>
              <a:rect l="l" t="t" r="r" b="b"/>
              <a:pathLst>
                <a:path w="1701164" h="441960">
                  <a:moveTo>
                    <a:pt x="441960" y="220980"/>
                  </a:moveTo>
                  <a:lnTo>
                    <a:pt x="440436" y="198120"/>
                  </a:lnTo>
                  <a:lnTo>
                    <a:pt x="437388" y="176784"/>
                  </a:lnTo>
                  <a:lnTo>
                    <a:pt x="432816" y="160782"/>
                  </a:lnTo>
                  <a:lnTo>
                    <a:pt x="432816" y="220980"/>
                  </a:lnTo>
                  <a:lnTo>
                    <a:pt x="431292" y="242316"/>
                  </a:lnTo>
                  <a:lnTo>
                    <a:pt x="416052" y="303276"/>
                  </a:lnTo>
                  <a:lnTo>
                    <a:pt x="396240" y="338328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42316" y="431292"/>
                  </a:lnTo>
                  <a:lnTo>
                    <a:pt x="199644" y="431292"/>
                  </a:lnTo>
                  <a:lnTo>
                    <a:pt x="158496" y="422148"/>
                  </a:lnTo>
                  <a:lnTo>
                    <a:pt x="120396" y="406908"/>
                  </a:lnTo>
                  <a:lnTo>
                    <a:pt x="86868" y="384048"/>
                  </a:lnTo>
                  <a:lnTo>
                    <a:pt x="57912" y="355092"/>
                  </a:lnTo>
                  <a:lnTo>
                    <a:pt x="35052" y="321564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2108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220980" y="9144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9852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2816" y="220980"/>
                  </a:lnTo>
                  <a:lnTo>
                    <a:pt x="432816" y="160782"/>
                  </a:lnTo>
                  <a:lnTo>
                    <a:pt x="414528" y="115824"/>
                  </a:lnTo>
                  <a:lnTo>
                    <a:pt x="391668" y="80772"/>
                  </a:lnTo>
                  <a:lnTo>
                    <a:pt x="361188" y="50292"/>
                  </a:lnTo>
                  <a:lnTo>
                    <a:pt x="326136" y="25908"/>
                  </a:lnTo>
                  <a:lnTo>
                    <a:pt x="286512" y="10668"/>
                  </a:lnTo>
                  <a:lnTo>
                    <a:pt x="243840" y="1524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98120" y="1524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10668" y="286512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43840" y="440436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0144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31292" y="286512"/>
                  </a:lnTo>
                  <a:lnTo>
                    <a:pt x="432816" y="281178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1701164" h="441960">
                  <a:moveTo>
                    <a:pt x="1700784" y="220980"/>
                  </a:moveTo>
                  <a:lnTo>
                    <a:pt x="1699260" y="198120"/>
                  </a:lnTo>
                  <a:lnTo>
                    <a:pt x="1696212" y="176784"/>
                  </a:lnTo>
                  <a:lnTo>
                    <a:pt x="1691640" y="160782"/>
                  </a:lnTo>
                  <a:lnTo>
                    <a:pt x="1691640" y="220980"/>
                  </a:lnTo>
                  <a:lnTo>
                    <a:pt x="1690116" y="242316"/>
                  </a:lnTo>
                  <a:lnTo>
                    <a:pt x="1674876" y="303276"/>
                  </a:lnTo>
                  <a:lnTo>
                    <a:pt x="1655064" y="338328"/>
                  </a:lnTo>
                  <a:lnTo>
                    <a:pt x="1629156" y="370332"/>
                  </a:lnTo>
                  <a:lnTo>
                    <a:pt x="1597152" y="396240"/>
                  </a:lnTo>
                  <a:lnTo>
                    <a:pt x="1562100" y="416052"/>
                  </a:lnTo>
                  <a:lnTo>
                    <a:pt x="1522476" y="428244"/>
                  </a:lnTo>
                  <a:lnTo>
                    <a:pt x="1501140" y="431292"/>
                  </a:lnTo>
                  <a:lnTo>
                    <a:pt x="1458468" y="431292"/>
                  </a:lnTo>
                  <a:lnTo>
                    <a:pt x="1417320" y="422148"/>
                  </a:lnTo>
                  <a:lnTo>
                    <a:pt x="1379220" y="406908"/>
                  </a:lnTo>
                  <a:lnTo>
                    <a:pt x="1345692" y="384048"/>
                  </a:lnTo>
                  <a:lnTo>
                    <a:pt x="1316736" y="355092"/>
                  </a:lnTo>
                  <a:lnTo>
                    <a:pt x="1293876" y="321564"/>
                  </a:lnTo>
                  <a:lnTo>
                    <a:pt x="1272540" y="263652"/>
                  </a:lnTo>
                  <a:lnTo>
                    <a:pt x="1267968" y="220980"/>
                  </a:lnTo>
                  <a:lnTo>
                    <a:pt x="1269492" y="199644"/>
                  </a:lnTo>
                  <a:lnTo>
                    <a:pt x="1284732" y="138684"/>
                  </a:lnTo>
                  <a:lnTo>
                    <a:pt x="1304544" y="102108"/>
                  </a:lnTo>
                  <a:lnTo>
                    <a:pt x="1330452" y="71628"/>
                  </a:lnTo>
                  <a:lnTo>
                    <a:pt x="1362456" y="45720"/>
                  </a:lnTo>
                  <a:lnTo>
                    <a:pt x="1397508" y="25908"/>
                  </a:lnTo>
                  <a:lnTo>
                    <a:pt x="1437132" y="13716"/>
                  </a:lnTo>
                  <a:lnTo>
                    <a:pt x="1479804" y="9144"/>
                  </a:lnTo>
                  <a:lnTo>
                    <a:pt x="1501140" y="10668"/>
                  </a:lnTo>
                  <a:lnTo>
                    <a:pt x="1562100" y="25908"/>
                  </a:lnTo>
                  <a:lnTo>
                    <a:pt x="1598676" y="45720"/>
                  </a:lnTo>
                  <a:lnTo>
                    <a:pt x="1629156" y="71628"/>
                  </a:lnTo>
                  <a:lnTo>
                    <a:pt x="1655064" y="103632"/>
                  </a:lnTo>
                  <a:lnTo>
                    <a:pt x="1674876" y="138684"/>
                  </a:lnTo>
                  <a:lnTo>
                    <a:pt x="1687068" y="178308"/>
                  </a:lnTo>
                  <a:lnTo>
                    <a:pt x="1691640" y="220980"/>
                  </a:lnTo>
                  <a:lnTo>
                    <a:pt x="1691640" y="160782"/>
                  </a:lnTo>
                  <a:lnTo>
                    <a:pt x="1673352" y="115824"/>
                  </a:lnTo>
                  <a:lnTo>
                    <a:pt x="1650492" y="80772"/>
                  </a:lnTo>
                  <a:lnTo>
                    <a:pt x="1620012" y="50292"/>
                  </a:lnTo>
                  <a:lnTo>
                    <a:pt x="1584960" y="25908"/>
                  </a:lnTo>
                  <a:lnTo>
                    <a:pt x="1545336" y="10668"/>
                  </a:lnTo>
                  <a:lnTo>
                    <a:pt x="1502664" y="1524"/>
                  </a:lnTo>
                  <a:lnTo>
                    <a:pt x="1479804" y="0"/>
                  </a:lnTo>
                  <a:lnTo>
                    <a:pt x="1458468" y="1422"/>
                  </a:lnTo>
                  <a:lnTo>
                    <a:pt x="1456944" y="1524"/>
                  </a:lnTo>
                  <a:lnTo>
                    <a:pt x="1414272" y="10668"/>
                  </a:lnTo>
                  <a:lnTo>
                    <a:pt x="1374648" y="27432"/>
                  </a:lnTo>
                  <a:lnTo>
                    <a:pt x="1339596" y="50292"/>
                  </a:lnTo>
                  <a:lnTo>
                    <a:pt x="1309116" y="80772"/>
                  </a:lnTo>
                  <a:lnTo>
                    <a:pt x="1286256" y="115824"/>
                  </a:lnTo>
                  <a:lnTo>
                    <a:pt x="1269492" y="155448"/>
                  </a:lnTo>
                  <a:lnTo>
                    <a:pt x="1260348" y="198120"/>
                  </a:lnTo>
                  <a:lnTo>
                    <a:pt x="1258824" y="220980"/>
                  </a:lnTo>
                  <a:lnTo>
                    <a:pt x="1260348" y="243840"/>
                  </a:lnTo>
                  <a:lnTo>
                    <a:pt x="1263396" y="265176"/>
                  </a:lnTo>
                  <a:lnTo>
                    <a:pt x="1267968" y="281178"/>
                  </a:lnTo>
                  <a:lnTo>
                    <a:pt x="1269492" y="286512"/>
                  </a:lnTo>
                  <a:lnTo>
                    <a:pt x="1286256" y="326136"/>
                  </a:lnTo>
                  <a:lnTo>
                    <a:pt x="1309116" y="361188"/>
                  </a:lnTo>
                  <a:lnTo>
                    <a:pt x="1339596" y="391668"/>
                  </a:lnTo>
                  <a:lnTo>
                    <a:pt x="1374648" y="414528"/>
                  </a:lnTo>
                  <a:lnTo>
                    <a:pt x="1414272" y="431292"/>
                  </a:lnTo>
                  <a:lnTo>
                    <a:pt x="1456944" y="440436"/>
                  </a:lnTo>
                  <a:lnTo>
                    <a:pt x="1479804" y="441960"/>
                  </a:lnTo>
                  <a:lnTo>
                    <a:pt x="1501140" y="440537"/>
                  </a:lnTo>
                  <a:lnTo>
                    <a:pt x="1502664" y="440436"/>
                  </a:lnTo>
                  <a:lnTo>
                    <a:pt x="1545336" y="431292"/>
                  </a:lnTo>
                  <a:lnTo>
                    <a:pt x="1584960" y="414528"/>
                  </a:lnTo>
                  <a:lnTo>
                    <a:pt x="1636776" y="376428"/>
                  </a:lnTo>
                  <a:lnTo>
                    <a:pt x="1662684" y="344424"/>
                  </a:lnTo>
                  <a:lnTo>
                    <a:pt x="1684020" y="306324"/>
                  </a:lnTo>
                  <a:lnTo>
                    <a:pt x="1691640" y="281178"/>
                  </a:lnTo>
                  <a:lnTo>
                    <a:pt x="1696212" y="265176"/>
                  </a:lnTo>
                  <a:lnTo>
                    <a:pt x="1699260" y="243840"/>
                  </a:lnTo>
                  <a:lnTo>
                    <a:pt x="1700784" y="22098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12220" y="3922266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5991" y="3911598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1243" y="3552446"/>
            <a:ext cx="430530" cy="5467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">
              <a:lnSpc>
                <a:spcPts val="1445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5"/>
              </a:lnSpc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spc="-25" dirty="0">
                <a:latin typeface="Courier New"/>
                <a:cs typeface="Courier New"/>
              </a:rPr>
              <a:t>21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283" y="4775706"/>
            <a:ext cx="30187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 marR="30480" indent="127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point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spc="23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about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presence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point </a:t>
            </a:r>
            <a:r>
              <a:rPr sz="2400" dirty="0">
                <a:latin typeface="Arial MT"/>
                <a:cs typeface="Arial MT"/>
              </a:rPr>
              <a:t>charge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02549" y="2471419"/>
            <a:ext cx="26822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 marR="30480" indent="-762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electric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space.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820" y="438403"/>
            <a:ext cx="3416300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Charges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Forces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charged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particles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351669" y="1150111"/>
            <a:ext cx="6047740" cy="5689600"/>
            <a:chOff x="1351669" y="1150111"/>
            <a:chExt cx="6047740" cy="5689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1669" y="1150111"/>
              <a:ext cx="6047228" cy="5689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54302" y="3581400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60" h="441960">
                  <a:moveTo>
                    <a:pt x="441960" y="220980"/>
                  </a:moveTo>
                  <a:lnTo>
                    <a:pt x="437388" y="176784"/>
                  </a:lnTo>
                  <a:lnTo>
                    <a:pt x="423672" y="135636"/>
                  </a:lnTo>
                  <a:lnTo>
                    <a:pt x="403860" y="97536"/>
                  </a:lnTo>
                  <a:lnTo>
                    <a:pt x="361188" y="50292"/>
                  </a:lnTo>
                  <a:lnTo>
                    <a:pt x="326136" y="27432"/>
                  </a:lnTo>
                  <a:lnTo>
                    <a:pt x="286512" y="10668"/>
                  </a:lnTo>
                  <a:lnTo>
                    <a:pt x="243840" y="1524"/>
                  </a:lnTo>
                  <a:lnTo>
                    <a:pt x="220980" y="0"/>
                  </a:lnTo>
                  <a:lnTo>
                    <a:pt x="199644" y="1422"/>
                  </a:lnTo>
                  <a:lnTo>
                    <a:pt x="155448" y="10668"/>
                  </a:lnTo>
                  <a:lnTo>
                    <a:pt x="115824" y="27432"/>
                  </a:lnTo>
                  <a:lnTo>
                    <a:pt x="80772" y="50292"/>
                  </a:lnTo>
                  <a:lnTo>
                    <a:pt x="50292" y="80772"/>
                  </a:lnTo>
                  <a:lnTo>
                    <a:pt x="27432" y="115824"/>
                  </a:lnTo>
                  <a:lnTo>
                    <a:pt x="10668" y="155448"/>
                  </a:lnTo>
                  <a:lnTo>
                    <a:pt x="1524" y="198120"/>
                  </a:lnTo>
                  <a:lnTo>
                    <a:pt x="0" y="220980"/>
                  </a:lnTo>
                  <a:lnTo>
                    <a:pt x="1524" y="243840"/>
                  </a:lnTo>
                  <a:lnTo>
                    <a:pt x="4572" y="265176"/>
                  </a:lnTo>
                  <a:lnTo>
                    <a:pt x="9144" y="281178"/>
                  </a:lnTo>
                  <a:lnTo>
                    <a:pt x="9144" y="220980"/>
                  </a:lnTo>
                  <a:lnTo>
                    <a:pt x="10668" y="199644"/>
                  </a:lnTo>
                  <a:lnTo>
                    <a:pt x="25908" y="138684"/>
                  </a:lnTo>
                  <a:lnTo>
                    <a:pt x="45720" y="103632"/>
                  </a:lnTo>
                  <a:lnTo>
                    <a:pt x="71628" y="71628"/>
                  </a:lnTo>
                  <a:lnTo>
                    <a:pt x="103632" y="45720"/>
                  </a:lnTo>
                  <a:lnTo>
                    <a:pt x="138684" y="25908"/>
                  </a:lnTo>
                  <a:lnTo>
                    <a:pt x="178308" y="13716"/>
                  </a:lnTo>
                  <a:lnTo>
                    <a:pt x="199644" y="10668"/>
                  </a:lnTo>
                  <a:lnTo>
                    <a:pt x="242316" y="10668"/>
                  </a:lnTo>
                  <a:lnTo>
                    <a:pt x="303276" y="25908"/>
                  </a:lnTo>
                  <a:lnTo>
                    <a:pt x="339852" y="45720"/>
                  </a:lnTo>
                  <a:lnTo>
                    <a:pt x="370332" y="71628"/>
                  </a:lnTo>
                  <a:lnTo>
                    <a:pt x="396240" y="103632"/>
                  </a:lnTo>
                  <a:lnTo>
                    <a:pt x="416052" y="138684"/>
                  </a:lnTo>
                  <a:lnTo>
                    <a:pt x="428244" y="178308"/>
                  </a:lnTo>
                  <a:lnTo>
                    <a:pt x="432816" y="220980"/>
                  </a:lnTo>
                  <a:lnTo>
                    <a:pt x="432816" y="281178"/>
                  </a:lnTo>
                  <a:lnTo>
                    <a:pt x="437388" y="265176"/>
                  </a:lnTo>
                  <a:lnTo>
                    <a:pt x="440436" y="243840"/>
                  </a:lnTo>
                  <a:lnTo>
                    <a:pt x="441960" y="220980"/>
                  </a:lnTo>
                  <a:close/>
                </a:path>
                <a:path w="441960" h="441960">
                  <a:moveTo>
                    <a:pt x="432816" y="281178"/>
                  </a:moveTo>
                  <a:lnTo>
                    <a:pt x="432816" y="220980"/>
                  </a:lnTo>
                  <a:lnTo>
                    <a:pt x="431292" y="242316"/>
                  </a:lnTo>
                  <a:lnTo>
                    <a:pt x="428244" y="263652"/>
                  </a:lnTo>
                  <a:lnTo>
                    <a:pt x="416052" y="303276"/>
                  </a:lnTo>
                  <a:lnTo>
                    <a:pt x="396240" y="339852"/>
                  </a:lnTo>
                  <a:lnTo>
                    <a:pt x="370332" y="370332"/>
                  </a:lnTo>
                  <a:lnTo>
                    <a:pt x="338328" y="396240"/>
                  </a:lnTo>
                  <a:lnTo>
                    <a:pt x="303276" y="416052"/>
                  </a:lnTo>
                  <a:lnTo>
                    <a:pt x="263652" y="428244"/>
                  </a:lnTo>
                  <a:lnTo>
                    <a:pt x="220980" y="432816"/>
                  </a:lnTo>
                  <a:lnTo>
                    <a:pt x="199644" y="431292"/>
                  </a:lnTo>
                  <a:lnTo>
                    <a:pt x="138684" y="416052"/>
                  </a:lnTo>
                  <a:lnTo>
                    <a:pt x="102108" y="396240"/>
                  </a:lnTo>
                  <a:lnTo>
                    <a:pt x="71628" y="370332"/>
                  </a:lnTo>
                  <a:lnTo>
                    <a:pt x="45720" y="338328"/>
                  </a:lnTo>
                  <a:lnTo>
                    <a:pt x="25908" y="303276"/>
                  </a:lnTo>
                  <a:lnTo>
                    <a:pt x="13716" y="263652"/>
                  </a:lnTo>
                  <a:lnTo>
                    <a:pt x="9144" y="220980"/>
                  </a:lnTo>
                  <a:lnTo>
                    <a:pt x="9144" y="281178"/>
                  </a:lnTo>
                  <a:lnTo>
                    <a:pt x="27432" y="326136"/>
                  </a:lnTo>
                  <a:lnTo>
                    <a:pt x="50292" y="361188"/>
                  </a:lnTo>
                  <a:lnTo>
                    <a:pt x="80772" y="391668"/>
                  </a:lnTo>
                  <a:lnTo>
                    <a:pt x="115824" y="414528"/>
                  </a:lnTo>
                  <a:lnTo>
                    <a:pt x="155448" y="431292"/>
                  </a:lnTo>
                  <a:lnTo>
                    <a:pt x="198120" y="440436"/>
                  </a:lnTo>
                  <a:lnTo>
                    <a:pt x="220980" y="441960"/>
                  </a:lnTo>
                  <a:lnTo>
                    <a:pt x="242316" y="440537"/>
                  </a:lnTo>
                  <a:lnTo>
                    <a:pt x="286512" y="431292"/>
                  </a:lnTo>
                  <a:lnTo>
                    <a:pt x="326136" y="414528"/>
                  </a:lnTo>
                  <a:lnTo>
                    <a:pt x="361188" y="391668"/>
                  </a:lnTo>
                  <a:lnTo>
                    <a:pt x="391668" y="361188"/>
                  </a:lnTo>
                  <a:lnTo>
                    <a:pt x="414528" y="326136"/>
                  </a:lnTo>
                  <a:lnTo>
                    <a:pt x="431292" y="286512"/>
                  </a:lnTo>
                  <a:lnTo>
                    <a:pt x="432816" y="28117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12898" y="2590800"/>
              <a:ext cx="917575" cy="706120"/>
            </a:xfrm>
            <a:custGeom>
              <a:avLst/>
              <a:gdLst/>
              <a:ahLst/>
              <a:cxnLst/>
              <a:rect l="l" t="t" r="r" b="b"/>
              <a:pathLst>
                <a:path w="917575" h="706120">
                  <a:moveTo>
                    <a:pt x="829025" y="68347"/>
                  </a:moveTo>
                  <a:lnTo>
                    <a:pt x="773049" y="75290"/>
                  </a:lnTo>
                  <a:lnTo>
                    <a:pt x="0" y="659892"/>
                  </a:lnTo>
                  <a:lnTo>
                    <a:pt x="35052" y="705612"/>
                  </a:lnTo>
                  <a:lnTo>
                    <a:pt x="807247" y="120615"/>
                  </a:lnTo>
                  <a:lnTo>
                    <a:pt x="829025" y="68347"/>
                  </a:lnTo>
                  <a:close/>
                </a:path>
                <a:path w="917575" h="706120">
                  <a:moveTo>
                    <a:pt x="917448" y="0"/>
                  </a:moveTo>
                  <a:lnTo>
                    <a:pt x="672084" y="30480"/>
                  </a:lnTo>
                  <a:lnTo>
                    <a:pt x="647700" y="62484"/>
                  </a:lnTo>
                  <a:lnTo>
                    <a:pt x="651200" y="72937"/>
                  </a:lnTo>
                  <a:lnTo>
                    <a:pt x="658558" y="80962"/>
                  </a:lnTo>
                  <a:lnTo>
                    <a:pt x="668488" y="85844"/>
                  </a:lnTo>
                  <a:lnTo>
                    <a:pt x="679704" y="86868"/>
                  </a:lnTo>
                  <a:lnTo>
                    <a:pt x="773049" y="75290"/>
                  </a:lnTo>
                  <a:lnTo>
                    <a:pt x="856488" y="12192"/>
                  </a:lnTo>
                  <a:lnTo>
                    <a:pt x="890016" y="57912"/>
                  </a:lnTo>
                  <a:lnTo>
                    <a:pt x="890016" y="66367"/>
                  </a:lnTo>
                  <a:lnTo>
                    <a:pt x="917448" y="0"/>
                  </a:lnTo>
                  <a:close/>
                </a:path>
                <a:path w="917575" h="706120">
                  <a:moveTo>
                    <a:pt x="890016" y="66367"/>
                  </a:moveTo>
                  <a:lnTo>
                    <a:pt x="890016" y="57912"/>
                  </a:lnTo>
                  <a:lnTo>
                    <a:pt x="807247" y="120615"/>
                  </a:lnTo>
                  <a:lnTo>
                    <a:pt x="771144" y="207264"/>
                  </a:lnTo>
                  <a:lnTo>
                    <a:pt x="768810" y="217908"/>
                  </a:lnTo>
                  <a:lnTo>
                    <a:pt x="770763" y="228409"/>
                  </a:lnTo>
                  <a:lnTo>
                    <a:pt x="776716" y="237482"/>
                  </a:lnTo>
                  <a:lnTo>
                    <a:pt x="786384" y="243840"/>
                  </a:lnTo>
                  <a:lnTo>
                    <a:pt x="797028" y="246173"/>
                  </a:lnTo>
                  <a:lnTo>
                    <a:pt x="807247" y="244273"/>
                  </a:lnTo>
                  <a:lnTo>
                    <a:pt x="807529" y="244221"/>
                  </a:lnTo>
                  <a:lnTo>
                    <a:pt x="816602" y="238267"/>
                  </a:lnTo>
                  <a:lnTo>
                    <a:pt x="822960" y="228600"/>
                  </a:lnTo>
                  <a:lnTo>
                    <a:pt x="890016" y="66367"/>
                  </a:lnTo>
                  <a:close/>
                </a:path>
                <a:path w="917575" h="706120">
                  <a:moveTo>
                    <a:pt x="890016" y="57912"/>
                  </a:moveTo>
                  <a:lnTo>
                    <a:pt x="856488" y="12192"/>
                  </a:lnTo>
                  <a:lnTo>
                    <a:pt x="773049" y="75290"/>
                  </a:lnTo>
                  <a:lnTo>
                    <a:pt x="829025" y="68347"/>
                  </a:lnTo>
                  <a:lnTo>
                    <a:pt x="847344" y="24384"/>
                  </a:lnTo>
                  <a:lnTo>
                    <a:pt x="876300" y="62484"/>
                  </a:lnTo>
                  <a:lnTo>
                    <a:pt x="876300" y="68302"/>
                  </a:lnTo>
                  <a:lnTo>
                    <a:pt x="890016" y="57912"/>
                  </a:lnTo>
                  <a:close/>
                </a:path>
                <a:path w="917575" h="706120">
                  <a:moveTo>
                    <a:pt x="876300" y="68302"/>
                  </a:moveTo>
                  <a:lnTo>
                    <a:pt x="876300" y="62484"/>
                  </a:lnTo>
                  <a:lnTo>
                    <a:pt x="829025" y="68347"/>
                  </a:lnTo>
                  <a:lnTo>
                    <a:pt x="807247" y="120615"/>
                  </a:lnTo>
                  <a:lnTo>
                    <a:pt x="876300" y="68302"/>
                  </a:lnTo>
                  <a:close/>
                </a:path>
                <a:path w="917575" h="706120">
                  <a:moveTo>
                    <a:pt x="876300" y="62484"/>
                  </a:moveTo>
                  <a:lnTo>
                    <a:pt x="847344" y="24384"/>
                  </a:lnTo>
                  <a:lnTo>
                    <a:pt x="829025" y="68347"/>
                  </a:lnTo>
                  <a:lnTo>
                    <a:pt x="876300" y="62484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12220" y="3550410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8410" y="3160776"/>
            <a:ext cx="225552" cy="2270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112903" y="322732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3315" y="293928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99709" y="5564123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>
                <a:moveTo>
                  <a:pt x="0" y="0"/>
                </a:moveTo>
                <a:lnTo>
                  <a:pt x="428243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273170" y="5322822"/>
            <a:ext cx="20955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5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3755" y="3803394"/>
            <a:ext cx="359664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 marR="30480" indent="-190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electric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</a:t>
            </a:r>
            <a:endParaRPr sz="2400">
              <a:latin typeface="Arial MT"/>
              <a:cs typeface="Arial MT"/>
            </a:endParaRPr>
          </a:p>
          <a:p>
            <a:pPr marL="554355" algn="ctr">
              <a:lnSpc>
                <a:spcPct val="100000"/>
              </a:lnSpc>
              <a:spcBef>
                <a:spcPts val="72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6158" y="5144513"/>
            <a:ext cx="42100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1" spc="-37" baseline="2314" dirty="0">
                <a:latin typeface="Arial"/>
                <a:cs typeface="Arial"/>
              </a:rPr>
              <a:t>F</a:t>
            </a:r>
            <a:r>
              <a:rPr sz="1400" b="1" spc="-25" dirty="0">
                <a:latin typeface="Arial"/>
                <a:cs typeface="Arial"/>
              </a:rPr>
              <a:t>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94179" y="5185280"/>
            <a:ext cx="511175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13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18002" y="5562089"/>
            <a:ext cx="35877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b="1" spc="-25" dirty="0">
                <a:latin typeface="Arial"/>
                <a:cs typeface="Arial"/>
              </a:rPr>
              <a:t>q</a:t>
            </a:r>
            <a:r>
              <a:rPr sz="2100" b="1" spc="-37" baseline="-23809" dirty="0">
                <a:latin typeface="Arial"/>
                <a:cs typeface="Arial"/>
              </a:rPr>
              <a:t>0</a:t>
            </a:r>
            <a:endParaRPr sz="2100" baseline="-23809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49474" y="2862072"/>
            <a:ext cx="521334" cy="419100"/>
          </a:xfrm>
          <a:custGeom>
            <a:avLst/>
            <a:gdLst/>
            <a:ahLst/>
            <a:cxnLst/>
            <a:rect l="l" t="t" r="r" b="b"/>
            <a:pathLst>
              <a:path w="521335" h="419100">
                <a:moveTo>
                  <a:pt x="431314" y="70809"/>
                </a:moveTo>
                <a:lnTo>
                  <a:pt x="376428" y="78468"/>
                </a:lnTo>
                <a:lnTo>
                  <a:pt x="376074" y="78517"/>
                </a:lnTo>
                <a:lnTo>
                  <a:pt x="0" y="373380"/>
                </a:lnTo>
                <a:lnTo>
                  <a:pt x="35052" y="419100"/>
                </a:lnTo>
                <a:lnTo>
                  <a:pt x="410631" y="123377"/>
                </a:lnTo>
                <a:lnTo>
                  <a:pt x="431314" y="70809"/>
                </a:lnTo>
                <a:close/>
              </a:path>
              <a:path w="521335" h="419100">
                <a:moveTo>
                  <a:pt x="521208" y="0"/>
                </a:moveTo>
                <a:lnTo>
                  <a:pt x="275844" y="35052"/>
                </a:lnTo>
                <a:lnTo>
                  <a:pt x="251460" y="67056"/>
                </a:lnTo>
                <a:lnTo>
                  <a:pt x="255603" y="77509"/>
                </a:lnTo>
                <a:lnTo>
                  <a:pt x="262890" y="85534"/>
                </a:lnTo>
                <a:lnTo>
                  <a:pt x="272462" y="90416"/>
                </a:lnTo>
                <a:lnTo>
                  <a:pt x="283464" y="91440"/>
                </a:lnTo>
                <a:lnTo>
                  <a:pt x="376074" y="78517"/>
                </a:lnTo>
                <a:lnTo>
                  <a:pt x="458724" y="13716"/>
                </a:lnTo>
                <a:lnTo>
                  <a:pt x="493776" y="57912"/>
                </a:lnTo>
                <a:lnTo>
                  <a:pt x="493776" y="69037"/>
                </a:lnTo>
                <a:lnTo>
                  <a:pt x="521208" y="0"/>
                </a:lnTo>
                <a:close/>
              </a:path>
              <a:path w="521335" h="419100">
                <a:moveTo>
                  <a:pt x="493776" y="69037"/>
                </a:moveTo>
                <a:lnTo>
                  <a:pt x="493776" y="57912"/>
                </a:lnTo>
                <a:lnTo>
                  <a:pt x="410631" y="123377"/>
                </a:lnTo>
                <a:lnTo>
                  <a:pt x="376428" y="210312"/>
                </a:lnTo>
                <a:lnTo>
                  <a:pt x="374975" y="220956"/>
                </a:lnTo>
                <a:lnTo>
                  <a:pt x="377380" y="231457"/>
                </a:lnTo>
                <a:lnTo>
                  <a:pt x="383500" y="240530"/>
                </a:lnTo>
                <a:lnTo>
                  <a:pt x="393192" y="246888"/>
                </a:lnTo>
                <a:lnTo>
                  <a:pt x="404479" y="248983"/>
                </a:lnTo>
                <a:lnTo>
                  <a:pt x="414909" y="246507"/>
                </a:lnTo>
                <a:lnTo>
                  <a:pt x="423624" y="240030"/>
                </a:lnTo>
                <a:lnTo>
                  <a:pt x="429768" y="230124"/>
                </a:lnTo>
                <a:lnTo>
                  <a:pt x="493776" y="69037"/>
                </a:lnTo>
                <a:close/>
              </a:path>
              <a:path w="521335" h="419100">
                <a:moveTo>
                  <a:pt x="493776" y="57912"/>
                </a:moveTo>
                <a:lnTo>
                  <a:pt x="458724" y="13716"/>
                </a:lnTo>
                <a:lnTo>
                  <a:pt x="376074" y="78517"/>
                </a:lnTo>
                <a:lnTo>
                  <a:pt x="431314" y="70809"/>
                </a:lnTo>
                <a:lnTo>
                  <a:pt x="449580" y="24384"/>
                </a:lnTo>
                <a:lnTo>
                  <a:pt x="480060" y="64008"/>
                </a:lnTo>
                <a:lnTo>
                  <a:pt x="480060" y="68711"/>
                </a:lnTo>
                <a:lnTo>
                  <a:pt x="493776" y="57912"/>
                </a:lnTo>
                <a:close/>
              </a:path>
              <a:path w="521335" h="419100">
                <a:moveTo>
                  <a:pt x="480060" y="68711"/>
                </a:moveTo>
                <a:lnTo>
                  <a:pt x="480060" y="64008"/>
                </a:lnTo>
                <a:lnTo>
                  <a:pt x="431314" y="70809"/>
                </a:lnTo>
                <a:lnTo>
                  <a:pt x="410631" y="123377"/>
                </a:lnTo>
                <a:lnTo>
                  <a:pt x="480060" y="68711"/>
                </a:lnTo>
                <a:close/>
              </a:path>
              <a:path w="521335" h="419100">
                <a:moveTo>
                  <a:pt x="480060" y="64008"/>
                </a:moveTo>
                <a:lnTo>
                  <a:pt x="449580" y="24384"/>
                </a:lnTo>
                <a:lnTo>
                  <a:pt x="431314" y="70809"/>
                </a:lnTo>
                <a:lnTo>
                  <a:pt x="480060" y="64008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685419" y="2954145"/>
            <a:ext cx="229870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0837" y="6179309"/>
            <a:ext cx="3366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0</a:t>
            </a:r>
            <a:r>
              <a:rPr sz="2400" spc="27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4120" y="438403"/>
            <a:ext cx="8724265" cy="23044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5400" marR="5737225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Field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Definition</a:t>
            </a:r>
            <a:endParaRPr sz="2200">
              <a:latin typeface="Arial"/>
              <a:cs typeface="Arial"/>
            </a:endParaRPr>
          </a:p>
          <a:p>
            <a:pPr marL="319405" marR="43180" indent="-1270" algn="ctr">
              <a:lnSpc>
                <a:spcPct val="100000"/>
              </a:lnSpc>
              <a:spcBef>
                <a:spcPts val="605"/>
              </a:spcBef>
            </a:pPr>
            <a:r>
              <a:rPr sz="2400" spc="-135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spc="277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P,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positive</a:t>
            </a:r>
            <a:r>
              <a:rPr sz="24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0</a:t>
            </a:r>
            <a:r>
              <a:rPr sz="2400" spc="-44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measure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</a:t>
            </a:r>
            <a:r>
              <a:rPr sz="2400" baseline="-20833" dirty="0">
                <a:latin typeface="Arial MT"/>
                <a:cs typeface="Arial MT"/>
              </a:rPr>
              <a:t>01</a:t>
            </a:r>
            <a:r>
              <a:rPr sz="2400" spc="26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0</a:t>
            </a:r>
            <a:r>
              <a:rPr sz="2400" spc="29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5171440">
              <a:lnSpc>
                <a:spcPts val="1430"/>
              </a:lnSpc>
            </a:pPr>
            <a:r>
              <a:rPr sz="140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5159375">
              <a:lnSpc>
                <a:spcPts val="2640"/>
              </a:lnSpc>
            </a:pPr>
            <a:r>
              <a:rPr sz="3600" b="1" spc="-37" baseline="2314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400" spc="-25" dirty="0">
                <a:solidFill>
                  <a:srgbClr val="FF0000"/>
                </a:solidFill>
                <a:latin typeface="Courier New"/>
                <a:cs typeface="Courier New"/>
              </a:rPr>
              <a:t>01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005206" y="4104132"/>
            <a:ext cx="73660" cy="71755"/>
          </a:xfrm>
          <a:custGeom>
            <a:avLst/>
            <a:gdLst/>
            <a:ahLst/>
            <a:cxnLst/>
            <a:rect l="l" t="t" r="r" b="b"/>
            <a:pathLst>
              <a:path w="73660" h="71754">
                <a:moveTo>
                  <a:pt x="73151" y="35051"/>
                </a:moveTo>
                <a:lnTo>
                  <a:pt x="70223" y="21859"/>
                </a:lnTo>
                <a:lnTo>
                  <a:pt x="62293" y="10667"/>
                </a:lnTo>
                <a:lnTo>
                  <a:pt x="50649" y="2905"/>
                </a:lnTo>
                <a:lnTo>
                  <a:pt x="36575" y="0"/>
                </a:lnTo>
                <a:lnTo>
                  <a:pt x="22502" y="2905"/>
                </a:lnTo>
                <a:lnTo>
                  <a:pt x="10858" y="10667"/>
                </a:lnTo>
                <a:lnTo>
                  <a:pt x="2928" y="21859"/>
                </a:lnTo>
                <a:lnTo>
                  <a:pt x="0" y="35051"/>
                </a:lnTo>
                <a:lnTo>
                  <a:pt x="2928" y="49125"/>
                </a:lnTo>
                <a:lnTo>
                  <a:pt x="10858" y="60769"/>
                </a:lnTo>
                <a:lnTo>
                  <a:pt x="22502" y="68699"/>
                </a:lnTo>
                <a:lnTo>
                  <a:pt x="36575" y="71627"/>
                </a:lnTo>
                <a:lnTo>
                  <a:pt x="50649" y="68699"/>
                </a:lnTo>
                <a:lnTo>
                  <a:pt x="62293" y="60769"/>
                </a:lnTo>
                <a:lnTo>
                  <a:pt x="70223" y="49125"/>
                </a:lnTo>
                <a:lnTo>
                  <a:pt x="73151" y="3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03536" y="3803394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2633" y="3261359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>
                <a:moveTo>
                  <a:pt x="0" y="0"/>
                </a:moveTo>
                <a:lnTo>
                  <a:pt x="676655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930530" y="3060192"/>
            <a:ext cx="727075" cy="1193800"/>
            <a:chOff x="2930530" y="3060192"/>
            <a:chExt cx="727075" cy="1193800"/>
          </a:xfrm>
        </p:grpSpPr>
        <p:sp>
          <p:nvSpPr>
            <p:cNvPr id="7" name="object 7"/>
            <p:cNvSpPr/>
            <p:nvPr/>
          </p:nvSpPr>
          <p:spPr>
            <a:xfrm>
              <a:off x="2935102" y="4030979"/>
              <a:ext cx="216535" cy="218440"/>
            </a:xfrm>
            <a:custGeom>
              <a:avLst/>
              <a:gdLst/>
              <a:ahLst/>
              <a:cxnLst/>
              <a:rect l="l" t="t" r="r" b="b"/>
              <a:pathLst>
                <a:path w="216535" h="218439">
                  <a:moveTo>
                    <a:pt x="216407" y="108203"/>
                  </a:moveTo>
                  <a:lnTo>
                    <a:pt x="207859" y="66222"/>
                  </a:lnTo>
                  <a:lnTo>
                    <a:pt x="184594" y="31813"/>
                  </a:lnTo>
                  <a:lnTo>
                    <a:pt x="150185" y="8548"/>
                  </a:lnTo>
                  <a:lnTo>
                    <a:pt x="108203" y="0"/>
                  </a:lnTo>
                  <a:lnTo>
                    <a:pt x="66222" y="8548"/>
                  </a:lnTo>
                  <a:lnTo>
                    <a:pt x="31813" y="31813"/>
                  </a:lnTo>
                  <a:lnTo>
                    <a:pt x="8548" y="66222"/>
                  </a:lnTo>
                  <a:lnTo>
                    <a:pt x="0" y="108203"/>
                  </a:lnTo>
                  <a:lnTo>
                    <a:pt x="8548" y="151066"/>
                  </a:lnTo>
                  <a:lnTo>
                    <a:pt x="31813" y="185927"/>
                  </a:lnTo>
                  <a:lnTo>
                    <a:pt x="66222" y="209359"/>
                  </a:lnTo>
                  <a:lnTo>
                    <a:pt x="108203" y="217931"/>
                  </a:lnTo>
                  <a:lnTo>
                    <a:pt x="150185" y="209359"/>
                  </a:lnTo>
                  <a:lnTo>
                    <a:pt x="184594" y="185927"/>
                  </a:lnTo>
                  <a:lnTo>
                    <a:pt x="207859" y="151066"/>
                  </a:lnTo>
                  <a:lnTo>
                    <a:pt x="216407" y="108203"/>
                  </a:lnTo>
                  <a:close/>
                </a:path>
              </a:pathLst>
            </a:custGeom>
            <a:solidFill>
              <a:srgbClr val="F4A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0530" y="4026408"/>
              <a:ext cx="226060" cy="227329"/>
            </a:xfrm>
            <a:custGeom>
              <a:avLst/>
              <a:gdLst/>
              <a:ahLst/>
              <a:cxnLst/>
              <a:rect l="l" t="t" r="r" b="b"/>
              <a:pathLst>
                <a:path w="226060" h="227329">
                  <a:moveTo>
                    <a:pt x="225552" y="124968"/>
                  </a:moveTo>
                  <a:lnTo>
                    <a:pt x="225552" y="102108"/>
                  </a:lnTo>
                  <a:lnTo>
                    <a:pt x="222504" y="89916"/>
                  </a:lnTo>
                  <a:lnTo>
                    <a:pt x="220980" y="79248"/>
                  </a:lnTo>
                  <a:lnTo>
                    <a:pt x="199644" y="41148"/>
                  </a:lnTo>
                  <a:lnTo>
                    <a:pt x="166116" y="13716"/>
                  </a:lnTo>
                  <a:lnTo>
                    <a:pt x="123444" y="0"/>
                  </a:lnTo>
                  <a:lnTo>
                    <a:pt x="100584" y="0"/>
                  </a:lnTo>
                  <a:lnTo>
                    <a:pt x="89916" y="3048"/>
                  </a:lnTo>
                  <a:lnTo>
                    <a:pt x="79248" y="4572"/>
                  </a:lnTo>
                  <a:lnTo>
                    <a:pt x="41148" y="25908"/>
                  </a:lnTo>
                  <a:lnTo>
                    <a:pt x="13716" y="59436"/>
                  </a:lnTo>
                  <a:lnTo>
                    <a:pt x="3048" y="91440"/>
                  </a:lnTo>
                  <a:lnTo>
                    <a:pt x="0" y="102108"/>
                  </a:lnTo>
                  <a:lnTo>
                    <a:pt x="0" y="124968"/>
                  </a:lnTo>
                  <a:lnTo>
                    <a:pt x="3048" y="137160"/>
                  </a:lnTo>
                  <a:lnTo>
                    <a:pt x="4572" y="147828"/>
                  </a:lnTo>
                  <a:lnTo>
                    <a:pt x="9144" y="158496"/>
                  </a:lnTo>
                  <a:lnTo>
                    <a:pt x="9144" y="112776"/>
                  </a:lnTo>
                  <a:lnTo>
                    <a:pt x="10668" y="102108"/>
                  </a:lnTo>
                  <a:lnTo>
                    <a:pt x="12192" y="92964"/>
                  </a:lnTo>
                  <a:lnTo>
                    <a:pt x="13716" y="82296"/>
                  </a:lnTo>
                  <a:lnTo>
                    <a:pt x="27432" y="54864"/>
                  </a:lnTo>
                  <a:lnTo>
                    <a:pt x="39624" y="39624"/>
                  </a:lnTo>
                  <a:lnTo>
                    <a:pt x="54864" y="27432"/>
                  </a:lnTo>
                  <a:lnTo>
                    <a:pt x="64008" y="21336"/>
                  </a:lnTo>
                  <a:lnTo>
                    <a:pt x="73152" y="18288"/>
                  </a:lnTo>
                  <a:lnTo>
                    <a:pt x="82296" y="13716"/>
                  </a:lnTo>
                  <a:lnTo>
                    <a:pt x="92964" y="12192"/>
                  </a:lnTo>
                  <a:lnTo>
                    <a:pt x="102108" y="10668"/>
                  </a:lnTo>
                  <a:lnTo>
                    <a:pt x="112776" y="9144"/>
                  </a:lnTo>
                  <a:lnTo>
                    <a:pt x="134112" y="12192"/>
                  </a:lnTo>
                  <a:lnTo>
                    <a:pt x="143256" y="13716"/>
                  </a:lnTo>
                  <a:lnTo>
                    <a:pt x="153924" y="18288"/>
                  </a:lnTo>
                  <a:lnTo>
                    <a:pt x="161544" y="22860"/>
                  </a:lnTo>
                  <a:lnTo>
                    <a:pt x="170688" y="27432"/>
                  </a:lnTo>
                  <a:lnTo>
                    <a:pt x="185928" y="39624"/>
                  </a:lnTo>
                  <a:lnTo>
                    <a:pt x="198120" y="54864"/>
                  </a:lnTo>
                  <a:lnTo>
                    <a:pt x="204216" y="64008"/>
                  </a:lnTo>
                  <a:lnTo>
                    <a:pt x="207264" y="73152"/>
                  </a:lnTo>
                  <a:lnTo>
                    <a:pt x="211836" y="82296"/>
                  </a:lnTo>
                  <a:lnTo>
                    <a:pt x="216408" y="114300"/>
                  </a:lnTo>
                  <a:lnTo>
                    <a:pt x="216408" y="156972"/>
                  </a:lnTo>
                  <a:lnTo>
                    <a:pt x="220980" y="146304"/>
                  </a:lnTo>
                  <a:lnTo>
                    <a:pt x="224028" y="135636"/>
                  </a:lnTo>
                  <a:lnTo>
                    <a:pt x="225552" y="124968"/>
                  </a:lnTo>
                  <a:close/>
                </a:path>
                <a:path w="226060" h="227329">
                  <a:moveTo>
                    <a:pt x="216408" y="156972"/>
                  </a:moveTo>
                  <a:lnTo>
                    <a:pt x="216408" y="114300"/>
                  </a:lnTo>
                  <a:lnTo>
                    <a:pt x="214884" y="124968"/>
                  </a:lnTo>
                  <a:lnTo>
                    <a:pt x="213360" y="134112"/>
                  </a:lnTo>
                  <a:lnTo>
                    <a:pt x="198120" y="172212"/>
                  </a:lnTo>
                  <a:lnTo>
                    <a:pt x="170688" y="199644"/>
                  </a:lnTo>
                  <a:lnTo>
                    <a:pt x="152400" y="208788"/>
                  </a:lnTo>
                  <a:lnTo>
                    <a:pt x="143256" y="213360"/>
                  </a:lnTo>
                  <a:lnTo>
                    <a:pt x="134112" y="214884"/>
                  </a:lnTo>
                  <a:lnTo>
                    <a:pt x="112776" y="217932"/>
                  </a:lnTo>
                  <a:lnTo>
                    <a:pt x="91440" y="214884"/>
                  </a:lnTo>
                  <a:lnTo>
                    <a:pt x="54864" y="199644"/>
                  </a:lnTo>
                  <a:lnTo>
                    <a:pt x="27432" y="172212"/>
                  </a:lnTo>
                  <a:lnTo>
                    <a:pt x="18288" y="153924"/>
                  </a:lnTo>
                  <a:lnTo>
                    <a:pt x="13716" y="144780"/>
                  </a:lnTo>
                  <a:lnTo>
                    <a:pt x="9144" y="112776"/>
                  </a:lnTo>
                  <a:lnTo>
                    <a:pt x="9144" y="158496"/>
                  </a:lnTo>
                  <a:lnTo>
                    <a:pt x="41148" y="201168"/>
                  </a:lnTo>
                  <a:lnTo>
                    <a:pt x="79248" y="222504"/>
                  </a:lnTo>
                  <a:lnTo>
                    <a:pt x="89916" y="224028"/>
                  </a:lnTo>
                  <a:lnTo>
                    <a:pt x="102108" y="227076"/>
                  </a:lnTo>
                  <a:lnTo>
                    <a:pt x="124968" y="227076"/>
                  </a:lnTo>
                  <a:lnTo>
                    <a:pt x="135636" y="224028"/>
                  </a:lnTo>
                  <a:lnTo>
                    <a:pt x="146304" y="222504"/>
                  </a:lnTo>
                  <a:lnTo>
                    <a:pt x="184404" y="201168"/>
                  </a:lnTo>
                  <a:lnTo>
                    <a:pt x="211836" y="167640"/>
                  </a:lnTo>
                  <a:lnTo>
                    <a:pt x="216408" y="156972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1673" y="4069079"/>
              <a:ext cx="144780" cy="143510"/>
            </a:xfrm>
            <a:custGeom>
              <a:avLst/>
              <a:gdLst/>
              <a:ahLst/>
              <a:cxnLst/>
              <a:rect l="l" t="t" r="r" b="b"/>
              <a:pathLst>
                <a:path w="144780" h="143510">
                  <a:moveTo>
                    <a:pt x="144780" y="50292"/>
                  </a:moveTo>
                  <a:lnTo>
                    <a:pt x="91440" y="50292"/>
                  </a:lnTo>
                  <a:lnTo>
                    <a:pt x="91440" y="0"/>
                  </a:lnTo>
                  <a:lnTo>
                    <a:pt x="53340" y="0"/>
                  </a:lnTo>
                  <a:lnTo>
                    <a:pt x="53340" y="50292"/>
                  </a:lnTo>
                  <a:lnTo>
                    <a:pt x="0" y="50292"/>
                  </a:lnTo>
                  <a:lnTo>
                    <a:pt x="0" y="88392"/>
                  </a:lnTo>
                  <a:lnTo>
                    <a:pt x="53340" y="88392"/>
                  </a:lnTo>
                  <a:lnTo>
                    <a:pt x="53340" y="143256"/>
                  </a:lnTo>
                  <a:lnTo>
                    <a:pt x="91440" y="143256"/>
                  </a:lnTo>
                  <a:lnTo>
                    <a:pt x="91440" y="88392"/>
                  </a:lnTo>
                  <a:lnTo>
                    <a:pt x="144780" y="88392"/>
                  </a:lnTo>
                  <a:lnTo>
                    <a:pt x="144780" y="50292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7398" y="3060192"/>
              <a:ext cx="640080" cy="1092835"/>
            </a:xfrm>
            <a:custGeom>
              <a:avLst/>
              <a:gdLst/>
              <a:ahLst/>
              <a:cxnLst/>
              <a:rect l="l" t="t" r="r" b="b"/>
              <a:pathLst>
                <a:path w="640079" h="1092835">
                  <a:moveTo>
                    <a:pt x="582256" y="153546"/>
                  </a:moveTo>
                  <a:lnTo>
                    <a:pt x="581399" y="97853"/>
                  </a:lnTo>
                  <a:lnTo>
                    <a:pt x="531426" y="127301"/>
                  </a:lnTo>
                  <a:lnTo>
                    <a:pt x="0" y="1065276"/>
                  </a:lnTo>
                  <a:lnTo>
                    <a:pt x="48768" y="1092708"/>
                  </a:lnTo>
                  <a:lnTo>
                    <a:pt x="582256" y="153546"/>
                  </a:lnTo>
                  <a:close/>
                </a:path>
                <a:path w="640079" h="1092835">
                  <a:moveTo>
                    <a:pt x="640080" y="246888"/>
                  </a:moveTo>
                  <a:lnTo>
                    <a:pt x="637032" y="0"/>
                  </a:lnTo>
                  <a:lnTo>
                    <a:pt x="423672" y="123444"/>
                  </a:lnTo>
                  <a:lnTo>
                    <a:pt x="409527" y="152161"/>
                  </a:lnTo>
                  <a:lnTo>
                    <a:pt x="413004" y="163068"/>
                  </a:lnTo>
                  <a:lnTo>
                    <a:pt x="452628" y="173736"/>
                  </a:lnTo>
                  <a:lnTo>
                    <a:pt x="531426" y="127301"/>
                  </a:lnTo>
                  <a:lnTo>
                    <a:pt x="583692" y="35052"/>
                  </a:lnTo>
                  <a:lnTo>
                    <a:pt x="633984" y="62484"/>
                  </a:lnTo>
                  <a:lnTo>
                    <a:pt x="633984" y="263867"/>
                  </a:lnTo>
                  <a:lnTo>
                    <a:pt x="637913" y="257841"/>
                  </a:lnTo>
                  <a:lnTo>
                    <a:pt x="640080" y="246888"/>
                  </a:lnTo>
                  <a:close/>
                </a:path>
                <a:path w="640079" h="1092835">
                  <a:moveTo>
                    <a:pt x="633984" y="62484"/>
                  </a:moveTo>
                  <a:lnTo>
                    <a:pt x="583692" y="35052"/>
                  </a:lnTo>
                  <a:lnTo>
                    <a:pt x="531426" y="127301"/>
                  </a:lnTo>
                  <a:lnTo>
                    <a:pt x="580644" y="98298"/>
                  </a:lnTo>
                  <a:lnTo>
                    <a:pt x="580644" y="48768"/>
                  </a:lnTo>
                  <a:lnTo>
                    <a:pt x="623316" y="73152"/>
                  </a:lnTo>
                  <a:lnTo>
                    <a:pt x="623316" y="81264"/>
                  </a:lnTo>
                  <a:lnTo>
                    <a:pt x="633984" y="62484"/>
                  </a:lnTo>
                  <a:close/>
                </a:path>
                <a:path w="640079" h="1092835">
                  <a:moveTo>
                    <a:pt x="623316" y="73152"/>
                  </a:moveTo>
                  <a:lnTo>
                    <a:pt x="580644" y="48768"/>
                  </a:lnTo>
                  <a:lnTo>
                    <a:pt x="581399" y="97853"/>
                  </a:lnTo>
                  <a:lnTo>
                    <a:pt x="623316" y="73152"/>
                  </a:lnTo>
                  <a:close/>
                </a:path>
                <a:path w="640079" h="1092835">
                  <a:moveTo>
                    <a:pt x="581399" y="97853"/>
                  </a:moveTo>
                  <a:lnTo>
                    <a:pt x="580644" y="48768"/>
                  </a:lnTo>
                  <a:lnTo>
                    <a:pt x="580644" y="98298"/>
                  </a:lnTo>
                  <a:lnTo>
                    <a:pt x="581399" y="97853"/>
                  </a:lnTo>
                  <a:close/>
                </a:path>
                <a:path w="640079" h="1092835">
                  <a:moveTo>
                    <a:pt x="623316" y="81264"/>
                  </a:moveTo>
                  <a:lnTo>
                    <a:pt x="623316" y="73152"/>
                  </a:lnTo>
                  <a:lnTo>
                    <a:pt x="581399" y="97853"/>
                  </a:lnTo>
                  <a:lnTo>
                    <a:pt x="582256" y="153546"/>
                  </a:lnTo>
                  <a:lnTo>
                    <a:pt x="623316" y="81264"/>
                  </a:lnTo>
                  <a:close/>
                </a:path>
                <a:path w="640079" h="1092835">
                  <a:moveTo>
                    <a:pt x="633984" y="263867"/>
                  </a:moveTo>
                  <a:lnTo>
                    <a:pt x="633984" y="62484"/>
                  </a:lnTo>
                  <a:lnTo>
                    <a:pt x="582256" y="153546"/>
                  </a:lnTo>
                  <a:lnTo>
                    <a:pt x="583692" y="246888"/>
                  </a:lnTo>
                  <a:lnTo>
                    <a:pt x="611124" y="275844"/>
                  </a:lnTo>
                  <a:lnTo>
                    <a:pt x="622720" y="273462"/>
                  </a:lnTo>
                  <a:lnTo>
                    <a:pt x="631888" y="267081"/>
                  </a:lnTo>
                  <a:lnTo>
                    <a:pt x="633984" y="263867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94506" y="3018082"/>
            <a:ext cx="210185" cy="393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spc="-5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0331" y="1500631"/>
            <a:ext cx="3668395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90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charged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particles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3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 marR="39370" algn="ctr">
              <a:lnSpc>
                <a:spcPct val="100000"/>
              </a:lnSpc>
              <a:spcBef>
                <a:spcPts val="72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22650" y="3462899"/>
            <a:ext cx="12509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5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7559" y="2839774"/>
            <a:ext cx="641350" cy="393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b="1" spc="-15" baseline="2314" dirty="0">
                <a:latin typeface="Arial"/>
                <a:cs typeface="Arial"/>
              </a:rPr>
              <a:t>F</a:t>
            </a:r>
            <a:r>
              <a:rPr sz="1400" b="1" spc="-10" dirty="0">
                <a:latin typeface="Arial"/>
                <a:cs typeface="Arial"/>
              </a:rPr>
              <a:t>0,net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65579" y="2880732"/>
            <a:ext cx="511175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130" dirty="0">
                <a:latin typeface="Arial"/>
                <a:cs typeface="Arial"/>
              </a:rPr>
              <a:t> </a:t>
            </a:r>
            <a:r>
              <a:rPr sz="2400" b="1" spc="-60" dirty="0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39770" y="3258874"/>
            <a:ext cx="213360" cy="393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-50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54302" y="1962911"/>
            <a:ext cx="441959" cy="440690"/>
          </a:xfrm>
          <a:custGeom>
            <a:avLst/>
            <a:gdLst/>
            <a:ahLst/>
            <a:cxnLst/>
            <a:rect l="l" t="t" r="r" b="b"/>
            <a:pathLst>
              <a:path w="441960" h="440689">
                <a:moveTo>
                  <a:pt x="441960" y="219456"/>
                </a:moveTo>
                <a:lnTo>
                  <a:pt x="437388" y="175260"/>
                </a:lnTo>
                <a:lnTo>
                  <a:pt x="423672" y="134112"/>
                </a:lnTo>
                <a:lnTo>
                  <a:pt x="403860" y="97536"/>
                </a:lnTo>
                <a:lnTo>
                  <a:pt x="376428" y="64008"/>
                </a:lnTo>
                <a:lnTo>
                  <a:pt x="344424" y="36576"/>
                </a:lnTo>
                <a:lnTo>
                  <a:pt x="306324" y="16764"/>
                </a:lnTo>
                <a:lnTo>
                  <a:pt x="265176" y="4572"/>
                </a:lnTo>
                <a:lnTo>
                  <a:pt x="220980" y="0"/>
                </a:lnTo>
                <a:lnTo>
                  <a:pt x="199644" y="1422"/>
                </a:lnTo>
                <a:lnTo>
                  <a:pt x="198120" y="1524"/>
                </a:lnTo>
                <a:lnTo>
                  <a:pt x="155448" y="9144"/>
                </a:lnTo>
                <a:lnTo>
                  <a:pt x="115824" y="25908"/>
                </a:lnTo>
                <a:lnTo>
                  <a:pt x="80772" y="50292"/>
                </a:lnTo>
                <a:lnTo>
                  <a:pt x="50292" y="80772"/>
                </a:lnTo>
                <a:lnTo>
                  <a:pt x="16764" y="134112"/>
                </a:lnTo>
                <a:lnTo>
                  <a:pt x="4572" y="176784"/>
                </a:lnTo>
                <a:lnTo>
                  <a:pt x="0" y="220980"/>
                </a:lnTo>
                <a:lnTo>
                  <a:pt x="1524" y="243840"/>
                </a:lnTo>
                <a:lnTo>
                  <a:pt x="4572" y="265176"/>
                </a:lnTo>
                <a:lnTo>
                  <a:pt x="9144" y="281178"/>
                </a:lnTo>
                <a:lnTo>
                  <a:pt x="9144" y="219456"/>
                </a:lnTo>
                <a:lnTo>
                  <a:pt x="10668" y="198120"/>
                </a:lnTo>
                <a:lnTo>
                  <a:pt x="19812" y="156972"/>
                </a:lnTo>
                <a:lnTo>
                  <a:pt x="35052" y="118872"/>
                </a:lnTo>
                <a:lnTo>
                  <a:pt x="57912" y="85344"/>
                </a:lnTo>
                <a:lnTo>
                  <a:pt x="86868" y="57912"/>
                </a:lnTo>
                <a:lnTo>
                  <a:pt x="120396" y="35052"/>
                </a:lnTo>
                <a:lnTo>
                  <a:pt x="158496" y="18288"/>
                </a:lnTo>
                <a:lnTo>
                  <a:pt x="199644" y="10668"/>
                </a:lnTo>
                <a:lnTo>
                  <a:pt x="220980" y="9144"/>
                </a:lnTo>
                <a:lnTo>
                  <a:pt x="242316" y="10668"/>
                </a:lnTo>
                <a:lnTo>
                  <a:pt x="283464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6868"/>
                </a:lnTo>
                <a:lnTo>
                  <a:pt x="406908" y="120396"/>
                </a:lnTo>
                <a:lnTo>
                  <a:pt x="428244" y="178308"/>
                </a:lnTo>
                <a:lnTo>
                  <a:pt x="432816" y="220980"/>
                </a:lnTo>
                <a:lnTo>
                  <a:pt x="432816" y="281178"/>
                </a:lnTo>
                <a:lnTo>
                  <a:pt x="437388" y="265176"/>
                </a:lnTo>
                <a:lnTo>
                  <a:pt x="440436" y="242316"/>
                </a:lnTo>
                <a:lnTo>
                  <a:pt x="441960" y="219456"/>
                </a:lnTo>
                <a:close/>
              </a:path>
              <a:path w="441960" h="440689">
                <a:moveTo>
                  <a:pt x="432816" y="281178"/>
                </a:moveTo>
                <a:lnTo>
                  <a:pt x="432816" y="220980"/>
                </a:lnTo>
                <a:lnTo>
                  <a:pt x="431292" y="242316"/>
                </a:lnTo>
                <a:lnTo>
                  <a:pt x="428244" y="263652"/>
                </a:lnTo>
                <a:lnTo>
                  <a:pt x="416052" y="303276"/>
                </a:lnTo>
                <a:lnTo>
                  <a:pt x="396240" y="338328"/>
                </a:lnTo>
                <a:lnTo>
                  <a:pt x="370332" y="370332"/>
                </a:lnTo>
                <a:lnTo>
                  <a:pt x="338328" y="396240"/>
                </a:lnTo>
                <a:lnTo>
                  <a:pt x="303276" y="414528"/>
                </a:lnTo>
                <a:lnTo>
                  <a:pt x="263652" y="426720"/>
                </a:lnTo>
                <a:lnTo>
                  <a:pt x="220980" y="431292"/>
                </a:lnTo>
                <a:lnTo>
                  <a:pt x="199644" y="429768"/>
                </a:lnTo>
                <a:lnTo>
                  <a:pt x="158496" y="422148"/>
                </a:lnTo>
                <a:lnTo>
                  <a:pt x="120396" y="405384"/>
                </a:lnTo>
                <a:lnTo>
                  <a:pt x="86868" y="382524"/>
                </a:lnTo>
                <a:lnTo>
                  <a:pt x="57912" y="355092"/>
                </a:lnTo>
                <a:lnTo>
                  <a:pt x="35052" y="321564"/>
                </a:lnTo>
                <a:lnTo>
                  <a:pt x="19812" y="283464"/>
                </a:lnTo>
                <a:lnTo>
                  <a:pt x="10668" y="242316"/>
                </a:lnTo>
                <a:lnTo>
                  <a:pt x="9144" y="219456"/>
                </a:lnTo>
                <a:lnTo>
                  <a:pt x="9144" y="281178"/>
                </a:lnTo>
                <a:lnTo>
                  <a:pt x="27432" y="326136"/>
                </a:lnTo>
                <a:lnTo>
                  <a:pt x="50292" y="361188"/>
                </a:lnTo>
                <a:lnTo>
                  <a:pt x="80772" y="390144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43840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1668" y="361188"/>
                </a:lnTo>
                <a:lnTo>
                  <a:pt x="414528" y="326136"/>
                </a:lnTo>
                <a:lnTo>
                  <a:pt x="431292" y="286512"/>
                </a:lnTo>
                <a:lnTo>
                  <a:pt x="432816" y="28117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12220" y="1931923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1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26614" y="3560064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89" h="440689">
                <a:moveTo>
                  <a:pt x="440436" y="242316"/>
                </a:moveTo>
                <a:lnTo>
                  <a:pt x="440436" y="198120"/>
                </a:lnTo>
                <a:lnTo>
                  <a:pt x="435864" y="175260"/>
                </a:lnTo>
                <a:lnTo>
                  <a:pt x="423672" y="134112"/>
                </a:lnTo>
                <a:lnTo>
                  <a:pt x="402336" y="96012"/>
                </a:lnTo>
                <a:lnTo>
                  <a:pt x="376428" y="64008"/>
                </a:lnTo>
                <a:lnTo>
                  <a:pt x="342900" y="36576"/>
                </a:lnTo>
                <a:lnTo>
                  <a:pt x="306324" y="16764"/>
                </a:lnTo>
                <a:lnTo>
                  <a:pt x="265176" y="4572"/>
                </a:lnTo>
                <a:lnTo>
                  <a:pt x="242316" y="0"/>
                </a:lnTo>
                <a:lnTo>
                  <a:pt x="219456" y="0"/>
                </a:lnTo>
                <a:lnTo>
                  <a:pt x="175260" y="4572"/>
                </a:lnTo>
                <a:lnTo>
                  <a:pt x="134112" y="16764"/>
                </a:lnTo>
                <a:lnTo>
                  <a:pt x="96012" y="38100"/>
                </a:lnTo>
                <a:lnTo>
                  <a:pt x="64008" y="64008"/>
                </a:lnTo>
                <a:lnTo>
                  <a:pt x="36576" y="97536"/>
                </a:lnTo>
                <a:lnTo>
                  <a:pt x="16764" y="134112"/>
                </a:lnTo>
                <a:lnTo>
                  <a:pt x="0" y="198120"/>
                </a:lnTo>
                <a:lnTo>
                  <a:pt x="0" y="242316"/>
                </a:lnTo>
                <a:lnTo>
                  <a:pt x="4572" y="265176"/>
                </a:lnTo>
                <a:lnTo>
                  <a:pt x="9144" y="286512"/>
                </a:lnTo>
                <a:lnTo>
                  <a:pt x="9144" y="219456"/>
                </a:lnTo>
                <a:lnTo>
                  <a:pt x="10668" y="198120"/>
                </a:lnTo>
                <a:lnTo>
                  <a:pt x="18288" y="156972"/>
                </a:lnTo>
                <a:lnTo>
                  <a:pt x="35052" y="118872"/>
                </a:lnTo>
                <a:lnTo>
                  <a:pt x="57912" y="85344"/>
                </a:lnTo>
                <a:lnTo>
                  <a:pt x="85344" y="57912"/>
                </a:lnTo>
                <a:lnTo>
                  <a:pt x="120396" y="35052"/>
                </a:lnTo>
                <a:lnTo>
                  <a:pt x="156972" y="18288"/>
                </a:lnTo>
                <a:lnTo>
                  <a:pt x="198120" y="10668"/>
                </a:lnTo>
                <a:lnTo>
                  <a:pt x="220980" y="9144"/>
                </a:lnTo>
                <a:lnTo>
                  <a:pt x="242316" y="10668"/>
                </a:lnTo>
                <a:lnTo>
                  <a:pt x="283464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94716" y="102108"/>
                </a:lnTo>
                <a:lnTo>
                  <a:pt x="414528" y="138684"/>
                </a:lnTo>
                <a:lnTo>
                  <a:pt x="426720" y="178308"/>
                </a:lnTo>
                <a:lnTo>
                  <a:pt x="431292" y="220980"/>
                </a:lnTo>
                <a:lnTo>
                  <a:pt x="431292" y="284988"/>
                </a:lnTo>
                <a:lnTo>
                  <a:pt x="435864" y="265176"/>
                </a:lnTo>
                <a:lnTo>
                  <a:pt x="440436" y="242316"/>
                </a:lnTo>
                <a:close/>
              </a:path>
              <a:path w="440689" h="440689">
                <a:moveTo>
                  <a:pt x="431292" y="284988"/>
                </a:moveTo>
                <a:lnTo>
                  <a:pt x="431292" y="220980"/>
                </a:lnTo>
                <a:lnTo>
                  <a:pt x="429768" y="242316"/>
                </a:lnTo>
                <a:lnTo>
                  <a:pt x="426720" y="263652"/>
                </a:lnTo>
                <a:lnTo>
                  <a:pt x="414528" y="303276"/>
                </a:lnTo>
                <a:lnTo>
                  <a:pt x="394716" y="338328"/>
                </a:lnTo>
                <a:lnTo>
                  <a:pt x="368808" y="370332"/>
                </a:lnTo>
                <a:lnTo>
                  <a:pt x="338328" y="396240"/>
                </a:lnTo>
                <a:lnTo>
                  <a:pt x="301752" y="414528"/>
                </a:lnTo>
                <a:lnTo>
                  <a:pt x="262128" y="426720"/>
                </a:lnTo>
                <a:lnTo>
                  <a:pt x="220980" y="431190"/>
                </a:lnTo>
                <a:lnTo>
                  <a:pt x="219456" y="431292"/>
                </a:lnTo>
                <a:lnTo>
                  <a:pt x="198120" y="429768"/>
                </a:lnTo>
                <a:lnTo>
                  <a:pt x="156972" y="422148"/>
                </a:lnTo>
                <a:lnTo>
                  <a:pt x="118872" y="405384"/>
                </a:lnTo>
                <a:lnTo>
                  <a:pt x="85344" y="382524"/>
                </a:lnTo>
                <a:lnTo>
                  <a:pt x="56388" y="355092"/>
                </a:lnTo>
                <a:lnTo>
                  <a:pt x="25908" y="301752"/>
                </a:lnTo>
                <a:lnTo>
                  <a:pt x="13716" y="262128"/>
                </a:lnTo>
                <a:lnTo>
                  <a:pt x="9144" y="219456"/>
                </a:lnTo>
                <a:lnTo>
                  <a:pt x="9144" y="286512"/>
                </a:lnTo>
                <a:lnTo>
                  <a:pt x="25908" y="326136"/>
                </a:lnTo>
                <a:lnTo>
                  <a:pt x="50292" y="361188"/>
                </a:lnTo>
                <a:lnTo>
                  <a:pt x="79248" y="390144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42316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0144" y="361188"/>
                </a:lnTo>
                <a:lnTo>
                  <a:pt x="414528" y="324612"/>
                </a:lnTo>
                <a:lnTo>
                  <a:pt x="423672" y="306324"/>
                </a:lnTo>
                <a:lnTo>
                  <a:pt x="431292" y="28498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84531" y="3529074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3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38734" y="2263140"/>
            <a:ext cx="441959" cy="440690"/>
          </a:xfrm>
          <a:custGeom>
            <a:avLst/>
            <a:gdLst/>
            <a:ahLst/>
            <a:cxnLst/>
            <a:rect l="l" t="t" r="r" b="b"/>
            <a:pathLst>
              <a:path w="441960" h="440689">
                <a:moveTo>
                  <a:pt x="441960" y="219456"/>
                </a:moveTo>
                <a:lnTo>
                  <a:pt x="437388" y="175260"/>
                </a:lnTo>
                <a:lnTo>
                  <a:pt x="423672" y="134112"/>
                </a:lnTo>
                <a:lnTo>
                  <a:pt x="403860" y="96012"/>
                </a:lnTo>
                <a:lnTo>
                  <a:pt x="376428" y="64008"/>
                </a:lnTo>
                <a:lnTo>
                  <a:pt x="344424" y="36576"/>
                </a:lnTo>
                <a:lnTo>
                  <a:pt x="306324" y="16764"/>
                </a:lnTo>
                <a:lnTo>
                  <a:pt x="265176" y="4572"/>
                </a:lnTo>
                <a:lnTo>
                  <a:pt x="242316" y="0"/>
                </a:lnTo>
                <a:lnTo>
                  <a:pt x="198120" y="0"/>
                </a:lnTo>
                <a:lnTo>
                  <a:pt x="155448" y="9144"/>
                </a:lnTo>
                <a:lnTo>
                  <a:pt x="115824" y="25908"/>
                </a:lnTo>
                <a:lnTo>
                  <a:pt x="79248" y="50292"/>
                </a:lnTo>
                <a:lnTo>
                  <a:pt x="50292" y="79248"/>
                </a:lnTo>
                <a:lnTo>
                  <a:pt x="25908" y="115824"/>
                </a:lnTo>
                <a:lnTo>
                  <a:pt x="9144" y="155448"/>
                </a:lnTo>
                <a:lnTo>
                  <a:pt x="1524" y="198120"/>
                </a:lnTo>
                <a:lnTo>
                  <a:pt x="0" y="220980"/>
                </a:lnTo>
                <a:lnTo>
                  <a:pt x="1524" y="242316"/>
                </a:lnTo>
                <a:lnTo>
                  <a:pt x="4572" y="265176"/>
                </a:lnTo>
                <a:lnTo>
                  <a:pt x="9144" y="286512"/>
                </a:lnTo>
                <a:lnTo>
                  <a:pt x="9144" y="219456"/>
                </a:lnTo>
                <a:lnTo>
                  <a:pt x="10668" y="198120"/>
                </a:lnTo>
                <a:lnTo>
                  <a:pt x="18288" y="156972"/>
                </a:lnTo>
                <a:lnTo>
                  <a:pt x="35052" y="118872"/>
                </a:lnTo>
                <a:lnTo>
                  <a:pt x="57912" y="85344"/>
                </a:lnTo>
                <a:lnTo>
                  <a:pt x="86868" y="56388"/>
                </a:lnTo>
                <a:lnTo>
                  <a:pt x="138684" y="25908"/>
                </a:lnTo>
                <a:lnTo>
                  <a:pt x="178308" y="13716"/>
                </a:lnTo>
                <a:lnTo>
                  <a:pt x="220980" y="9144"/>
                </a:lnTo>
                <a:lnTo>
                  <a:pt x="242316" y="10668"/>
                </a:lnTo>
                <a:lnTo>
                  <a:pt x="283464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5344"/>
                </a:lnTo>
                <a:lnTo>
                  <a:pt x="406908" y="120396"/>
                </a:lnTo>
                <a:lnTo>
                  <a:pt x="422148" y="156972"/>
                </a:lnTo>
                <a:lnTo>
                  <a:pt x="426720" y="178308"/>
                </a:lnTo>
                <a:lnTo>
                  <a:pt x="431292" y="198120"/>
                </a:lnTo>
                <a:lnTo>
                  <a:pt x="431292" y="284988"/>
                </a:lnTo>
                <a:lnTo>
                  <a:pt x="437388" y="265176"/>
                </a:lnTo>
                <a:lnTo>
                  <a:pt x="440436" y="242316"/>
                </a:lnTo>
                <a:lnTo>
                  <a:pt x="441960" y="219456"/>
                </a:lnTo>
                <a:close/>
              </a:path>
              <a:path w="441960" h="440689">
                <a:moveTo>
                  <a:pt x="431292" y="284988"/>
                </a:moveTo>
                <a:lnTo>
                  <a:pt x="431292" y="242316"/>
                </a:lnTo>
                <a:lnTo>
                  <a:pt x="426720" y="263652"/>
                </a:lnTo>
                <a:lnTo>
                  <a:pt x="422148" y="283464"/>
                </a:lnTo>
                <a:lnTo>
                  <a:pt x="405384" y="321564"/>
                </a:lnTo>
                <a:lnTo>
                  <a:pt x="384048" y="355092"/>
                </a:lnTo>
                <a:lnTo>
                  <a:pt x="355092" y="382524"/>
                </a:lnTo>
                <a:lnTo>
                  <a:pt x="321564" y="405384"/>
                </a:lnTo>
                <a:lnTo>
                  <a:pt x="283464" y="422148"/>
                </a:lnTo>
                <a:lnTo>
                  <a:pt x="242316" y="429768"/>
                </a:lnTo>
                <a:lnTo>
                  <a:pt x="220980" y="431292"/>
                </a:lnTo>
                <a:lnTo>
                  <a:pt x="199644" y="429869"/>
                </a:lnTo>
                <a:lnTo>
                  <a:pt x="198120" y="429768"/>
                </a:lnTo>
                <a:lnTo>
                  <a:pt x="156972" y="422148"/>
                </a:lnTo>
                <a:lnTo>
                  <a:pt x="118872" y="405384"/>
                </a:lnTo>
                <a:lnTo>
                  <a:pt x="85344" y="382524"/>
                </a:lnTo>
                <a:lnTo>
                  <a:pt x="57912" y="355092"/>
                </a:lnTo>
                <a:lnTo>
                  <a:pt x="35052" y="320040"/>
                </a:lnTo>
                <a:lnTo>
                  <a:pt x="18288" y="283464"/>
                </a:lnTo>
                <a:lnTo>
                  <a:pt x="10668" y="242316"/>
                </a:lnTo>
                <a:lnTo>
                  <a:pt x="9144" y="219456"/>
                </a:lnTo>
                <a:lnTo>
                  <a:pt x="9144" y="286512"/>
                </a:lnTo>
                <a:lnTo>
                  <a:pt x="25908" y="326136"/>
                </a:lnTo>
                <a:lnTo>
                  <a:pt x="50292" y="361188"/>
                </a:lnTo>
                <a:lnTo>
                  <a:pt x="97536" y="403860"/>
                </a:lnTo>
                <a:lnTo>
                  <a:pt x="135636" y="423672"/>
                </a:lnTo>
                <a:lnTo>
                  <a:pt x="198120" y="440436"/>
                </a:lnTo>
                <a:lnTo>
                  <a:pt x="243840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1668" y="359664"/>
                </a:lnTo>
                <a:lnTo>
                  <a:pt x="414528" y="324612"/>
                </a:lnTo>
                <a:lnTo>
                  <a:pt x="423672" y="306324"/>
                </a:lnTo>
                <a:lnTo>
                  <a:pt x="431292" y="28498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96652" y="2232151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96652" y="4056378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46892" y="3027541"/>
            <a:ext cx="702945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ts val="1440"/>
              </a:lnSpc>
              <a:spcBef>
                <a:spcPts val="105"/>
              </a:spcBef>
            </a:pPr>
            <a:r>
              <a:rPr sz="140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640"/>
              </a:lnSpc>
            </a:pPr>
            <a:r>
              <a:rPr sz="3600" b="1" spc="-75" baseline="2314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400" spc="-50" dirty="0">
                <a:solidFill>
                  <a:srgbClr val="FF0000"/>
                </a:solidFill>
                <a:latin typeface="Courier New"/>
                <a:cs typeface="Courier New"/>
              </a:rPr>
              <a:t>0,</a:t>
            </a:r>
            <a:r>
              <a:rPr sz="1400" i="1" spc="-50" dirty="0">
                <a:solidFill>
                  <a:srgbClr val="FF0000"/>
                </a:solidFill>
                <a:latin typeface="Courier New"/>
                <a:cs typeface="Courier New"/>
              </a:rPr>
              <a:t>net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15874" y="3599688"/>
            <a:ext cx="325120" cy="553720"/>
          </a:xfrm>
          <a:custGeom>
            <a:avLst/>
            <a:gdLst/>
            <a:ahLst/>
            <a:cxnLst/>
            <a:rect l="l" t="t" r="r" b="b"/>
            <a:pathLst>
              <a:path w="325120" h="553720">
                <a:moveTo>
                  <a:pt x="263182" y="156964"/>
                </a:moveTo>
                <a:lnTo>
                  <a:pt x="260970" y="99449"/>
                </a:lnTo>
                <a:lnTo>
                  <a:pt x="214046" y="128619"/>
                </a:lnTo>
                <a:lnTo>
                  <a:pt x="0" y="525780"/>
                </a:lnTo>
                <a:lnTo>
                  <a:pt x="50292" y="553212"/>
                </a:lnTo>
                <a:lnTo>
                  <a:pt x="263182" y="156964"/>
                </a:lnTo>
                <a:close/>
              </a:path>
              <a:path w="325120" h="553720">
                <a:moveTo>
                  <a:pt x="324612" y="246888"/>
                </a:moveTo>
                <a:lnTo>
                  <a:pt x="315468" y="0"/>
                </a:lnTo>
                <a:lnTo>
                  <a:pt x="103632" y="129540"/>
                </a:lnTo>
                <a:lnTo>
                  <a:pt x="90773" y="158257"/>
                </a:lnTo>
                <a:lnTo>
                  <a:pt x="94488" y="169164"/>
                </a:lnTo>
                <a:lnTo>
                  <a:pt x="134112" y="178308"/>
                </a:lnTo>
                <a:lnTo>
                  <a:pt x="214046" y="128619"/>
                </a:lnTo>
                <a:lnTo>
                  <a:pt x="263652" y="36576"/>
                </a:lnTo>
                <a:lnTo>
                  <a:pt x="313944" y="62484"/>
                </a:lnTo>
                <a:lnTo>
                  <a:pt x="313944" y="268804"/>
                </a:lnTo>
                <a:lnTo>
                  <a:pt x="316420" y="267081"/>
                </a:lnTo>
                <a:lnTo>
                  <a:pt x="322445" y="257841"/>
                </a:lnTo>
                <a:lnTo>
                  <a:pt x="324612" y="246888"/>
                </a:lnTo>
                <a:close/>
              </a:path>
              <a:path w="325120" h="553720">
                <a:moveTo>
                  <a:pt x="313944" y="62484"/>
                </a:moveTo>
                <a:lnTo>
                  <a:pt x="263652" y="36576"/>
                </a:lnTo>
                <a:lnTo>
                  <a:pt x="214046" y="128619"/>
                </a:lnTo>
                <a:lnTo>
                  <a:pt x="259080" y="100625"/>
                </a:lnTo>
                <a:lnTo>
                  <a:pt x="259080" y="50292"/>
                </a:lnTo>
                <a:lnTo>
                  <a:pt x="303276" y="73152"/>
                </a:lnTo>
                <a:lnTo>
                  <a:pt x="303276" y="82340"/>
                </a:lnTo>
                <a:lnTo>
                  <a:pt x="313944" y="62484"/>
                </a:lnTo>
                <a:close/>
              </a:path>
              <a:path w="325120" h="553720">
                <a:moveTo>
                  <a:pt x="303276" y="73152"/>
                </a:moveTo>
                <a:lnTo>
                  <a:pt x="259080" y="50292"/>
                </a:lnTo>
                <a:lnTo>
                  <a:pt x="260970" y="99449"/>
                </a:lnTo>
                <a:lnTo>
                  <a:pt x="303276" y="73152"/>
                </a:lnTo>
                <a:close/>
              </a:path>
              <a:path w="325120" h="553720">
                <a:moveTo>
                  <a:pt x="260970" y="99449"/>
                </a:moveTo>
                <a:lnTo>
                  <a:pt x="259080" y="50292"/>
                </a:lnTo>
                <a:lnTo>
                  <a:pt x="259080" y="100625"/>
                </a:lnTo>
                <a:lnTo>
                  <a:pt x="260970" y="99449"/>
                </a:lnTo>
                <a:close/>
              </a:path>
              <a:path w="325120" h="553720">
                <a:moveTo>
                  <a:pt x="303276" y="82340"/>
                </a:moveTo>
                <a:lnTo>
                  <a:pt x="303276" y="73152"/>
                </a:lnTo>
                <a:lnTo>
                  <a:pt x="260970" y="99449"/>
                </a:lnTo>
                <a:lnTo>
                  <a:pt x="263182" y="156964"/>
                </a:lnTo>
                <a:lnTo>
                  <a:pt x="303276" y="82340"/>
                </a:lnTo>
                <a:close/>
              </a:path>
              <a:path w="325120" h="553720">
                <a:moveTo>
                  <a:pt x="313944" y="268804"/>
                </a:moveTo>
                <a:lnTo>
                  <a:pt x="313944" y="62484"/>
                </a:lnTo>
                <a:lnTo>
                  <a:pt x="263182" y="156964"/>
                </a:lnTo>
                <a:lnTo>
                  <a:pt x="266700" y="248412"/>
                </a:lnTo>
                <a:lnTo>
                  <a:pt x="295656" y="275844"/>
                </a:lnTo>
                <a:lnTo>
                  <a:pt x="307252" y="273462"/>
                </a:lnTo>
                <a:lnTo>
                  <a:pt x="313944" y="268804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52760" y="3603613"/>
            <a:ext cx="229870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93481" y="4775706"/>
            <a:ext cx="7647305" cy="179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30040" marR="17780" indent="203835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At</a:t>
            </a:r>
            <a:r>
              <a:rPr sz="2400" spc="-4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each</a:t>
            </a:r>
            <a:r>
              <a:rPr sz="2400" spc="-4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point</a:t>
            </a:r>
            <a:r>
              <a:rPr sz="2400" spc="-2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in</a:t>
            </a:r>
            <a:r>
              <a:rPr sz="2400" spc="-4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space,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you</a:t>
            </a:r>
            <a:r>
              <a:rPr sz="2400" spc="-4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can</a:t>
            </a:r>
            <a:r>
              <a:rPr sz="2400" spc="-4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find</a:t>
            </a:r>
            <a:r>
              <a:rPr sz="2400" spc="-4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electric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field</a:t>
            </a:r>
            <a:r>
              <a:rPr sz="2400" spc="-3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by</a:t>
            </a:r>
            <a:r>
              <a:rPr sz="2400" spc="-3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same</a:t>
            </a:r>
            <a:r>
              <a:rPr sz="2400" spc="-4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method.</a:t>
            </a:r>
            <a:endParaRPr sz="24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2410"/>
              </a:spcBef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0</a:t>
            </a:r>
            <a:r>
              <a:rPr sz="2400" spc="29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positive</a:t>
            </a:r>
            <a:r>
              <a:rPr sz="2400" spc="-1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6820" y="438403"/>
            <a:ext cx="6631940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from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more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than</a:t>
            </a:r>
            <a:r>
              <a:rPr sz="2200" b="1" spc="-2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one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charged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particle</a:t>
            </a:r>
            <a:endParaRPr sz="22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19360" y="5100317"/>
            <a:ext cx="48888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tangent</a:t>
            </a:r>
            <a:r>
              <a:rPr sz="2400" spc="-30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direction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field.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5587" y="2192390"/>
            <a:ext cx="229870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05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24075" y="2363215"/>
            <a:ext cx="2346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electric</a:t>
            </a:r>
            <a:r>
              <a:rPr sz="24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field</a:t>
            </a:r>
            <a:r>
              <a:rPr sz="2400" spc="-5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3200"/>
                </a:solidFill>
                <a:latin typeface="Arial MT"/>
                <a:cs typeface="Arial MT"/>
              </a:rPr>
              <a:t>lines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69469" y="1999416"/>
            <a:ext cx="5149850" cy="2556510"/>
            <a:chOff x="2069469" y="1999416"/>
            <a:chExt cx="5149850" cy="2556510"/>
          </a:xfrm>
        </p:grpSpPr>
        <p:sp>
          <p:nvSpPr>
            <p:cNvPr id="7" name="object 7"/>
            <p:cNvSpPr/>
            <p:nvPr/>
          </p:nvSpPr>
          <p:spPr>
            <a:xfrm>
              <a:off x="2069465" y="2246375"/>
              <a:ext cx="5149850" cy="2265680"/>
            </a:xfrm>
            <a:custGeom>
              <a:avLst/>
              <a:gdLst/>
              <a:ahLst/>
              <a:cxnLst/>
              <a:rect l="l" t="t" r="r" b="b"/>
              <a:pathLst>
                <a:path w="5149850" h="2265679">
                  <a:moveTo>
                    <a:pt x="3781044" y="1155192"/>
                  </a:moveTo>
                  <a:lnTo>
                    <a:pt x="3779520" y="1117092"/>
                  </a:lnTo>
                  <a:lnTo>
                    <a:pt x="3739896" y="1117092"/>
                  </a:lnTo>
                  <a:lnTo>
                    <a:pt x="3698748" y="1118616"/>
                  </a:lnTo>
                  <a:lnTo>
                    <a:pt x="3657600" y="1123188"/>
                  </a:lnTo>
                  <a:lnTo>
                    <a:pt x="3617976" y="1127760"/>
                  </a:lnTo>
                  <a:lnTo>
                    <a:pt x="3579876" y="1133856"/>
                  </a:lnTo>
                  <a:lnTo>
                    <a:pt x="3503676" y="1149096"/>
                  </a:lnTo>
                  <a:lnTo>
                    <a:pt x="3467100" y="1159764"/>
                  </a:lnTo>
                  <a:lnTo>
                    <a:pt x="3396996" y="1182624"/>
                  </a:lnTo>
                  <a:lnTo>
                    <a:pt x="3329940" y="1210056"/>
                  </a:lnTo>
                  <a:lnTo>
                    <a:pt x="3267456" y="1242060"/>
                  </a:lnTo>
                  <a:lnTo>
                    <a:pt x="3209544" y="1277112"/>
                  </a:lnTo>
                  <a:lnTo>
                    <a:pt x="3157728" y="1316736"/>
                  </a:lnTo>
                  <a:lnTo>
                    <a:pt x="3110484" y="1359408"/>
                  </a:lnTo>
                  <a:lnTo>
                    <a:pt x="3069336" y="1405128"/>
                  </a:lnTo>
                  <a:lnTo>
                    <a:pt x="3034284" y="1453896"/>
                  </a:lnTo>
                  <a:lnTo>
                    <a:pt x="3006852" y="1505712"/>
                  </a:lnTo>
                  <a:lnTo>
                    <a:pt x="2987040" y="1560576"/>
                  </a:lnTo>
                  <a:lnTo>
                    <a:pt x="2973324" y="1616964"/>
                  </a:lnTo>
                  <a:lnTo>
                    <a:pt x="2970898" y="1639912"/>
                  </a:lnTo>
                  <a:lnTo>
                    <a:pt x="2968752" y="1639824"/>
                  </a:lnTo>
                  <a:lnTo>
                    <a:pt x="2968752" y="1665732"/>
                  </a:lnTo>
                  <a:lnTo>
                    <a:pt x="2965704" y="1691640"/>
                  </a:lnTo>
                  <a:lnTo>
                    <a:pt x="2955036" y="1743456"/>
                  </a:lnTo>
                  <a:lnTo>
                    <a:pt x="2924556" y="1816608"/>
                  </a:lnTo>
                  <a:lnTo>
                    <a:pt x="2895600" y="1862328"/>
                  </a:lnTo>
                  <a:lnTo>
                    <a:pt x="2860548" y="1906524"/>
                  </a:lnTo>
                  <a:lnTo>
                    <a:pt x="2817876" y="1949196"/>
                  </a:lnTo>
                  <a:lnTo>
                    <a:pt x="2772156" y="1987296"/>
                  </a:lnTo>
                  <a:lnTo>
                    <a:pt x="2718816" y="2023872"/>
                  </a:lnTo>
                  <a:lnTo>
                    <a:pt x="2662428" y="2055876"/>
                  </a:lnTo>
                  <a:lnTo>
                    <a:pt x="2599944" y="2084832"/>
                  </a:lnTo>
                  <a:lnTo>
                    <a:pt x="2534412" y="2109216"/>
                  </a:lnTo>
                  <a:lnTo>
                    <a:pt x="2464308" y="2129028"/>
                  </a:lnTo>
                  <a:lnTo>
                    <a:pt x="2391156" y="2144268"/>
                  </a:lnTo>
                  <a:lnTo>
                    <a:pt x="2353056" y="2150364"/>
                  </a:lnTo>
                  <a:lnTo>
                    <a:pt x="2314956" y="2154936"/>
                  </a:lnTo>
                  <a:lnTo>
                    <a:pt x="2276856" y="2157984"/>
                  </a:lnTo>
                  <a:lnTo>
                    <a:pt x="2237232" y="2161032"/>
                  </a:lnTo>
                  <a:lnTo>
                    <a:pt x="2196084" y="2161032"/>
                  </a:lnTo>
                  <a:lnTo>
                    <a:pt x="2166086" y="2161032"/>
                  </a:lnTo>
                  <a:lnTo>
                    <a:pt x="2055876" y="2097036"/>
                  </a:lnTo>
                  <a:lnTo>
                    <a:pt x="2048611" y="2094128"/>
                  </a:lnTo>
                  <a:lnTo>
                    <a:pt x="2041207" y="2094369"/>
                  </a:lnTo>
                  <a:lnTo>
                    <a:pt x="2034654" y="2097455"/>
                  </a:lnTo>
                  <a:lnTo>
                    <a:pt x="2029968" y="2103132"/>
                  </a:lnTo>
                  <a:lnTo>
                    <a:pt x="2027059" y="2110409"/>
                  </a:lnTo>
                  <a:lnTo>
                    <a:pt x="2027301" y="2117991"/>
                  </a:lnTo>
                  <a:lnTo>
                    <a:pt x="2030399" y="2124989"/>
                  </a:lnTo>
                  <a:lnTo>
                    <a:pt x="2036064" y="2130564"/>
                  </a:lnTo>
                  <a:lnTo>
                    <a:pt x="2089200" y="2161032"/>
                  </a:lnTo>
                  <a:lnTo>
                    <a:pt x="827532" y="2161032"/>
                  </a:lnTo>
                  <a:lnTo>
                    <a:pt x="827532" y="2199132"/>
                  </a:lnTo>
                  <a:lnTo>
                    <a:pt x="1731264" y="2199132"/>
                  </a:lnTo>
                  <a:lnTo>
                    <a:pt x="2089226" y="2199144"/>
                  </a:lnTo>
                  <a:lnTo>
                    <a:pt x="2036064" y="2229624"/>
                  </a:lnTo>
                  <a:lnTo>
                    <a:pt x="2030399" y="2235187"/>
                  </a:lnTo>
                  <a:lnTo>
                    <a:pt x="2027301" y="2242197"/>
                  </a:lnTo>
                  <a:lnTo>
                    <a:pt x="2027059" y="2249767"/>
                  </a:lnTo>
                  <a:lnTo>
                    <a:pt x="2029968" y="2257056"/>
                  </a:lnTo>
                  <a:lnTo>
                    <a:pt x="2034654" y="2261857"/>
                  </a:lnTo>
                  <a:lnTo>
                    <a:pt x="2041207" y="2264676"/>
                  </a:lnTo>
                  <a:lnTo>
                    <a:pt x="2048611" y="2265197"/>
                  </a:lnTo>
                  <a:lnTo>
                    <a:pt x="2055876" y="2263152"/>
                  </a:lnTo>
                  <a:lnTo>
                    <a:pt x="2159508" y="2201862"/>
                  </a:lnTo>
                  <a:lnTo>
                    <a:pt x="2164118" y="2199132"/>
                  </a:lnTo>
                  <a:lnTo>
                    <a:pt x="2196084" y="2199132"/>
                  </a:lnTo>
                  <a:lnTo>
                    <a:pt x="2237232" y="2199132"/>
                  </a:lnTo>
                  <a:lnTo>
                    <a:pt x="2278380" y="2196084"/>
                  </a:lnTo>
                  <a:lnTo>
                    <a:pt x="2318004" y="2193036"/>
                  </a:lnTo>
                  <a:lnTo>
                    <a:pt x="2357628" y="2188464"/>
                  </a:lnTo>
                  <a:lnTo>
                    <a:pt x="2397252" y="2182368"/>
                  </a:lnTo>
                  <a:lnTo>
                    <a:pt x="2435352" y="2174748"/>
                  </a:lnTo>
                  <a:lnTo>
                    <a:pt x="2473452" y="2165604"/>
                  </a:lnTo>
                  <a:lnTo>
                    <a:pt x="2545080" y="2144268"/>
                  </a:lnTo>
                  <a:lnTo>
                    <a:pt x="2580132" y="2133600"/>
                  </a:lnTo>
                  <a:lnTo>
                    <a:pt x="2647188" y="2104644"/>
                  </a:lnTo>
                  <a:lnTo>
                    <a:pt x="2709672" y="2074164"/>
                  </a:lnTo>
                  <a:lnTo>
                    <a:pt x="2793492" y="2019300"/>
                  </a:lnTo>
                  <a:lnTo>
                    <a:pt x="2819400" y="1997964"/>
                  </a:lnTo>
                  <a:lnTo>
                    <a:pt x="2843784" y="1978152"/>
                  </a:lnTo>
                  <a:lnTo>
                    <a:pt x="2887980" y="1933956"/>
                  </a:lnTo>
                  <a:lnTo>
                    <a:pt x="2926080" y="1885188"/>
                  </a:lnTo>
                  <a:lnTo>
                    <a:pt x="2970276" y="1808988"/>
                  </a:lnTo>
                  <a:lnTo>
                    <a:pt x="2990088" y="1755648"/>
                  </a:lnTo>
                  <a:lnTo>
                    <a:pt x="3003804" y="1699260"/>
                  </a:lnTo>
                  <a:lnTo>
                    <a:pt x="3006204" y="1676374"/>
                  </a:lnTo>
                  <a:lnTo>
                    <a:pt x="3006852" y="1676400"/>
                  </a:lnTo>
                  <a:lnTo>
                    <a:pt x="3011424" y="1623060"/>
                  </a:lnTo>
                  <a:lnTo>
                    <a:pt x="3022092" y="1572768"/>
                  </a:lnTo>
                  <a:lnTo>
                    <a:pt x="3031236" y="1548384"/>
                  </a:lnTo>
                  <a:lnTo>
                    <a:pt x="3040380" y="1522476"/>
                  </a:lnTo>
                  <a:lnTo>
                    <a:pt x="3066288" y="1475232"/>
                  </a:lnTo>
                  <a:lnTo>
                    <a:pt x="3098292" y="1429512"/>
                  </a:lnTo>
                  <a:lnTo>
                    <a:pt x="3136392" y="1386840"/>
                  </a:lnTo>
                  <a:lnTo>
                    <a:pt x="3180588" y="1347216"/>
                  </a:lnTo>
                  <a:lnTo>
                    <a:pt x="3230880" y="1309116"/>
                  </a:lnTo>
                  <a:lnTo>
                    <a:pt x="3285744" y="1275588"/>
                  </a:lnTo>
                  <a:lnTo>
                    <a:pt x="3345180" y="1245108"/>
                  </a:lnTo>
                  <a:lnTo>
                    <a:pt x="3409188" y="1219200"/>
                  </a:lnTo>
                  <a:lnTo>
                    <a:pt x="3477768" y="1196340"/>
                  </a:lnTo>
                  <a:lnTo>
                    <a:pt x="3549396" y="1178052"/>
                  </a:lnTo>
                  <a:lnTo>
                    <a:pt x="3622548" y="1165860"/>
                  </a:lnTo>
                  <a:lnTo>
                    <a:pt x="3662172" y="1161288"/>
                  </a:lnTo>
                  <a:lnTo>
                    <a:pt x="3700272" y="1156716"/>
                  </a:lnTo>
                  <a:lnTo>
                    <a:pt x="3739896" y="1155192"/>
                  </a:lnTo>
                  <a:lnTo>
                    <a:pt x="3781044" y="1155192"/>
                  </a:lnTo>
                  <a:close/>
                </a:path>
                <a:path w="5149850" h="2265679">
                  <a:moveTo>
                    <a:pt x="4322064" y="0"/>
                  </a:moveTo>
                  <a:lnTo>
                    <a:pt x="2953512" y="0"/>
                  </a:lnTo>
                  <a:lnTo>
                    <a:pt x="2871216" y="3048"/>
                  </a:lnTo>
                  <a:lnTo>
                    <a:pt x="2831592" y="6096"/>
                  </a:lnTo>
                  <a:lnTo>
                    <a:pt x="2752344" y="18288"/>
                  </a:lnTo>
                  <a:lnTo>
                    <a:pt x="2714244" y="24384"/>
                  </a:lnTo>
                  <a:lnTo>
                    <a:pt x="2676144" y="33528"/>
                  </a:lnTo>
                  <a:lnTo>
                    <a:pt x="2569464" y="67056"/>
                  </a:lnTo>
                  <a:lnTo>
                    <a:pt x="2502408" y="94488"/>
                  </a:lnTo>
                  <a:lnTo>
                    <a:pt x="2439924" y="126492"/>
                  </a:lnTo>
                  <a:lnTo>
                    <a:pt x="2383536" y="161544"/>
                  </a:lnTo>
                  <a:lnTo>
                    <a:pt x="2330196" y="201168"/>
                  </a:lnTo>
                  <a:lnTo>
                    <a:pt x="2282952" y="243840"/>
                  </a:lnTo>
                  <a:lnTo>
                    <a:pt x="2241804" y="289560"/>
                  </a:lnTo>
                  <a:lnTo>
                    <a:pt x="2208276" y="338328"/>
                  </a:lnTo>
                  <a:lnTo>
                    <a:pt x="2179320" y="390144"/>
                  </a:lnTo>
                  <a:lnTo>
                    <a:pt x="2159508" y="445008"/>
                  </a:lnTo>
                  <a:lnTo>
                    <a:pt x="2147316" y="499872"/>
                  </a:lnTo>
                  <a:lnTo>
                    <a:pt x="2143455" y="524256"/>
                  </a:lnTo>
                  <a:lnTo>
                    <a:pt x="2142744" y="524256"/>
                  </a:lnTo>
                  <a:lnTo>
                    <a:pt x="2138172" y="576072"/>
                  </a:lnTo>
                  <a:lnTo>
                    <a:pt x="2127504" y="626364"/>
                  </a:lnTo>
                  <a:lnTo>
                    <a:pt x="2109216" y="676656"/>
                  </a:lnTo>
                  <a:lnTo>
                    <a:pt x="2083308" y="723900"/>
                  </a:lnTo>
                  <a:lnTo>
                    <a:pt x="2051304" y="769620"/>
                  </a:lnTo>
                  <a:lnTo>
                    <a:pt x="2013204" y="812292"/>
                  </a:lnTo>
                  <a:lnTo>
                    <a:pt x="1969008" y="851916"/>
                  </a:lnTo>
                  <a:lnTo>
                    <a:pt x="1918716" y="890016"/>
                  </a:lnTo>
                  <a:lnTo>
                    <a:pt x="1834896" y="940308"/>
                  </a:lnTo>
                  <a:lnTo>
                    <a:pt x="1740408" y="981456"/>
                  </a:lnTo>
                  <a:lnTo>
                    <a:pt x="1673352" y="1002792"/>
                  </a:lnTo>
                  <a:lnTo>
                    <a:pt x="1636776" y="1011936"/>
                  </a:lnTo>
                  <a:lnTo>
                    <a:pt x="1601724" y="1021080"/>
                  </a:lnTo>
                  <a:lnTo>
                    <a:pt x="1563624" y="1028700"/>
                  </a:lnTo>
                  <a:lnTo>
                    <a:pt x="1487424" y="1039368"/>
                  </a:lnTo>
                  <a:lnTo>
                    <a:pt x="1449324" y="1042416"/>
                  </a:lnTo>
                  <a:lnTo>
                    <a:pt x="1409700" y="1043940"/>
                  </a:lnTo>
                  <a:lnTo>
                    <a:pt x="1373301" y="1045298"/>
                  </a:lnTo>
                  <a:lnTo>
                    <a:pt x="1263396" y="981468"/>
                  </a:lnTo>
                  <a:lnTo>
                    <a:pt x="1256131" y="978560"/>
                  </a:lnTo>
                  <a:lnTo>
                    <a:pt x="1248727" y="978801"/>
                  </a:lnTo>
                  <a:lnTo>
                    <a:pt x="1242174" y="981887"/>
                  </a:lnTo>
                  <a:lnTo>
                    <a:pt x="1237488" y="987564"/>
                  </a:lnTo>
                  <a:lnTo>
                    <a:pt x="1234579" y="994816"/>
                  </a:lnTo>
                  <a:lnTo>
                    <a:pt x="1234821" y="1002233"/>
                  </a:lnTo>
                  <a:lnTo>
                    <a:pt x="1237919" y="1008773"/>
                  </a:lnTo>
                  <a:lnTo>
                    <a:pt x="1243584" y="1013472"/>
                  </a:lnTo>
                  <a:lnTo>
                    <a:pt x="1298105" y="1045464"/>
                  </a:lnTo>
                  <a:lnTo>
                    <a:pt x="0" y="1045464"/>
                  </a:lnTo>
                  <a:lnTo>
                    <a:pt x="0" y="1083564"/>
                  </a:lnTo>
                  <a:lnTo>
                    <a:pt x="938784" y="1083564"/>
                  </a:lnTo>
                  <a:lnTo>
                    <a:pt x="1295539" y="1083576"/>
                  </a:lnTo>
                  <a:lnTo>
                    <a:pt x="1243584" y="1114056"/>
                  </a:lnTo>
                  <a:lnTo>
                    <a:pt x="1237919" y="1119390"/>
                  </a:lnTo>
                  <a:lnTo>
                    <a:pt x="1234821" y="1125867"/>
                  </a:lnTo>
                  <a:lnTo>
                    <a:pt x="1234579" y="1132916"/>
                  </a:lnTo>
                  <a:lnTo>
                    <a:pt x="1237488" y="1139964"/>
                  </a:lnTo>
                  <a:lnTo>
                    <a:pt x="1242174" y="1145654"/>
                  </a:lnTo>
                  <a:lnTo>
                    <a:pt x="1248727" y="1148918"/>
                  </a:lnTo>
                  <a:lnTo>
                    <a:pt x="1256131" y="1149604"/>
                  </a:lnTo>
                  <a:lnTo>
                    <a:pt x="1263396" y="1147584"/>
                  </a:lnTo>
                  <a:lnTo>
                    <a:pt x="1368552" y="1085392"/>
                  </a:lnTo>
                  <a:lnTo>
                    <a:pt x="1371752" y="1083500"/>
                  </a:lnTo>
                  <a:lnTo>
                    <a:pt x="1409700" y="1082040"/>
                  </a:lnTo>
                  <a:lnTo>
                    <a:pt x="1450848" y="1080516"/>
                  </a:lnTo>
                  <a:lnTo>
                    <a:pt x="1491996" y="1077468"/>
                  </a:lnTo>
                  <a:lnTo>
                    <a:pt x="1531620" y="1071372"/>
                  </a:lnTo>
                  <a:lnTo>
                    <a:pt x="1607820" y="1059180"/>
                  </a:lnTo>
                  <a:lnTo>
                    <a:pt x="1645920" y="1050036"/>
                  </a:lnTo>
                  <a:lnTo>
                    <a:pt x="1682496" y="1039368"/>
                  </a:lnTo>
                  <a:lnTo>
                    <a:pt x="1752600" y="1016508"/>
                  </a:lnTo>
                  <a:lnTo>
                    <a:pt x="1819656" y="989076"/>
                  </a:lnTo>
                  <a:lnTo>
                    <a:pt x="1882140" y="957072"/>
                  </a:lnTo>
                  <a:lnTo>
                    <a:pt x="1940052" y="922020"/>
                  </a:lnTo>
                  <a:lnTo>
                    <a:pt x="1991868" y="882396"/>
                  </a:lnTo>
                  <a:lnTo>
                    <a:pt x="2039112" y="839724"/>
                  </a:lnTo>
                  <a:lnTo>
                    <a:pt x="2080260" y="794004"/>
                  </a:lnTo>
                  <a:lnTo>
                    <a:pt x="2115312" y="745236"/>
                  </a:lnTo>
                  <a:lnTo>
                    <a:pt x="2142744" y="693420"/>
                  </a:lnTo>
                  <a:lnTo>
                    <a:pt x="2162556" y="638556"/>
                  </a:lnTo>
                  <a:lnTo>
                    <a:pt x="2176272" y="582168"/>
                  </a:lnTo>
                  <a:lnTo>
                    <a:pt x="2178812" y="559231"/>
                  </a:lnTo>
                  <a:lnTo>
                    <a:pt x="2180844" y="559308"/>
                  </a:lnTo>
                  <a:lnTo>
                    <a:pt x="2180844" y="533400"/>
                  </a:lnTo>
                  <a:lnTo>
                    <a:pt x="2183892" y="507492"/>
                  </a:lnTo>
                  <a:lnTo>
                    <a:pt x="2188464" y="481584"/>
                  </a:lnTo>
                  <a:lnTo>
                    <a:pt x="2196084" y="457200"/>
                  </a:lnTo>
                  <a:lnTo>
                    <a:pt x="2203704" y="431292"/>
                  </a:lnTo>
                  <a:lnTo>
                    <a:pt x="2226564" y="382524"/>
                  </a:lnTo>
                  <a:lnTo>
                    <a:pt x="2253996" y="336804"/>
                  </a:lnTo>
                  <a:lnTo>
                    <a:pt x="2310384" y="271272"/>
                  </a:lnTo>
                  <a:lnTo>
                    <a:pt x="2354580" y="230124"/>
                  </a:lnTo>
                  <a:lnTo>
                    <a:pt x="2403348" y="193548"/>
                  </a:lnTo>
                  <a:lnTo>
                    <a:pt x="2458212" y="160020"/>
                  </a:lnTo>
                  <a:lnTo>
                    <a:pt x="2517648" y="129540"/>
                  </a:lnTo>
                  <a:lnTo>
                    <a:pt x="2581656" y="102108"/>
                  </a:lnTo>
                  <a:lnTo>
                    <a:pt x="2685288" y="70104"/>
                  </a:lnTo>
                  <a:lnTo>
                    <a:pt x="2758440" y="54864"/>
                  </a:lnTo>
                  <a:lnTo>
                    <a:pt x="2796540" y="48768"/>
                  </a:lnTo>
                  <a:lnTo>
                    <a:pt x="2834640" y="44196"/>
                  </a:lnTo>
                  <a:lnTo>
                    <a:pt x="2872740" y="41148"/>
                  </a:lnTo>
                  <a:lnTo>
                    <a:pt x="2912364" y="39624"/>
                  </a:lnTo>
                  <a:lnTo>
                    <a:pt x="2953512" y="38100"/>
                  </a:lnTo>
                  <a:lnTo>
                    <a:pt x="4322064" y="38100"/>
                  </a:lnTo>
                  <a:lnTo>
                    <a:pt x="4322064" y="0"/>
                  </a:lnTo>
                  <a:close/>
                </a:path>
                <a:path w="5149850" h="2265679">
                  <a:moveTo>
                    <a:pt x="4681728" y="469392"/>
                  </a:moveTo>
                  <a:lnTo>
                    <a:pt x="3313176" y="469392"/>
                  </a:lnTo>
                  <a:lnTo>
                    <a:pt x="3272028" y="469392"/>
                  </a:lnTo>
                  <a:lnTo>
                    <a:pt x="3232404" y="470916"/>
                  </a:lnTo>
                  <a:lnTo>
                    <a:pt x="3191256" y="475488"/>
                  </a:lnTo>
                  <a:lnTo>
                    <a:pt x="3151632" y="480060"/>
                  </a:lnTo>
                  <a:lnTo>
                    <a:pt x="3113532" y="486156"/>
                  </a:lnTo>
                  <a:lnTo>
                    <a:pt x="3073908" y="493776"/>
                  </a:lnTo>
                  <a:lnTo>
                    <a:pt x="2964180" y="522732"/>
                  </a:lnTo>
                  <a:lnTo>
                    <a:pt x="2895600" y="548640"/>
                  </a:lnTo>
                  <a:lnTo>
                    <a:pt x="2831592" y="577596"/>
                  </a:lnTo>
                  <a:lnTo>
                    <a:pt x="2772156" y="611124"/>
                  </a:lnTo>
                  <a:lnTo>
                    <a:pt x="2715768" y="649224"/>
                  </a:lnTo>
                  <a:lnTo>
                    <a:pt x="2667000" y="690372"/>
                  </a:lnTo>
                  <a:lnTo>
                    <a:pt x="2622804" y="734568"/>
                  </a:lnTo>
                  <a:lnTo>
                    <a:pt x="2584704" y="781812"/>
                  </a:lnTo>
                  <a:lnTo>
                    <a:pt x="2552700" y="832104"/>
                  </a:lnTo>
                  <a:lnTo>
                    <a:pt x="2528316" y="885444"/>
                  </a:lnTo>
                  <a:lnTo>
                    <a:pt x="2513076" y="940308"/>
                  </a:lnTo>
                  <a:lnTo>
                    <a:pt x="2504554" y="992212"/>
                  </a:lnTo>
                  <a:lnTo>
                    <a:pt x="2502408" y="992124"/>
                  </a:lnTo>
                  <a:lnTo>
                    <a:pt x="2502408" y="1018032"/>
                  </a:lnTo>
                  <a:lnTo>
                    <a:pt x="2499360" y="1043940"/>
                  </a:lnTo>
                  <a:lnTo>
                    <a:pt x="2487168" y="1095756"/>
                  </a:lnTo>
                  <a:lnTo>
                    <a:pt x="2468880" y="1144524"/>
                  </a:lnTo>
                  <a:lnTo>
                    <a:pt x="2442972" y="1191768"/>
                  </a:lnTo>
                  <a:lnTo>
                    <a:pt x="2410968" y="1237488"/>
                  </a:lnTo>
                  <a:lnTo>
                    <a:pt x="2372868" y="1280160"/>
                  </a:lnTo>
                  <a:lnTo>
                    <a:pt x="2328672" y="1321308"/>
                  </a:lnTo>
                  <a:lnTo>
                    <a:pt x="2279904" y="1357884"/>
                  </a:lnTo>
                  <a:lnTo>
                    <a:pt x="2225040" y="1392936"/>
                  </a:lnTo>
                  <a:lnTo>
                    <a:pt x="2164080" y="1423416"/>
                  </a:lnTo>
                  <a:lnTo>
                    <a:pt x="2101596" y="1449324"/>
                  </a:lnTo>
                  <a:lnTo>
                    <a:pt x="2033016" y="1472184"/>
                  </a:lnTo>
                  <a:lnTo>
                    <a:pt x="1924812" y="1496568"/>
                  </a:lnTo>
                  <a:lnTo>
                    <a:pt x="1886712" y="1502664"/>
                  </a:lnTo>
                  <a:lnTo>
                    <a:pt x="1848612" y="1507236"/>
                  </a:lnTo>
                  <a:lnTo>
                    <a:pt x="1769364" y="1513332"/>
                  </a:lnTo>
                  <a:lnTo>
                    <a:pt x="1729740" y="1513332"/>
                  </a:lnTo>
                  <a:lnTo>
                    <a:pt x="1553438" y="1513332"/>
                  </a:lnTo>
                  <a:lnTo>
                    <a:pt x="1443228" y="1449336"/>
                  </a:lnTo>
                  <a:lnTo>
                    <a:pt x="1435963" y="1446428"/>
                  </a:lnTo>
                  <a:lnTo>
                    <a:pt x="1428559" y="1446669"/>
                  </a:lnTo>
                  <a:lnTo>
                    <a:pt x="1422006" y="1449755"/>
                  </a:lnTo>
                  <a:lnTo>
                    <a:pt x="1417320" y="1455432"/>
                  </a:lnTo>
                  <a:lnTo>
                    <a:pt x="1414411" y="1462709"/>
                  </a:lnTo>
                  <a:lnTo>
                    <a:pt x="1414653" y="1470291"/>
                  </a:lnTo>
                  <a:lnTo>
                    <a:pt x="1417751" y="1477289"/>
                  </a:lnTo>
                  <a:lnTo>
                    <a:pt x="1423416" y="1482864"/>
                  </a:lnTo>
                  <a:lnTo>
                    <a:pt x="1476552" y="1513332"/>
                  </a:lnTo>
                  <a:lnTo>
                    <a:pt x="361188" y="1513332"/>
                  </a:lnTo>
                  <a:lnTo>
                    <a:pt x="361188" y="1551432"/>
                  </a:lnTo>
                  <a:lnTo>
                    <a:pt x="1118616" y="1551432"/>
                  </a:lnTo>
                  <a:lnTo>
                    <a:pt x="1476578" y="1551444"/>
                  </a:lnTo>
                  <a:lnTo>
                    <a:pt x="1423416" y="1581924"/>
                  </a:lnTo>
                  <a:lnTo>
                    <a:pt x="1417751" y="1587487"/>
                  </a:lnTo>
                  <a:lnTo>
                    <a:pt x="1414653" y="1594497"/>
                  </a:lnTo>
                  <a:lnTo>
                    <a:pt x="1414411" y="1602066"/>
                  </a:lnTo>
                  <a:lnTo>
                    <a:pt x="1417320" y="1609356"/>
                  </a:lnTo>
                  <a:lnTo>
                    <a:pt x="1422006" y="1614157"/>
                  </a:lnTo>
                  <a:lnTo>
                    <a:pt x="1428559" y="1616976"/>
                  </a:lnTo>
                  <a:lnTo>
                    <a:pt x="1435963" y="1617497"/>
                  </a:lnTo>
                  <a:lnTo>
                    <a:pt x="1443228" y="1615452"/>
                  </a:lnTo>
                  <a:lnTo>
                    <a:pt x="1546860" y="1554162"/>
                  </a:lnTo>
                  <a:lnTo>
                    <a:pt x="1551470" y="1551432"/>
                  </a:lnTo>
                  <a:lnTo>
                    <a:pt x="1729740" y="1551432"/>
                  </a:lnTo>
                  <a:lnTo>
                    <a:pt x="1770888" y="1551432"/>
                  </a:lnTo>
                  <a:lnTo>
                    <a:pt x="1812036" y="1548384"/>
                  </a:lnTo>
                  <a:lnTo>
                    <a:pt x="1851660" y="1545336"/>
                  </a:lnTo>
                  <a:lnTo>
                    <a:pt x="1891284" y="1540764"/>
                  </a:lnTo>
                  <a:lnTo>
                    <a:pt x="1930908" y="1534668"/>
                  </a:lnTo>
                  <a:lnTo>
                    <a:pt x="1969008" y="1527048"/>
                  </a:lnTo>
                  <a:lnTo>
                    <a:pt x="2042160" y="1508760"/>
                  </a:lnTo>
                  <a:lnTo>
                    <a:pt x="2078736" y="1496568"/>
                  </a:lnTo>
                  <a:lnTo>
                    <a:pt x="2113788" y="1485900"/>
                  </a:lnTo>
                  <a:lnTo>
                    <a:pt x="2211324" y="1441704"/>
                  </a:lnTo>
                  <a:lnTo>
                    <a:pt x="2272284" y="1408176"/>
                  </a:lnTo>
                  <a:lnTo>
                    <a:pt x="2327148" y="1371600"/>
                  </a:lnTo>
                  <a:lnTo>
                    <a:pt x="2353056" y="1350264"/>
                  </a:lnTo>
                  <a:lnTo>
                    <a:pt x="2377440" y="1330452"/>
                  </a:lnTo>
                  <a:lnTo>
                    <a:pt x="2421636" y="1286256"/>
                  </a:lnTo>
                  <a:lnTo>
                    <a:pt x="2458212" y="1237488"/>
                  </a:lnTo>
                  <a:lnTo>
                    <a:pt x="2490216" y="1187196"/>
                  </a:lnTo>
                  <a:lnTo>
                    <a:pt x="2514600" y="1135380"/>
                  </a:lnTo>
                  <a:lnTo>
                    <a:pt x="2531364" y="1078992"/>
                  </a:lnTo>
                  <a:lnTo>
                    <a:pt x="2538349" y="1028623"/>
                  </a:lnTo>
                  <a:lnTo>
                    <a:pt x="2540508" y="1028700"/>
                  </a:lnTo>
                  <a:lnTo>
                    <a:pt x="2545080" y="975360"/>
                  </a:lnTo>
                  <a:lnTo>
                    <a:pt x="2555748" y="925068"/>
                  </a:lnTo>
                  <a:lnTo>
                    <a:pt x="2564892" y="900684"/>
                  </a:lnTo>
                  <a:lnTo>
                    <a:pt x="2574036" y="874776"/>
                  </a:lnTo>
                  <a:lnTo>
                    <a:pt x="2599944" y="827532"/>
                  </a:lnTo>
                  <a:lnTo>
                    <a:pt x="2631948" y="781812"/>
                  </a:lnTo>
                  <a:lnTo>
                    <a:pt x="2670048" y="739140"/>
                  </a:lnTo>
                  <a:lnTo>
                    <a:pt x="2714244" y="699516"/>
                  </a:lnTo>
                  <a:lnTo>
                    <a:pt x="2764536" y="661416"/>
                  </a:lnTo>
                  <a:lnTo>
                    <a:pt x="2819400" y="627888"/>
                  </a:lnTo>
                  <a:lnTo>
                    <a:pt x="2878836" y="597408"/>
                  </a:lnTo>
                  <a:lnTo>
                    <a:pt x="2976372" y="559308"/>
                  </a:lnTo>
                  <a:lnTo>
                    <a:pt x="3044952" y="539496"/>
                  </a:lnTo>
                  <a:lnTo>
                    <a:pt x="3118104" y="524256"/>
                  </a:lnTo>
                  <a:lnTo>
                    <a:pt x="3156204" y="518160"/>
                  </a:lnTo>
                  <a:lnTo>
                    <a:pt x="3194304" y="513588"/>
                  </a:lnTo>
                  <a:lnTo>
                    <a:pt x="3233928" y="509016"/>
                  </a:lnTo>
                  <a:lnTo>
                    <a:pt x="3273552" y="507492"/>
                  </a:lnTo>
                  <a:lnTo>
                    <a:pt x="3313176" y="507492"/>
                  </a:lnTo>
                  <a:lnTo>
                    <a:pt x="3314700" y="507492"/>
                  </a:lnTo>
                  <a:lnTo>
                    <a:pt x="4681728" y="507492"/>
                  </a:lnTo>
                  <a:lnTo>
                    <a:pt x="4681728" y="469392"/>
                  </a:lnTo>
                  <a:close/>
                </a:path>
                <a:path w="5149850" h="2265679">
                  <a:moveTo>
                    <a:pt x="5149596" y="1117092"/>
                  </a:moveTo>
                  <a:lnTo>
                    <a:pt x="3781044" y="1117092"/>
                  </a:lnTo>
                  <a:lnTo>
                    <a:pt x="3781044" y="1155192"/>
                  </a:lnTo>
                  <a:lnTo>
                    <a:pt x="5149596" y="1155192"/>
                  </a:lnTo>
                  <a:lnTo>
                    <a:pt x="5149596" y="1117092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59709" y="1999424"/>
              <a:ext cx="3743325" cy="2556510"/>
            </a:xfrm>
            <a:custGeom>
              <a:avLst/>
              <a:gdLst/>
              <a:ahLst/>
              <a:cxnLst/>
              <a:rect l="l" t="t" r="r" b="b"/>
              <a:pathLst>
                <a:path w="3743325" h="2556510">
                  <a:moveTo>
                    <a:pt x="539496" y="2429332"/>
                  </a:moveTo>
                  <a:lnTo>
                    <a:pt x="326136" y="2302840"/>
                  </a:lnTo>
                  <a:lnTo>
                    <a:pt x="315226" y="2299360"/>
                  </a:lnTo>
                  <a:lnTo>
                    <a:pt x="304038" y="2300173"/>
                  </a:lnTo>
                  <a:lnTo>
                    <a:pt x="293992" y="2304973"/>
                  </a:lnTo>
                  <a:lnTo>
                    <a:pt x="286512" y="2313508"/>
                  </a:lnTo>
                  <a:lnTo>
                    <a:pt x="283032" y="2324189"/>
                  </a:lnTo>
                  <a:lnTo>
                    <a:pt x="283845" y="2335034"/>
                  </a:lnTo>
                  <a:lnTo>
                    <a:pt x="288658" y="2345004"/>
                  </a:lnTo>
                  <a:lnTo>
                    <a:pt x="297180" y="2353132"/>
                  </a:lnTo>
                  <a:lnTo>
                    <a:pt x="376783" y="2400033"/>
                  </a:lnTo>
                  <a:lnTo>
                    <a:pt x="467868" y="2400325"/>
                  </a:lnTo>
                  <a:lnTo>
                    <a:pt x="483108" y="2400376"/>
                  </a:lnTo>
                  <a:lnTo>
                    <a:pt x="483108" y="2456764"/>
                  </a:lnTo>
                  <a:lnTo>
                    <a:pt x="405803" y="2456523"/>
                  </a:lnTo>
                  <a:lnTo>
                    <a:pt x="467868" y="2456713"/>
                  </a:lnTo>
                  <a:lnTo>
                    <a:pt x="483108" y="2456764"/>
                  </a:lnTo>
                  <a:lnTo>
                    <a:pt x="483108" y="2400376"/>
                  </a:lnTo>
                  <a:lnTo>
                    <a:pt x="376783" y="2400033"/>
                  </a:lnTo>
                  <a:lnTo>
                    <a:pt x="0" y="2398852"/>
                  </a:lnTo>
                  <a:lnTo>
                    <a:pt x="0" y="2455240"/>
                  </a:lnTo>
                  <a:lnTo>
                    <a:pt x="376542" y="2456421"/>
                  </a:lnTo>
                  <a:lnTo>
                    <a:pt x="297180" y="2502484"/>
                  </a:lnTo>
                  <a:lnTo>
                    <a:pt x="288658" y="2510599"/>
                  </a:lnTo>
                  <a:lnTo>
                    <a:pt x="283845" y="2520581"/>
                  </a:lnTo>
                  <a:lnTo>
                    <a:pt x="283032" y="2531414"/>
                  </a:lnTo>
                  <a:lnTo>
                    <a:pt x="286512" y="2542108"/>
                  </a:lnTo>
                  <a:lnTo>
                    <a:pt x="293751" y="2550630"/>
                  </a:lnTo>
                  <a:lnTo>
                    <a:pt x="303276" y="2555443"/>
                  </a:lnTo>
                  <a:lnTo>
                    <a:pt x="313944" y="2556243"/>
                  </a:lnTo>
                  <a:lnTo>
                    <a:pt x="324612" y="2552776"/>
                  </a:lnTo>
                  <a:lnTo>
                    <a:pt x="483108" y="2461717"/>
                  </a:lnTo>
                  <a:lnTo>
                    <a:pt x="539496" y="2429332"/>
                  </a:lnTo>
                  <a:close/>
                </a:path>
                <a:path w="3743325" h="2556510">
                  <a:moveTo>
                    <a:pt x="1950237" y="1507312"/>
                  </a:moveTo>
                  <a:lnTo>
                    <a:pt x="1947672" y="1496644"/>
                  </a:lnTo>
                  <a:lnTo>
                    <a:pt x="1854708" y="1314488"/>
                  </a:lnTo>
                  <a:lnTo>
                    <a:pt x="1854708" y="1348816"/>
                  </a:lnTo>
                  <a:lnTo>
                    <a:pt x="1805940" y="1345768"/>
                  </a:lnTo>
                  <a:lnTo>
                    <a:pt x="1853476" y="1348727"/>
                  </a:lnTo>
                  <a:lnTo>
                    <a:pt x="1854708" y="1348816"/>
                  </a:lnTo>
                  <a:lnTo>
                    <a:pt x="1854708" y="1314488"/>
                  </a:lnTo>
                  <a:lnTo>
                    <a:pt x="1834896" y="1275664"/>
                  </a:lnTo>
                  <a:lnTo>
                    <a:pt x="1697736" y="1482928"/>
                  </a:lnTo>
                  <a:lnTo>
                    <a:pt x="1693354" y="1492973"/>
                  </a:lnTo>
                  <a:lnTo>
                    <a:pt x="1693545" y="1503883"/>
                  </a:lnTo>
                  <a:lnTo>
                    <a:pt x="1697736" y="1514208"/>
                  </a:lnTo>
                  <a:lnTo>
                    <a:pt x="1705356" y="1522552"/>
                  </a:lnTo>
                  <a:lnTo>
                    <a:pt x="1716265" y="1526260"/>
                  </a:lnTo>
                  <a:lnTo>
                    <a:pt x="1727454" y="1525981"/>
                  </a:lnTo>
                  <a:lnTo>
                    <a:pt x="1737499" y="1521688"/>
                  </a:lnTo>
                  <a:lnTo>
                    <a:pt x="1744980" y="1513408"/>
                  </a:lnTo>
                  <a:lnTo>
                    <a:pt x="1796821" y="1435633"/>
                  </a:lnTo>
                  <a:lnTo>
                    <a:pt x="1770888" y="1885264"/>
                  </a:lnTo>
                  <a:lnTo>
                    <a:pt x="1827923" y="1888261"/>
                  </a:lnTo>
                  <a:lnTo>
                    <a:pt x="1828800" y="1888312"/>
                  </a:lnTo>
                  <a:lnTo>
                    <a:pt x="1853476" y="1439214"/>
                  </a:lnTo>
                  <a:lnTo>
                    <a:pt x="1895856" y="1522552"/>
                  </a:lnTo>
                  <a:lnTo>
                    <a:pt x="1923288" y="1537982"/>
                  </a:lnTo>
                  <a:lnTo>
                    <a:pt x="1933956" y="1534744"/>
                  </a:lnTo>
                  <a:lnTo>
                    <a:pt x="1943379" y="1527505"/>
                  </a:lnTo>
                  <a:lnTo>
                    <a:pt x="1948815" y="1517980"/>
                  </a:lnTo>
                  <a:lnTo>
                    <a:pt x="1950237" y="1507312"/>
                  </a:lnTo>
                  <a:close/>
                </a:path>
                <a:path w="3743325" h="2556510">
                  <a:moveTo>
                    <a:pt x="2157984" y="410032"/>
                  </a:moveTo>
                  <a:lnTo>
                    <a:pt x="1914144" y="443560"/>
                  </a:lnTo>
                  <a:lnTo>
                    <a:pt x="1888236" y="475564"/>
                  </a:lnTo>
                  <a:lnTo>
                    <a:pt x="1892401" y="486892"/>
                  </a:lnTo>
                  <a:lnTo>
                    <a:pt x="1899856" y="495376"/>
                  </a:lnTo>
                  <a:lnTo>
                    <a:pt x="1909876" y="500418"/>
                  </a:lnTo>
                  <a:lnTo>
                    <a:pt x="1921764" y="501472"/>
                  </a:lnTo>
                  <a:lnTo>
                    <a:pt x="2013204" y="488708"/>
                  </a:lnTo>
                  <a:lnTo>
                    <a:pt x="2013813" y="488619"/>
                  </a:lnTo>
                  <a:lnTo>
                    <a:pt x="1495044" y="893140"/>
                  </a:lnTo>
                  <a:lnTo>
                    <a:pt x="1530096" y="938860"/>
                  </a:lnTo>
                  <a:lnTo>
                    <a:pt x="2047519" y="534085"/>
                  </a:lnTo>
                  <a:lnTo>
                    <a:pt x="2118360" y="478663"/>
                  </a:lnTo>
                  <a:lnTo>
                    <a:pt x="2132076" y="467944"/>
                  </a:lnTo>
                  <a:lnTo>
                    <a:pt x="2047519" y="534085"/>
                  </a:lnTo>
                  <a:lnTo>
                    <a:pt x="2013204" y="618820"/>
                  </a:lnTo>
                  <a:lnTo>
                    <a:pt x="2011756" y="630339"/>
                  </a:lnTo>
                  <a:lnTo>
                    <a:pt x="2014156" y="641299"/>
                  </a:lnTo>
                  <a:lnTo>
                    <a:pt x="2020277" y="650532"/>
                  </a:lnTo>
                  <a:lnTo>
                    <a:pt x="2029968" y="656920"/>
                  </a:lnTo>
                  <a:lnTo>
                    <a:pt x="2041258" y="659015"/>
                  </a:lnTo>
                  <a:lnTo>
                    <a:pt x="2051685" y="656539"/>
                  </a:lnTo>
                  <a:lnTo>
                    <a:pt x="2060397" y="650062"/>
                  </a:lnTo>
                  <a:lnTo>
                    <a:pt x="2066544" y="640156"/>
                  </a:lnTo>
                  <a:lnTo>
                    <a:pt x="2132076" y="475234"/>
                  </a:lnTo>
                  <a:lnTo>
                    <a:pt x="2157984" y="410032"/>
                  </a:lnTo>
                  <a:close/>
                </a:path>
                <a:path w="3743325" h="2556510">
                  <a:moveTo>
                    <a:pt x="2266188" y="50368"/>
                  </a:moveTo>
                  <a:lnTo>
                    <a:pt x="2023872" y="76"/>
                  </a:lnTo>
                  <a:lnTo>
                    <a:pt x="2012632" y="0"/>
                  </a:lnTo>
                  <a:lnTo>
                    <a:pt x="2002777" y="3975"/>
                  </a:lnTo>
                  <a:lnTo>
                    <a:pt x="2002536" y="4076"/>
                  </a:lnTo>
                  <a:lnTo>
                    <a:pt x="1994725" y="11861"/>
                  </a:lnTo>
                  <a:lnTo>
                    <a:pt x="1990344" y="22936"/>
                  </a:lnTo>
                  <a:lnTo>
                    <a:pt x="1990483" y="34175"/>
                  </a:lnTo>
                  <a:lnTo>
                    <a:pt x="1994916" y="44272"/>
                  </a:lnTo>
                  <a:lnTo>
                    <a:pt x="2002777" y="52082"/>
                  </a:lnTo>
                  <a:lnTo>
                    <a:pt x="2013204" y="56464"/>
                  </a:lnTo>
                  <a:lnTo>
                    <a:pt x="2103120" y="74866"/>
                  </a:lnTo>
                  <a:lnTo>
                    <a:pt x="2103361" y="74917"/>
                  </a:lnTo>
                  <a:lnTo>
                    <a:pt x="1395984" y="312496"/>
                  </a:lnTo>
                  <a:lnTo>
                    <a:pt x="1414272" y="365836"/>
                  </a:lnTo>
                  <a:lnTo>
                    <a:pt x="2122119" y="129438"/>
                  </a:lnTo>
                  <a:lnTo>
                    <a:pt x="2206752" y="101168"/>
                  </a:lnTo>
                  <a:lnTo>
                    <a:pt x="2221992" y="96088"/>
                  </a:lnTo>
                  <a:lnTo>
                    <a:pt x="2122119" y="129438"/>
                  </a:lnTo>
                  <a:lnTo>
                    <a:pt x="2060448" y="199720"/>
                  </a:lnTo>
                  <a:lnTo>
                    <a:pt x="2054707" y="208902"/>
                  </a:lnTo>
                  <a:lnTo>
                    <a:pt x="2053399" y="219532"/>
                  </a:lnTo>
                  <a:lnTo>
                    <a:pt x="2056371" y="230149"/>
                  </a:lnTo>
                  <a:lnTo>
                    <a:pt x="2063496" y="239344"/>
                  </a:lnTo>
                  <a:lnTo>
                    <a:pt x="2073325" y="245071"/>
                  </a:lnTo>
                  <a:lnTo>
                    <a:pt x="2083879" y="246392"/>
                  </a:lnTo>
                  <a:lnTo>
                    <a:pt x="2094141" y="243408"/>
                  </a:lnTo>
                  <a:lnTo>
                    <a:pt x="2103120" y="236296"/>
                  </a:lnTo>
                  <a:lnTo>
                    <a:pt x="2221992" y="100749"/>
                  </a:lnTo>
                  <a:lnTo>
                    <a:pt x="2266188" y="50368"/>
                  </a:lnTo>
                  <a:close/>
                </a:path>
                <a:path w="3743325" h="2556510">
                  <a:moveTo>
                    <a:pt x="3742944" y="734644"/>
                  </a:moveTo>
                  <a:lnTo>
                    <a:pt x="3529584" y="609676"/>
                  </a:lnTo>
                  <a:lnTo>
                    <a:pt x="3518674" y="606196"/>
                  </a:lnTo>
                  <a:lnTo>
                    <a:pt x="3507486" y="607009"/>
                  </a:lnTo>
                  <a:lnTo>
                    <a:pt x="3497440" y="611809"/>
                  </a:lnTo>
                  <a:lnTo>
                    <a:pt x="3489960" y="620344"/>
                  </a:lnTo>
                  <a:lnTo>
                    <a:pt x="3486480" y="631024"/>
                  </a:lnTo>
                  <a:lnTo>
                    <a:pt x="3487293" y="641870"/>
                  </a:lnTo>
                  <a:lnTo>
                    <a:pt x="3492106" y="651840"/>
                  </a:lnTo>
                  <a:lnTo>
                    <a:pt x="3500628" y="659968"/>
                  </a:lnTo>
                  <a:lnTo>
                    <a:pt x="3579406" y="705688"/>
                  </a:lnTo>
                  <a:lnTo>
                    <a:pt x="2915412" y="705688"/>
                  </a:lnTo>
                  <a:lnTo>
                    <a:pt x="2915412" y="763600"/>
                  </a:lnTo>
                  <a:lnTo>
                    <a:pt x="3579406" y="763600"/>
                  </a:lnTo>
                  <a:lnTo>
                    <a:pt x="3500628" y="809320"/>
                  </a:lnTo>
                  <a:lnTo>
                    <a:pt x="3492106" y="817435"/>
                  </a:lnTo>
                  <a:lnTo>
                    <a:pt x="3487293" y="827417"/>
                  </a:lnTo>
                  <a:lnTo>
                    <a:pt x="3486480" y="838250"/>
                  </a:lnTo>
                  <a:lnTo>
                    <a:pt x="3489960" y="848944"/>
                  </a:lnTo>
                  <a:lnTo>
                    <a:pt x="3497440" y="857465"/>
                  </a:lnTo>
                  <a:lnTo>
                    <a:pt x="3507486" y="862279"/>
                  </a:lnTo>
                  <a:lnTo>
                    <a:pt x="3518674" y="863079"/>
                  </a:lnTo>
                  <a:lnTo>
                    <a:pt x="3529584" y="859612"/>
                  </a:lnTo>
                  <a:lnTo>
                    <a:pt x="3686556" y="767664"/>
                  </a:lnTo>
                  <a:lnTo>
                    <a:pt x="3742944" y="734644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6820" y="438403"/>
            <a:ext cx="6863715" cy="14992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2085339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Representing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7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7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direction</a:t>
            </a:r>
            <a:endParaRPr sz="2200">
              <a:latin typeface="Arial"/>
              <a:cs typeface="Arial"/>
            </a:endParaRPr>
          </a:p>
          <a:p>
            <a:pPr marL="2395855" marR="5080" indent="-387350">
              <a:lnSpc>
                <a:spcPct val="100000"/>
              </a:lnSpc>
              <a:spcBef>
                <a:spcPts val="1215"/>
              </a:spcBef>
              <a:tabLst>
                <a:tab pos="426148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electric</a:t>
            </a:r>
            <a:r>
              <a:rPr sz="24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field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lines</a:t>
            </a:r>
            <a:r>
              <a:rPr sz="24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us </a:t>
            </a:r>
            <a:r>
              <a:rPr sz="2400" spc="-10" dirty="0">
                <a:latin typeface="Arial MT"/>
                <a:cs typeface="Arial MT"/>
              </a:rPr>
              <a:t>representing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electric</a:t>
            </a:r>
            <a:r>
              <a:rPr sz="2400" spc="-3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field.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885" y="368808"/>
            <a:ext cx="9105900" cy="6819900"/>
            <a:chOff x="793885" y="368808"/>
            <a:chExt cx="9105900" cy="6819900"/>
          </a:xfrm>
        </p:grpSpPr>
        <p:sp>
          <p:nvSpPr>
            <p:cNvPr id="11" name="object 11"/>
            <p:cNvSpPr/>
            <p:nvPr/>
          </p:nvSpPr>
          <p:spPr>
            <a:xfrm>
              <a:off x="793885" y="368808"/>
              <a:ext cx="9105900" cy="6819900"/>
            </a:xfrm>
            <a:custGeom>
              <a:avLst/>
              <a:gdLst/>
              <a:ahLst/>
              <a:cxnLst/>
              <a:rect l="l" t="t" r="r" b="b"/>
              <a:pathLst>
                <a:path w="9105900" h="6819900">
                  <a:moveTo>
                    <a:pt x="9105897" y="6819900"/>
                  </a:moveTo>
                  <a:lnTo>
                    <a:pt x="9105897" y="0"/>
                  </a:lnTo>
                  <a:lnTo>
                    <a:pt x="0" y="0"/>
                  </a:lnTo>
                  <a:lnTo>
                    <a:pt x="0" y="6819900"/>
                  </a:lnTo>
                  <a:lnTo>
                    <a:pt x="6096" y="6819900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lnTo>
                    <a:pt x="9093705" y="12192"/>
                  </a:lnTo>
                  <a:lnTo>
                    <a:pt x="9093705" y="6096"/>
                  </a:lnTo>
                  <a:lnTo>
                    <a:pt x="9099801" y="12192"/>
                  </a:lnTo>
                  <a:lnTo>
                    <a:pt x="9099801" y="6819900"/>
                  </a:lnTo>
                  <a:lnTo>
                    <a:pt x="9105897" y="6819900"/>
                  </a:lnTo>
                  <a:close/>
                </a:path>
                <a:path w="9105900" h="6819900">
                  <a:moveTo>
                    <a:pt x="12192" y="12192"/>
                  </a:move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close/>
                </a:path>
                <a:path w="9105900" h="6819900">
                  <a:moveTo>
                    <a:pt x="12192" y="6807708"/>
                  </a:moveTo>
                  <a:lnTo>
                    <a:pt x="12192" y="12192"/>
                  </a:lnTo>
                  <a:lnTo>
                    <a:pt x="6096" y="12192"/>
                  </a:lnTo>
                  <a:lnTo>
                    <a:pt x="6096" y="6807708"/>
                  </a:lnTo>
                  <a:lnTo>
                    <a:pt x="12192" y="6807708"/>
                  </a:lnTo>
                  <a:close/>
                </a:path>
                <a:path w="9105900" h="6819900">
                  <a:moveTo>
                    <a:pt x="9099801" y="6807708"/>
                  </a:moveTo>
                  <a:lnTo>
                    <a:pt x="6096" y="6807708"/>
                  </a:lnTo>
                  <a:lnTo>
                    <a:pt x="12192" y="6813804"/>
                  </a:lnTo>
                  <a:lnTo>
                    <a:pt x="12192" y="6819900"/>
                  </a:lnTo>
                  <a:lnTo>
                    <a:pt x="9093705" y="6819900"/>
                  </a:lnTo>
                  <a:lnTo>
                    <a:pt x="9093705" y="6813804"/>
                  </a:lnTo>
                  <a:lnTo>
                    <a:pt x="9099801" y="6807708"/>
                  </a:lnTo>
                  <a:close/>
                </a:path>
                <a:path w="9105900" h="6819900">
                  <a:moveTo>
                    <a:pt x="12192" y="6819900"/>
                  </a:moveTo>
                  <a:lnTo>
                    <a:pt x="12192" y="6813804"/>
                  </a:lnTo>
                  <a:lnTo>
                    <a:pt x="6096" y="6807708"/>
                  </a:lnTo>
                  <a:lnTo>
                    <a:pt x="6096" y="6819900"/>
                  </a:lnTo>
                  <a:lnTo>
                    <a:pt x="12192" y="6819900"/>
                  </a:lnTo>
                  <a:close/>
                </a:path>
                <a:path w="9105900" h="6819900">
                  <a:moveTo>
                    <a:pt x="9099801" y="12192"/>
                  </a:moveTo>
                  <a:lnTo>
                    <a:pt x="9093705" y="6096"/>
                  </a:lnTo>
                  <a:lnTo>
                    <a:pt x="9093705" y="12192"/>
                  </a:lnTo>
                  <a:lnTo>
                    <a:pt x="9099801" y="12192"/>
                  </a:lnTo>
                  <a:close/>
                </a:path>
                <a:path w="9105900" h="6819900">
                  <a:moveTo>
                    <a:pt x="9099801" y="6807708"/>
                  </a:moveTo>
                  <a:lnTo>
                    <a:pt x="9099801" y="12192"/>
                  </a:lnTo>
                  <a:lnTo>
                    <a:pt x="9093705" y="12192"/>
                  </a:lnTo>
                  <a:lnTo>
                    <a:pt x="9093705" y="6807708"/>
                  </a:lnTo>
                  <a:lnTo>
                    <a:pt x="9099801" y="6807708"/>
                  </a:lnTo>
                  <a:close/>
                </a:path>
                <a:path w="9105900" h="6819900">
                  <a:moveTo>
                    <a:pt x="9099801" y="6819900"/>
                  </a:moveTo>
                  <a:lnTo>
                    <a:pt x="9099801" y="6807708"/>
                  </a:lnTo>
                  <a:lnTo>
                    <a:pt x="9093705" y="6813804"/>
                  </a:lnTo>
                  <a:lnTo>
                    <a:pt x="9093705" y="6819900"/>
                  </a:lnTo>
                  <a:lnTo>
                    <a:pt x="9099801" y="68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97330" y="2625852"/>
              <a:ext cx="629920" cy="527685"/>
            </a:xfrm>
            <a:custGeom>
              <a:avLst/>
              <a:gdLst/>
              <a:ahLst/>
              <a:cxnLst/>
              <a:rect l="l" t="t" r="r" b="b"/>
              <a:pathLst>
                <a:path w="629920" h="527685">
                  <a:moveTo>
                    <a:pt x="540935" y="71960"/>
                  </a:moveTo>
                  <a:lnTo>
                    <a:pt x="485725" y="80948"/>
                  </a:lnTo>
                  <a:lnTo>
                    <a:pt x="0" y="483108"/>
                  </a:lnTo>
                  <a:lnTo>
                    <a:pt x="35052" y="527304"/>
                  </a:lnTo>
                  <a:lnTo>
                    <a:pt x="521216" y="125860"/>
                  </a:lnTo>
                  <a:lnTo>
                    <a:pt x="540935" y="71960"/>
                  </a:lnTo>
                  <a:close/>
                </a:path>
                <a:path w="629920" h="527685">
                  <a:moveTo>
                    <a:pt x="629412" y="0"/>
                  </a:moveTo>
                  <a:lnTo>
                    <a:pt x="384048" y="39624"/>
                  </a:lnTo>
                  <a:lnTo>
                    <a:pt x="361188" y="73152"/>
                  </a:lnTo>
                  <a:lnTo>
                    <a:pt x="365331" y="83581"/>
                  </a:lnTo>
                  <a:lnTo>
                    <a:pt x="372618" y="91440"/>
                  </a:lnTo>
                  <a:lnTo>
                    <a:pt x="382190" y="95869"/>
                  </a:lnTo>
                  <a:lnTo>
                    <a:pt x="384048" y="95893"/>
                  </a:lnTo>
                  <a:lnTo>
                    <a:pt x="393192" y="96012"/>
                  </a:lnTo>
                  <a:lnTo>
                    <a:pt x="485725" y="80948"/>
                  </a:lnTo>
                  <a:lnTo>
                    <a:pt x="566928" y="13716"/>
                  </a:lnTo>
                  <a:lnTo>
                    <a:pt x="603504" y="57912"/>
                  </a:lnTo>
                  <a:lnTo>
                    <a:pt x="603504" y="70784"/>
                  </a:lnTo>
                  <a:lnTo>
                    <a:pt x="629412" y="0"/>
                  </a:lnTo>
                  <a:close/>
                </a:path>
                <a:path w="629920" h="527685">
                  <a:moveTo>
                    <a:pt x="603504" y="57912"/>
                  </a:moveTo>
                  <a:lnTo>
                    <a:pt x="566928" y="13716"/>
                  </a:lnTo>
                  <a:lnTo>
                    <a:pt x="485725" y="80948"/>
                  </a:lnTo>
                  <a:lnTo>
                    <a:pt x="540935" y="71960"/>
                  </a:lnTo>
                  <a:lnTo>
                    <a:pt x="557784" y="25908"/>
                  </a:lnTo>
                  <a:lnTo>
                    <a:pt x="589788" y="64008"/>
                  </a:lnTo>
                  <a:lnTo>
                    <a:pt x="589788" y="69237"/>
                  </a:lnTo>
                  <a:lnTo>
                    <a:pt x="603504" y="57912"/>
                  </a:lnTo>
                  <a:close/>
                </a:path>
                <a:path w="629920" h="527685">
                  <a:moveTo>
                    <a:pt x="603504" y="70784"/>
                  </a:moveTo>
                  <a:lnTo>
                    <a:pt x="603504" y="57912"/>
                  </a:lnTo>
                  <a:lnTo>
                    <a:pt x="521216" y="125860"/>
                  </a:lnTo>
                  <a:lnTo>
                    <a:pt x="489204" y="213360"/>
                  </a:lnTo>
                  <a:lnTo>
                    <a:pt x="487989" y="224004"/>
                  </a:lnTo>
                  <a:lnTo>
                    <a:pt x="490918" y="234505"/>
                  </a:lnTo>
                  <a:lnTo>
                    <a:pt x="497562" y="243578"/>
                  </a:lnTo>
                  <a:lnTo>
                    <a:pt x="507492" y="249936"/>
                  </a:lnTo>
                  <a:lnTo>
                    <a:pt x="518136" y="251174"/>
                  </a:lnTo>
                  <a:lnTo>
                    <a:pt x="528637" y="248412"/>
                  </a:lnTo>
                  <a:lnTo>
                    <a:pt x="537710" y="242220"/>
                  </a:lnTo>
                  <a:lnTo>
                    <a:pt x="544068" y="233172"/>
                  </a:lnTo>
                  <a:lnTo>
                    <a:pt x="603504" y="70784"/>
                  </a:lnTo>
                  <a:close/>
                </a:path>
                <a:path w="629920" h="527685">
                  <a:moveTo>
                    <a:pt x="589788" y="69237"/>
                  </a:moveTo>
                  <a:lnTo>
                    <a:pt x="589788" y="64008"/>
                  </a:lnTo>
                  <a:lnTo>
                    <a:pt x="540935" y="71960"/>
                  </a:lnTo>
                  <a:lnTo>
                    <a:pt x="521216" y="125860"/>
                  </a:lnTo>
                  <a:lnTo>
                    <a:pt x="589788" y="69237"/>
                  </a:lnTo>
                  <a:close/>
                </a:path>
                <a:path w="629920" h="527685">
                  <a:moveTo>
                    <a:pt x="589788" y="64008"/>
                  </a:moveTo>
                  <a:lnTo>
                    <a:pt x="557784" y="25908"/>
                  </a:lnTo>
                  <a:lnTo>
                    <a:pt x="540935" y="71960"/>
                  </a:lnTo>
                  <a:lnTo>
                    <a:pt x="589788" y="64008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87840" y="5929373"/>
            <a:ext cx="6279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plane </a:t>
            </a:r>
            <a:r>
              <a:rPr sz="2400" dirty="0">
                <a:latin typeface="Arial MT"/>
                <a:cs typeface="Arial MT"/>
              </a:rPr>
              <a:t>perpendicular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proportional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magnitude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field.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1709" y="2008123"/>
            <a:ext cx="16675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334" marR="5080" indent="-5092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Electric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field </a:t>
            </a:r>
            <a:r>
              <a:rPr sz="2400" spc="-20" dirty="0">
                <a:latin typeface="Arial MT"/>
                <a:cs typeface="Arial MT"/>
              </a:rPr>
              <a:t>lines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18950" y="2634985"/>
            <a:ext cx="7664450" cy="2263775"/>
            <a:chOff x="1718950" y="2634985"/>
            <a:chExt cx="7664450" cy="2263775"/>
          </a:xfrm>
        </p:grpSpPr>
        <p:sp>
          <p:nvSpPr>
            <p:cNvPr id="6" name="object 6"/>
            <p:cNvSpPr/>
            <p:nvPr/>
          </p:nvSpPr>
          <p:spPr>
            <a:xfrm>
              <a:off x="2744602" y="2872739"/>
              <a:ext cx="1385570" cy="1946275"/>
            </a:xfrm>
            <a:custGeom>
              <a:avLst/>
              <a:gdLst/>
              <a:ahLst/>
              <a:cxnLst/>
              <a:rect l="l" t="t" r="r" b="b"/>
              <a:pathLst>
                <a:path w="1385570" h="1946275">
                  <a:moveTo>
                    <a:pt x="1385315" y="1584959"/>
                  </a:moveTo>
                  <a:lnTo>
                    <a:pt x="0" y="0"/>
                  </a:lnTo>
                  <a:lnTo>
                    <a:pt x="24383" y="1946147"/>
                  </a:lnTo>
                  <a:lnTo>
                    <a:pt x="1385315" y="1584959"/>
                  </a:lnTo>
                  <a:close/>
                </a:path>
              </a:pathLst>
            </a:custGeom>
            <a:solidFill>
              <a:srgbClr val="D9A8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50109" y="2872752"/>
              <a:ext cx="1480185" cy="1946275"/>
            </a:xfrm>
            <a:custGeom>
              <a:avLst/>
              <a:gdLst/>
              <a:ahLst/>
              <a:cxnLst/>
              <a:rect l="l" t="t" r="r" b="b"/>
              <a:pathLst>
                <a:path w="1480185" h="1946275">
                  <a:moveTo>
                    <a:pt x="1479804" y="1586484"/>
                  </a:moveTo>
                  <a:lnTo>
                    <a:pt x="1478280" y="1584960"/>
                  </a:lnTo>
                  <a:lnTo>
                    <a:pt x="118859" y="1944624"/>
                  </a:lnTo>
                  <a:lnTo>
                    <a:pt x="108381" y="1052982"/>
                  </a:lnTo>
                  <a:lnTo>
                    <a:pt x="112776" y="1034783"/>
                  </a:lnTo>
                  <a:lnTo>
                    <a:pt x="108153" y="1033830"/>
                  </a:lnTo>
                  <a:lnTo>
                    <a:pt x="96012" y="0"/>
                  </a:lnTo>
                  <a:lnTo>
                    <a:pt x="94488" y="0"/>
                  </a:lnTo>
                  <a:lnTo>
                    <a:pt x="99898" y="461606"/>
                  </a:lnTo>
                  <a:lnTo>
                    <a:pt x="10668" y="440423"/>
                  </a:lnTo>
                  <a:lnTo>
                    <a:pt x="0" y="483095"/>
                  </a:lnTo>
                  <a:lnTo>
                    <a:pt x="89916" y="505955"/>
                  </a:lnTo>
                  <a:lnTo>
                    <a:pt x="99936" y="464426"/>
                  </a:lnTo>
                  <a:lnTo>
                    <a:pt x="106616" y="1033500"/>
                  </a:lnTo>
                  <a:lnTo>
                    <a:pt x="10668" y="1013447"/>
                  </a:lnTo>
                  <a:lnTo>
                    <a:pt x="1524" y="1056119"/>
                  </a:lnTo>
                  <a:lnTo>
                    <a:pt x="102108" y="1078979"/>
                  </a:lnTo>
                  <a:lnTo>
                    <a:pt x="106921" y="1059040"/>
                  </a:lnTo>
                  <a:lnTo>
                    <a:pt x="117348" y="1946148"/>
                  </a:lnTo>
                  <a:lnTo>
                    <a:pt x="118859" y="1946148"/>
                  </a:lnTo>
                  <a:lnTo>
                    <a:pt x="1479804" y="15864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4602" y="2634995"/>
              <a:ext cx="1396365" cy="1823085"/>
            </a:xfrm>
            <a:custGeom>
              <a:avLst/>
              <a:gdLst/>
              <a:ahLst/>
              <a:cxnLst/>
              <a:rect l="l" t="t" r="r" b="b"/>
              <a:pathLst>
                <a:path w="1396364" h="1823085">
                  <a:moveTo>
                    <a:pt x="1395983" y="0"/>
                  </a:moveTo>
                  <a:lnTo>
                    <a:pt x="0" y="237743"/>
                  </a:lnTo>
                  <a:lnTo>
                    <a:pt x="1385315" y="1822703"/>
                  </a:lnTo>
                  <a:lnTo>
                    <a:pt x="1395983" y="0"/>
                  </a:lnTo>
                  <a:close/>
                </a:path>
              </a:pathLst>
            </a:custGeom>
            <a:solidFill>
              <a:srgbClr val="D9A8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18945" y="2634995"/>
              <a:ext cx="3685540" cy="2226945"/>
            </a:xfrm>
            <a:custGeom>
              <a:avLst/>
              <a:gdLst/>
              <a:ahLst/>
              <a:cxnLst/>
              <a:rect l="l" t="t" r="r" b="b"/>
              <a:pathLst>
                <a:path w="3685540" h="2226945">
                  <a:moveTo>
                    <a:pt x="1030224" y="879348"/>
                  </a:moveTo>
                  <a:lnTo>
                    <a:pt x="490728" y="766572"/>
                  </a:lnTo>
                  <a:lnTo>
                    <a:pt x="481584" y="809244"/>
                  </a:lnTo>
                  <a:lnTo>
                    <a:pt x="1021080" y="922020"/>
                  </a:lnTo>
                  <a:lnTo>
                    <a:pt x="1030224" y="879348"/>
                  </a:lnTo>
                  <a:close/>
                </a:path>
                <a:path w="3685540" h="2226945">
                  <a:moveTo>
                    <a:pt x="1030224" y="452628"/>
                  </a:moveTo>
                  <a:lnTo>
                    <a:pt x="7620" y="248412"/>
                  </a:lnTo>
                  <a:lnTo>
                    <a:pt x="0" y="292608"/>
                  </a:lnTo>
                  <a:lnTo>
                    <a:pt x="1021080" y="495300"/>
                  </a:lnTo>
                  <a:lnTo>
                    <a:pt x="1030224" y="452628"/>
                  </a:lnTo>
                  <a:close/>
                </a:path>
                <a:path w="3685540" h="2226945">
                  <a:moveTo>
                    <a:pt x="1030224" y="272796"/>
                  </a:moveTo>
                  <a:lnTo>
                    <a:pt x="478536" y="170688"/>
                  </a:lnTo>
                  <a:lnTo>
                    <a:pt x="470916" y="214884"/>
                  </a:lnTo>
                  <a:lnTo>
                    <a:pt x="1022604" y="316992"/>
                  </a:lnTo>
                  <a:lnTo>
                    <a:pt x="1030224" y="272796"/>
                  </a:lnTo>
                  <a:close/>
                </a:path>
                <a:path w="3685540" h="2226945">
                  <a:moveTo>
                    <a:pt x="1043940" y="1723644"/>
                  </a:moveTo>
                  <a:lnTo>
                    <a:pt x="42672" y="1443228"/>
                  </a:lnTo>
                  <a:lnTo>
                    <a:pt x="30480" y="1485900"/>
                  </a:lnTo>
                  <a:lnTo>
                    <a:pt x="1033272" y="1766316"/>
                  </a:lnTo>
                  <a:lnTo>
                    <a:pt x="1043940" y="1723644"/>
                  </a:lnTo>
                  <a:close/>
                </a:path>
                <a:path w="3685540" h="2226945">
                  <a:moveTo>
                    <a:pt x="1043940" y="1487424"/>
                  </a:moveTo>
                  <a:lnTo>
                    <a:pt x="502920" y="1341120"/>
                  </a:lnTo>
                  <a:lnTo>
                    <a:pt x="492252" y="1383792"/>
                  </a:lnTo>
                  <a:lnTo>
                    <a:pt x="1033272" y="1530096"/>
                  </a:lnTo>
                  <a:lnTo>
                    <a:pt x="1043940" y="1487424"/>
                  </a:lnTo>
                  <a:close/>
                </a:path>
                <a:path w="3685540" h="2226945">
                  <a:moveTo>
                    <a:pt x="1043940" y="1094232"/>
                  </a:moveTo>
                  <a:lnTo>
                    <a:pt x="30480" y="856488"/>
                  </a:lnTo>
                  <a:lnTo>
                    <a:pt x="21336" y="900684"/>
                  </a:lnTo>
                  <a:lnTo>
                    <a:pt x="1033272" y="1136904"/>
                  </a:lnTo>
                  <a:lnTo>
                    <a:pt x="1043940" y="1094232"/>
                  </a:lnTo>
                  <a:close/>
                </a:path>
                <a:path w="3685540" h="2226945">
                  <a:moveTo>
                    <a:pt x="2421623" y="12"/>
                  </a:moveTo>
                  <a:lnTo>
                    <a:pt x="2420328" y="228"/>
                  </a:lnTo>
                  <a:lnTo>
                    <a:pt x="2421623" y="1524"/>
                  </a:lnTo>
                  <a:lnTo>
                    <a:pt x="2421623" y="12"/>
                  </a:lnTo>
                  <a:close/>
                </a:path>
                <a:path w="3685540" h="2226945">
                  <a:moveTo>
                    <a:pt x="2753868" y="2183892"/>
                  </a:moveTo>
                  <a:lnTo>
                    <a:pt x="1816417" y="1931962"/>
                  </a:lnTo>
                  <a:lnTo>
                    <a:pt x="1708404" y="1822716"/>
                  </a:lnTo>
                  <a:lnTo>
                    <a:pt x="1700834" y="1818424"/>
                  </a:lnTo>
                  <a:lnTo>
                    <a:pt x="1692402" y="1817001"/>
                  </a:lnTo>
                  <a:lnTo>
                    <a:pt x="1683969" y="1818424"/>
                  </a:lnTo>
                  <a:lnTo>
                    <a:pt x="1676400" y="1822716"/>
                  </a:lnTo>
                  <a:lnTo>
                    <a:pt x="1671256" y="1830285"/>
                  </a:lnTo>
                  <a:lnTo>
                    <a:pt x="1669542" y="1838718"/>
                  </a:lnTo>
                  <a:lnTo>
                    <a:pt x="1671256" y="1847138"/>
                  </a:lnTo>
                  <a:lnTo>
                    <a:pt x="1676400" y="1854720"/>
                  </a:lnTo>
                  <a:lnTo>
                    <a:pt x="1726323" y="1905342"/>
                  </a:lnTo>
                  <a:lnTo>
                    <a:pt x="1309116" y="1795284"/>
                  </a:lnTo>
                  <a:lnTo>
                    <a:pt x="1309027" y="1795602"/>
                  </a:lnTo>
                  <a:lnTo>
                    <a:pt x="1290828" y="1790700"/>
                  </a:lnTo>
                  <a:lnTo>
                    <a:pt x="1278636" y="1833372"/>
                  </a:lnTo>
                  <a:lnTo>
                    <a:pt x="1711198" y="1949513"/>
                  </a:lnTo>
                  <a:lnTo>
                    <a:pt x="1645920" y="1967496"/>
                  </a:lnTo>
                  <a:lnTo>
                    <a:pt x="1637969" y="1972208"/>
                  </a:lnTo>
                  <a:lnTo>
                    <a:pt x="1632585" y="1978926"/>
                  </a:lnTo>
                  <a:lnTo>
                    <a:pt x="1630057" y="1986775"/>
                  </a:lnTo>
                  <a:lnTo>
                    <a:pt x="1630680" y="1994928"/>
                  </a:lnTo>
                  <a:lnTo>
                    <a:pt x="1634540" y="2003120"/>
                  </a:lnTo>
                  <a:lnTo>
                    <a:pt x="1640967" y="2009025"/>
                  </a:lnTo>
                  <a:lnTo>
                    <a:pt x="1649107" y="2012073"/>
                  </a:lnTo>
                  <a:lnTo>
                    <a:pt x="1658112" y="2011692"/>
                  </a:lnTo>
                  <a:lnTo>
                    <a:pt x="1797812" y="1972767"/>
                  </a:lnTo>
                  <a:lnTo>
                    <a:pt x="2743200" y="2226564"/>
                  </a:lnTo>
                  <a:lnTo>
                    <a:pt x="2753868" y="2183892"/>
                  </a:lnTo>
                  <a:close/>
                </a:path>
                <a:path w="3685540" h="2226945">
                  <a:moveTo>
                    <a:pt x="3214116" y="2049780"/>
                  </a:moveTo>
                  <a:lnTo>
                    <a:pt x="2246477" y="1796529"/>
                  </a:lnTo>
                  <a:lnTo>
                    <a:pt x="2145792" y="1694700"/>
                  </a:lnTo>
                  <a:lnTo>
                    <a:pt x="2138222" y="1689557"/>
                  </a:lnTo>
                  <a:lnTo>
                    <a:pt x="2129790" y="1687842"/>
                  </a:lnTo>
                  <a:lnTo>
                    <a:pt x="2121357" y="1689557"/>
                  </a:lnTo>
                  <a:lnTo>
                    <a:pt x="2113788" y="1694700"/>
                  </a:lnTo>
                  <a:lnTo>
                    <a:pt x="2109495" y="1702269"/>
                  </a:lnTo>
                  <a:lnTo>
                    <a:pt x="2108073" y="1710702"/>
                  </a:lnTo>
                  <a:lnTo>
                    <a:pt x="2109495" y="1719122"/>
                  </a:lnTo>
                  <a:lnTo>
                    <a:pt x="2113788" y="1726704"/>
                  </a:lnTo>
                  <a:lnTo>
                    <a:pt x="2162213" y="1774469"/>
                  </a:lnTo>
                  <a:lnTo>
                    <a:pt x="1752600" y="1667256"/>
                  </a:lnTo>
                  <a:lnTo>
                    <a:pt x="1752269" y="1668399"/>
                  </a:lnTo>
                  <a:lnTo>
                    <a:pt x="1748028" y="1667268"/>
                  </a:lnTo>
                  <a:lnTo>
                    <a:pt x="1735836" y="1709940"/>
                  </a:lnTo>
                  <a:lnTo>
                    <a:pt x="2153945" y="1820240"/>
                  </a:lnTo>
                  <a:lnTo>
                    <a:pt x="2084832" y="1839480"/>
                  </a:lnTo>
                  <a:lnTo>
                    <a:pt x="2076665" y="1843328"/>
                  </a:lnTo>
                  <a:lnTo>
                    <a:pt x="2070925" y="1849767"/>
                  </a:lnTo>
                  <a:lnTo>
                    <a:pt x="2068334" y="1857908"/>
                  </a:lnTo>
                  <a:lnTo>
                    <a:pt x="2069592" y="1866912"/>
                  </a:lnTo>
                  <a:lnTo>
                    <a:pt x="2073427" y="1874862"/>
                  </a:lnTo>
                  <a:lnTo>
                    <a:pt x="2079688" y="1880247"/>
                  </a:lnTo>
                  <a:lnTo>
                    <a:pt x="2087384" y="1882762"/>
                  </a:lnTo>
                  <a:lnTo>
                    <a:pt x="2095500" y="1882152"/>
                  </a:lnTo>
                  <a:lnTo>
                    <a:pt x="2244725" y="1841792"/>
                  </a:lnTo>
                  <a:lnTo>
                    <a:pt x="3203448" y="2092452"/>
                  </a:lnTo>
                  <a:lnTo>
                    <a:pt x="3214116" y="2049780"/>
                  </a:lnTo>
                  <a:close/>
                </a:path>
                <a:path w="3685540" h="2226945">
                  <a:moveTo>
                    <a:pt x="3685032" y="597408"/>
                  </a:moveTo>
                  <a:lnTo>
                    <a:pt x="2741574" y="426148"/>
                  </a:lnTo>
                  <a:lnTo>
                    <a:pt x="2641092" y="338340"/>
                  </a:lnTo>
                  <a:lnTo>
                    <a:pt x="2633548" y="334073"/>
                  </a:lnTo>
                  <a:lnTo>
                    <a:pt x="2604516" y="356438"/>
                  </a:lnTo>
                  <a:lnTo>
                    <a:pt x="2606751" y="364934"/>
                  </a:lnTo>
                  <a:lnTo>
                    <a:pt x="2612136" y="371868"/>
                  </a:lnTo>
                  <a:lnTo>
                    <a:pt x="2656929" y="410781"/>
                  </a:lnTo>
                  <a:lnTo>
                    <a:pt x="2419477" y="367665"/>
                  </a:lnTo>
                  <a:lnTo>
                    <a:pt x="2421623" y="1536"/>
                  </a:lnTo>
                  <a:lnTo>
                    <a:pt x="2420328" y="228"/>
                  </a:lnTo>
                  <a:lnTo>
                    <a:pt x="2420099" y="0"/>
                  </a:lnTo>
                  <a:lnTo>
                    <a:pt x="2420099" y="266"/>
                  </a:lnTo>
                  <a:lnTo>
                    <a:pt x="1298143" y="190131"/>
                  </a:lnTo>
                  <a:lnTo>
                    <a:pt x="1301496" y="170688"/>
                  </a:lnTo>
                  <a:lnTo>
                    <a:pt x="929640" y="102108"/>
                  </a:lnTo>
                  <a:lnTo>
                    <a:pt x="922020" y="146304"/>
                  </a:lnTo>
                  <a:lnTo>
                    <a:pt x="1225892" y="202349"/>
                  </a:lnTo>
                  <a:lnTo>
                    <a:pt x="1025652" y="236232"/>
                  </a:lnTo>
                  <a:lnTo>
                    <a:pt x="1025652" y="237756"/>
                  </a:lnTo>
                  <a:lnTo>
                    <a:pt x="1230210" y="203149"/>
                  </a:lnTo>
                  <a:lnTo>
                    <a:pt x="1293876" y="214884"/>
                  </a:lnTo>
                  <a:lnTo>
                    <a:pt x="1297863" y="191693"/>
                  </a:lnTo>
                  <a:lnTo>
                    <a:pt x="2420086" y="1803"/>
                  </a:lnTo>
                  <a:lnTo>
                    <a:pt x="2417940" y="367385"/>
                  </a:lnTo>
                  <a:lnTo>
                    <a:pt x="2199132" y="327660"/>
                  </a:lnTo>
                  <a:lnTo>
                    <a:pt x="2191512" y="371856"/>
                  </a:lnTo>
                  <a:lnTo>
                    <a:pt x="2213216" y="375805"/>
                  </a:lnTo>
                  <a:lnTo>
                    <a:pt x="2212848" y="377964"/>
                  </a:lnTo>
                  <a:lnTo>
                    <a:pt x="2417648" y="417144"/>
                  </a:lnTo>
                  <a:lnTo>
                    <a:pt x="2416962" y="533387"/>
                  </a:lnTo>
                  <a:lnTo>
                    <a:pt x="2283777" y="508101"/>
                  </a:lnTo>
                  <a:lnTo>
                    <a:pt x="2173224" y="411492"/>
                  </a:lnTo>
                  <a:lnTo>
                    <a:pt x="2165654" y="406577"/>
                  </a:lnTo>
                  <a:lnTo>
                    <a:pt x="2136457" y="429018"/>
                  </a:lnTo>
                  <a:lnTo>
                    <a:pt x="2138857" y="437438"/>
                  </a:lnTo>
                  <a:lnTo>
                    <a:pt x="2144268" y="445020"/>
                  </a:lnTo>
                  <a:lnTo>
                    <a:pt x="2198166" y="491832"/>
                  </a:lnTo>
                  <a:lnTo>
                    <a:pt x="1956422" y="445922"/>
                  </a:lnTo>
                  <a:lnTo>
                    <a:pt x="1752600" y="406920"/>
                  </a:lnTo>
                  <a:lnTo>
                    <a:pt x="1752536" y="407187"/>
                  </a:lnTo>
                  <a:lnTo>
                    <a:pt x="1751076" y="406908"/>
                  </a:lnTo>
                  <a:lnTo>
                    <a:pt x="1741932" y="451104"/>
                  </a:lnTo>
                  <a:lnTo>
                    <a:pt x="1894738" y="479983"/>
                  </a:lnTo>
                  <a:lnTo>
                    <a:pt x="2187676" y="535851"/>
                  </a:lnTo>
                  <a:lnTo>
                    <a:pt x="2267712" y="551116"/>
                  </a:lnTo>
                  <a:lnTo>
                    <a:pt x="2270760" y="551700"/>
                  </a:lnTo>
                  <a:lnTo>
                    <a:pt x="2187676" y="535851"/>
                  </a:lnTo>
                  <a:lnTo>
                    <a:pt x="2121408" y="559320"/>
                  </a:lnTo>
                  <a:lnTo>
                    <a:pt x="2114359" y="564057"/>
                  </a:lnTo>
                  <a:lnTo>
                    <a:pt x="2109597" y="570941"/>
                  </a:lnTo>
                  <a:lnTo>
                    <a:pt x="2107692" y="579247"/>
                  </a:lnTo>
                  <a:lnTo>
                    <a:pt x="2109216" y="588276"/>
                  </a:lnTo>
                  <a:lnTo>
                    <a:pt x="2113292" y="595985"/>
                  </a:lnTo>
                  <a:lnTo>
                    <a:pt x="2120074" y="600849"/>
                  </a:lnTo>
                  <a:lnTo>
                    <a:pt x="2128291" y="602843"/>
                  </a:lnTo>
                  <a:lnTo>
                    <a:pt x="2136457" y="602005"/>
                  </a:lnTo>
                  <a:lnTo>
                    <a:pt x="2136648" y="601992"/>
                  </a:lnTo>
                  <a:lnTo>
                    <a:pt x="2277478" y="552284"/>
                  </a:lnTo>
                  <a:lnTo>
                    <a:pt x="2416695" y="578586"/>
                  </a:lnTo>
                  <a:lnTo>
                    <a:pt x="2415857" y="720775"/>
                  </a:lnTo>
                  <a:lnTo>
                    <a:pt x="1778330" y="595236"/>
                  </a:lnTo>
                  <a:lnTo>
                    <a:pt x="1668780" y="498360"/>
                  </a:lnTo>
                  <a:lnTo>
                    <a:pt x="1661236" y="494093"/>
                  </a:lnTo>
                  <a:lnTo>
                    <a:pt x="1632204" y="516458"/>
                  </a:lnTo>
                  <a:lnTo>
                    <a:pt x="1634439" y="524954"/>
                  </a:lnTo>
                  <a:lnTo>
                    <a:pt x="1639824" y="531888"/>
                  </a:lnTo>
                  <a:lnTo>
                    <a:pt x="1692490" y="578332"/>
                  </a:lnTo>
                  <a:lnTo>
                    <a:pt x="1278636" y="496836"/>
                  </a:lnTo>
                  <a:lnTo>
                    <a:pt x="1269492" y="539496"/>
                  </a:lnTo>
                  <a:lnTo>
                    <a:pt x="1683486" y="623316"/>
                  </a:lnTo>
                  <a:lnTo>
                    <a:pt x="1763268" y="639470"/>
                  </a:lnTo>
                  <a:lnTo>
                    <a:pt x="1766316" y="640092"/>
                  </a:lnTo>
                  <a:lnTo>
                    <a:pt x="1683486" y="623316"/>
                  </a:lnTo>
                  <a:lnTo>
                    <a:pt x="1616964" y="646188"/>
                  </a:lnTo>
                  <a:lnTo>
                    <a:pt x="1609039" y="650925"/>
                  </a:lnTo>
                  <a:lnTo>
                    <a:pt x="1603819" y="657809"/>
                  </a:lnTo>
                  <a:lnTo>
                    <a:pt x="1601749" y="666115"/>
                  </a:lnTo>
                  <a:lnTo>
                    <a:pt x="1603248" y="675144"/>
                  </a:lnTo>
                  <a:lnTo>
                    <a:pt x="1607959" y="682421"/>
                  </a:lnTo>
                  <a:lnTo>
                    <a:pt x="1614678" y="687717"/>
                  </a:lnTo>
                  <a:lnTo>
                    <a:pt x="1622539" y="690143"/>
                  </a:lnTo>
                  <a:lnTo>
                    <a:pt x="1630680" y="688860"/>
                  </a:lnTo>
                  <a:lnTo>
                    <a:pt x="1773936" y="639914"/>
                  </a:lnTo>
                  <a:lnTo>
                    <a:pt x="1774977" y="639559"/>
                  </a:lnTo>
                  <a:lnTo>
                    <a:pt x="2415603" y="766368"/>
                  </a:lnTo>
                  <a:lnTo>
                    <a:pt x="2414308" y="987806"/>
                  </a:lnTo>
                  <a:lnTo>
                    <a:pt x="2214372" y="947940"/>
                  </a:lnTo>
                  <a:lnTo>
                    <a:pt x="2213762" y="950747"/>
                  </a:lnTo>
                  <a:lnTo>
                    <a:pt x="2200656" y="947928"/>
                  </a:lnTo>
                  <a:lnTo>
                    <a:pt x="2191512" y="990600"/>
                  </a:lnTo>
                  <a:lnTo>
                    <a:pt x="2414016" y="1038352"/>
                  </a:lnTo>
                  <a:lnTo>
                    <a:pt x="2413101" y="1195031"/>
                  </a:lnTo>
                  <a:lnTo>
                    <a:pt x="2253856" y="1159802"/>
                  </a:lnTo>
                  <a:lnTo>
                    <a:pt x="2136648" y="1056144"/>
                  </a:lnTo>
                  <a:lnTo>
                    <a:pt x="2129104" y="1051877"/>
                  </a:lnTo>
                  <a:lnTo>
                    <a:pt x="2100643" y="1074242"/>
                  </a:lnTo>
                  <a:lnTo>
                    <a:pt x="2102523" y="1082738"/>
                  </a:lnTo>
                  <a:lnTo>
                    <a:pt x="2107692" y="1089672"/>
                  </a:lnTo>
                  <a:lnTo>
                    <a:pt x="2161870" y="1137437"/>
                  </a:lnTo>
                  <a:lnTo>
                    <a:pt x="2071077" y="1119339"/>
                  </a:lnTo>
                  <a:lnTo>
                    <a:pt x="1751076" y="1048512"/>
                  </a:lnTo>
                  <a:lnTo>
                    <a:pt x="1749679" y="1055255"/>
                  </a:lnTo>
                  <a:lnTo>
                    <a:pt x="1746504" y="1054620"/>
                  </a:lnTo>
                  <a:lnTo>
                    <a:pt x="1737360" y="1098816"/>
                  </a:lnTo>
                  <a:lnTo>
                    <a:pt x="2034019" y="1157058"/>
                  </a:lnTo>
                  <a:lnTo>
                    <a:pt x="2148154" y="1182204"/>
                  </a:lnTo>
                  <a:lnTo>
                    <a:pt x="2084832" y="1203972"/>
                  </a:lnTo>
                  <a:lnTo>
                    <a:pt x="2077758" y="1208709"/>
                  </a:lnTo>
                  <a:lnTo>
                    <a:pt x="2072830" y="1215593"/>
                  </a:lnTo>
                  <a:lnTo>
                    <a:pt x="2070468" y="1223899"/>
                  </a:lnTo>
                  <a:lnTo>
                    <a:pt x="2071116" y="1232928"/>
                  </a:lnTo>
                  <a:lnTo>
                    <a:pt x="2075853" y="1240205"/>
                  </a:lnTo>
                  <a:lnTo>
                    <a:pt x="2082736" y="1245501"/>
                  </a:lnTo>
                  <a:lnTo>
                    <a:pt x="2091042" y="1247927"/>
                  </a:lnTo>
                  <a:lnTo>
                    <a:pt x="2100072" y="1246644"/>
                  </a:lnTo>
                  <a:lnTo>
                    <a:pt x="2232914" y="1200873"/>
                  </a:lnTo>
                  <a:lnTo>
                    <a:pt x="2412835" y="1240497"/>
                  </a:lnTo>
                  <a:lnTo>
                    <a:pt x="2411793" y="1417180"/>
                  </a:lnTo>
                  <a:lnTo>
                    <a:pt x="1806194" y="1273911"/>
                  </a:lnTo>
                  <a:lnTo>
                    <a:pt x="1708404" y="1175016"/>
                  </a:lnTo>
                  <a:lnTo>
                    <a:pt x="1700834" y="1170724"/>
                  </a:lnTo>
                  <a:lnTo>
                    <a:pt x="1692402" y="1169301"/>
                  </a:lnTo>
                  <a:lnTo>
                    <a:pt x="1683969" y="1170724"/>
                  </a:lnTo>
                  <a:lnTo>
                    <a:pt x="1676400" y="1175016"/>
                  </a:lnTo>
                  <a:lnTo>
                    <a:pt x="1671256" y="1182585"/>
                  </a:lnTo>
                  <a:lnTo>
                    <a:pt x="1669542" y="1191018"/>
                  </a:lnTo>
                  <a:lnTo>
                    <a:pt x="1671256" y="1199438"/>
                  </a:lnTo>
                  <a:lnTo>
                    <a:pt x="1676400" y="1207020"/>
                  </a:lnTo>
                  <a:lnTo>
                    <a:pt x="1722932" y="1254213"/>
                  </a:lnTo>
                  <a:lnTo>
                    <a:pt x="1629600" y="1232141"/>
                  </a:lnTo>
                  <a:lnTo>
                    <a:pt x="1309116" y="1147584"/>
                  </a:lnTo>
                  <a:lnTo>
                    <a:pt x="1307045" y="1155827"/>
                  </a:lnTo>
                  <a:lnTo>
                    <a:pt x="1278636" y="1149096"/>
                  </a:lnTo>
                  <a:lnTo>
                    <a:pt x="1267968" y="1191768"/>
                  </a:lnTo>
                  <a:lnTo>
                    <a:pt x="1597787" y="1270139"/>
                  </a:lnTo>
                  <a:lnTo>
                    <a:pt x="1713788" y="1301089"/>
                  </a:lnTo>
                  <a:lnTo>
                    <a:pt x="1645920" y="1319796"/>
                  </a:lnTo>
                  <a:lnTo>
                    <a:pt x="1637969" y="1324508"/>
                  </a:lnTo>
                  <a:lnTo>
                    <a:pt x="1632585" y="1331226"/>
                  </a:lnTo>
                  <a:lnTo>
                    <a:pt x="1630057" y="1339075"/>
                  </a:lnTo>
                  <a:lnTo>
                    <a:pt x="1630680" y="1347228"/>
                  </a:lnTo>
                  <a:lnTo>
                    <a:pt x="1634540" y="1355420"/>
                  </a:lnTo>
                  <a:lnTo>
                    <a:pt x="1640967" y="1361325"/>
                  </a:lnTo>
                  <a:lnTo>
                    <a:pt x="1649107" y="1364373"/>
                  </a:lnTo>
                  <a:lnTo>
                    <a:pt x="1658112" y="1363992"/>
                  </a:lnTo>
                  <a:lnTo>
                    <a:pt x="1805940" y="1322793"/>
                  </a:lnTo>
                  <a:lnTo>
                    <a:pt x="1812137" y="1321066"/>
                  </a:lnTo>
                  <a:lnTo>
                    <a:pt x="2411526" y="1463484"/>
                  </a:lnTo>
                  <a:lnTo>
                    <a:pt x="2410701" y="1606562"/>
                  </a:lnTo>
                  <a:lnTo>
                    <a:pt x="2200656" y="1554480"/>
                  </a:lnTo>
                  <a:lnTo>
                    <a:pt x="2189988" y="1597152"/>
                  </a:lnTo>
                  <a:lnTo>
                    <a:pt x="2204008" y="1600631"/>
                  </a:lnTo>
                  <a:lnTo>
                    <a:pt x="2203704" y="1601736"/>
                  </a:lnTo>
                  <a:lnTo>
                    <a:pt x="2410396" y="1656740"/>
                  </a:lnTo>
                  <a:lnTo>
                    <a:pt x="2409444" y="1822716"/>
                  </a:lnTo>
                  <a:lnTo>
                    <a:pt x="2410968" y="1822716"/>
                  </a:lnTo>
                  <a:lnTo>
                    <a:pt x="2411920" y="1657134"/>
                  </a:lnTo>
                  <a:lnTo>
                    <a:pt x="2623261" y="1713357"/>
                  </a:lnTo>
                  <a:lnTo>
                    <a:pt x="2552700" y="1732800"/>
                  </a:lnTo>
                  <a:lnTo>
                    <a:pt x="2544749" y="1736648"/>
                  </a:lnTo>
                  <a:lnTo>
                    <a:pt x="2539365" y="1743087"/>
                  </a:lnTo>
                  <a:lnTo>
                    <a:pt x="2536837" y="1751228"/>
                  </a:lnTo>
                  <a:lnTo>
                    <a:pt x="2537460" y="1760232"/>
                  </a:lnTo>
                  <a:lnTo>
                    <a:pt x="2541320" y="1768182"/>
                  </a:lnTo>
                  <a:lnTo>
                    <a:pt x="2547747" y="1773567"/>
                  </a:lnTo>
                  <a:lnTo>
                    <a:pt x="2555887" y="1776082"/>
                  </a:lnTo>
                  <a:lnTo>
                    <a:pt x="2564892" y="1775472"/>
                  </a:lnTo>
                  <a:lnTo>
                    <a:pt x="2712720" y="1735150"/>
                  </a:lnTo>
                  <a:lnTo>
                    <a:pt x="2728874" y="1730756"/>
                  </a:lnTo>
                  <a:lnTo>
                    <a:pt x="3640836" y="1956816"/>
                  </a:lnTo>
                  <a:lnTo>
                    <a:pt x="3651504" y="1914144"/>
                  </a:lnTo>
                  <a:lnTo>
                    <a:pt x="2704515" y="1679397"/>
                  </a:lnTo>
                  <a:lnTo>
                    <a:pt x="2615184" y="1588020"/>
                  </a:lnTo>
                  <a:lnTo>
                    <a:pt x="2607614" y="1582877"/>
                  </a:lnTo>
                  <a:lnTo>
                    <a:pt x="2599182" y="1581162"/>
                  </a:lnTo>
                  <a:lnTo>
                    <a:pt x="2590749" y="1582877"/>
                  </a:lnTo>
                  <a:lnTo>
                    <a:pt x="2583180" y="1588020"/>
                  </a:lnTo>
                  <a:lnTo>
                    <a:pt x="2578036" y="1595589"/>
                  </a:lnTo>
                  <a:lnTo>
                    <a:pt x="2576322" y="1604022"/>
                  </a:lnTo>
                  <a:lnTo>
                    <a:pt x="2578036" y="1612442"/>
                  </a:lnTo>
                  <a:lnTo>
                    <a:pt x="2583180" y="1620024"/>
                  </a:lnTo>
                  <a:lnTo>
                    <a:pt x="2621394" y="1658797"/>
                  </a:lnTo>
                  <a:lnTo>
                    <a:pt x="2412225" y="1606931"/>
                  </a:lnTo>
                  <a:lnTo>
                    <a:pt x="2413050" y="1463852"/>
                  </a:lnTo>
                  <a:lnTo>
                    <a:pt x="2743200" y="1542288"/>
                  </a:lnTo>
                  <a:lnTo>
                    <a:pt x="2753868" y="1498092"/>
                  </a:lnTo>
                  <a:lnTo>
                    <a:pt x="2413317" y="1417535"/>
                  </a:lnTo>
                  <a:lnTo>
                    <a:pt x="2414359" y="1240828"/>
                  </a:lnTo>
                  <a:lnTo>
                    <a:pt x="3215640" y="1417320"/>
                  </a:lnTo>
                  <a:lnTo>
                    <a:pt x="3224784" y="1374648"/>
                  </a:lnTo>
                  <a:lnTo>
                    <a:pt x="2414625" y="1195362"/>
                  </a:lnTo>
                  <a:lnTo>
                    <a:pt x="2415540" y="1038682"/>
                  </a:lnTo>
                  <a:lnTo>
                    <a:pt x="2605557" y="1079461"/>
                  </a:lnTo>
                  <a:lnTo>
                    <a:pt x="2554224" y="1097292"/>
                  </a:lnTo>
                  <a:lnTo>
                    <a:pt x="2546299" y="1102029"/>
                  </a:lnTo>
                  <a:lnTo>
                    <a:pt x="2541079" y="1108913"/>
                  </a:lnTo>
                  <a:lnTo>
                    <a:pt x="2539009" y="1117219"/>
                  </a:lnTo>
                  <a:lnTo>
                    <a:pt x="2540508" y="1126248"/>
                  </a:lnTo>
                  <a:lnTo>
                    <a:pt x="2544368" y="1133309"/>
                  </a:lnTo>
                  <a:lnTo>
                    <a:pt x="2550795" y="1138250"/>
                  </a:lnTo>
                  <a:lnTo>
                    <a:pt x="2558935" y="1140599"/>
                  </a:lnTo>
                  <a:lnTo>
                    <a:pt x="2567940" y="1139964"/>
                  </a:lnTo>
                  <a:lnTo>
                    <a:pt x="2690584" y="1097711"/>
                  </a:lnTo>
                  <a:lnTo>
                    <a:pt x="3654552" y="1304544"/>
                  </a:lnTo>
                  <a:lnTo>
                    <a:pt x="3663696" y="1261872"/>
                  </a:lnTo>
                  <a:lnTo>
                    <a:pt x="2731884" y="1061935"/>
                  </a:lnTo>
                  <a:lnTo>
                    <a:pt x="2606040" y="949464"/>
                  </a:lnTo>
                  <a:lnTo>
                    <a:pt x="2598470" y="945197"/>
                  </a:lnTo>
                  <a:lnTo>
                    <a:pt x="2590038" y="943940"/>
                  </a:lnTo>
                  <a:lnTo>
                    <a:pt x="2581605" y="945819"/>
                  </a:lnTo>
                  <a:lnTo>
                    <a:pt x="2574036" y="950988"/>
                  </a:lnTo>
                  <a:lnTo>
                    <a:pt x="2570010" y="958557"/>
                  </a:lnTo>
                  <a:lnTo>
                    <a:pt x="2569273" y="966990"/>
                  </a:lnTo>
                  <a:lnTo>
                    <a:pt x="2571673" y="975410"/>
                  </a:lnTo>
                  <a:lnTo>
                    <a:pt x="2577084" y="982992"/>
                  </a:lnTo>
                  <a:lnTo>
                    <a:pt x="2630792" y="1030960"/>
                  </a:lnTo>
                  <a:lnTo>
                    <a:pt x="2415832" y="988110"/>
                  </a:lnTo>
                  <a:lnTo>
                    <a:pt x="2417127" y="766673"/>
                  </a:lnTo>
                  <a:lnTo>
                    <a:pt x="2755392" y="833628"/>
                  </a:lnTo>
                  <a:lnTo>
                    <a:pt x="2764536" y="789432"/>
                  </a:lnTo>
                  <a:lnTo>
                    <a:pt x="2417394" y="721080"/>
                  </a:lnTo>
                  <a:lnTo>
                    <a:pt x="2418232" y="578878"/>
                  </a:lnTo>
                  <a:lnTo>
                    <a:pt x="3226308" y="731520"/>
                  </a:lnTo>
                  <a:lnTo>
                    <a:pt x="3235452" y="688848"/>
                  </a:lnTo>
                  <a:lnTo>
                    <a:pt x="2418499" y="533679"/>
                  </a:lnTo>
                  <a:lnTo>
                    <a:pt x="2419185" y="417449"/>
                  </a:lnTo>
                  <a:lnTo>
                    <a:pt x="2657449" y="463016"/>
                  </a:lnTo>
                  <a:lnTo>
                    <a:pt x="2735580" y="477964"/>
                  </a:lnTo>
                  <a:lnTo>
                    <a:pt x="2738628" y="478548"/>
                  </a:lnTo>
                  <a:lnTo>
                    <a:pt x="2657449" y="463016"/>
                  </a:lnTo>
                  <a:lnTo>
                    <a:pt x="2590800" y="486168"/>
                  </a:lnTo>
                  <a:lnTo>
                    <a:pt x="2582875" y="490905"/>
                  </a:lnTo>
                  <a:lnTo>
                    <a:pt x="2577655" y="497789"/>
                  </a:lnTo>
                  <a:lnTo>
                    <a:pt x="2575585" y="506095"/>
                  </a:lnTo>
                  <a:lnTo>
                    <a:pt x="2577084" y="515124"/>
                  </a:lnTo>
                  <a:lnTo>
                    <a:pt x="2581160" y="523049"/>
                  </a:lnTo>
                  <a:lnTo>
                    <a:pt x="2587942" y="528269"/>
                  </a:lnTo>
                  <a:lnTo>
                    <a:pt x="2596159" y="530339"/>
                  </a:lnTo>
                  <a:lnTo>
                    <a:pt x="2604516" y="528840"/>
                  </a:lnTo>
                  <a:lnTo>
                    <a:pt x="2747772" y="478269"/>
                  </a:lnTo>
                  <a:lnTo>
                    <a:pt x="2757932" y="474687"/>
                  </a:lnTo>
                  <a:lnTo>
                    <a:pt x="3677412" y="641604"/>
                  </a:lnTo>
                  <a:lnTo>
                    <a:pt x="3685032" y="597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11574" y="2909315"/>
              <a:ext cx="1385570" cy="1957070"/>
            </a:xfrm>
            <a:custGeom>
              <a:avLst/>
              <a:gdLst/>
              <a:ahLst/>
              <a:cxnLst/>
              <a:rect l="l" t="t" r="r" b="b"/>
              <a:pathLst>
                <a:path w="1385570" h="1957070">
                  <a:moveTo>
                    <a:pt x="1385315" y="1584959"/>
                  </a:moveTo>
                  <a:lnTo>
                    <a:pt x="0" y="0"/>
                  </a:lnTo>
                  <a:lnTo>
                    <a:pt x="22859" y="1956815"/>
                  </a:lnTo>
                  <a:lnTo>
                    <a:pt x="1385315" y="1584959"/>
                  </a:lnTo>
                  <a:close/>
                </a:path>
              </a:pathLst>
            </a:custGeom>
            <a:solidFill>
              <a:srgbClr val="D9A8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17081" y="2909328"/>
              <a:ext cx="1480185" cy="1957070"/>
            </a:xfrm>
            <a:custGeom>
              <a:avLst/>
              <a:gdLst/>
              <a:ahLst/>
              <a:cxnLst/>
              <a:rect l="l" t="t" r="r" b="b"/>
              <a:pathLst>
                <a:path w="1480184" h="1957070">
                  <a:moveTo>
                    <a:pt x="117348" y="1956816"/>
                  </a:moveTo>
                  <a:lnTo>
                    <a:pt x="107454" y="1050480"/>
                  </a:lnTo>
                  <a:lnTo>
                    <a:pt x="111252" y="1034783"/>
                  </a:lnTo>
                  <a:lnTo>
                    <a:pt x="107276" y="1033957"/>
                  </a:lnTo>
                  <a:lnTo>
                    <a:pt x="96012" y="0"/>
                  </a:lnTo>
                  <a:lnTo>
                    <a:pt x="94488" y="0"/>
                  </a:lnTo>
                  <a:lnTo>
                    <a:pt x="105752" y="1033640"/>
                  </a:lnTo>
                  <a:lnTo>
                    <a:pt x="9144" y="1013447"/>
                  </a:lnTo>
                  <a:lnTo>
                    <a:pt x="0" y="1056119"/>
                  </a:lnTo>
                  <a:lnTo>
                    <a:pt x="100584" y="1078979"/>
                  </a:lnTo>
                  <a:lnTo>
                    <a:pt x="106006" y="1056513"/>
                  </a:lnTo>
                  <a:lnTo>
                    <a:pt x="115824" y="1956816"/>
                  </a:lnTo>
                  <a:lnTo>
                    <a:pt x="117348" y="1956816"/>
                  </a:lnTo>
                  <a:close/>
                </a:path>
                <a:path w="1480184" h="1957070">
                  <a:moveTo>
                    <a:pt x="1479804" y="1584960"/>
                  </a:moveTo>
                  <a:lnTo>
                    <a:pt x="117348" y="1956816"/>
                  </a:lnTo>
                  <a:lnTo>
                    <a:pt x="1479804" y="1586484"/>
                  </a:lnTo>
                  <a:lnTo>
                    <a:pt x="1479804" y="1584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1574" y="2671571"/>
              <a:ext cx="1396365" cy="1823085"/>
            </a:xfrm>
            <a:custGeom>
              <a:avLst/>
              <a:gdLst/>
              <a:ahLst/>
              <a:cxnLst/>
              <a:rect l="l" t="t" r="r" b="b"/>
              <a:pathLst>
                <a:path w="1396365" h="1823085">
                  <a:moveTo>
                    <a:pt x="1395983" y="0"/>
                  </a:moveTo>
                  <a:lnTo>
                    <a:pt x="0" y="237743"/>
                  </a:lnTo>
                  <a:lnTo>
                    <a:pt x="1385315" y="1822703"/>
                  </a:lnTo>
                  <a:lnTo>
                    <a:pt x="1395983" y="0"/>
                  </a:lnTo>
                  <a:close/>
                </a:path>
              </a:pathLst>
            </a:custGeom>
            <a:solidFill>
              <a:srgbClr val="D9A8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84393" y="2671571"/>
              <a:ext cx="3698875" cy="2226945"/>
            </a:xfrm>
            <a:custGeom>
              <a:avLst/>
              <a:gdLst/>
              <a:ahLst/>
              <a:cxnLst/>
              <a:rect l="l" t="t" r="r" b="b"/>
              <a:pathLst>
                <a:path w="3698875" h="2226945">
                  <a:moveTo>
                    <a:pt x="1031748" y="452628"/>
                  </a:moveTo>
                  <a:lnTo>
                    <a:pt x="7620" y="248412"/>
                  </a:lnTo>
                  <a:lnTo>
                    <a:pt x="0" y="292608"/>
                  </a:lnTo>
                  <a:lnTo>
                    <a:pt x="1022604" y="495300"/>
                  </a:lnTo>
                  <a:lnTo>
                    <a:pt x="1031748" y="452628"/>
                  </a:lnTo>
                  <a:close/>
                </a:path>
                <a:path w="3698875" h="2226945">
                  <a:moveTo>
                    <a:pt x="1043940" y="1723644"/>
                  </a:moveTo>
                  <a:lnTo>
                    <a:pt x="42672" y="1453896"/>
                  </a:lnTo>
                  <a:lnTo>
                    <a:pt x="32004" y="1496568"/>
                  </a:lnTo>
                  <a:lnTo>
                    <a:pt x="1033272" y="1766316"/>
                  </a:lnTo>
                  <a:lnTo>
                    <a:pt x="1043940" y="1723644"/>
                  </a:lnTo>
                  <a:close/>
                </a:path>
                <a:path w="3698875" h="2226945">
                  <a:moveTo>
                    <a:pt x="2423147" y="12"/>
                  </a:moveTo>
                  <a:lnTo>
                    <a:pt x="2421852" y="228"/>
                  </a:lnTo>
                  <a:lnTo>
                    <a:pt x="2423147" y="1524"/>
                  </a:lnTo>
                  <a:lnTo>
                    <a:pt x="2423147" y="12"/>
                  </a:lnTo>
                  <a:close/>
                </a:path>
                <a:path w="3698875" h="2226945">
                  <a:moveTo>
                    <a:pt x="2753868" y="2183892"/>
                  </a:moveTo>
                  <a:lnTo>
                    <a:pt x="1813560" y="1930933"/>
                  </a:lnTo>
                  <a:lnTo>
                    <a:pt x="1709928" y="1827288"/>
                  </a:lnTo>
                  <a:lnTo>
                    <a:pt x="1702358" y="1822119"/>
                  </a:lnTo>
                  <a:lnTo>
                    <a:pt x="1693926" y="1820240"/>
                  </a:lnTo>
                  <a:lnTo>
                    <a:pt x="1685493" y="1821497"/>
                  </a:lnTo>
                  <a:lnTo>
                    <a:pt x="1677924" y="1825764"/>
                  </a:lnTo>
                  <a:lnTo>
                    <a:pt x="1672780" y="1833333"/>
                  </a:lnTo>
                  <a:lnTo>
                    <a:pt x="1671066" y="1841766"/>
                  </a:lnTo>
                  <a:lnTo>
                    <a:pt x="1672780" y="1850186"/>
                  </a:lnTo>
                  <a:lnTo>
                    <a:pt x="1677924" y="1857768"/>
                  </a:lnTo>
                  <a:lnTo>
                    <a:pt x="1728089" y="1907933"/>
                  </a:lnTo>
                  <a:lnTo>
                    <a:pt x="1292352" y="1790700"/>
                  </a:lnTo>
                  <a:lnTo>
                    <a:pt x="1280160" y="1833372"/>
                  </a:lnTo>
                  <a:lnTo>
                    <a:pt x="1300505" y="1838845"/>
                  </a:lnTo>
                  <a:lnTo>
                    <a:pt x="1299972" y="1841004"/>
                  </a:lnTo>
                  <a:lnTo>
                    <a:pt x="1715312" y="1951837"/>
                  </a:lnTo>
                  <a:lnTo>
                    <a:pt x="1647444" y="1970544"/>
                  </a:lnTo>
                  <a:lnTo>
                    <a:pt x="1640128" y="1975256"/>
                  </a:lnTo>
                  <a:lnTo>
                    <a:pt x="1634680" y="1981974"/>
                  </a:lnTo>
                  <a:lnTo>
                    <a:pt x="1631797" y="1989823"/>
                  </a:lnTo>
                  <a:lnTo>
                    <a:pt x="1632204" y="1997976"/>
                  </a:lnTo>
                  <a:lnTo>
                    <a:pt x="1636064" y="2006168"/>
                  </a:lnTo>
                  <a:lnTo>
                    <a:pt x="1642491" y="2012073"/>
                  </a:lnTo>
                  <a:lnTo>
                    <a:pt x="1650631" y="2015121"/>
                  </a:lnTo>
                  <a:lnTo>
                    <a:pt x="1659636" y="2014740"/>
                  </a:lnTo>
                  <a:lnTo>
                    <a:pt x="1804631" y="1974329"/>
                  </a:lnTo>
                  <a:lnTo>
                    <a:pt x="2743200" y="2226564"/>
                  </a:lnTo>
                  <a:lnTo>
                    <a:pt x="2753868" y="2183892"/>
                  </a:lnTo>
                  <a:close/>
                </a:path>
                <a:path w="3698875" h="2226945">
                  <a:moveTo>
                    <a:pt x="3698748" y="597408"/>
                  </a:moveTo>
                  <a:lnTo>
                    <a:pt x="2706941" y="417372"/>
                  </a:lnTo>
                  <a:lnTo>
                    <a:pt x="2601468" y="323100"/>
                  </a:lnTo>
                  <a:lnTo>
                    <a:pt x="2593898" y="319074"/>
                  </a:lnTo>
                  <a:lnTo>
                    <a:pt x="2564701" y="341960"/>
                  </a:lnTo>
                  <a:lnTo>
                    <a:pt x="2567101" y="349935"/>
                  </a:lnTo>
                  <a:lnTo>
                    <a:pt x="2572512" y="356628"/>
                  </a:lnTo>
                  <a:lnTo>
                    <a:pt x="2622613" y="402056"/>
                  </a:lnTo>
                  <a:lnTo>
                    <a:pt x="2520289" y="383489"/>
                  </a:lnTo>
                  <a:lnTo>
                    <a:pt x="2421013" y="363689"/>
                  </a:lnTo>
                  <a:lnTo>
                    <a:pt x="2423147" y="1536"/>
                  </a:lnTo>
                  <a:lnTo>
                    <a:pt x="2421852" y="228"/>
                  </a:lnTo>
                  <a:lnTo>
                    <a:pt x="2421623" y="0"/>
                  </a:lnTo>
                  <a:lnTo>
                    <a:pt x="2421623" y="266"/>
                  </a:lnTo>
                  <a:lnTo>
                    <a:pt x="1298092" y="190398"/>
                  </a:lnTo>
                  <a:lnTo>
                    <a:pt x="1301496" y="170688"/>
                  </a:lnTo>
                  <a:lnTo>
                    <a:pt x="929640" y="102108"/>
                  </a:lnTo>
                  <a:lnTo>
                    <a:pt x="922020" y="146304"/>
                  </a:lnTo>
                  <a:lnTo>
                    <a:pt x="1226616" y="202488"/>
                  </a:lnTo>
                  <a:lnTo>
                    <a:pt x="1027176" y="236232"/>
                  </a:lnTo>
                  <a:lnTo>
                    <a:pt x="1027176" y="237756"/>
                  </a:lnTo>
                  <a:lnTo>
                    <a:pt x="1230934" y="203288"/>
                  </a:lnTo>
                  <a:lnTo>
                    <a:pt x="1293876" y="214884"/>
                  </a:lnTo>
                  <a:lnTo>
                    <a:pt x="1297825" y="191960"/>
                  </a:lnTo>
                  <a:lnTo>
                    <a:pt x="2421610" y="1803"/>
                  </a:lnTo>
                  <a:lnTo>
                    <a:pt x="2419477" y="363385"/>
                  </a:lnTo>
                  <a:lnTo>
                    <a:pt x="2209800" y="321576"/>
                  </a:lnTo>
                  <a:lnTo>
                    <a:pt x="2200656" y="365772"/>
                  </a:lnTo>
                  <a:lnTo>
                    <a:pt x="2206079" y="366864"/>
                  </a:lnTo>
                  <a:lnTo>
                    <a:pt x="2205228" y="371856"/>
                  </a:lnTo>
                  <a:lnTo>
                    <a:pt x="2419210" y="410705"/>
                  </a:lnTo>
                  <a:lnTo>
                    <a:pt x="2417343" y="728675"/>
                  </a:lnTo>
                  <a:lnTo>
                    <a:pt x="1779270" y="598589"/>
                  </a:lnTo>
                  <a:lnTo>
                    <a:pt x="1664208" y="496836"/>
                  </a:lnTo>
                  <a:lnTo>
                    <a:pt x="1656664" y="492810"/>
                  </a:lnTo>
                  <a:lnTo>
                    <a:pt x="1627632" y="515696"/>
                  </a:lnTo>
                  <a:lnTo>
                    <a:pt x="1629867" y="523671"/>
                  </a:lnTo>
                  <a:lnTo>
                    <a:pt x="1635252" y="530364"/>
                  </a:lnTo>
                  <a:lnTo>
                    <a:pt x="1690230" y="578827"/>
                  </a:lnTo>
                  <a:lnTo>
                    <a:pt x="1479016" y="537375"/>
                  </a:lnTo>
                  <a:lnTo>
                    <a:pt x="1280160" y="496824"/>
                  </a:lnTo>
                  <a:lnTo>
                    <a:pt x="1279842" y="498271"/>
                  </a:lnTo>
                  <a:lnTo>
                    <a:pt x="1272540" y="496836"/>
                  </a:lnTo>
                  <a:lnTo>
                    <a:pt x="1264920" y="539508"/>
                  </a:lnTo>
                  <a:lnTo>
                    <a:pt x="1542224" y="594804"/>
                  </a:lnTo>
                  <a:lnTo>
                    <a:pt x="1678838" y="622655"/>
                  </a:lnTo>
                  <a:lnTo>
                    <a:pt x="1612392" y="646188"/>
                  </a:lnTo>
                  <a:lnTo>
                    <a:pt x="1604467" y="650252"/>
                  </a:lnTo>
                  <a:lnTo>
                    <a:pt x="1599247" y="657047"/>
                  </a:lnTo>
                  <a:lnTo>
                    <a:pt x="1597177" y="665251"/>
                  </a:lnTo>
                  <a:lnTo>
                    <a:pt x="1598676" y="673620"/>
                  </a:lnTo>
                  <a:lnTo>
                    <a:pt x="1603413" y="681545"/>
                  </a:lnTo>
                  <a:lnTo>
                    <a:pt x="1610296" y="686765"/>
                  </a:lnTo>
                  <a:lnTo>
                    <a:pt x="1618602" y="688835"/>
                  </a:lnTo>
                  <a:lnTo>
                    <a:pt x="1627632" y="687336"/>
                  </a:lnTo>
                  <a:lnTo>
                    <a:pt x="1764601" y="640143"/>
                  </a:lnTo>
                  <a:lnTo>
                    <a:pt x="2417089" y="773163"/>
                  </a:lnTo>
                  <a:lnTo>
                    <a:pt x="2412225" y="1605800"/>
                  </a:lnTo>
                  <a:lnTo>
                    <a:pt x="2203704" y="1554480"/>
                  </a:lnTo>
                  <a:lnTo>
                    <a:pt x="2193036" y="1597152"/>
                  </a:lnTo>
                  <a:lnTo>
                    <a:pt x="2199944" y="1598866"/>
                  </a:lnTo>
                  <a:lnTo>
                    <a:pt x="2199132" y="1601736"/>
                  </a:lnTo>
                  <a:lnTo>
                    <a:pt x="2411920" y="1658353"/>
                  </a:lnTo>
                  <a:lnTo>
                    <a:pt x="2410968" y="1822716"/>
                  </a:lnTo>
                  <a:lnTo>
                    <a:pt x="2412492" y="1822716"/>
                  </a:lnTo>
                  <a:lnTo>
                    <a:pt x="2413431" y="1658759"/>
                  </a:lnTo>
                  <a:lnTo>
                    <a:pt x="2618689" y="1713357"/>
                  </a:lnTo>
                  <a:lnTo>
                    <a:pt x="2548128" y="1732800"/>
                  </a:lnTo>
                  <a:lnTo>
                    <a:pt x="2540177" y="1736648"/>
                  </a:lnTo>
                  <a:lnTo>
                    <a:pt x="2534793" y="1743087"/>
                  </a:lnTo>
                  <a:lnTo>
                    <a:pt x="2532265" y="1751228"/>
                  </a:lnTo>
                  <a:lnTo>
                    <a:pt x="2532888" y="1760232"/>
                  </a:lnTo>
                  <a:lnTo>
                    <a:pt x="2536748" y="1768182"/>
                  </a:lnTo>
                  <a:lnTo>
                    <a:pt x="2543175" y="1773567"/>
                  </a:lnTo>
                  <a:lnTo>
                    <a:pt x="2551315" y="1776082"/>
                  </a:lnTo>
                  <a:lnTo>
                    <a:pt x="2560320" y="1775472"/>
                  </a:lnTo>
                  <a:lnTo>
                    <a:pt x="2708148" y="1735150"/>
                  </a:lnTo>
                  <a:lnTo>
                    <a:pt x="2729801" y="1729257"/>
                  </a:lnTo>
                  <a:lnTo>
                    <a:pt x="3654552" y="1956816"/>
                  </a:lnTo>
                  <a:lnTo>
                    <a:pt x="3665220" y="1914144"/>
                  </a:lnTo>
                  <a:lnTo>
                    <a:pt x="2696362" y="1675739"/>
                  </a:lnTo>
                  <a:lnTo>
                    <a:pt x="2610612" y="1588020"/>
                  </a:lnTo>
                  <a:lnTo>
                    <a:pt x="2603042" y="1582877"/>
                  </a:lnTo>
                  <a:lnTo>
                    <a:pt x="2594610" y="1581162"/>
                  </a:lnTo>
                  <a:lnTo>
                    <a:pt x="2586177" y="1582877"/>
                  </a:lnTo>
                  <a:lnTo>
                    <a:pt x="2578608" y="1588020"/>
                  </a:lnTo>
                  <a:lnTo>
                    <a:pt x="2573464" y="1595589"/>
                  </a:lnTo>
                  <a:lnTo>
                    <a:pt x="2571750" y="1604022"/>
                  </a:lnTo>
                  <a:lnTo>
                    <a:pt x="2573464" y="1612442"/>
                  </a:lnTo>
                  <a:lnTo>
                    <a:pt x="2578608" y="1620024"/>
                  </a:lnTo>
                  <a:lnTo>
                    <a:pt x="2614053" y="1655483"/>
                  </a:lnTo>
                  <a:lnTo>
                    <a:pt x="2413749" y="1606181"/>
                  </a:lnTo>
                  <a:lnTo>
                    <a:pt x="2418613" y="773468"/>
                  </a:lnTo>
                  <a:lnTo>
                    <a:pt x="2766060" y="844296"/>
                  </a:lnTo>
                  <a:lnTo>
                    <a:pt x="2775204" y="801624"/>
                  </a:lnTo>
                  <a:lnTo>
                    <a:pt x="2418880" y="728992"/>
                  </a:lnTo>
                  <a:lnTo>
                    <a:pt x="2420747" y="410984"/>
                  </a:lnTo>
                  <a:lnTo>
                    <a:pt x="2495308" y="424522"/>
                  </a:lnTo>
                  <a:lnTo>
                    <a:pt x="2617495" y="448881"/>
                  </a:lnTo>
                  <a:lnTo>
                    <a:pt x="2694432" y="464223"/>
                  </a:lnTo>
                  <a:lnTo>
                    <a:pt x="2697480" y="464832"/>
                  </a:lnTo>
                  <a:lnTo>
                    <a:pt x="2617495" y="448881"/>
                  </a:lnTo>
                  <a:lnTo>
                    <a:pt x="2549652" y="472452"/>
                  </a:lnTo>
                  <a:lnTo>
                    <a:pt x="2541701" y="476516"/>
                  </a:lnTo>
                  <a:lnTo>
                    <a:pt x="2536317" y="483311"/>
                  </a:lnTo>
                  <a:lnTo>
                    <a:pt x="2533789" y="491515"/>
                  </a:lnTo>
                  <a:lnTo>
                    <a:pt x="2534412" y="499884"/>
                  </a:lnTo>
                  <a:lnTo>
                    <a:pt x="2539149" y="507809"/>
                  </a:lnTo>
                  <a:lnTo>
                    <a:pt x="2546032" y="513029"/>
                  </a:lnTo>
                  <a:lnTo>
                    <a:pt x="2554338" y="515099"/>
                  </a:lnTo>
                  <a:lnTo>
                    <a:pt x="2563368" y="513600"/>
                  </a:lnTo>
                  <a:lnTo>
                    <a:pt x="2706624" y="464235"/>
                  </a:lnTo>
                  <a:lnTo>
                    <a:pt x="2709189" y="463359"/>
                  </a:lnTo>
                  <a:lnTo>
                    <a:pt x="3691128" y="641604"/>
                  </a:lnTo>
                  <a:lnTo>
                    <a:pt x="3698748" y="597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74494" y="5104889"/>
            <a:ext cx="1635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17195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9900"/>
                </a:solidFill>
                <a:latin typeface="Arial MT"/>
                <a:cs typeface="Arial MT"/>
              </a:rPr>
              <a:t>Weak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electric</a:t>
            </a:r>
            <a:r>
              <a:rPr sz="2400" spc="-5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9900"/>
                </a:solidFill>
                <a:latin typeface="Arial MT"/>
                <a:cs typeface="Arial MT"/>
              </a:rPr>
              <a:t>field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1972" y="5104889"/>
            <a:ext cx="1635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496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Strong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electric</a:t>
            </a:r>
            <a:r>
              <a:rPr sz="2400" spc="-5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9900"/>
                </a:solidFill>
                <a:latin typeface="Arial MT"/>
                <a:cs typeface="Arial MT"/>
              </a:rPr>
              <a:t>field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7892" y="1899919"/>
            <a:ext cx="13639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 marR="5080" indent="-762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65"/>
                </a:solidFill>
                <a:latin typeface="Arial MT"/>
                <a:cs typeface="Arial MT"/>
              </a:rPr>
              <a:t>Imaginary </a:t>
            </a:r>
            <a:r>
              <a:rPr sz="2400" dirty="0">
                <a:solidFill>
                  <a:srgbClr val="FF0065"/>
                </a:solidFill>
                <a:latin typeface="Arial MT"/>
                <a:cs typeface="Arial MT"/>
              </a:rPr>
              <a:t>unit</a:t>
            </a:r>
            <a:r>
              <a:rPr sz="2400" spc="-40" dirty="0">
                <a:solidFill>
                  <a:srgbClr val="FF0065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65"/>
                </a:solidFill>
                <a:latin typeface="Arial MT"/>
                <a:cs typeface="Arial MT"/>
              </a:rPr>
              <a:t>area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3264" y="1000759"/>
            <a:ext cx="4867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marR="5080" indent="-387350">
              <a:lnSpc>
                <a:spcPct val="100000"/>
              </a:lnSpc>
              <a:spcBef>
                <a:spcPts val="100"/>
              </a:spcBef>
              <a:tabLst>
                <a:tab pos="226504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electric</a:t>
            </a:r>
            <a:r>
              <a:rPr sz="2400" spc="-4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field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lines</a:t>
            </a:r>
            <a:r>
              <a:rPr sz="2400" spc="-3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us </a:t>
            </a:r>
            <a:r>
              <a:rPr sz="2400" spc="-10" dirty="0">
                <a:latin typeface="Arial MT"/>
                <a:cs typeface="Arial MT"/>
              </a:rPr>
              <a:t>representing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electric</a:t>
            </a:r>
            <a:r>
              <a:rPr sz="2400" spc="-35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Arial MT"/>
                <a:cs typeface="Arial MT"/>
              </a:rPr>
              <a:t>field.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29165" y="1757172"/>
            <a:ext cx="8435340" cy="4186554"/>
          </a:xfrm>
          <a:custGeom>
            <a:avLst/>
            <a:gdLst/>
            <a:ahLst/>
            <a:cxnLst/>
            <a:rect l="l" t="t" r="r" b="b"/>
            <a:pathLst>
              <a:path w="8435340" h="4186554">
                <a:moveTo>
                  <a:pt x="8435337" y="4186428"/>
                </a:moveTo>
                <a:lnTo>
                  <a:pt x="8435337" y="0"/>
                </a:lnTo>
                <a:lnTo>
                  <a:pt x="0" y="0"/>
                </a:lnTo>
                <a:lnTo>
                  <a:pt x="0" y="4186428"/>
                </a:lnTo>
                <a:lnTo>
                  <a:pt x="4572" y="4186428"/>
                </a:ln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lnTo>
                  <a:pt x="8426193" y="10668"/>
                </a:lnTo>
                <a:lnTo>
                  <a:pt x="8426193" y="6096"/>
                </a:lnTo>
                <a:lnTo>
                  <a:pt x="8430765" y="10668"/>
                </a:lnTo>
                <a:lnTo>
                  <a:pt x="8430765" y="4186428"/>
                </a:lnTo>
                <a:lnTo>
                  <a:pt x="8435337" y="4186428"/>
                </a:lnTo>
                <a:close/>
              </a:path>
              <a:path w="8435340" h="4186554">
                <a:moveTo>
                  <a:pt x="9144" y="10668"/>
                </a:move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8435340" h="4186554">
                <a:moveTo>
                  <a:pt x="9144" y="4177284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4177284"/>
                </a:lnTo>
                <a:lnTo>
                  <a:pt x="9144" y="4177284"/>
                </a:lnTo>
                <a:close/>
              </a:path>
              <a:path w="8435340" h="4186554">
                <a:moveTo>
                  <a:pt x="8430765" y="4177284"/>
                </a:moveTo>
                <a:lnTo>
                  <a:pt x="4572" y="4177284"/>
                </a:lnTo>
                <a:lnTo>
                  <a:pt x="9144" y="4181856"/>
                </a:lnTo>
                <a:lnTo>
                  <a:pt x="9144" y="4186428"/>
                </a:lnTo>
                <a:lnTo>
                  <a:pt x="8426193" y="4186428"/>
                </a:lnTo>
                <a:lnTo>
                  <a:pt x="8426193" y="4181856"/>
                </a:lnTo>
                <a:lnTo>
                  <a:pt x="8430765" y="4177284"/>
                </a:lnTo>
                <a:close/>
              </a:path>
              <a:path w="8435340" h="4186554">
                <a:moveTo>
                  <a:pt x="9144" y="4186428"/>
                </a:moveTo>
                <a:lnTo>
                  <a:pt x="9144" y="4181856"/>
                </a:lnTo>
                <a:lnTo>
                  <a:pt x="4572" y="4177284"/>
                </a:lnTo>
                <a:lnTo>
                  <a:pt x="4572" y="4186428"/>
                </a:lnTo>
                <a:lnTo>
                  <a:pt x="9144" y="4186428"/>
                </a:lnTo>
                <a:close/>
              </a:path>
              <a:path w="8435340" h="4186554">
                <a:moveTo>
                  <a:pt x="8430765" y="10668"/>
                </a:moveTo>
                <a:lnTo>
                  <a:pt x="8426193" y="6096"/>
                </a:lnTo>
                <a:lnTo>
                  <a:pt x="8426193" y="10668"/>
                </a:lnTo>
                <a:lnTo>
                  <a:pt x="8430765" y="10668"/>
                </a:lnTo>
                <a:close/>
              </a:path>
              <a:path w="8435340" h="4186554">
                <a:moveTo>
                  <a:pt x="8430765" y="4177284"/>
                </a:moveTo>
                <a:lnTo>
                  <a:pt x="8430765" y="10668"/>
                </a:lnTo>
                <a:lnTo>
                  <a:pt x="8426193" y="10668"/>
                </a:lnTo>
                <a:lnTo>
                  <a:pt x="8426193" y="4177284"/>
                </a:lnTo>
                <a:lnTo>
                  <a:pt x="8430765" y="4177284"/>
                </a:lnTo>
                <a:close/>
              </a:path>
              <a:path w="8435340" h="4186554">
                <a:moveTo>
                  <a:pt x="8430765" y="4186428"/>
                </a:moveTo>
                <a:lnTo>
                  <a:pt x="8430765" y="4177284"/>
                </a:lnTo>
                <a:lnTo>
                  <a:pt x="8426193" y="4181856"/>
                </a:lnTo>
                <a:lnTo>
                  <a:pt x="8426193" y="4186428"/>
                </a:lnTo>
                <a:lnTo>
                  <a:pt x="8430765" y="4186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4720590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/>
              <a:t>22-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Electric</a:t>
            </a:r>
            <a:r>
              <a:rPr spc="-35" dirty="0"/>
              <a:t> </a:t>
            </a:r>
            <a:r>
              <a:rPr dirty="0"/>
              <a:t>Field</a:t>
            </a:r>
            <a:r>
              <a:rPr spc="-10" dirty="0"/>
              <a:t> Lines </a:t>
            </a:r>
            <a:r>
              <a:rPr dirty="0">
                <a:solidFill>
                  <a:srgbClr val="E10000"/>
                </a:solidFill>
              </a:rPr>
              <a:t>Representing</a:t>
            </a:r>
            <a:r>
              <a:rPr spc="-5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electric</a:t>
            </a:r>
            <a:r>
              <a:rPr spc="-75" dirty="0">
                <a:solidFill>
                  <a:srgbClr val="E10000"/>
                </a:solidFill>
              </a:rPr>
              <a:t> </a:t>
            </a:r>
            <a:r>
              <a:rPr dirty="0">
                <a:solidFill>
                  <a:srgbClr val="E10000"/>
                </a:solidFill>
              </a:rPr>
              <a:t>field</a:t>
            </a:r>
            <a:r>
              <a:rPr spc="-70" dirty="0">
                <a:solidFill>
                  <a:srgbClr val="E10000"/>
                </a:solidFill>
              </a:rPr>
              <a:t> </a:t>
            </a:r>
            <a:r>
              <a:rPr spc="-10" dirty="0">
                <a:solidFill>
                  <a:srgbClr val="E10000"/>
                </a:solidFill>
              </a:rPr>
              <a:t>strength</a:t>
            </a:r>
          </a:p>
        </p:txBody>
      </p:sp>
      <p:sp>
        <p:nvSpPr>
          <p:cNvPr id="20" name="object 20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85576" y="3984750"/>
            <a:ext cx="1231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6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65"/>
                </a:solidFill>
                <a:latin typeface="Arial MT"/>
                <a:cs typeface="Arial MT"/>
              </a:rPr>
              <a:t>Strong </a:t>
            </a:r>
            <a:r>
              <a:rPr sz="1800" dirty="0">
                <a:solidFill>
                  <a:srgbClr val="FF0065"/>
                </a:solidFill>
                <a:latin typeface="Arial MT"/>
                <a:cs typeface="Arial MT"/>
              </a:rPr>
              <a:t>electric</a:t>
            </a:r>
            <a:r>
              <a:rPr sz="1800" spc="-20" dirty="0">
                <a:solidFill>
                  <a:srgbClr val="FF0065"/>
                </a:solidFill>
                <a:latin typeface="Arial MT"/>
                <a:cs typeface="Arial MT"/>
              </a:rPr>
              <a:t> field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81990" y="1900427"/>
            <a:ext cx="4274820" cy="4274820"/>
            <a:chOff x="3181990" y="1900427"/>
            <a:chExt cx="4274820" cy="4274820"/>
          </a:xfrm>
        </p:grpSpPr>
        <p:sp>
          <p:nvSpPr>
            <p:cNvPr id="5" name="object 5"/>
            <p:cNvSpPr/>
            <p:nvPr/>
          </p:nvSpPr>
          <p:spPr>
            <a:xfrm>
              <a:off x="3181985" y="1900427"/>
              <a:ext cx="4274820" cy="4274820"/>
            </a:xfrm>
            <a:custGeom>
              <a:avLst/>
              <a:gdLst/>
              <a:ahLst/>
              <a:cxnLst/>
              <a:rect l="l" t="t" r="r" b="b"/>
              <a:pathLst>
                <a:path w="4274820" h="4274820">
                  <a:moveTo>
                    <a:pt x="1923288" y="2119884"/>
                  </a:moveTo>
                  <a:lnTo>
                    <a:pt x="0" y="2121408"/>
                  </a:lnTo>
                  <a:lnTo>
                    <a:pt x="0" y="2154936"/>
                  </a:lnTo>
                  <a:lnTo>
                    <a:pt x="1923288" y="2153412"/>
                  </a:lnTo>
                  <a:lnTo>
                    <a:pt x="1923288" y="2119884"/>
                  </a:lnTo>
                  <a:close/>
                </a:path>
                <a:path w="4274820" h="4274820">
                  <a:moveTo>
                    <a:pt x="1964436" y="2264664"/>
                  </a:moveTo>
                  <a:lnTo>
                    <a:pt x="1949196" y="2235708"/>
                  </a:lnTo>
                  <a:lnTo>
                    <a:pt x="272796" y="3192780"/>
                  </a:lnTo>
                  <a:lnTo>
                    <a:pt x="288036" y="3221736"/>
                  </a:lnTo>
                  <a:lnTo>
                    <a:pt x="1964436" y="2264664"/>
                  </a:lnTo>
                  <a:close/>
                </a:path>
                <a:path w="4274820" h="4274820">
                  <a:moveTo>
                    <a:pt x="1964436" y="2022348"/>
                  </a:moveTo>
                  <a:lnTo>
                    <a:pt x="288036" y="1054608"/>
                  </a:lnTo>
                  <a:lnTo>
                    <a:pt x="272796" y="1083564"/>
                  </a:lnTo>
                  <a:lnTo>
                    <a:pt x="1949196" y="2051304"/>
                  </a:lnTo>
                  <a:lnTo>
                    <a:pt x="1964436" y="2022348"/>
                  </a:lnTo>
                  <a:close/>
                </a:path>
                <a:path w="4274820" h="4274820">
                  <a:moveTo>
                    <a:pt x="2051304" y="2325624"/>
                  </a:moveTo>
                  <a:lnTo>
                    <a:pt x="2022348" y="2310384"/>
                  </a:lnTo>
                  <a:lnTo>
                    <a:pt x="1053084" y="3986784"/>
                  </a:lnTo>
                  <a:lnTo>
                    <a:pt x="1082040" y="4002024"/>
                  </a:lnTo>
                  <a:lnTo>
                    <a:pt x="2051304" y="2325624"/>
                  </a:lnTo>
                  <a:close/>
                </a:path>
                <a:path w="4274820" h="4274820">
                  <a:moveTo>
                    <a:pt x="2051304" y="1949196"/>
                  </a:moveTo>
                  <a:lnTo>
                    <a:pt x="1082040" y="272796"/>
                  </a:lnTo>
                  <a:lnTo>
                    <a:pt x="1053084" y="289560"/>
                  </a:lnTo>
                  <a:lnTo>
                    <a:pt x="2022348" y="1965960"/>
                  </a:lnTo>
                  <a:lnTo>
                    <a:pt x="2051304" y="1949196"/>
                  </a:lnTo>
                  <a:close/>
                </a:path>
                <a:path w="4274820" h="4274820">
                  <a:moveTo>
                    <a:pt x="2154936" y="4274820"/>
                  </a:moveTo>
                  <a:lnTo>
                    <a:pt x="2153412" y="2351532"/>
                  </a:lnTo>
                  <a:lnTo>
                    <a:pt x="2119884" y="2351532"/>
                  </a:lnTo>
                  <a:lnTo>
                    <a:pt x="2121408" y="4274820"/>
                  </a:lnTo>
                  <a:lnTo>
                    <a:pt x="2154936" y="4274820"/>
                  </a:lnTo>
                  <a:close/>
                </a:path>
                <a:path w="4274820" h="4274820">
                  <a:moveTo>
                    <a:pt x="2154936" y="0"/>
                  </a:moveTo>
                  <a:lnTo>
                    <a:pt x="2121408" y="0"/>
                  </a:lnTo>
                  <a:lnTo>
                    <a:pt x="2119884" y="1924812"/>
                  </a:lnTo>
                  <a:lnTo>
                    <a:pt x="2153412" y="1924812"/>
                  </a:lnTo>
                  <a:lnTo>
                    <a:pt x="2154936" y="0"/>
                  </a:lnTo>
                  <a:close/>
                </a:path>
                <a:path w="4274820" h="4274820">
                  <a:moveTo>
                    <a:pt x="3220212" y="3986784"/>
                  </a:moveTo>
                  <a:lnTo>
                    <a:pt x="2263140" y="2310384"/>
                  </a:lnTo>
                  <a:lnTo>
                    <a:pt x="2234184" y="2325624"/>
                  </a:lnTo>
                  <a:lnTo>
                    <a:pt x="3191256" y="4002024"/>
                  </a:lnTo>
                  <a:lnTo>
                    <a:pt x="3220212" y="3986784"/>
                  </a:lnTo>
                  <a:close/>
                </a:path>
                <a:path w="4274820" h="4274820">
                  <a:moveTo>
                    <a:pt x="3220212" y="289560"/>
                  </a:moveTo>
                  <a:lnTo>
                    <a:pt x="3191256" y="272796"/>
                  </a:lnTo>
                  <a:lnTo>
                    <a:pt x="2234184" y="1949196"/>
                  </a:lnTo>
                  <a:lnTo>
                    <a:pt x="2263140" y="1965960"/>
                  </a:lnTo>
                  <a:lnTo>
                    <a:pt x="3220212" y="289560"/>
                  </a:lnTo>
                  <a:close/>
                </a:path>
                <a:path w="4274820" h="4274820">
                  <a:moveTo>
                    <a:pt x="4002024" y="3192780"/>
                  </a:moveTo>
                  <a:lnTo>
                    <a:pt x="2325624" y="2235708"/>
                  </a:lnTo>
                  <a:lnTo>
                    <a:pt x="2308860" y="2264664"/>
                  </a:lnTo>
                  <a:lnTo>
                    <a:pt x="3985260" y="3221736"/>
                  </a:lnTo>
                  <a:lnTo>
                    <a:pt x="4002024" y="3192780"/>
                  </a:lnTo>
                  <a:close/>
                </a:path>
                <a:path w="4274820" h="4274820">
                  <a:moveTo>
                    <a:pt x="4002024" y="1083564"/>
                  </a:moveTo>
                  <a:lnTo>
                    <a:pt x="3985260" y="1054608"/>
                  </a:lnTo>
                  <a:lnTo>
                    <a:pt x="2308860" y="2022348"/>
                  </a:lnTo>
                  <a:lnTo>
                    <a:pt x="2325624" y="2051304"/>
                  </a:lnTo>
                  <a:lnTo>
                    <a:pt x="4002024" y="1083564"/>
                  </a:lnTo>
                  <a:close/>
                </a:path>
                <a:path w="4274820" h="4274820">
                  <a:moveTo>
                    <a:pt x="4274820" y="2121408"/>
                  </a:moveTo>
                  <a:lnTo>
                    <a:pt x="2350008" y="2119884"/>
                  </a:lnTo>
                  <a:lnTo>
                    <a:pt x="2350008" y="2153412"/>
                  </a:lnTo>
                  <a:lnTo>
                    <a:pt x="4274820" y="2154936"/>
                  </a:lnTo>
                  <a:lnTo>
                    <a:pt x="4274820" y="2121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8666" y="2753868"/>
              <a:ext cx="2598420" cy="25664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48701" y="5179566"/>
            <a:ext cx="6083300" cy="160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0765" marR="17780" indent="31369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0065"/>
                </a:solidFill>
                <a:latin typeface="Arial MT"/>
                <a:cs typeface="Arial MT"/>
              </a:rPr>
              <a:t>Weak </a:t>
            </a:r>
            <a:r>
              <a:rPr sz="1800" dirty="0">
                <a:solidFill>
                  <a:srgbClr val="FF0065"/>
                </a:solidFill>
                <a:latin typeface="Arial MT"/>
                <a:cs typeface="Arial MT"/>
              </a:rPr>
              <a:t>electric</a:t>
            </a:r>
            <a:r>
              <a:rPr sz="1800" spc="-20" dirty="0">
                <a:solidFill>
                  <a:srgbClr val="FF0065"/>
                </a:solidFill>
                <a:latin typeface="Arial MT"/>
                <a:cs typeface="Arial MT"/>
              </a:rPr>
              <a:t> field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q</a:t>
            </a:r>
            <a:r>
              <a:rPr sz="2400" baseline="-20833" dirty="0">
                <a:latin typeface="Arial MT"/>
                <a:cs typeface="Arial MT"/>
              </a:rPr>
              <a:t>0</a:t>
            </a:r>
            <a:r>
              <a:rPr sz="2400" spc="29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46938" y="4347972"/>
            <a:ext cx="226060" cy="227329"/>
            <a:chOff x="3146938" y="4347972"/>
            <a:chExt cx="226060" cy="227329"/>
          </a:xfrm>
        </p:grpSpPr>
        <p:sp>
          <p:nvSpPr>
            <p:cNvPr id="9" name="object 9"/>
            <p:cNvSpPr/>
            <p:nvPr/>
          </p:nvSpPr>
          <p:spPr>
            <a:xfrm>
              <a:off x="3151509" y="435406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407" y="108203"/>
                  </a:moveTo>
                  <a:lnTo>
                    <a:pt x="207859" y="65579"/>
                  </a:lnTo>
                  <a:lnTo>
                    <a:pt x="184594" y="31241"/>
                  </a:lnTo>
                  <a:lnTo>
                    <a:pt x="150185" y="8334"/>
                  </a:lnTo>
                  <a:lnTo>
                    <a:pt x="108203" y="0"/>
                  </a:lnTo>
                  <a:lnTo>
                    <a:pt x="66222" y="8334"/>
                  </a:lnTo>
                  <a:lnTo>
                    <a:pt x="31813" y="31241"/>
                  </a:lnTo>
                  <a:lnTo>
                    <a:pt x="8548" y="65579"/>
                  </a:lnTo>
                  <a:lnTo>
                    <a:pt x="0" y="108203"/>
                  </a:lnTo>
                  <a:lnTo>
                    <a:pt x="8548" y="150185"/>
                  </a:lnTo>
                  <a:lnTo>
                    <a:pt x="31813" y="184594"/>
                  </a:lnTo>
                  <a:lnTo>
                    <a:pt x="66222" y="207859"/>
                  </a:lnTo>
                  <a:lnTo>
                    <a:pt x="108203" y="216407"/>
                  </a:lnTo>
                  <a:lnTo>
                    <a:pt x="150185" y="207859"/>
                  </a:lnTo>
                  <a:lnTo>
                    <a:pt x="184594" y="184594"/>
                  </a:lnTo>
                  <a:lnTo>
                    <a:pt x="207859" y="150185"/>
                  </a:lnTo>
                  <a:lnTo>
                    <a:pt x="216407" y="108203"/>
                  </a:lnTo>
                  <a:close/>
                </a:path>
              </a:pathLst>
            </a:custGeom>
            <a:solidFill>
              <a:srgbClr val="F4A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46938" y="4347972"/>
              <a:ext cx="226060" cy="227329"/>
            </a:xfrm>
            <a:custGeom>
              <a:avLst/>
              <a:gdLst/>
              <a:ahLst/>
              <a:cxnLst/>
              <a:rect l="l" t="t" r="r" b="b"/>
              <a:pathLst>
                <a:path w="226060" h="227329">
                  <a:moveTo>
                    <a:pt x="225552" y="114300"/>
                  </a:moveTo>
                  <a:lnTo>
                    <a:pt x="216408" y="70104"/>
                  </a:lnTo>
                  <a:lnTo>
                    <a:pt x="184404" y="25908"/>
                  </a:lnTo>
                  <a:lnTo>
                    <a:pt x="146304" y="6096"/>
                  </a:lnTo>
                  <a:lnTo>
                    <a:pt x="112776" y="0"/>
                  </a:lnTo>
                  <a:lnTo>
                    <a:pt x="100584" y="1524"/>
                  </a:lnTo>
                  <a:lnTo>
                    <a:pt x="89916" y="3048"/>
                  </a:lnTo>
                  <a:lnTo>
                    <a:pt x="68580" y="9144"/>
                  </a:lnTo>
                  <a:lnTo>
                    <a:pt x="57912" y="15240"/>
                  </a:lnTo>
                  <a:lnTo>
                    <a:pt x="48768" y="19812"/>
                  </a:lnTo>
                  <a:lnTo>
                    <a:pt x="41148" y="27432"/>
                  </a:lnTo>
                  <a:lnTo>
                    <a:pt x="32004" y="33528"/>
                  </a:lnTo>
                  <a:lnTo>
                    <a:pt x="25908" y="42672"/>
                  </a:lnTo>
                  <a:lnTo>
                    <a:pt x="18288" y="50292"/>
                  </a:lnTo>
                  <a:lnTo>
                    <a:pt x="13716" y="60960"/>
                  </a:lnTo>
                  <a:lnTo>
                    <a:pt x="7620" y="70104"/>
                  </a:lnTo>
                  <a:lnTo>
                    <a:pt x="1524" y="91440"/>
                  </a:lnTo>
                  <a:lnTo>
                    <a:pt x="0" y="102108"/>
                  </a:lnTo>
                  <a:lnTo>
                    <a:pt x="0" y="126492"/>
                  </a:lnTo>
                  <a:lnTo>
                    <a:pt x="1524" y="137160"/>
                  </a:lnTo>
                  <a:lnTo>
                    <a:pt x="4572" y="147828"/>
                  </a:lnTo>
                  <a:lnTo>
                    <a:pt x="9144" y="158496"/>
                  </a:lnTo>
                  <a:lnTo>
                    <a:pt x="9144" y="103632"/>
                  </a:lnTo>
                  <a:lnTo>
                    <a:pt x="10668" y="92964"/>
                  </a:lnTo>
                  <a:lnTo>
                    <a:pt x="13716" y="83820"/>
                  </a:lnTo>
                  <a:lnTo>
                    <a:pt x="16764" y="73152"/>
                  </a:lnTo>
                  <a:lnTo>
                    <a:pt x="21336" y="64008"/>
                  </a:lnTo>
                  <a:lnTo>
                    <a:pt x="27432" y="56388"/>
                  </a:lnTo>
                  <a:lnTo>
                    <a:pt x="33528" y="47244"/>
                  </a:lnTo>
                  <a:lnTo>
                    <a:pt x="47244" y="33528"/>
                  </a:lnTo>
                  <a:lnTo>
                    <a:pt x="54864" y="27432"/>
                  </a:lnTo>
                  <a:lnTo>
                    <a:pt x="73152" y="18288"/>
                  </a:lnTo>
                  <a:lnTo>
                    <a:pt x="91440" y="12192"/>
                  </a:lnTo>
                  <a:lnTo>
                    <a:pt x="102108" y="10668"/>
                  </a:lnTo>
                  <a:lnTo>
                    <a:pt x="123444" y="10668"/>
                  </a:lnTo>
                  <a:lnTo>
                    <a:pt x="170688" y="27432"/>
                  </a:lnTo>
                  <a:lnTo>
                    <a:pt x="198120" y="56388"/>
                  </a:lnTo>
                  <a:lnTo>
                    <a:pt x="213360" y="92964"/>
                  </a:lnTo>
                  <a:lnTo>
                    <a:pt x="214884" y="103632"/>
                  </a:lnTo>
                  <a:lnTo>
                    <a:pt x="214884" y="161544"/>
                  </a:lnTo>
                  <a:lnTo>
                    <a:pt x="216408" y="158496"/>
                  </a:lnTo>
                  <a:lnTo>
                    <a:pt x="222504" y="137160"/>
                  </a:lnTo>
                  <a:lnTo>
                    <a:pt x="224028" y="124968"/>
                  </a:lnTo>
                  <a:lnTo>
                    <a:pt x="225552" y="114300"/>
                  </a:lnTo>
                  <a:close/>
                </a:path>
                <a:path w="226060" h="227329">
                  <a:moveTo>
                    <a:pt x="214884" y="161544"/>
                  </a:moveTo>
                  <a:lnTo>
                    <a:pt x="214884" y="124968"/>
                  </a:lnTo>
                  <a:lnTo>
                    <a:pt x="213360" y="135636"/>
                  </a:lnTo>
                  <a:lnTo>
                    <a:pt x="210312" y="144780"/>
                  </a:lnTo>
                  <a:lnTo>
                    <a:pt x="192024" y="179832"/>
                  </a:lnTo>
                  <a:lnTo>
                    <a:pt x="184404" y="187452"/>
                  </a:lnTo>
                  <a:lnTo>
                    <a:pt x="178308" y="195072"/>
                  </a:lnTo>
                  <a:lnTo>
                    <a:pt x="143256" y="213360"/>
                  </a:lnTo>
                  <a:lnTo>
                    <a:pt x="123444" y="217932"/>
                  </a:lnTo>
                  <a:lnTo>
                    <a:pt x="102108" y="217932"/>
                  </a:lnTo>
                  <a:lnTo>
                    <a:pt x="62484" y="205740"/>
                  </a:lnTo>
                  <a:lnTo>
                    <a:pt x="32004" y="179832"/>
                  </a:lnTo>
                  <a:lnTo>
                    <a:pt x="10668" y="135636"/>
                  </a:lnTo>
                  <a:lnTo>
                    <a:pt x="9144" y="124968"/>
                  </a:lnTo>
                  <a:lnTo>
                    <a:pt x="9144" y="158496"/>
                  </a:lnTo>
                  <a:lnTo>
                    <a:pt x="13716" y="169164"/>
                  </a:lnTo>
                  <a:lnTo>
                    <a:pt x="18288" y="178308"/>
                  </a:lnTo>
                  <a:lnTo>
                    <a:pt x="25908" y="185928"/>
                  </a:lnTo>
                  <a:lnTo>
                    <a:pt x="33528" y="195072"/>
                  </a:lnTo>
                  <a:lnTo>
                    <a:pt x="41148" y="201168"/>
                  </a:lnTo>
                  <a:lnTo>
                    <a:pt x="48768" y="208788"/>
                  </a:lnTo>
                  <a:lnTo>
                    <a:pt x="59436" y="213360"/>
                  </a:lnTo>
                  <a:lnTo>
                    <a:pt x="68580" y="219456"/>
                  </a:lnTo>
                  <a:lnTo>
                    <a:pt x="89916" y="225552"/>
                  </a:lnTo>
                  <a:lnTo>
                    <a:pt x="100584" y="227076"/>
                  </a:lnTo>
                  <a:lnTo>
                    <a:pt x="123444" y="227076"/>
                  </a:lnTo>
                  <a:lnTo>
                    <a:pt x="175260" y="208788"/>
                  </a:lnTo>
                  <a:lnTo>
                    <a:pt x="184404" y="201168"/>
                  </a:lnTo>
                  <a:lnTo>
                    <a:pt x="192024" y="195072"/>
                  </a:lnTo>
                  <a:lnTo>
                    <a:pt x="199644" y="185928"/>
                  </a:lnTo>
                  <a:lnTo>
                    <a:pt x="211836" y="167640"/>
                  </a:lnTo>
                  <a:lnTo>
                    <a:pt x="214884" y="161544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88081" y="4390643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80" y="51816"/>
                  </a:moveTo>
                  <a:lnTo>
                    <a:pt x="91440" y="51816"/>
                  </a:lnTo>
                  <a:lnTo>
                    <a:pt x="91440" y="0"/>
                  </a:lnTo>
                  <a:lnTo>
                    <a:pt x="53340" y="0"/>
                  </a:lnTo>
                  <a:lnTo>
                    <a:pt x="53340" y="51816"/>
                  </a:lnTo>
                  <a:lnTo>
                    <a:pt x="0" y="51816"/>
                  </a:lnTo>
                  <a:lnTo>
                    <a:pt x="0" y="89916"/>
                  </a:lnTo>
                  <a:lnTo>
                    <a:pt x="53340" y="89916"/>
                  </a:lnTo>
                  <a:lnTo>
                    <a:pt x="53340" y="144780"/>
                  </a:lnTo>
                  <a:lnTo>
                    <a:pt x="91440" y="144780"/>
                  </a:lnTo>
                  <a:lnTo>
                    <a:pt x="91440" y="89916"/>
                  </a:lnTo>
                  <a:lnTo>
                    <a:pt x="144780" y="89916"/>
                  </a:lnTo>
                  <a:lnTo>
                    <a:pt x="144780" y="51816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42956" y="441604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82118" y="4426839"/>
            <a:ext cx="615950" cy="250825"/>
            <a:chOff x="2682118" y="4426839"/>
            <a:chExt cx="615950" cy="250825"/>
          </a:xfrm>
        </p:grpSpPr>
        <p:sp>
          <p:nvSpPr>
            <p:cNvPr id="14" name="object 14"/>
            <p:cNvSpPr/>
            <p:nvPr/>
          </p:nvSpPr>
          <p:spPr>
            <a:xfrm>
              <a:off x="3224661" y="4428743"/>
              <a:ext cx="73660" cy="70485"/>
            </a:xfrm>
            <a:custGeom>
              <a:avLst/>
              <a:gdLst/>
              <a:ahLst/>
              <a:cxnLst/>
              <a:rect l="l" t="t" r="r" b="b"/>
              <a:pathLst>
                <a:path w="73660" h="70485">
                  <a:moveTo>
                    <a:pt x="73151" y="35051"/>
                  </a:moveTo>
                  <a:lnTo>
                    <a:pt x="70223" y="21216"/>
                  </a:lnTo>
                  <a:lnTo>
                    <a:pt x="62293" y="10096"/>
                  </a:lnTo>
                  <a:lnTo>
                    <a:pt x="50649" y="2690"/>
                  </a:lnTo>
                  <a:lnTo>
                    <a:pt x="36575" y="0"/>
                  </a:lnTo>
                  <a:lnTo>
                    <a:pt x="21859" y="2690"/>
                  </a:lnTo>
                  <a:lnTo>
                    <a:pt x="10286" y="10096"/>
                  </a:lnTo>
                  <a:lnTo>
                    <a:pt x="2714" y="21216"/>
                  </a:lnTo>
                  <a:lnTo>
                    <a:pt x="0" y="35051"/>
                  </a:lnTo>
                  <a:lnTo>
                    <a:pt x="2714" y="48887"/>
                  </a:lnTo>
                  <a:lnTo>
                    <a:pt x="10286" y="60007"/>
                  </a:lnTo>
                  <a:lnTo>
                    <a:pt x="21859" y="67413"/>
                  </a:lnTo>
                  <a:lnTo>
                    <a:pt x="36575" y="70103"/>
                  </a:lnTo>
                  <a:lnTo>
                    <a:pt x="50649" y="67413"/>
                  </a:lnTo>
                  <a:lnTo>
                    <a:pt x="62293" y="60007"/>
                  </a:lnTo>
                  <a:lnTo>
                    <a:pt x="70223" y="48887"/>
                  </a:lnTo>
                  <a:lnTo>
                    <a:pt x="73151" y="35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82118" y="4426839"/>
              <a:ext cx="585470" cy="250825"/>
            </a:xfrm>
            <a:custGeom>
              <a:avLst/>
              <a:gdLst/>
              <a:ahLst/>
              <a:cxnLst/>
              <a:rect l="l" t="t" r="r" b="b"/>
              <a:pathLst>
                <a:path w="585470" h="250825">
                  <a:moveTo>
                    <a:pt x="225933" y="28575"/>
                  </a:moveTo>
                  <a:lnTo>
                    <a:pt x="223932" y="17859"/>
                  </a:lnTo>
                  <a:lnTo>
                    <a:pt x="217932" y="8001"/>
                  </a:lnTo>
                  <a:lnTo>
                    <a:pt x="208740" y="2000"/>
                  </a:lnTo>
                  <a:lnTo>
                    <a:pt x="198120" y="0"/>
                  </a:lnTo>
                  <a:lnTo>
                    <a:pt x="187499" y="2000"/>
                  </a:lnTo>
                  <a:lnTo>
                    <a:pt x="178308" y="8001"/>
                  </a:lnTo>
                  <a:lnTo>
                    <a:pt x="0" y="180213"/>
                  </a:lnTo>
                  <a:lnTo>
                    <a:pt x="48768" y="194593"/>
                  </a:lnTo>
                  <a:lnTo>
                    <a:pt x="48768" y="139065"/>
                  </a:lnTo>
                  <a:lnTo>
                    <a:pt x="152661" y="113015"/>
                  </a:lnTo>
                  <a:lnTo>
                    <a:pt x="217932" y="49149"/>
                  </a:lnTo>
                  <a:lnTo>
                    <a:pt x="223932" y="39290"/>
                  </a:lnTo>
                  <a:lnTo>
                    <a:pt x="225933" y="28575"/>
                  </a:lnTo>
                  <a:close/>
                </a:path>
                <a:path w="585470" h="250825">
                  <a:moveTo>
                    <a:pt x="152661" y="113015"/>
                  </a:moveTo>
                  <a:lnTo>
                    <a:pt x="48768" y="139065"/>
                  </a:lnTo>
                  <a:lnTo>
                    <a:pt x="62484" y="193929"/>
                  </a:lnTo>
                  <a:lnTo>
                    <a:pt x="64008" y="193551"/>
                  </a:lnTo>
                  <a:lnTo>
                    <a:pt x="64008" y="139065"/>
                  </a:lnTo>
                  <a:lnTo>
                    <a:pt x="111633" y="153162"/>
                  </a:lnTo>
                  <a:lnTo>
                    <a:pt x="152661" y="113015"/>
                  </a:lnTo>
                  <a:close/>
                </a:path>
                <a:path w="585470" h="250825">
                  <a:moveTo>
                    <a:pt x="275296" y="219027"/>
                  </a:moveTo>
                  <a:lnTo>
                    <a:pt x="271843" y="208407"/>
                  </a:lnTo>
                  <a:lnTo>
                    <a:pt x="264675" y="200072"/>
                  </a:lnTo>
                  <a:lnTo>
                    <a:pt x="254508" y="195453"/>
                  </a:lnTo>
                  <a:lnTo>
                    <a:pt x="164201" y="168722"/>
                  </a:lnTo>
                  <a:lnTo>
                    <a:pt x="62484" y="193929"/>
                  </a:lnTo>
                  <a:lnTo>
                    <a:pt x="48768" y="139065"/>
                  </a:lnTo>
                  <a:lnTo>
                    <a:pt x="48768" y="194593"/>
                  </a:lnTo>
                  <a:lnTo>
                    <a:pt x="237744" y="250317"/>
                  </a:lnTo>
                  <a:lnTo>
                    <a:pt x="249245" y="250650"/>
                  </a:lnTo>
                  <a:lnTo>
                    <a:pt x="260032" y="247269"/>
                  </a:lnTo>
                  <a:lnTo>
                    <a:pt x="268819" y="240458"/>
                  </a:lnTo>
                  <a:lnTo>
                    <a:pt x="274320" y="230505"/>
                  </a:lnTo>
                  <a:lnTo>
                    <a:pt x="275296" y="219027"/>
                  </a:lnTo>
                  <a:close/>
                </a:path>
                <a:path w="585470" h="250825">
                  <a:moveTo>
                    <a:pt x="111633" y="153162"/>
                  </a:moveTo>
                  <a:lnTo>
                    <a:pt x="64008" y="139065"/>
                  </a:lnTo>
                  <a:lnTo>
                    <a:pt x="76200" y="187833"/>
                  </a:lnTo>
                  <a:lnTo>
                    <a:pt x="111633" y="153162"/>
                  </a:lnTo>
                  <a:close/>
                </a:path>
                <a:path w="585470" h="250825">
                  <a:moveTo>
                    <a:pt x="164201" y="168722"/>
                  </a:moveTo>
                  <a:lnTo>
                    <a:pt x="111633" y="153162"/>
                  </a:lnTo>
                  <a:lnTo>
                    <a:pt x="76200" y="187833"/>
                  </a:lnTo>
                  <a:lnTo>
                    <a:pt x="64008" y="139065"/>
                  </a:lnTo>
                  <a:lnTo>
                    <a:pt x="64008" y="193551"/>
                  </a:lnTo>
                  <a:lnTo>
                    <a:pt x="164201" y="168722"/>
                  </a:lnTo>
                  <a:close/>
                </a:path>
                <a:path w="585470" h="250825">
                  <a:moveTo>
                    <a:pt x="585216" y="64389"/>
                  </a:moveTo>
                  <a:lnTo>
                    <a:pt x="571500" y="8001"/>
                  </a:lnTo>
                  <a:lnTo>
                    <a:pt x="152661" y="113015"/>
                  </a:lnTo>
                  <a:lnTo>
                    <a:pt x="111633" y="153162"/>
                  </a:lnTo>
                  <a:lnTo>
                    <a:pt x="164201" y="168722"/>
                  </a:lnTo>
                  <a:lnTo>
                    <a:pt x="585216" y="64389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98380" y="3852774"/>
            <a:ext cx="230504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820" y="438403"/>
            <a:ext cx="587565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lines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positive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point</a:t>
            </a:r>
            <a:r>
              <a:rPr sz="2200" b="1" spc="-1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charge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6233" y="2129027"/>
            <a:ext cx="3194303" cy="31943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18743" y="485952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1427" y="4494378"/>
            <a:ext cx="230504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6841" y="5999477"/>
            <a:ext cx="70091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9245" marR="5080" indent="-15671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Electric</a:t>
            </a:r>
            <a:r>
              <a:rPr sz="2400" spc="-6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field</a:t>
            </a:r>
            <a:r>
              <a:rPr sz="2400" spc="-5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lines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extend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away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toward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94113" y="1865376"/>
            <a:ext cx="4041775" cy="3790315"/>
            <a:chOff x="1094113" y="1865376"/>
            <a:chExt cx="4041775" cy="37903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7117" y="2129027"/>
              <a:ext cx="3226304" cy="32278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94113" y="1865376"/>
              <a:ext cx="4041775" cy="3790315"/>
            </a:xfrm>
            <a:custGeom>
              <a:avLst/>
              <a:gdLst/>
              <a:ahLst/>
              <a:cxnLst/>
              <a:rect l="l" t="t" r="r" b="b"/>
              <a:pathLst>
                <a:path w="4041775" h="3790315">
                  <a:moveTo>
                    <a:pt x="4041645" y="3790188"/>
                  </a:moveTo>
                  <a:lnTo>
                    <a:pt x="4041645" y="0"/>
                  </a:lnTo>
                  <a:lnTo>
                    <a:pt x="0" y="0"/>
                  </a:lnTo>
                  <a:lnTo>
                    <a:pt x="0" y="3790188"/>
                  </a:lnTo>
                  <a:lnTo>
                    <a:pt x="4572" y="3790188"/>
                  </a:ln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lnTo>
                    <a:pt x="4032501" y="10668"/>
                  </a:lnTo>
                  <a:lnTo>
                    <a:pt x="4032501" y="4572"/>
                  </a:lnTo>
                  <a:lnTo>
                    <a:pt x="4037073" y="10668"/>
                  </a:lnTo>
                  <a:lnTo>
                    <a:pt x="4037073" y="3790188"/>
                  </a:lnTo>
                  <a:lnTo>
                    <a:pt x="4041645" y="3790188"/>
                  </a:lnTo>
                  <a:close/>
                </a:path>
                <a:path w="4041775" h="3790315">
                  <a:moveTo>
                    <a:pt x="9144" y="10668"/>
                  </a:move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4041775" h="3790315">
                  <a:moveTo>
                    <a:pt x="9144" y="3779520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3779520"/>
                  </a:lnTo>
                  <a:lnTo>
                    <a:pt x="9144" y="3779520"/>
                  </a:lnTo>
                  <a:close/>
                </a:path>
                <a:path w="4041775" h="3790315">
                  <a:moveTo>
                    <a:pt x="4037073" y="3779520"/>
                  </a:moveTo>
                  <a:lnTo>
                    <a:pt x="4572" y="3779520"/>
                  </a:lnTo>
                  <a:lnTo>
                    <a:pt x="9144" y="3785616"/>
                  </a:lnTo>
                  <a:lnTo>
                    <a:pt x="9144" y="3790188"/>
                  </a:lnTo>
                  <a:lnTo>
                    <a:pt x="4032501" y="3790188"/>
                  </a:lnTo>
                  <a:lnTo>
                    <a:pt x="4032501" y="3785616"/>
                  </a:lnTo>
                  <a:lnTo>
                    <a:pt x="4037073" y="3779520"/>
                  </a:lnTo>
                  <a:close/>
                </a:path>
                <a:path w="4041775" h="3790315">
                  <a:moveTo>
                    <a:pt x="9144" y="3790188"/>
                  </a:moveTo>
                  <a:lnTo>
                    <a:pt x="9144" y="3785616"/>
                  </a:lnTo>
                  <a:lnTo>
                    <a:pt x="4572" y="3779520"/>
                  </a:lnTo>
                  <a:lnTo>
                    <a:pt x="4572" y="3790188"/>
                  </a:lnTo>
                  <a:lnTo>
                    <a:pt x="9144" y="3790188"/>
                  </a:lnTo>
                  <a:close/>
                </a:path>
                <a:path w="4041775" h="3790315">
                  <a:moveTo>
                    <a:pt x="4037073" y="10668"/>
                  </a:moveTo>
                  <a:lnTo>
                    <a:pt x="4032501" y="4572"/>
                  </a:lnTo>
                  <a:lnTo>
                    <a:pt x="4032501" y="10668"/>
                  </a:lnTo>
                  <a:lnTo>
                    <a:pt x="4037073" y="10668"/>
                  </a:lnTo>
                  <a:close/>
                </a:path>
                <a:path w="4041775" h="3790315">
                  <a:moveTo>
                    <a:pt x="4037073" y="3779520"/>
                  </a:moveTo>
                  <a:lnTo>
                    <a:pt x="4037073" y="10668"/>
                  </a:lnTo>
                  <a:lnTo>
                    <a:pt x="4032501" y="10668"/>
                  </a:lnTo>
                  <a:lnTo>
                    <a:pt x="4032501" y="3779520"/>
                  </a:lnTo>
                  <a:lnTo>
                    <a:pt x="4037073" y="3779520"/>
                  </a:lnTo>
                  <a:close/>
                </a:path>
                <a:path w="4041775" h="3790315">
                  <a:moveTo>
                    <a:pt x="4037073" y="3790188"/>
                  </a:moveTo>
                  <a:lnTo>
                    <a:pt x="4037073" y="3779520"/>
                  </a:lnTo>
                  <a:lnTo>
                    <a:pt x="4032501" y="3785616"/>
                  </a:lnTo>
                  <a:lnTo>
                    <a:pt x="4032501" y="3790188"/>
                  </a:lnTo>
                  <a:lnTo>
                    <a:pt x="4037073" y="37901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521330" y="1865376"/>
            <a:ext cx="4041775" cy="3790315"/>
          </a:xfrm>
          <a:custGeom>
            <a:avLst/>
            <a:gdLst/>
            <a:ahLst/>
            <a:cxnLst/>
            <a:rect l="l" t="t" r="r" b="b"/>
            <a:pathLst>
              <a:path w="4041775" h="3790315">
                <a:moveTo>
                  <a:pt x="4041648" y="3790188"/>
                </a:moveTo>
                <a:lnTo>
                  <a:pt x="4041648" y="0"/>
                </a:lnTo>
                <a:lnTo>
                  <a:pt x="0" y="0"/>
                </a:lnTo>
                <a:lnTo>
                  <a:pt x="0" y="3790188"/>
                </a:lnTo>
                <a:lnTo>
                  <a:pt x="4572" y="3790188"/>
                </a:lnTo>
                <a:lnTo>
                  <a:pt x="4572" y="10668"/>
                </a:lnTo>
                <a:lnTo>
                  <a:pt x="9144" y="4572"/>
                </a:lnTo>
                <a:lnTo>
                  <a:pt x="9144" y="10668"/>
                </a:lnTo>
                <a:lnTo>
                  <a:pt x="4032504" y="10668"/>
                </a:lnTo>
                <a:lnTo>
                  <a:pt x="4032504" y="4572"/>
                </a:lnTo>
                <a:lnTo>
                  <a:pt x="4037076" y="10668"/>
                </a:lnTo>
                <a:lnTo>
                  <a:pt x="4037076" y="3790188"/>
                </a:lnTo>
                <a:lnTo>
                  <a:pt x="4041648" y="3790188"/>
                </a:lnTo>
                <a:close/>
              </a:path>
              <a:path w="4041775" h="3790315">
                <a:moveTo>
                  <a:pt x="9144" y="10668"/>
                </a:moveTo>
                <a:lnTo>
                  <a:pt x="9144" y="4572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4041775" h="3790315">
                <a:moveTo>
                  <a:pt x="9144" y="3779520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3779520"/>
                </a:lnTo>
                <a:lnTo>
                  <a:pt x="9144" y="3779520"/>
                </a:lnTo>
                <a:close/>
              </a:path>
              <a:path w="4041775" h="3790315">
                <a:moveTo>
                  <a:pt x="4037076" y="3779520"/>
                </a:moveTo>
                <a:lnTo>
                  <a:pt x="4572" y="3779520"/>
                </a:lnTo>
                <a:lnTo>
                  <a:pt x="9144" y="3785616"/>
                </a:lnTo>
                <a:lnTo>
                  <a:pt x="9144" y="3790188"/>
                </a:lnTo>
                <a:lnTo>
                  <a:pt x="4032504" y="3790188"/>
                </a:lnTo>
                <a:lnTo>
                  <a:pt x="4032504" y="3785616"/>
                </a:lnTo>
                <a:lnTo>
                  <a:pt x="4037076" y="3779520"/>
                </a:lnTo>
                <a:close/>
              </a:path>
              <a:path w="4041775" h="3790315">
                <a:moveTo>
                  <a:pt x="9144" y="3790188"/>
                </a:moveTo>
                <a:lnTo>
                  <a:pt x="9144" y="3785616"/>
                </a:lnTo>
                <a:lnTo>
                  <a:pt x="4572" y="3779520"/>
                </a:lnTo>
                <a:lnTo>
                  <a:pt x="4572" y="3790188"/>
                </a:lnTo>
                <a:lnTo>
                  <a:pt x="9144" y="3790188"/>
                </a:lnTo>
                <a:close/>
              </a:path>
              <a:path w="4041775" h="3790315">
                <a:moveTo>
                  <a:pt x="4037076" y="10668"/>
                </a:moveTo>
                <a:lnTo>
                  <a:pt x="4032504" y="4572"/>
                </a:lnTo>
                <a:lnTo>
                  <a:pt x="4032504" y="10668"/>
                </a:lnTo>
                <a:lnTo>
                  <a:pt x="4037076" y="10668"/>
                </a:lnTo>
                <a:close/>
              </a:path>
              <a:path w="4041775" h="3790315">
                <a:moveTo>
                  <a:pt x="4037076" y="3779520"/>
                </a:moveTo>
                <a:lnTo>
                  <a:pt x="4037076" y="10668"/>
                </a:lnTo>
                <a:lnTo>
                  <a:pt x="4032504" y="10668"/>
                </a:lnTo>
                <a:lnTo>
                  <a:pt x="4032504" y="3779520"/>
                </a:lnTo>
                <a:lnTo>
                  <a:pt x="4037076" y="3779520"/>
                </a:lnTo>
                <a:close/>
              </a:path>
              <a:path w="4041775" h="3790315">
                <a:moveTo>
                  <a:pt x="4037076" y="3790188"/>
                </a:moveTo>
                <a:lnTo>
                  <a:pt x="4037076" y="3779520"/>
                </a:lnTo>
                <a:lnTo>
                  <a:pt x="4032504" y="3785616"/>
                </a:lnTo>
                <a:lnTo>
                  <a:pt x="4032504" y="3790188"/>
                </a:lnTo>
                <a:lnTo>
                  <a:pt x="4037076" y="379018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6820" y="438403"/>
            <a:ext cx="3789679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lines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direction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68741" y="6150353"/>
            <a:ext cx="70091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9245" marR="5080" indent="-15671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Electric</a:t>
            </a:r>
            <a:r>
              <a:rPr sz="2400" spc="-6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field</a:t>
            </a:r>
            <a:r>
              <a:rPr sz="2400" spc="-5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lines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extend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away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toward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5245" y="2001011"/>
            <a:ext cx="3941064" cy="39410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85215" y="3023106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11427" y="3061818"/>
            <a:ext cx="22987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820" y="438403"/>
            <a:ext cx="841057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lines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from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positive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3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negative</a:t>
            </a:r>
            <a:r>
              <a:rPr sz="2200" b="1" spc="-2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point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charges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41892" y="6077201"/>
            <a:ext cx="70091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9245" marR="5080" indent="-15671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Electric</a:t>
            </a:r>
            <a:r>
              <a:rPr sz="2400" spc="-6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field</a:t>
            </a:r>
            <a:r>
              <a:rPr sz="2400" spc="-55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200"/>
                </a:solidFill>
                <a:latin typeface="Arial MT"/>
                <a:cs typeface="Arial MT"/>
              </a:rPr>
              <a:t>lines</a:t>
            </a:r>
            <a:r>
              <a:rPr sz="24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extend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away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toward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4682" y="1999488"/>
            <a:ext cx="3918203" cy="39547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04670" y="460654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0987" y="4213962"/>
            <a:ext cx="22987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820" y="438403"/>
            <a:ext cx="8209280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lines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from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two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equal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and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opposite</a:t>
            </a:r>
            <a:r>
              <a:rPr sz="2200" b="1" spc="-1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point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charges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96927" y="3510786"/>
            <a:ext cx="104203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sphere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uniform negative charge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7270" y="2157983"/>
            <a:ext cx="3656075" cy="36560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12931" y="5379209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04091" y="5015586"/>
            <a:ext cx="22987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820" y="438403"/>
            <a:ext cx="8001634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lines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from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sphere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of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uniform</a:t>
            </a:r>
            <a:r>
              <a:rPr sz="2200" b="1" spc="-3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negative</a:t>
            </a:r>
            <a:r>
              <a:rPr sz="2200" b="1" spc="-2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charge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18853" y="1895855"/>
            <a:ext cx="4913630" cy="3019425"/>
            <a:chOff x="918853" y="1895855"/>
            <a:chExt cx="4913630" cy="3019425"/>
          </a:xfrm>
        </p:grpSpPr>
        <p:sp>
          <p:nvSpPr>
            <p:cNvPr id="4" name="object 4"/>
            <p:cNvSpPr/>
            <p:nvPr/>
          </p:nvSpPr>
          <p:spPr>
            <a:xfrm>
              <a:off x="918845" y="2069591"/>
              <a:ext cx="1731645" cy="2216150"/>
            </a:xfrm>
            <a:custGeom>
              <a:avLst/>
              <a:gdLst/>
              <a:ahLst/>
              <a:cxnLst/>
              <a:rect l="l" t="t" r="r" b="b"/>
              <a:pathLst>
                <a:path w="1731645" h="2216150">
                  <a:moveTo>
                    <a:pt x="1068324" y="417576"/>
                  </a:moveTo>
                  <a:lnTo>
                    <a:pt x="10668" y="204216"/>
                  </a:lnTo>
                  <a:lnTo>
                    <a:pt x="0" y="259080"/>
                  </a:lnTo>
                  <a:lnTo>
                    <a:pt x="1057656" y="472440"/>
                  </a:lnTo>
                  <a:lnTo>
                    <a:pt x="1068324" y="417576"/>
                  </a:lnTo>
                  <a:close/>
                </a:path>
                <a:path w="1731645" h="2216150">
                  <a:moveTo>
                    <a:pt x="1370076" y="237744"/>
                  </a:moveTo>
                  <a:lnTo>
                    <a:pt x="638556" y="102108"/>
                  </a:lnTo>
                  <a:lnTo>
                    <a:pt x="629412" y="156972"/>
                  </a:lnTo>
                  <a:lnTo>
                    <a:pt x="1360932" y="291084"/>
                  </a:lnTo>
                  <a:lnTo>
                    <a:pt x="1370076" y="237744"/>
                  </a:lnTo>
                  <a:close/>
                </a:path>
                <a:path w="1731645" h="2216150">
                  <a:moveTo>
                    <a:pt x="1383792" y="1328928"/>
                  </a:moveTo>
                  <a:lnTo>
                    <a:pt x="595045" y="1144663"/>
                  </a:lnTo>
                  <a:lnTo>
                    <a:pt x="664464" y="1126248"/>
                  </a:lnTo>
                  <a:lnTo>
                    <a:pt x="672414" y="1122387"/>
                  </a:lnTo>
                  <a:lnTo>
                    <a:pt x="677799" y="1115961"/>
                  </a:lnTo>
                  <a:lnTo>
                    <a:pt x="680326" y="1107808"/>
                  </a:lnTo>
                  <a:lnTo>
                    <a:pt x="679704" y="1098816"/>
                  </a:lnTo>
                  <a:lnTo>
                    <a:pt x="675843" y="1090637"/>
                  </a:lnTo>
                  <a:lnTo>
                    <a:pt x="669417" y="1084910"/>
                  </a:lnTo>
                  <a:lnTo>
                    <a:pt x="661276" y="1082306"/>
                  </a:lnTo>
                  <a:lnTo>
                    <a:pt x="652272" y="1083576"/>
                  </a:lnTo>
                  <a:lnTo>
                    <a:pt x="502158" y="1122959"/>
                  </a:lnTo>
                  <a:lnTo>
                    <a:pt x="33528" y="1013460"/>
                  </a:lnTo>
                  <a:lnTo>
                    <a:pt x="21336" y="1068324"/>
                  </a:lnTo>
                  <a:lnTo>
                    <a:pt x="517893" y="1184478"/>
                  </a:lnTo>
                  <a:lnTo>
                    <a:pt x="601980" y="1269504"/>
                  </a:lnTo>
                  <a:lnTo>
                    <a:pt x="609549" y="1274660"/>
                  </a:lnTo>
                  <a:lnTo>
                    <a:pt x="617982" y="1276553"/>
                  </a:lnTo>
                  <a:lnTo>
                    <a:pt x="626414" y="1275283"/>
                  </a:lnTo>
                  <a:lnTo>
                    <a:pt x="633984" y="1271028"/>
                  </a:lnTo>
                  <a:lnTo>
                    <a:pt x="638263" y="1263446"/>
                  </a:lnTo>
                  <a:lnTo>
                    <a:pt x="639699" y="1255026"/>
                  </a:lnTo>
                  <a:lnTo>
                    <a:pt x="638263" y="1246593"/>
                  </a:lnTo>
                  <a:lnTo>
                    <a:pt x="633984" y="1239024"/>
                  </a:lnTo>
                  <a:lnTo>
                    <a:pt x="598855" y="1203413"/>
                  </a:lnTo>
                  <a:lnTo>
                    <a:pt x="1370076" y="1383792"/>
                  </a:lnTo>
                  <a:lnTo>
                    <a:pt x="1383792" y="1328928"/>
                  </a:lnTo>
                  <a:close/>
                </a:path>
                <a:path w="1731645" h="2216150">
                  <a:moveTo>
                    <a:pt x="1383792" y="1059180"/>
                  </a:moveTo>
                  <a:lnTo>
                    <a:pt x="652272" y="890016"/>
                  </a:lnTo>
                  <a:lnTo>
                    <a:pt x="640080" y="943356"/>
                  </a:lnTo>
                  <a:lnTo>
                    <a:pt x="1370076" y="1114044"/>
                  </a:lnTo>
                  <a:lnTo>
                    <a:pt x="1383792" y="1059180"/>
                  </a:lnTo>
                  <a:close/>
                </a:path>
                <a:path w="1731645" h="2216150">
                  <a:moveTo>
                    <a:pt x="1391412" y="2161032"/>
                  </a:moveTo>
                  <a:lnTo>
                    <a:pt x="550151" y="1930044"/>
                  </a:lnTo>
                  <a:lnTo>
                    <a:pt x="592836" y="1918728"/>
                  </a:lnTo>
                  <a:lnTo>
                    <a:pt x="601002" y="1914004"/>
                  </a:lnTo>
                  <a:lnTo>
                    <a:pt x="606742" y="1907298"/>
                  </a:lnTo>
                  <a:lnTo>
                    <a:pt x="609333" y="1899437"/>
                  </a:lnTo>
                  <a:lnTo>
                    <a:pt x="608076" y="1891296"/>
                  </a:lnTo>
                  <a:lnTo>
                    <a:pt x="604240" y="1883105"/>
                  </a:lnTo>
                  <a:lnTo>
                    <a:pt x="597979" y="1877199"/>
                  </a:lnTo>
                  <a:lnTo>
                    <a:pt x="590296" y="1874151"/>
                  </a:lnTo>
                  <a:lnTo>
                    <a:pt x="582168" y="1874532"/>
                  </a:lnTo>
                  <a:lnTo>
                    <a:pt x="464197" y="1906447"/>
                  </a:lnTo>
                  <a:lnTo>
                    <a:pt x="42672" y="1790700"/>
                  </a:lnTo>
                  <a:lnTo>
                    <a:pt x="27432" y="1844040"/>
                  </a:lnTo>
                  <a:lnTo>
                    <a:pt x="424053" y="1953272"/>
                  </a:lnTo>
                  <a:lnTo>
                    <a:pt x="432816" y="1962226"/>
                  </a:lnTo>
                  <a:lnTo>
                    <a:pt x="530352" y="2061984"/>
                  </a:lnTo>
                  <a:lnTo>
                    <a:pt x="537921" y="2067128"/>
                  </a:lnTo>
                  <a:lnTo>
                    <a:pt x="546354" y="2068842"/>
                  </a:lnTo>
                  <a:lnTo>
                    <a:pt x="554786" y="2067128"/>
                  </a:lnTo>
                  <a:lnTo>
                    <a:pt x="562356" y="2061984"/>
                  </a:lnTo>
                  <a:lnTo>
                    <a:pt x="567499" y="2055075"/>
                  </a:lnTo>
                  <a:lnTo>
                    <a:pt x="569214" y="2046744"/>
                  </a:lnTo>
                  <a:lnTo>
                    <a:pt x="567499" y="2038400"/>
                  </a:lnTo>
                  <a:lnTo>
                    <a:pt x="562356" y="2031504"/>
                  </a:lnTo>
                  <a:lnTo>
                    <a:pt x="512165" y="1979891"/>
                  </a:lnTo>
                  <a:lnTo>
                    <a:pt x="432816" y="1958352"/>
                  </a:lnTo>
                  <a:lnTo>
                    <a:pt x="443484" y="1961248"/>
                  </a:lnTo>
                  <a:lnTo>
                    <a:pt x="512165" y="1979891"/>
                  </a:lnTo>
                  <a:lnTo>
                    <a:pt x="786384" y="2054364"/>
                  </a:lnTo>
                  <a:lnTo>
                    <a:pt x="786726" y="2053158"/>
                  </a:lnTo>
                  <a:lnTo>
                    <a:pt x="1377696" y="2215896"/>
                  </a:lnTo>
                  <a:lnTo>
                    <a:pt x="1391412" y="2161032"/>
                  </a:lnTo>
                  <a:close/>
                </a:path>
                <a:path w="1731645" h="2216150">
                  <a:moveTo>
                    <a:pt x="1394460" y="1857756"/>
                  </a:moveTo>
                  <a:lnTo>
                    <a:pt x="664464" y="1665732"/>
                  </a:lnTo>
                  <a:lnTo>
                    <a:pt x="650748" y="1720596"/>
                  </a:lnTo>
                  <a:lnTo>
                    <a:pt x="1380744" y="1912620"/>
                  </a:lnTo>
                  <a:lnTo>
                    <a:pt x="1394460" y="1857756"/>
                  </a:lnTo>
                  <a:close/>
                </a:path>
                <a:path w="1731645" h="2216150">
                  <a:moveTo>
                    <a:pt x="1731264" y="91440"/>
                  </a:moveTo>
                  <a:lnTo>
                    <a:pt x="1235964" y="0"/>
                  </a:lnTo>
                  <a:lnTo>
                    <a:pt x="1225296" y="54864"/>
                  </a:lnTo>
                  <a:lnTo>
                    <a:pt x="1720596" y="146304"/>
                  </a:lnTo>
                  <a:lnTo>
                    <a:pt x="1731264" y="91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4354" y="2257043"/>
              <a:ext cx="1845945" cy="2609215"/>
            </a:xfrm>
            <a:custGeom>
              <a:avLst/>
              <a:gdLst/>
              <a:ahLst/>
              <a:cxnLst/>
              <a:rect l="l" t="t" r="r" b="b"/>
              <a:pathLst>
                <a:path w="1845945" h="2609215">
                  <a:moveTo>
                    <a:pt x="1845563" y="2113787"/>
                  </a:moveTo>
                  <a:lnTo>
                    <a:pt x="0" y="0"/>
                  </a:lnTo>
                  <a:lnTo>
                    <a:pt x="22859" y="2609087"/>
                  </a:lnTo>
                  <a:lnTo>
                    <a:pt x="1845563" y="2113787"/>
                  </a:lnTo>
                  <a:close/>
                </a:path>
              </a:pathLst>
            </a:custGeom>
            <a:solidFill>
              <a:srgbClr val="ACD8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56333" y="2257056"/>
              <a:ext cx="1973580" cy="2611120"/>
            </a:xfrm>
            <a:custGeom>
              <a:avLst/>
              <a:gdLst/>
              <a:ahLst/>
              <a:cxnLst/>
              <a:rect l="l" t="t" r="r" b="b"/>
              <a:pathLst>
                <a:path w="1973579" h="2611120">
                  <a:moveTo>
                    <a:pt x="150876" y="2610612"/>
                  </a:moveTo>
                  <a:lnTo>
                    <a:pt x="140957" y="1398460"/>
                  </a:lnTo>
                  <a:lnTo>
                    <a:pt x="146304" y="1377683"/>
                  </a:lnTo>
                  <a:lnTo>
                    <a:pt x="140779" y="1376184"/>
                  </a:lnTo>
                  <a:lnTo>
                    <a:pt x="134950" y="663143"/>
                  </a:lnTo>
                  <a:lnTo>
                    <a:pt x="144780" y="612635"/>
                  </a:lnTo>
                  <a:lnTo>
                    <a:pt x="134531" y="610920"/>
                  </a:lnTo>
                  <a:lnTo>
                    <a:pt x="129540" y="0"/>
                  </a:lnTo>
                  <a:lnTo>
                    <a:pt x="128016" y="0"/>
                  </a:lnTo>
                  <a:lnTo>
                    <a:pt x="132994" y="610654"/>
                  </a:lnTo>
                  <a:lnTo>
                    <a:pt x="9144" y="589775"/>
                  </a:lnTo>
                  <a:lnTo>
                    <a:pt x="0" y="644639"/>
                  </a:lnTo>
                  <a:lnTo>
                    <a:pt x="133464" y="667397"/>
                  </a:lnTo>
                  <a:lnTo>
                    <a:pt x="139255" y="1375778"/>
                  </a:lnTo>
                  <a:lnTo>
                    <a:pt x="22860" y="1344155"/>
                  </a:lnTo>
                  <a:lnTo>
                    <a:pt x="7620" y="1397495"/>
                  </a:lnTo>
                  <a:lnTo>
                    <a:pt x="132588" y="1431023"/>
                  </a:lnTo>
                  <a:lnTo>
                    <a:pt x="139484" y="1404200"/>
                  </a:lnTo>
                  <a:lnTo>
                    <a:pt x="149352" y="2610612"/>
                  </a:lnTo>
                  <a:lnTo>
                    <a:pt x="150876" y="2610612"/>
                  </a:lnTo>
                  <a:close/>
                </a:path>
                <a:path w="1973579" h="2611120">
                  <a:moveTo>
                    <a:pt x="1973580" y="2113788"/>
                  </a:moveTo>
                  <a:lnTo>
                    <a:pt x="1972056" y="2113788"/>
                  </a:lnTo>
                  <a:lnTo>
                    <a:pt x="150876" y="2609088"/>
                  </a:lnTo>
                  <a:lnTo>
                    <a:pt x="1973580" y="21137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4354" y="1940051"/>
              <a:ext cx="1866900" cy="2430780"/>
            </a:xfrm>
            <a:custGeom>
              <a:avLst/>
              <a:gdLst/>
              <a:ahLst/>
              <a:cxnLst/>
              <a:rect l="l" t="t" r="r" b="b"/>
              <a:pathLst>
                <a:path w="1866900" h="2430779">
                  <a:moveTo>
                    <a:pt x="1866899" y="0"/>
                  </a:moveTo>
                  <a:lnTo>
                    <a:pt x="0" y="316991"/>
                  </a:lnTo>
                  <a:lnTo>
                    <a:pt x="1845563" y="2430779"/>
                  </a:lnTo>
                  <a:lnTo>
                    <a:pt x="1866899" y="0"/>
                  </a:lnTo>
                  <a:close/>
                </a:path>
              </a:pathLst>
            </a:custGeom>
            <a:solidFill>
              <a:srgbClr val="ACD8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4354" y="1940052"/>
              <a:ext cx="1868805" cy="2430780"/>
            </a:xfrm>
            <a:custGeom>
              <a:avLst/>
              <a:gdLst/>
              <a:ahLst/>
              <a:cxnLst/>
              <a:rect l="l" t="t" r="r" b="b"/>
              <a:pathLst>
                <a:path w="1868804" h="2430779">
                  <a:moveTo>
                    <a:pt x="1868424" y="0"/>
                  </a:moveTo>
                  <a:lnTo>
                    <a:pt x="1866885" y="2"/>
                  </a:lnTo>
                  <a:lnTo>
                    <a:pt x="0" y="315468"/>
                  </a:lnTo>
                  <a:lnTo>
                    <a:pt x="0" y="316992"/>
                  </a:lnTo>
                  <a:lnTo>
                    <a:pt x="1866885" y="1526"/>
                  </a:lnTo>
                  <a:lnTo>
                    <a:pt x="1866885" y="163578"/>
                  </a:lnTo>
                  <a:lnTo>
                    <a:pt x="1868424" y="0"/>
                  </a:lnTo>
                  <a:close/>
                </a:path>
                <a:path w="1868804" h="2430779">
                  <a:moveTo>
                    <a:pt x="1866885" y="163578"/>
                  </a:moveTo>
                  <a:lnTo>
                    <a:pt x="1866885" y="1526"/>
                  </a:lnTo>
                  <a:lnTo>
                    <a:pt x="1844040" y="2430780"/>
                  </a:lnTo>
                  <a:lnTo>
                    <a:pt x="1845564" y="2430780"/>
                  </a:lnTo>
                  <a:lnTo>
                    <a:pt x="1866885" y="1635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43050" y="4198619"/>
              <a:ext cx="128270" cy="86995"/>
            </a:xfrm>
            <a:custGeom>
              <a:avLst/>
              <a:gdLst/>
              <a:ahLst/>
              <a:cxnLst/>
              <a:rect l="l" t="t" r="r" b="b"/>
              <a:pathLst>
                <a:path w="128270" h="86995">
                  <a:moveTo>
                    <a:pt x="128015" y="53339"/>
                  </a:moveTo>
                  <a:lnTo>
                    <a:pt x="111251" y="0"/>
                  </a:lnTo>
                  <a:lnTo>
                    <a:pt x="0" y="33527"/>
                  </a:lnTo>
                  <a:lnTo>
                    <a:pt x="16763" y="86867"/>
                  </a:lnTo>
                  <a:lnTo>
                    <a:pt x="128015" y="5333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078" y="1895855"/>
              <a:ext cx="2170430" cy="303530"/>
            </a:xfrm>
            <a:custGeom>
              <a:avLst/>
              <a:gdLst/>
              <a:ahLst/>
              <a:cxnLst/>
              <a:rect l="l" t="t" r="r" b="b"/>
              <a:pathLst>
                <a:path w="2170429" h="303530">
                  <a:moveTo>
                    <a:pt x="2170175" y="44195"/>
                  </a:moveTo>
                  <a:lnTo>
                    <a:pt x="1866899" y="0"/>
                  </a:lnTo>
                  <a:lnTo>
                    <a:pt x="0" y="303275"/>
                  </a:lnTo>
                  <a:lnTo>
                    <a:pt x="2170175" y="44195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81078" y="1895856"/>
              <a:ext cx="2170430" cy="304800"/>
            </a:xfrm>
            <a:custGeom>
              <a:avLst/>
              <a:gdLst/>
              <a:ahLst/>
              <a:cxnLst/>
              <a:rect l="l" t="t" r="r" b="b"/>
              <a:pathLst>
                <a:path w="2170429" h="304800">
                  <a:moveTo>
                    <a:pt x="2170176" y="45720"/>
                  </a:moveTo>
                  <a:lnTo>
                    <a:pt x="2170176" y="44196"/>
                  </a:lnTo>
                  <a:lnTo>
                    <a:pt x="1866900" y="0"/>
                  </a:lnTo>
                  <a:lnTo>
                    <a:pt x="0" y="303276"/>
                  </a:lnTo>
                  <a:lnTo>
                    <a:pt x="0" y="304800"/>
                  </a:lnTo>
                  <a:lnTo>
                    <a:pt x="1866900" y="1524"/>
                  </a:lnTo>
                  <a:lnTo>
                    <a:pt x="217017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79626" y="4155947"/>
              <a:ext cx="56515" cy="160020"/>
            </a:xfrm>
            <a:custGeom>
              <a:avLst/>
              <a:gdLst/>
              <a:ahLst/>
              <a:cxnLst/>
              <a:rect l="l" t="t" r="r" b="b"/>
              <a:pathLst>
                <a:path w="56514" h="160020">
                  <a:moveTo>
                    <a:pt x="56387" y="1523"/>
                  </a:moveTo>
                  <a:lnTo>
                    <a:pt x="1523" y="0"/>
                  </a:lnTo>
                  <a:lnTo>
                    <a:pt x="0" y="158495"/>
                  </a:lnTo>
                  <a:lnTo>
                    <a:pt x="54863" y="160019"/>
                  </a:lnTo>
                  <a:lnTo>
                    <a:pt x="56387" y="15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4573" y="3752088"/>
              <a:ext cx="137159" cy="1691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5241" y="3346703"/>
              <a:ext cx="128015" cy="1691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50437" y="2980943"/>
              <a:ext cx="429895" cy="1384300"/>
            </a:xfrm>
            <a:custGeom>
              <a:avLst/>
              <a:gdLst/>
              <a:ahLst/>
              <a:cxnLst/>
              <a:rect l="l" t="t" r="r" b="b"/>
              <a:pathLst>
                <a:path w="429895" h="1384300">
                  <a:moveTo>
                    <a:pt x="138684" y="1348740"/>
                  </a:moveTo>
                  <a:lnTo>
                    <a:pt x="123444" y="1295400"/>
                  </a:lnTo>
                  <a:lnTo>
                    <a:pt x="0" y="1330452"/>
                  </a:lnTo>
                  <a:lnTo>
                    <a:pt x="15240" y="1383792"/>
                  </a:lnTo>
                  <a:lnTo>
                    <a:pt x="138684" y="1348740"/>
                  </a:lnTo>
                  <a:close/>
                </a:path>
                <a:path w="429895" h="1384300">
                  <a:moveTo>
                    <a:pt x="429768" y="54864"/>
                  </a:moveTo>
                  <a:lnTo>
                    <a:pt x="419100" y="0"/>
                  </a:lnTo>
                  <a:lnTo>
                    <a:pt x="306324" y="24384"/>
                  </a:lnTo>
                  <a:lnTo>
                    <a:pt x="318516" y="79248"/>
                  </a:lnTo>
                  <a:lnTo>
                    <a:pt x="429768" y="548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1078" y="1940051"/>
              <a:ext cx="2170430" cy="317500"/>
            </a:xfrm>
            <a:custGeom>
              <a:avLst/>
              <a:gdLst/>
              <a:ahLst/>
              <a:cxnLst/>
              <a:rect l="l" t="t" r="r" b="b"/>
              <a:pathLst>
                <a:path w="2170429" h="317500">
                  <a:moveTo>
                    <a:pt x="2170175" y="0"/>
                  </a:moveTo>
                  <a:lnTo>
                    <a:pt x="0" y="259079"/>
                  </a:lnTo>
                  <a:lnTo>
                    <a:pt x="303275" y="316991"/>
                  </a:lnTo>
                  <a:lnTo>
                    <a:pt x="2170175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81078" y="1940052"/>
              <a:ext cx="2170430" cy="317500"/>
            </a:xfrm>
            <a:custGeom>
              <a:avLst/>
              <a:gdLst/>
              <a:ahLst/>
              <a:cxnLst/>
              <a:rect l="l" t="t" r="r" b="b"/>
              <a:pathLst>
                <a:path w="2170429" h="317500">
                  <a:moveTo>
                    <a:pt x="2170176" y="1524"/>
                  </a:moveTo>
                  <a:lnTo>
                    <a:pt x="2170176" y="0"/>
                  </a:lnTo>
                  <a:lnTo>
                    <a:pt x="303276" y="315468"/>
                  </a:lnTo>
                  <a:lnTo>
                    <a:pt x="0" y="259080"/>
                  </a:lnTo>
                  <a:lnTo>
                    <a:pt x="0" y="260604"/>
                  </a:lnTo>
                  <a:lnTo>
                    <a:pt x="303276" y="316992"/>
                  </a:lnTo>
                  <a:lnTo>
                    <a:pt x="217017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39085" y="2107691"/>
              <a:ext cx="1351915" cy="2493645"/>
            </a:xfrm>
            <a:custGeom>
              <a:avLst/>
              <a:gdLst/>
              <a:ahLst/>
              <a:cxnLst/>
              <a:rect l="l" t="t" r="r" b="b"/>
              <a:pathLst>
                <a:path w="1351914" h="2493645">
                  <a:moveTo>
                    <a:pt x="138684" y="2458212"/>
                  </a:moveTo>
                  <a:lnTo>
                    <a:pt x="123444" y="2404872"/>
                  </a:lnTo>
                  <a:lnTo>
                    <a:pt x="0" y="2439924"/>
                  </a:lnTo>
                  <a:lnTo>
                    <a:pt x="15240" y="2493264"/>
                  </a:lnTo>
                  <a:lnTo>
                    <a:pt x="138684" y="2458212"/>
                  </a:lnTo>
                  <a:close/>
                </a:path>
                <a:path w="1351914" h="2493645">
                  <a:moveTo>
                    <a:pt x="452628" y="1546860"/>
                  </a:moveTo>
                  <a:lnTo>
                    <a:pt x="441960" y="1493520"/>
                  </a:lnTo>
                  <a:lnTo>
                    <a:pt x="407416" y="1499489"/>
                  </a:lnTo>
                  <a:lnTo>
                    <a:pt x="406908" y="1441704"/>
                  </a:lnTo>
                  <a:lnTo>
                    <a:pt x="350520" y="1443228"/>
                  </a:lnTo>
                  <a:lnTo>
                    <a:pt x="351116" y="1509229"/>
                  </a:lnTo>
                  <a:lnTo>
                    <a:pt x="318516" y="1514856"/>
                  </a:lnTo>
                  <a:lnTo>
                    <a:pt x="327660" y="1569720"/>
                  </a:lnTo>
                  <a:lnTo>
                    <a:pt x="351624" y="1565338"/>
                  </a:lnTo>
                  <a:lnTo>
                    <a:pt x="352044" y="1610868"/>
                  </a:lnTo>
                  <a:lnTo>
                    <a:pt x="408432" y="1610868"/>
                  </a:lnTo>
                  <a:lnTo>
                    <a:pt x="407924" y="1555038"/>
                  </a:lnTo>
                  <a:lnTo>
                    <a:pt x="452628" y="1546860"/>
                  </a:lnTo>
                  <a:close/>
                </a:path>
                <a:path w="1351914" h="2493645">
                  <a:moveTo>
                    <a:pt x="452628" y="1120140"/>
                  </a:moveTo>
                  <a:lnTo>
                    <a:pt x="441960" y="1065276"/>
                  </a:lnTo>
                  <a:lnTo>
                    <a:pt x="318516" y="1088136"/>
                  </a:lnTo>
                  <a:lnTo>
                    <a:pt x="327660" y="1143000"/>
                  </a:lnTo>
                  <a:lnTo>
                    <a:pt x="452628" y="1120140"/>
                  </a:lnTo>
                  <a:close/>
                </a:path>
                <a:path w="1351914" h="2493645">
                  <a:moveTo>
                    <a:pt x="454152" y="2380488"/>
                  </a:moveTo>
                  <a:lnTo>
                    <a:pt x="440436" y="2327148"/>
                  </a:lnTo>
                  <a:lnTo>
                    <a:pt x="407365" y="2336025"/>
                  </a:lnTo>
                  <a:lnTo>
                    <a:pt x="406908" y="2284476"/>
                  </a:lnTo>
                  <a:lnTo>
                    <a:pt x="350520" y="2286000"/>
                  </a:lnTo>
                  <a:lnTo>
                    <a:pt x="351104" y="2351125"/>
                  </a:lnTo>
                  <a:lnTo>
                    <a:pt x="315468" y="2360676"/>
                  </a:lnTo>
                  <a:lnTo>
                    <a:pt x="330708" y="2414016"/>
                  </a:lnTo>
                  <a:lnTo>
                    <a:pt x="351612" y="2408339"/>
                  </a:lnTo>
                  <a:lnTo>
                    <a:pt x="352044" y="2455164"/>
                  </a:lnTo>
                  <a:lnTo>
                    <a:pt x="408432" y="2455164"/>
                  </a:lnTo>
                  <a:lnTo>
                    <a:pt x="407873" y="2393061"/>
                  </a:lnTo>
                  <a:lnTo>
                    <a:pt x="454152" y="2380488"/>
                  </a:lnTo>
                  <a:close/>
                </a:path>
                <a:path w="1351914" h="2493645">
                  <a:moveTo>
                    <a:pt x="454152" y="1962912"/>
                  </a:moveTo>
                  <a:lnTo>
                    <a:pt x="438912" y="1909572"/>
                  </a:lnTo>
                  <a:lnTo>
                    <a:pt x="407339" y="1918538"/>
                  </a:lnTo>
                  <a:lnTo>
                    <a:pt x="406908" y="1869948"/>
                  </a:lnTo>
                  <a:lnTo>
                    <a:pt x="350520" y="1869948"/>
                  </a:lnTo>
                  <a:lnTo>
                    <a:pt x="351104" y="1934514"/>
                  </a:lnTo>
                  <a:lnTo>
                    <a:pt x="315468" y="1944624"/>
                  </a:lnTo>
                  <a:lnTo>
                    <a:pt x="330708" y="1997964"/>
                  </a:lnTo>
                  <a:lnTo>
                    <a:pt x="351624" y="1992033"/>
                  </a:lnTo>
                  <a:lnTo>
                    <a:pt x="352044" y="2037588"/>
                  </a:lnTo>
                  <a:lnTo>
                    <a:pt x="408432" y="2037588"/>
                  </a:lnTo>
                  <a:lnTo>
                    <a:pt x="407860" y="1976056"/>
                  </a:lnTo>
                  <a:lnTo>
                    <a:pt x="454152" y="1962912"/>
                  </a:lnTo>
                  <a:close/>
                </a:path>
                <a:path w="1351914" h="2493645">
                  <a:moveTo>
                    <a:pt x="755904" y="1051560"/>
                  </a:moveTo>
                  <a:lnTo>
                    <a:pt x="745236" y="998220"/>
                  </a:lnTo>
                  <a:lnTo>
                    <a:pt x="719645" y="1002969"/>
                  </a:lnTo>
                  <a:lnTo>
                    <a:pt x="722376" y="960120"/>
                  </a:lnTo>
                  <a:lnTo>
                    <a:pt x="667512" y="957072"/>
                  </a:lnTo>
                  <a:lnTo>
                    <a:pt x="663409" y="1013383"/>
                  </a:lnTo>
                  <a:lnTo>
                    <a:pt x="621792" y="1021080"/>
                  </a:lnTo>
                  <a:lnTo>
                    <a:pt x="632460" y="1075944"/>
                  </a:lnTo>
                  <a:lnTo>
                    <a:pt x="659244" y="1070660"/>
                  </a:lnTo>
                  <a:lnTo>
                    <a:pt x="655320" y="1124712"/>
                  </a:lnTo>
                  <a:lnTo>
                    <a:pt x="711708" y="1127760"/>
                  </a:lnTo>
                  <a:lnTo>
                    <a:pt x="716051" y="1059434"/>
                  </a:lnTo>
                  <a:lnTo>
                    <a:pt x="755904" y="1051560"/>
                  </a:lnTo>
                  <a:close/>
                </a:path>
                <a:path w="1351914" h="2493645">
                  <a:moveTo>
                    <a:pt x="755904" y="637032"/>
                  </a:moveTo>
                  <a:lnTo>
                    <a:pt x="745236" y="582168"/>
                  </a:lnTo>
                  <a:lnTo>
                    <a:pt x="723404" y="585952"/>
                  </a:lnTo>
                  <a:lnTo>
                    <a:pt x="723900" y="531876"/>
                  </a:lnTo>
                  <a:lnTo>
                    <a:pt x="669036" y="530352"/>
                  </a:lnTo>
                  <a:lnTo>
                    <a:pt x="668439" y="595452"/>
                  </a:lnTo>
                  <a:lnTo>
                    <a:pt x="621792" y="603504"/>
                  </a:lnTo>
                  <a:lnTo>
                    <a:pt x="630936" y="658368"/>
                  </a:lnTo>
                  <a:lnTo>
                    <a:pt x="667931" y="652056"/>
                  </a:lnTo>
                  <a:lnTo>
                    <a:pt x="667512" y="699516"/>
                  </a:lnTo>
                  <a:lnTo>
                    <a:pt x="722376" y="699516"/>
                  </a:lnTo>
                  <a:lnTo>
                    <a:pt x="722884" y="642670"/>
                  </a:lnTo>
                  <a:lnTo>
                    <a:pt x="755904" y="637032"/>
                  </a:lnTo>
                  <a:close/>
                </a:path>
                <a:path w="1351914" h="2493645">
                  <a:moveTo>
                    <a:pt x="755904" y="208788"/>
                  </a:moveTo>
                  <a:lnTo>
                    <a:pt x="745236" y="153924"/>
                  </a:lnTo>
                  <a:lnTo>
                    <a:pt x="723392" y="157975"/>
                  </a:lnTo>
                  <a:lnTo>
                    <a:pt x="723900" y="102108"/>
                  </a:lnTo>
                  <a:lnTo>
                    <a:pt x="669036" y="102108"/>
                  </a:lnTo>
                  <a:lnTo>
                    <a:pt x="668439" y="168148"/>
                  </a:lnTo>
                  <a:lnTo>
                    <a:pt x="621792" y="176784"/>
                  </a:lnTo>
                  <a:lnTo>
                    <a:pt x="630936" y="231648"/>
                  </a:lnTo>
                  <a:lnTo>
                    <a:pt x="667918" y="224891"/>
                  </a:lnTo>
                  <a:lnTo>
                    <a:pt x="667512" y="271272"/>
                  </a:lnTo>
                  <a:lnTo>
                    <a:pt x="722376" y="271272"/>
                  </a:lnTo>
                  <a:lnTo>
                    <a:pt x="722884" y="214833"/>
                  </a:lnTo>
                  <a:lnTo>
                    <a:pt x="755904" y="208788"/>
                  </a:lnTo>
                  <a:close/>
                </a:path>
                <a:path w="1351914" h="2493645">
                  <a:moveTo>
                    <a:pt x="757428" y="2301240"/>
                  </a:moveTo>
                  <a:lnTo>
                    <a:pt x="743712" y="2247900"/>
                  </a:lnTo>
                  <a:lnTo>
                    <a:pt x="712762" y="2256205"/>
                  </a:lnTo>
                  <a:lnTo>
                    <a:pt x="713232" y="2208276"/>
                  </a:lnTo>
                  <a:lnTo>
                    <a:pt x="656844" y="2206752"/>
                  </a:lnTo>
                  <a:lnTo>
                    <a:pt x="656209" y="2271382"/>
                  </a:lnTo>
                  <a:lnTo>
                    <a:pt x="618744" y="2281428"/>
                  </a:lnTo>
                  <a:lnTo>
                    <a:pt x="633984" y="2334768"/>
                  </a:lnTo>
                  <a:lnTo>
                    <a:pt x="655650" y="2328888"/>
                  </a:lnTo>
                  <a:lnTo>
                    <a:pt x="655320" y="2363724"/>
                  </a:lnTo>
                  <a:lnTo>
                    <a:pt x="711708" y="2365248"/>
                  </a:lnTo>
                  <a:lnTo>
                    <a:pt x="712203" y="2313533"/>
                  </a:lnTo>
                  <a:lnTo>
                    <a:pt x="757428" y="2301240"/>
                  </a:lnTo>
                  <a:close/>
                </a:path>
                <a:path w="1351914" h="2493645">
                  <a:moveTo>
                    <a:pt x="757428" y="1885188"/>
                  </a:moveTo>
                  <a:lnTo>
                    <a:pt x="743712" y="1831848"/>
                  </a:lnTo>
                  <a:lnTo>
                    <a:pt x="712774" y="1840153"/>
                  </a:lnTo>
                  <a:lnTo>
                    <a:pt x="713232" y="1790700"/>
                  </a:lnTo>
                  <a:lnTo>
                    <a:pt x="656844" y="1789176"/>
                  </a:lnTo>
                  <a:lnTo>
                    <a:pt x="656247" y="1855317"/>
                  </a:lnTo>
                  <a:lnTo>
                    <a:pt x="618744" y="1865376"/>
                  </a:lnTo>
                  <a:lnTo>
                    <a:pt x="633984" y="1918716"/>
                  </a:lnTo>
                  <a:lnTo>
                    <a:pt x="655739" y="1912810"/>
                  </a:lnTo>
                  <a:lnTo>
                    <a:pt x="655320" y="1959864"/>
                  </a:lnTo>
                  <a:lnTo>
                    <a:pt x="711708" y="1959864"/>
                  </a:lnTo>
                  <a:lnTo>
                    <a:pt x="712266" y="1897456"/>
                  </a:lnTo>
                  <a:lnTo>
                    <a:pt x="757428" y="1885188"/>
                  </a:lnTo>
                  <a:close/>
                </a:path>
                <a:path w="1351914" h="2493645">
                  <a:moveTo>
                    <a:pt x="757428" y="1469136"/>
                  </a:moveTo>
                  <a:lnTo>
                    <a:pt x="743712" y="1415796"/>
                  </a:lnTo>
                  <a:lnTo>
                    <a:pt x="712774" y="1424101"/>
                  </a:lnTo>
                  <a:lnTo>
                    <a:pt x="713232" y="1374648"/>
                  </a:lnTo>
                  <a:lnTo>
                    <a:pt x="656844" y="1374648"/>
                  </a:lnTo>
                  <a:lnTo>
                    <a:pt x="656247" y="1439265"/>
                  </a:lnTo>
                  <a:lnTo>
                    <a:pt x="618744" y="1449324"/>
                  </a:lnTo>
                  <a:lnTo>
                    <a:pt x="633984" y="1502664"/>
                  </a:lnTo>
                  <a:lnTo>
                    <a:pt x="655726" y="1496758"/>
                  </a:lnTo>
                  <a:lnTo>
                    <a:pt x="655320" y="1542288"/>
                  </a:lnTo>
                  <a:lnTo>
                    <a:pt x="711708" y="1542288"/>
                  </a:lnTo>
                  <a:lnTo>
                    <a:pt x="712254" y="1481404"/>
                  </a:lnTo>
                  <a:lnTo>
                    <a:pt x="757428" y="1469136"/>
                  </a:lnTo>
                  <a:close/>
                </a:path>
                <a:path w="1351914" h="2493645">
                  <a:moveTo>
                    <a:pt x="1016508" y="2129028"/>
                  </a:moveTo>
                  <a:lnTo>
                    <a:pt x="960120" y="2127504"/>
                  </a:lnTo>
                  <a:lnTo>
                    <a:pt x="958596" y="2284476"/>
                  </a:lnTo>
                  <a:lnTo>
                    <a:pt x="1014984" y="2286000"/>
                  </a:lnTo>
                  <a:lnTo>
                    <a:pt x="1016508" y="2129028"/>
                  </a:lnTo>
                  <a:close/>
                </a:path>
                <a:path w="1351914" h="2493645">
                  <a:moveTo>
                    <a:pt x="1048512" y="1816608"/>
                  </a:moveTo>
                  <a:lnTo>
                    <a:pt x="1036320" y="1763268"/>
                  </a:lnTo>
                  <a:lnTo>
                    <a:pt x="1016076" y="1767370"/>
                  </a:lnTo>
                  <a:lnTo>
                    <a:pt x="1016508" y="1723644"/>
                  </a:lnTo>
                  <a:lnTo>
                    <a:pt x="960120" y="1723644"/>
                  </a:lnTo>
                  <a:lnTo>
                    <a:pt x="959573" y="1778825"/>
                  </a:lnTo>
                  <a:lnTo>
                    <a:pt x="923544" y="1786128"/>
                  </a:lnTo>
                  <a:lnTo>
                    <a:pt x="935736" y="1840992"/>
                  </a:lnTo>
                  <a:lnTo>
                    <a:pt x="959027" y="1835962"/>
                  </a:lnTo>
                  <a:lnTo>
                    <a:pt x="958596" y="1880616"/>
                  </a:lnTo>
                  <a:lnTo>
                    <a:pt x="1014984" y="1880616"/>
                  </a:lnTo>
                  <a:lnTo>
                    <a:pt x="1015530" y="1823745"/>
                  </a:lnTo>
                  <a:lnTo>
                    <a:pt x="1048512" y="1816608"/>
                  </a:lnTo>
                  <a:close/>
                </a:path>
                <a:path w="1351914" h="2493645">
                  <a:moveTo>
                    <a:pt x="1050036" y="1400556"/>
                  </a:moveTo>
                  <a:lnTo>
                    <a:pt x="1034796" y="1347216"/>
                  </a:lnTo>
                  <a:lnTo>
                    <a:pt x="1016088" y="1352778"/>
                  </a:lnTo>
                  <a:lnTo>
                    <a:pt x="1016508" y="1307592"/>
                  </a:lnTo>
                  <a:lnTo>
                    <a:pt x="960120" y="1307592"/>
                  </a:lnTo>
                  <a:lnTo>
                    <a:pt x="959548" y="1369593"/>
                  </a:lnTo>
                  <a:lnTo>
                    <a:pt x="922020" y="1380744"/>
                  </a:lnTo>
                  <a:lnTo>
                    <a:pt x="937260" y="1434084"/>
                  </a:lnTo>
                  <a:lnTo>
                    <a:pt x="959027" y="1427619"/>
                  </a:lnTo>
                  <a:lnTo>
                    <a:pt x="958596" y="1475232"/>
                  </a:lnTo>
                  <a:lnTo>
                    <a:pt x="1014984" y="1476756"/>
                  </a:lnTo>
                  <a:lnTo>
                    <a:pt x="1015568" y="1410804"/>
                  </a:lnTo>
                  <a:lnTo>
                    <a:pt x="1050036" y="1400556"/>
                  </a:lnTo>
                  <a:close/>
                </a:path>
                <a:path w="1351914" h="2493645">
                  <a:moveTo>
                    <a:pt x="1050036" y="984504"/>
                  </a:moveTo>
                  <a:lnTo>
                    <a:pt x="1034796" y="931164"/>
                  </a:lnTo>
                  <a:lnTo>
                    <a:pt x="1016088" y="936726"/>
                  </a:lnTo>
                  <a:lnTo>
                    <a:pt x="1016508" y="890016"/>
                  </a:lnTo>
                  <a:lnTo>
                    <a:pt x="960120" y="890016"/>
                  </a:lnTo>
                  <a:lnTo>
                    <a:pt x="959535" y="953541"/>
                  </a:lnTo>
                  <a:lnTo>
                    <a:pt x="922020" y="964692"/>
                  </a:lnTo>
                  <a:lnTo>
                    <a:pt x="937260" y="1018032"/>
                  </a:lnTo>
                  <a:lnTo>
                    <a:pt x="959015" y="1011567"/>
                  </a:lnTo>
                  <a:lnTo>
                    <a:pt x="958596" y="1059180"/>
                  </a:lnTo>
                  <a:lnTo>
                    <a:pt x="1014984" y="1060704"/>
                  </a:lnTo>
                  <a:lnTo>
                    <a:pt x="1015568" y="994752"/>
                  </a:lnTo>
                  <a:lnTo>
                    <a:pt x="1050036" y="984504"/>
                  </a:lnTo>
                  <a:close/>
                </a:path>
                <a:path w="1351914" h="2493645">
                  <a:moveTo>
                    <a:pt x="1059180" y="152400"/>
                  </a:moveTo>
                  <a:lnTo>
                    <a:pt x="1048512" y="97536"/>
                  </a:lnTo>
                  <a:lnTo>
                    <a:pt x="1016088" y="103949"/>
                  </a:lnTo>
                  <a:lnTo>
                    <a:pt x="1016508" y="57912"/>
                  </a:lnTo>
                  <a:lnTo>
                    <a:pt x="960120" y="57912"/>
                  </a:lnTo>
                  <a:lnTo>
                    <a:pt x="959599" y="115100"/>
                  </a:lnTo>
                  <a:lnTo>
                    <a:pt x="925068" y="121920"/>
                  </a:lnTo>
                  <a:lnTo>
                    <a:pt x="934212" y="175260"/>
                  </a:lnTo>
                  <a:lnTo>
                    <a:pt x="959091" y="170713"/>
                  </a:lnTo>
                  <a:lnTo>
                    <a:pt x="958596" y="225552"/>
                  </a:lnTo>
                  <a:lnTo>
                    <a:pt x="1014984" y="227076"/>
                  </a:lnTo>
                  <a:lnTo>
                    <a:pt x="1015580" y="160375"/>
                  </a:lnTo>
                  <a:lnTo>
                    <a:pt x="1059180" y="152400"/>
                  </a:lnTo>
                  <a:close/>
                </a:path>
                <a:path w="1351914" h="2493645">
                  <a:moveTo>
                    <a:pt x="1060704" y="568452"/>
                  </a:moveTo>
                  <a:lnTo>
                    <a:pt x="1046988" y="515112"/>
                  </a:lnTo>
                  <a:lnTo>
                    <a:pt x="1016050" y="523417"/>
                  </a:lnTo>
                  <a:lnTo>
                    <a:pt x="1016508" y="473964"/>
                  </a:lnTo>
                  <a:lnTo>
                    <a:pt x="960120" y="473964"/>
                  </a:lnTo>
                  <a:lnTo>
                    <a:pt x="959523" y="538581"/>
                  </a:lnTo>
                  <a:lnTo>
                    <a:pt x="922020" y="548640"/>
                  </a:lnTo>
                  <a:lnTo>
                    <a:pt x="937260" y="601980"/>
                  </a:lnTo>
                  <a:lnTo>
                    <a:pt x="959002" y="596074"/>
                  </a:lnTo>
                  <a:lnTo>
                    <a:pt x="958596" y="641604"/>
                  </a:lnTo>
                  <a:lnTo>
                    <a:pt x="1014984" y="643128"/>
                  </a:lnTo>
                  <a:lnTo>
                    <a:pt x="1015542" y="580720"/>
                  </a:lnTo>
                  <a:lnTo>
                    <a:pt x="1060704" y="568452"/>
                  </a:lnTo>
                  <a:close/>
                </a:path>
                <a:path w="1351914" h="2493645">
                  <a:moveTo>
                    <a:pt x="1307592" y="835152"/>
                  </a:moveTo>
                  <a:lnTo>
                    <a:pt x="1252728" y="833628"/>
                  </a:lnTo>
                  <a:lnTo>
                    <a:pt x="1251204" y="990600"/>
                  </a:lnTo>
                  <a:lnTo>
                    <a:pt x="1306068" y="992124"/>
                  </a:lnTo>
                  <a:lnTo>
                    <a:pt x="1307592" y="835152"/>
                  </a:lnTo>
                  <a:close/>
                </a:path>
                <a:path w="1351914" h="2493645">
                  <a:moveTo>
                    <a:pt x="1341120" y="512064"/>
                  </a:moveTo>
                  <a:lnTo>
                    <a:pt x="1330452" y="457200"/>
                  </a:lnTo>
                  <a:lnTo>
                    <a:pt x="1307198" y="461924"/>
                  </a:lnTo>
                  <a:lnTo>
                    <a:pt x="1307592" y="419100"/>
                  </a:lnTo>
                  <a:lnTo>
                    <a:pt x="1252728" y="417576"/>
                  </a:lnTo>
                  <a:lnTo>
                    <a:pt x="1252220" y="473062"/>
                  </a:lnTo>
                  <a:lnTo>
                    <a:pt x="1217676" y="480060"/>
                  </a:lnTo>
                  <a:lnTo>
                    <a:pt x="1228344" y="534924"/>
                  </a:lnTo>
                  <a:lnTo>
                    <a:pt x="1251712" y="530199"/>
                  </a:lnTo>
                  <a:lnTo>
                    <a:pt x="1251204" y="586740"/>
                  </a:lnTo>
                  <a:lnTo>
                    <a:pt x="1306068" y="586740"/>
                  </a:lnTo>
                  <a:lnTo>
                    <a:pt x="1306677" y="519049"/>
                  </a:lnTo>
                  <a:lnTo>
                    <a:pt x="1341120" y="512064"/>
                  </a:lnTo>
                  <a:close/>
                </a:path>
                <a:path w="1351914" h="2493645">
                  <a:moveTo>
                    <a:pt x="1351788" y="96012"/>
                  </a:moveTo>
                  <a:lnTo>
                    <a:pt x="1342644" y="41148"/>
                  </a:lnTo>
                  <a:lnTo>
                    <a:pt x="1319377" y="45466"/>
                  </a:lnTo>
                  <a:lnTo>
                    <a:pt x="1319784" y="1524"/>
                  </a:lnTo>
                  <a:lnTo>
                    <a:pt x="1263396" y="0"/>
                  </a:lnTo>
                  <a:lnTo>
                    <a:pt x="1262888" y="55918"/>
                  </a:lnTo>
                  <a:lnTo>
                    <a:pt x="1219200" y="64008"/>
                  </a:lnTo>
                  <a:lnTo>
                    <a:pt x="1228344" y="118872"/>
                  </a:lnTo>
                  <a:lnTo>
                    <a:pt x="1262380" y="112572"/>
                  </a:lnTo>
                  <a:lnTo>
                    <a:pt x="1261872" y="170688"/>
                  </a:lnTo>
                  <a:lnTo>
                    <a:pt x="1318260" y="170688"/>
                  </a:lnTo>
                  <a:lnTo>
                    <a:pt x="1318869" y="102108"/>
                  </a:lnTo>
                  <a:lnTo>
                    <a:pt x="1351788" y="960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14606" y="2257043"/>
              <a:ext cx="292735" cy="2609215"/>
            </a:xfrm>
            <a:custGeom>
              <a:avLst/>
              <a:gdLst/>
              <a:ahLst/>
              <a:cxnLst/>
              <a:rect l="l" t="t" r="r" b="b"/>
              <a:pathLst>
                <a:path w="292735" h="2609215">
                  <a:moveTo>
                    <a:pt x="292607" y="2609087"/>
                  </a:moveTo>
                  <a:lnTo>
                    <a:pt x="269747" y="0"/>
                  </a:lnTo>
                  <a:lnTo>
                    <a:pt x="0" y="2519171"/>
                  </a:lnTo>
                  <a:lnTo>
                    <a:pt x="292607" y="260908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14606" y="2257044"/>
              <a:ext cx="292735" cy="2609215"/>
            </a:xfrm>
            <a:custGeom>
              <a:avLst/>
              <a:gdLst/>
              <a:ahLst/>
              <a:cxnLst/>
              <a:rect l="l" t="t" r="r" b="b"/>
              <a:pathLst>
                <a:path w="292735" h="2609215">
                  <a:moveTo>
                    <a:pt x="269748" y="2602063"/>
                  </a:moveTo>
                  <a:lnTo>
                    <a:pt x="0" y="2517648"/>
                  </a:lnTo>
                  <a:lnTo>
                    <a:pt x="0" y="2519172"/>
                  </a:lnTo>
                  <a:lnTo>
                    <a:pt x="269748" y="2602063"/>
                  </a:lnTo>
                  <a:close/>
                </a:path>
                <a:path w="292735" h="2609215">
                  <a:moveTo>
                    <a:pt x="292608" y="2609088"/>
                  </a:moveTo>
                  <a:lnTo>
                    <a:pt x="271272" y="0"/>
                  </a:lnTo>
                  <a:lnTo>
                    <a:pt x="269748" y="0"/>
                  </a:lnTo>
                  <a:lnTo>
                    <a:pt x="291080" y="2608610"/>
                  </a:lnTo>
                  <a:lnTo>
                    <a:pt x="292608" y="2609088"/>
                  </a:lnTo>
                  <a:close/>
                </a:path>
                <a:path w="292735" h="2609215">
                  <a:moveTo>
                    <a:pt x="292608" y="2609088"/>
                  </a:moveTo>
                  <a:lnTo>
                    <a:pt x="291080" y="2608618"/>
                  </a:lnTo>
                  <a:lnTo>
                    <a:pt x="291080" y="2609088"/>
                  </a:lnTo>
                  <a:lnTo>
                    <a:pt x="292608" y="26090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81078" y="2199131"/>
              <a:ext cx="303530" cy="2577465"/>
            </a:xfrm>
            <a:custGeom>
              <a:avLst/>
              <a:gdLst/>
              <a:ahLst/>
              <a:cxnLst/>
              <a:rect l="l" t="t" r="r" b="b"/>
              <a:pathLst>
                <a:path w="303530" h="2577465">
                  <a:moveTo>
                    <a:pt x="303275" y="57911"/>
                  </a:moveTo>
                  <a:lnTo>
                    <a:pt x="0" y="0"/>
                  </a:lnTo>
                  <a:lnTo>
                    <a:pt x="33527" y="2577083"/>
                  </a:lnTo>
                  <a:lnTo>
                    <a:pt x="303275" y="5791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1078" y="2199132"/>
              <a:ext cx="303530" cy="2577465"/>
            </a:xfrm>
            <a:custGeom>
              <a:avLst/>
              <a:gdLst/>
              <a:ahLst/>
              <a:cxnLst/>
              <a:rect l="l" t="t" r="r" b="b"/>
              <a:pathLst>
                <a:path w="303530" h="2577465">
                  <a:moveTo>
                    <a:pt x="1285" y="238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1285" y="238"/>
                  </a:lnTo>
                  <a:close/>
                </a:path>
                <a:path w="303530" h="2577465">
                  <a:moveTo>
                    <a:pt x="303276" y="57912"/>
                  </a:moveTo>
                  <a:lnTo>
                    <a:pt x="303276" y="56388"/>
                  </a:lnTo>
                  <a:lnTo>
                    <a:pt x="1524" y="283"/>
                  </a:lnTo>
                  <a:lnTo>
                    <a:pt x="1285" y="238"/>
                  </a:lnTo>
                  <a:lnTo>
                    <a:pt x="0" y="1524"/>
                  </a:lnTo>
                  <a:lnTo>
                    <a:pt x="303276" y="57912"/>
                  </a:lnTo>
                  <a:close/>
                </a:path>
                <a:path w="303530" h="2577465">
                  <a:moveTo>
                    <a:pt x="1524" y="117140"/>
                  </a:moveTo>
                  <a:lnTo>
                    <a:pt x="1524" y="1807"/>
                  </a:lnTo>
                  <a:lnTo>
                    <a:pt x="0" y="1524"/>
                  </a:lnTo>
                  <a:lnTo>
                    <a:pt x="0" y="0"/>
                  </a:lnTo>
                  <a:lnTo>
                    <a:pt x="1524" y="117140"/>
                  </a:lnTo>
                  <a:close/>
                </a:path>
                <a:path w="303530" h="2577465">
                  <a:moveTo>
                    <a:pt x="35052" y="2577084"/>
                  </a:moveTo>
                  <a:lnTo>
                    <a:pt x="1524" y="0"/>
                  </a:lnTo>
                  <a:lnTo>
                    <a:pt x="1285" y="238"/>
                  </a:lnTo>
                  <a:lnTo>
                    <a:pt x="1524" y="283"/>
                  </a:lnTo>
                  <a:lnTo>
                    <a:pt x="1524" y="117140"/>
                  </a:lnTo>
                  <a:lnTo>
                    <a:pt x="33528" y="2577084"/>
                  </a:lnTo>
                  <a:lnTo>
                    <a:pt x="35052" y="25770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14473" y="2267711"/>
              <a:ext cx="777240" cy="2464435"/>
            </a:xfrm>
            <a:custGeom>
              <a:avLst/>
              <a:gdLst/>
              <a:ahLst/>
              <a:cxnLst/>
              <a:rect l="l" t="t" r="r" b="b"/>
              <a:pathLst>
                <a:path w="777239" h="2464435">
                  <a:moveTo>
                    <a:pt x="146304" y="1533144"/>
                  </a:moveTo>
                  <a:lnTo>
                    <a:pt x="137160" y="1478280"/>
                  </a:lnTo>
                  <a:lnTo>
                    <a:pt x="101053" y="1484769"/>
                  </a:lnTo>
                  <a:lnTo>
                    <a:pt x="100584" y="1427988"/>
                  </a:lnTo>
                  <a:lnTo>
                    <a:pt x="45720" y="1427988"/>
                  </a:lnTo>
                  <a:lnTo>
                    <a:pt x="46278" y="1494624"/>
                  </a:lnTo>
                  <a:lnTo>
                    <a:pt x="1524" y="1502664"/>
                  </a:lnTo>
                  <a:lnTo>
                    <a:pt x="10668" y="1557528"/>
                  </a:lnTo>
                  <a:lnTo>
                    <a:pt x="46761" y="1551051"/>
                  </a:lnTo>
                  <a:lnTo>
                    <a:pt x="47244" y="1607820"/>
                  </a:lnTo>
                  <a:lnTo>
                    <a:pt x="102108" y="1607820"/>
                  </a:lnTo>
                  <a:lnTo>
                    <a:pt x="101536" y="1541195"/>
                  </a:lnTo>
                  <a:lnTo>
                    <a:pt x="146304" y="1533144"/>
                  </a:lnTo>
                  <a:close/>
                </a:path>
                <a:path w="777239" h="2464435">
                  <a:moveTo>
                    <a:pt x="147828" y="1961388"/>
                  </a:moveTo>
                  <a:lnTo>
                    <a:pt x="134112" y="1908048"/>
                  </a:lnTo>
                  <a:lnTo>
                    <a:pt x="101028" y="1916328"/>
                  </a:lnTo>
                  <a:lnTo>
                    <a:pt x="100584" y="1866900"/>
                  </a:lnTo>
                  <a:lnTo>
                    <a:pt x="45720" y="1866900"/>
                  </a:lnTo>
                  <a:lnTo>
                    <a:pt x="46291" y="1930006"/>
                  </a:lnTo>
                  <a:lnTo>
                    <a:pt x="0" y="1941576"/>
                  </a:lnTo>
                  <a:lnTo>
                    <a:pt x="13716" y="1994916"/>
                  </a:lnTo>
                  <a:lnTo>
                    <a:pt x="46799" y="1986648"/>
                  </a:lnTo>
                  <a:lnTo>
                    <a:pt x="47244" y="2034540"/>
                  </a:lnTo>
                  <a:lnTo>
                    <a:pt x="102108" y="2034540"/>
                  </a:lnTo>
                  <a:lnTo>
                    <a:pt x="101536" y="1972970"/>
                  </a:lnTo>
                  <a:lnTo>
                    <a:pt x="147828" y="1961388"/>
                  </a:lnTo>
                  <a:close/>
                </a:path>
                <a:path w="777239" h="2464435">
                  <a:moveTo>
                    <a:pt x="149352" y="2388108"/>
                  </a:moveTo>
                  <a:lnTo>
                    <a:pt x="134112" y="2334768"/>
                  </a:lnTo>
                  <a:lnTo>
                    <a:pt x="101015" y="2343759"/>
                  </a:lnTo>
                  <a:lnTo>
                    <a:pt x="100584" y="2295144"/>
                  </a:lnTo>
                  <a:lnTo>
                    <a:pt x="45720" y="2295144"/>
                  </a:lnTo>
                  <a:lnTo>
                    <a:pt x="46291" y="2358631"/>
                  </a:lnTo>
                  <a:lnTo>
                    <a:pt x="10668" y="2368296"/>
                  </a:lnTo>
                  <a:lnTo>
                    <a:pt x="24384" y="2421636"/>
                  </a:lnTo>
                  <a:lnTo>
                    <a:pt x="46799" y="2415629"/>
                  </a:lnTo>
                  <a:lnTo>
                    <a:pt x="47244" y="2464308"/>
                  </a:lnTo>
                  <a:lnTo>
                    <a:pt x="102108" y="2462784"/>
                  </a:lnTo>
                  <a:lnTo>
                    <a:pt x="101536" y="2400935"/>
                  </a:lnTo>
                  <a:lnTo>
                    <a:pt x="149352" y="2388108"/>
                  </a:lnTo>
                  <a:close/>
                </a:path>
                <a:path w="777239" h="2464435">
                  <a:moveTo>
                    <a:pt x="429768" y="2372868"/>
                  </a:moveTo>
                  <a:lnTo>
                    <a:pt x="428244" y="2205228"/>
                  </a:lnTo>
                  <a:lnTo>
                    <a:pt x="371856" y="2205228"/>
                  </a:lnTo>
                  <a:lnTo>
                    <a:pt x="373380" y="2372868"/>
                  </a:lnTo>
                  <a:lnTo>
                    <a:pt x="429768" y="2372868"/>
                  </a:lnTo>
                  <a:close/>
                </a:path>
                <a:path w="777239" h="2464435">
                  <a:moveTo>
                    <a:pt x="460248" y="1027176"/>
                  </a:moveTo>
                  <a:lnTo>
                    <a:pt x="451104" y="972312"/>
                  </a:lnTo>
                  <a:lnTo>
                    <a:pt x="418045" y="978255"/>
                  </a:lnTo>
                  <a:lnTo>
                    <a:pt x="417576" y="922020"/>
                  </a:lnTo>
                  <a:lnTo>
                    <a:pt x="361188" y="922020"/>
                  </a:lnTo>
                  <a:lnTo>
                    <a:pt x="361746" y="988377"/>
                  </a:lnTo>
                  <a:lnTo>
                    <a:pt x="315468" y="996696"/>
                  </a:lnTo>
                  <a:lnTo>
                    <a:pt x="326136" y="1051560"/>
                  </a:lnTo>
                  <a:lnTo>
                    <a:pt x="362229" y="1045006"/>
                  </a:lnTo>
                  <a:lnTo>
                    <a:pt x="362712" y="1101852"/>
                  </a:lnTo>
                  <a:lnTo>
                    <a:pt x="419100" y="1101852"/>
                  </a:lnTo>
                  <a:lnTo>
                    <a:pt x="418528" y="1034770"/>
                  </a:lnTo>
                  <a:lnTo>
                    <a:pt x="460248" y="1027176"/>
                  </a:lnTo>
                  <a:close/>
                </a:path>
                <a:path w="777239" h="2464435">
                  <a:moveTo>
                    <a:pt x="460248" y="600456"/>
                  </a:moveTo>
                  <a:lnTo>
                    <a:pt x="451104" y="545592"/>
                  </a:lnTo>
                  <a:lnTo>
                    <a:pt x="418084" y="550849"/>
                  </a:lnTo>
                  <a:lnTo>
                    <a:pt x="417576" y="493776"/>
                  </a:lnTo>
                  <a:lnTo>
                    <a:pt x="361188" y="493776"/>
                  </a:lnTo>
                  <a:lnTo>
                    <a:pt x="361772" y="559803"/>
                  </a:lnTo>
                  <a:lnTo>
                    <a:pt x="316992" y="566928"/>
                  </a:lnTo>
                  <a:lnTo>
                    <a:pt x="326136" y="621792"/>
                  </a:lnTo>
                  <a:lnTo>
                    <a:pt x="362280" y="616051"/>
                  </a:lnTo>
                  <a:lnTo>
                    <a:pt x="362712" y="662940"/>
                  </a:lnTo>
                  <a:lnTo>
                    <a:pt x="419100" y="662940"/>
                  </a:lnTo>
                  <a:lnTo>
                    <a:pt x="418592" y="607085"/>
                  </a:lnTo>
                  <a:lnTo>
                    <a:pt x="460248" y="600456"/>
                  </a:lnTo>
                  <a:close/>
                </a:path>
                <a:path w="777239" h="2464435">
                  <a:moveTo>
                    <a:pt x="460248" y="161544"/>
                  </a:moveTo>
                  <a:lnTo>
                    <a:pt x="451104" y="106680"/>
                  </a:lnTo>
                  <a:lnTo>
                    <a:pt x="418058" y="112318"/>
                  </a:lnTo>
                  <a:lnTo>
                    <a:pt x="417576" y="54864"/>
                  </a:lnTo>
                  <a:lnTo>
                    <a:pt x="361188" y="54864"/>
                  </a:lnTo>
                  <a:lnTo>
                    <a:pt x="361746" y="121920"/>
                  </a:lnTo>
                  <a:lnTo>
                    <a:pt x="316992" y="129540"/>
                  </a:lnTo>
                  <a:lnTo>
                    <a:pt x="326136" y="184404"/>
                  </a:lnTo>
                  <a:lnTo>
                    <a:pt x="362229" y="178257"/>
                  </a:lnTo>
                  <a:lnTo>
                    <a:pt x="362712" y="234696"/>
                  </a:lnTo>
                  <a:lnTo>
                    <a:pt x="419100" y="234696"/>
                  </a:lnTo>
                  <a:lnTo>
                    <a:pt x="418528" y="168656"/>
                  </a:lnTo>
                  <a:lnTo>
                    <a:pt x="460248" y="161544"/>
                  </a:lnTo>
                  <a:close/>
                </a:path>
                <a:path w="777239" h="2464435">
                  <a:moveTo>
                    <a:pt x="463296" y="1882140"/>
                  </a:moveTo>
                  <a:lnTo>
                    <a:pt x="448056" y="1828800"/>
                  </a:lnTo>
                  <a:lnTo>
                    <a:pt x="428650" y="1834070"/>
                  </a:lnTo>
                  <a:lnTo>
                    <a:pt x="428244" y="1789176"/>
                  </a:lnTo>
                  <a:lnTo>
                    <a:pt x="371856" y="1789176"/>
                  </a:lnTo>
                  <a:lnTo>
                    <a:pt x="372402" y="1849348"/>
                  </a:lnTo>
                  <a:lnTo>
                    <a:pt x="324612" y="1862328"/>
                  </a:lnTo>
                  <a:lnTo>
                    <a:pt x="339852" y="1915668"/>
                  </a:lnTo>
                  <a:lnTo>
                    <a:pt x="372922" y="1906689"/>
                  </a:lnTo>
                  <a:lnTo>
                    <a:pt x="373380" y="1956816"/>
                  </a:lnTo>
                  <a:lnTo>
                    <a:pt x="429768" y="1956816"/>
                  </a:lnTo>
                  <a:lnTo>
                    <a:pt x="429171" y="1891411"/>
                  </a:lnTo>
                  <a:lnTo>
                    <a:pt x="463296" y="1882140"/>
                  </a:lnTo>
                  <a:close/>
                </a:path>
                <a:path w="777239" h="2464435">
                  <a:moveTo>
                    <a:pt x="463296" y="1455420"/>
                  </a:moveTo>
                  <a:lnTo>
                    <a:pt x="448056" y="1402080"/>
                  </a:lnTo>
                  <a:lnTo>
                    <a:pt x="418020" y="1410246"/>
                  </a:lnTo>
                  <a:lnTo>
                    <a:pt x="417576" y="1359408"/>
                  </a:lnTo>
                  <a:lnTo>
                    <a:pt x="361188" y="1360932"/>
                  </a:lnTo>
                  <a:lnTo>
                    <a:pt x="361759" y="1425524"/>
                  </a:lnTo>
                  <a:lnTo>
                    <a:pt x="324612" y="1435608"/>
                  </a:lnTo>
                  <a:lnTo>
                    <a:pt x="339852" y="1488948"/>
                  </a:lnTo>
                  <a:lnTo>
                    <a:pt x="362280" y="1482864"/>
                  </a:lnTo>
                  <a:lnTo>
                    <a:pt x="362712" y="1530096"/>
                  </a:lnTo>
                  <a:lnTo>
                    <a:pt x="419100" y="1530096"/>
                  </a:lnTo>
                  <a:lnTo>
                    <a:pt x="418541" y="1467586"/>
                  </a:lnTo>
                  <a:lnTo>
                    <a:pt x="463296" y="1455420"/>
                  </a:lnTo>
                  <a:close/>
                </a:path>
                <a:path w="777239" h="2464435">
                  <a:moveTo>
                    <a:pt x="733044" y="1034796"/>
                  </a:moveTo>
                  <a:lnTo>
                    <a:pt x="731520" y="864108"/>
                  </a:lnTo>
                  <a:lnTo>
                    <a:pt x="675132" y="865632"/>
                  </a:lnTo>
                  <a:lnTo>
                    <a:pt x="676656" y="1034796"/>
                  </a:lnTo>
                  <a:lnTo>
                    <a:pt x="733044" y="1034796"/>
                  </a:lnTo>
                  <a:close/>
                </a:path>
                <a:path w="777239" h="2464435">
                  <a:moveTo>
                    <a:pt x="775716" y="105156"/>
                  </a:moveTo>
                  <a:lnTo>
                    <a:pt x="766572" y="50292"/>
                  </a:lnTo>
                  <a:lnTo>
                    <a:pt x="732015" y="55791"/>
                  </a:lnTo>
                  <a:lnTo>
                    <a:pt x="731520" y="0"/>
                  </a:lnTo>
                  <a:lnTo>
                    <a:pt x="675132" y="0"/>
                  </a:lnTo>
                  <a:lnTo>
                    <a:pt x="675716" y="64757"/>
                  </a:lnTo>
                  <a:lnTo>
                    <a:pt x="632460" y="71628"/>
                  </a:lnTo>
                  <a:lnTo>
                    <a:pt x="641604" y="126492"/>
                  </a:lnTo>
                  <a:lnTo>
                    <a:pt x="676224" y="120992"/>
                  </a:lnTo>
                  <a:lnTo>
                    <a:pt x="676656" y="167640"/>
                  </a:lnTo>
                  <a:lnTo>
                    <a:pt x="733044" y="167640"/>
                  </a:lnTo>
                  <a:lnTo>
                    <a:pt x="732536" y="112026"/>
                  </a:lnTo>
                  <a:lnTo>
                    <a:pt x="775716" y="105156"/>
                  </a:lnTo>
                  <a:close/>
                </a:path>
                <a:path w="777239" h="2464435">
                  <a:moveTo>
                    <a:pt x="777240" y="533400"/>
                  </a:moveTo>
                  <a:lnTo>
                    <a:pt x="766572" y="478536"/>
                  </a:lnTo>
                  <a:lnTo>
                    <a:pt x="732002" y="484936"/>
                  </a:lnTo>
                  <a:lnTo>
                    <a:pt x="731520" y="426720"/>
                  </a:lnTo>
                  <a:lnTo>
                    <a:pt x="675132" y="426720"/>
                  </a:lnTo>
                  <a:lnTo>
                    <a:pt x="675703" y="495363"/>
                  </a:lnTo>
                  <a:lnTo>
                    <a:pt x="643128" y="501396"/>
                  </a:lnTo>
                  <a:lnTo>
                    <a:pt x="652272" y="556260"/>
                  </a:lnTo>
                  <a:lnTo>
                    <a:pt x="676186" y="551891"/>
                  </a:lnTo>
                  <a:lnTo>
                    <a:pt x="676656" y="606552"/>
                  </a:lnTo>
                  <a:lnTo>
                    <a:pt x="733044" y="606552"/>
                  </a:lnTo>
                  <a:lnTo>
                    <a:pt x="732485" y="541591"/>
                  </a:lnTo>
                  <a:lnTo>
                    <a:pt x="777240" y="533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478" y="3265931"/>
              <a:ext cx="137159" cy="17373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5333" y="2817875"/>
              <a:ext cx="144779" cy="1798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5333" y="2378963"/>
              <a:ext cx="144779" cy="18135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616581" y="2374391"/>
              <a:ext cx="3215640" cy="2540635"/>
            </a:xfrm>
            <a:custGeom>
              <a:avLst/>
              <a:gdLst/>
              <a:ahLst/>
              <a:cxnLst/>
              <a:rect l="l" t="t" r="r" b="b"/>
              <a:pathLst>
                <a:path w="3215640" h="2540635">
                  <a:moveTo>
                    <a:pt x="1970532" y="2487168"/>
                  </a:moveTo>
                  <a:lnTo>
                    <a:pt x="547522" y="2100503"/>
                  </a:lnTo>
                  <a:lnTo>
                    <a:pt x="434340" y="1987308"/>
                  </a:lnTo>
                  <a:lnTo>
                    <a:pt x="426770" y="1982165"/>
                  </a:lnTo>
                  <a:lnTo>
                    <a:pt x="418338" y="1980450"/>
                  </a:lnTo>
                  <a:lnTo>
                    <a:pt x="409905" y="1982165"/>
                  </a:lnTo>
                  <a:lnTo>
                    <a:pt x="402336" y="1987308"/>
                  </a:lnTo>
                  <a:lnTo>
                    <a:pt x="397192" y="1994877"/>
                  </a:lnTo>
                  <a:lnTo>
                    <a:pt x="395478" y="2003310"/>
                  </a:lnTo>
                  <a:lnTo>
                    <a:pt x="397192" y="2011730"/>
                  </a:lnTo>
                  <a:lnTo>
                    <a:pt x="402336" y="2019312"/>
                  </a:lnTo>
                  <a:lnTo>
                    <a:pt x="453377" y="2069642"/>
                  </a:lnTo>
                  <a:lnTo>
                    <a:pt x="35052" y="1958352"/>
                  </a:lnTo>
                  <a:lnTo>
                    <a:pt x="34391" y="1961070"/>
                  </a:lnTo>
                  <a:lnTo>
                    <a:pt x="24384" y="1958340"/>
                  </a:lnTo>
                  <a:lnTo>
                    <a:pt x="9144" y="2011680"/>
                  </a:lnTo>
                  <a:lnTo>
                    <a:pt x="411924" y="2121052"/>
                  </a:lnTo>
                  <a:lnTo>
                    <a:pt x="371856" y="2132088"/>
                  </a:lnTo>
                  <a:lnTo>
                    <a:pt x="364540" y="2135936"/>
                  </a:lnTo>
                  <a:lnTo>
                    <a:pt x="359092" y="2142375"/>
                  </a:lnTo>
                  <a:lnTo>
                    <a:pt x="356209" y="2150516"/>
                  </a:lnTo>
                  <a:lnTo>
                    <a:pt x="356616" y="2159520"/>
                  </a:lnTo>
                  <a:lnTo>
                    <a:pt x="360476" y="2167471"/>
                  </a:lnTo>
                  <a:lnTo>
                    <a:pt x="366903" y="2172855"/>
                  </a:lnTo>
                  <a:lnTo>
                    <a:pt x="375043" y="2175370"/>
                  </a:lnTo>
                  <a:lnTo>
                    <a:pt x="384048" y="2174760"/>
                  </a:lnTo>
                  <a:lnTo>
                    <a:pt x="495427" y="2143722"/>
                  </a:lnTo>
                  <a:lnTo>
                    <a:pt x="1956816" y="2540508"/>
                  </a:lnTo>
                  <a:lnTo>
                    <a:pt x="1970532" y="2487168"/>
                  </a:lnTo>
                  <a:close/>
                </a:path>
                <a:path w="3215640" h="2540635">
                  <a:moveTo>
                    <a:pt x="1981200" y="1565148"/>
                  </a:moveTo>
                  <a:lnTo>
                    <a:pt x="519849" y="1222438"/>
                  </a:lnTo>
                  <a:lnTo>
                    <a:pt x="434340" y="1136916"/>
                  </a:lnTo>
                  <a:lnTo>
                    <a:pt x="426770" y="1131773"/>
                  </a:lnTo>
                  <a:lnTo>
                    <a:pt x="418338" y="1130058"/>
                  </a:lnTo>
                  <a:lnTo>
                    <a:pt x="409905" y="1131773"/>
                  </a:lnTo>
                  <a:lnTo>
                    <a:pt x="402336" y="1136916"/>
                  </a:lnTo>
                  <a:lnTo>
                    <a:pt x="397192" y="1143596"/>
                  </a:lnTo>
                  <a:lnTo>
                    <a:pt x="395478" y="1151585"/>
                  </a:lnTo>
                  <a:lnTo>
                    <a:pt x="397192" y="1159840"/>
                  </a:lnTo>
                  <a:lnTo>
                    <a:pt x="402336" y="1167396"/>
                  </a:lnTo>
                  <a:lnTo>
                    <a:pt x="438226" y="1203299"/>
                  </a:lnTo>
                  <a:lnTo>
                    <a:pt x="59664" y="1114513"/>
                  </a:lnTo>
                  <a:lnTo>
                    <a:pt x="35052" y="1107960"/>
                  </a:lnTo>
                  <a:lnTo>
                    <a:pt x="34861" y="1108697"/>
                  </a:lnTo>
                  <a:lnTo>
                    <a:pt x="12192" y="1103376"/>
                  </a:lnTo>
                  <a:lnTo>
                    <a:pt x="0" y="1156716"/>
                  </a:lnTo>
                  <a:lnTo>
                    <a:pt x="391629" y="1248638"/>
                  </a:lnTo>
                  <a:lnTo>
                    <a:pt x="442531" y="1262214"/>
                  </a:lnTo>
                  <a:lnTo>
                    <a:pt x="371856" y="1281696"/>
                  </a:lnTo>
                  <a:lnTo>
                    <a:pt x="364540" y="1285519"/>
                  </a:lnTo>
                  <a:lnTo>
                    <a:pt x="359092" y="1291793"/>
                  </a:lnTo>
                  <a:lnTo>
                    <a:pt x="356209" y="1299476"/>
                  </a:lnTo>
                  <a:lnTo>
                    <a:pt x="356616" y="1307604"/>
                  </a:lnTo>
                  <a:lnTo>
                    <a:pt x="360476" y="1315796"/>
                  </a:lnTo>
                  <a:lnTo>
                    <a:pt x="366903" y="1321701"/>
                  </a:lnTo>
                  <a:lnTo>
                    <a:pt x="375043" y="1324749"/>
                  </a:lnTo>
                  <a:lnTo>
                    <a:pt x="384048" y="1324368"/>
                  </a:lnTo>
                  <a:lnTo>
                    <a:pt x="533400" y="1282738"/>
                  </a:lnTo>
                  <a:lnTo>
                    <a:pt x="535012" y="1282293"/>
                  </a:lnTo>
                  <a:lnTo>
                    <a:pt x="1967484" y="1618488"/>
                  </a:lnTo>
                  <a:lnTo>
                    <a:pt x="1981200" y="1565148"/>
                  </a:lnTo>
                  <a:close/>
                </a:path>
                <a:path w="3215640" h="2540635">
                  <a:moveTo>
                    <a:pt x="1990344" y="630936"/>
                  </a:moveTo>
                  <a:lnTo>
                    <a:pt x="512381" y="337172"/>
                  </a:lnTo>
                  <a:lnTo>
                    <a:pt x="408432" y="245376"/>
                  </a:lnTo>
                  <a:lnTo>
                    <a:pt x="400862" y="240461"/>
                  </a:lnTo>
                  <a:lnTo>
                    <a:pt x="371094" y="262712"/>
                  </a:lnTo>
                  <a:lnTo>
                    <a:pt x="373430" y="270687"/>
                  </a:lnTo>
                  <a:lnTo>
                    <a:pt x="379476" y="277380"/>
                  </a:lnTo>
                  <a:lnTo>
                    <a:pt x="426618" y="320128"/>
                  </a:lnTo>
                  <a:lnTo>
                    <a:pt x="12192" y="237744"/>
                  </a:lnTo>
                  <a:lnTo>
                    <a:pt x="0" y="291084"/>
                  </a:lnTo>
                  <a:lnTo>
                    <a:pt x="412750" y="373392"/>
                  </a:lnTo>
                  <a:lnTo>
                    <a:pt x="355092" y="393204"/>
                  </a:lnTo>
                  <a:lnTo>
                    <a:pt x="348018" y="397268"/>
                  </a:lnTo>
                  <a:lnTo>
                    <a:pt x="343090" y="404063"/>
                  </a:lnTo>
                  <a:lnTo>
                    <a:pt x="340728" y="412267"/>
                  </a:lnTo>
                  <a:lnTo>
                    <a:pt x="341376" y="420636"/>
                  </a:lnTo>
                  <a:lnTo>
                    <a:pt x="346113" y="428561"/>
                  </a:lnTo>
                  <a:lnTo>
                    <a:pt x="352996" y="433781"/>
                  </a:lnTo>
                  <a:lnTo>
                    <a:pt x="361302" y="435851"/>
                  </a:lnTo>
                  <a:lnTo>
                    <a:pt x="370332" y="434352"/>
                  </a:lnTo>
                  <a:lnTo>
                    <a:pt x="497954" y="390372"/>
                  </a:lnTo>
                  <a:lnTo>
                    <a:pt x="1979676" y="685800"/>
                  </a:lnTo>
                  <a:lnTo>
                    <a:pt x="1990344" y="630936"/>
                  </a:lnTo>
                  <a:close/>
                </a:path>
                <a:path w="3215640" h="2540635">
                  <a:moveTo>
                    <a:pt x="2587752" y="2296668"/>
                  </a:moveTo>
                  <a:lnTo>
                    <a:pt x="1146517" y="1929879"/>
                  </a:lnTo>
                  <a:lnTo>
                    <a:pt x="1046988" y="1830336"/>
                  </a:lnTo>
                  <a:lnTo>
                    <a:pt x="1039418" y="1825193"/>
                  </a:lnTo>
                  <a:lnTo>
                    <a:pt x="1030986" y="1823478"/>
                  </a:lnTo>
                  <a:lnTo>
                    <a:pt x="1022553" y="1825193"/>
                  </a:lnTo>
                  <a:lnTo>
                    <a:pt x="1014984" y="1830336"/>
                  </a:lnTo>
                  <a:lnTo>
                    <a:pt x="1009840" y="1837232"/>
                  </a:lnTo>
                  <a:lnTo>
                    <a:pt x="1008126" y="1845576"/>
                  </a:lnTo>
                  <a:lnTo>
                    <a:pt x="1009840" y="1853907"/>
                  </a:lnTo>
                  <a:lnTo>
                    <a:pt x="1014984" y="1860816"/>
                  </a:lnTo>
                  <a:lnTo>
                    <a:pt x="1062697" y="1908543"/>
                  </a:lnTo>
                  <a:lnTo>
                    <a:pt x="780897" y="1836826"/>
                  </a:lnTo>
                  <a:lnTo>
                    <a:pt x="647700" y="1801380"/>
                  </a:lnTo>
                  <a:lnTo>
                    <a:pt x="647344" y="1802841"/>
                  </a:lnTo>
                  <a:lnTo>
                    <a:pt x="641604" y="1801368"/>
                  </a:lnTo>
                  <a:lnTo>
                    <a:pt x="627888" y="1854708"/>
                  </a:lnTo>
                  <a:lnTo>
                    <a:pt x="1040434" y="1959711"/>
                  </a:lnTo>
                  <a:lnTo>
                    <a:pt x="984504" y="1975116"/>
                  </a:lnTo>
                  <a:lnTo>
                    <a:pt x="977188" y="1978964"/>
                  </a:lnTo>
                  <a:lnTo>
                    <a:pt x="971740" y="1985403"/>
                  </a:lnTo>
                  <a:lnTo>
                    <a:pt x="968857" y="1993544"/>
                  </a:lnTo>
                  <a:lnTo>
                    <a:pt x="969264" y="2002548"/>
                  </a:lnTo>
                  <a:lnTo>
                    <a:pt x="973124" y="2009851"/>
                  </a:lnTo>
                  <a:lnTo>
                    <a:pt x="979551" y="2015312"/>
                  </a:lnTo>
                  <a:lnTo>
                    <a:pt x="987691" y="2018182"/>
                  </a:lnTo>
                  <a:lnTo>
                    <a:pt x="996696" y="2017788"/>
                  </a:lnTo>
                  <a:lnTo>
                    <a:pt x="1126490" y="1981619"/>
                  </a:lnTo>
                  <a:lnTo>
                    <a:pt x="2574036" y="2350008"/>
                  </a:lnTo>
                  <a:lnTo>
                    <a:pt x="2587752" y="2296668"/>
                  </a:lnTo>
                  <a:close/>
                </a:path>
                <a:path w="3215640" h="2540635">
                  <a:moveTo>
                    <a:pt x="2610612" y="1406652"/>
                  </a:moveTo>
                  <a:lnTo>
                    <a:pt x="1143012" y="1079766"/>
                  </a:lnTo>
                  <a:lnTo>
                    <a:pt x="1039368" y="986040"/>
                  </a:lnTo>
                  <a:lnTo>
                    <a:pt x="1031824" y="981773"/>
                  </a:lnTo>
                  <a:lnTo>
                    <a:pt x="1002792" y="1003566"/>
                  </a:lnTo>
                  <a:lnTo>
                    <a:pt x="1005027" y="1011986"/>
                  </a:lnTo>
                  <a:lnTo>
                    <a:pt x="1010412" y="1019568"/>
                  </a:lnTo>
                  <a:lnTo>
                    <a:pt x="1055230" y="1060221"/>
                  </a:lnTo>
                  <a:lnTo>
                    <a:pt x="640080" y="967740"/>
                  </a:lnTo>
                  <a:lnTo>
                    <a:pt x="627888" y="1022604"/>
                  </a:lnTo>
                  <a:lnTo>
                    <a:pt x="1042644" y="1114996"/>
                  </a:lnTo>
                  <a:lnTo>
                    <a:pt x="986028" y="1133868"/>
                  </a:lnTo>
                  <a:lnTo>
                    <a:pt x="978103" y="1138580"/>
                  </a:lnTo>
                  <a:lnTo>
                    <a:pt x="972883" y="1145298"/>
                  </a:lnTo>
                  <a:lnTo>
                    <a:pt x="970813" y="1153147"/>
                  </a:lnTo>
                  <a:lnTo>
                    <a:pt x="972312" y="1161300"/>
                  </a:lnTo>
                  <a:lnTo>
                    <a:pt x="976172" y="1169250"/>
                  </a:lnTo>
                  <a:lnTo>
                    <a:pt x="982599" y="1174635"/>
                  </a:lnTo>
                  <a:lnTo>
                    <a:pt x="990739" y="1177150"/>
                  </a:lnTo>
                  <a:lnTo>
                    <a:pt x="999744" y="1176540"/>
                  </a:lnTo>
                  <a:lnTo>
                    <a:pt x="1127620" y="1133919"/>
                  </a:lnTo>
                  <a:lnTo>
                    <a:pt x="2598420" y="1461516"/>
                  </a:lnTo>
                  <a:lnTo>
                    <a:pt x="2610612" y="1406652"/>
                  </a:lnTo>
                  <a:close/>
                </a:path>
                <a:path w="3215640" h="2540635">
                  <a:moveTo>
                    <a:pt x="2621280" y="483108"/>
                  </a:moveTo>
                  <a:lnTo>
                    <a:pt x="1166482" y="211175"/>
                  </a:lnTo>
                  <a:lnTo>
                    <a:pt x="1066800" y="124980"/>
                  </a:lnTo>
                  <a:lnTo>
                    <a:pt x="1059256" y="120954"/>
                  </a:lnTo>
                  <a:lnTo>
                    <a:pt x="1030795" y="143840"/>
                  </a:lnTo>
                  <a:lnTo>
                    <a:pt x="1032675" y="151815"/>
                  </a:lnTo>
                  <a:lnTo>
                    <a:pt x="1037844" y="158508"/>
                  </a:lnTo>
                  <a:lnTo>
                    <a:pt x="1079741" y="194970"/>
                  </a:lnTo>
                  <a:lnTo>
                    <a:pt x="640080" y="112776"/>
                  </a:lnTo>
                  <a:lnTo>
                    <a:pt x="629412" y="167640"/>
                  </a:lnTo>
                  <a:lnTo>
                    <a:pt x="1079525" y="251777"/>
                  </a:lnTo>
                  <a:lnTo>
                    <a:pt x="1016508" y="274332"/>
                  </a:lnTo>
                  <a:lnTo>
                    <a:pt x="1008583" y="279069"/>
                  </a:lnTo>
                  <a:lnTo>
                    <a:pt x="1003363" y="285953"/>
                  </a:lnTo>
                  <a:lnTo>
                    <a:pt x="1001293" y="294259"/>
                  </a:lnTo>
                  <a:lnTo>
                    <a:pt x="1002792" y="303288"/>
                  </a:lnTo>
                  <a:lnTo>
                    <a:pt x="1007529" y="310337"/>
                  </a:lnTo>
                  <a:lnTo>
                    <a:pt x="1014412" y="315099"/>
                  </a:lnTo>
                  <a:lnTo>
                    <a:pt x="1022718" y="317004"/>
                  </a:lnTo>
                  <a:lnTo>
                    <a:pt x="1031748" y="315480"/>
                  </a:lnTo>
                  <a:lnTo>
                    <a:pt x="1166279" y="267995"/>
                  </a:lnTo>
                  <a:lnTo>
                    <a:pt x="2610612" y="537972"/>
                  </a:lnTo>
                  <a:lnTo>
                    <a:pt x="2621280" y="483108"/>
                  </a:lnTo>
                  <a:close/>
                </a:path>
                <a:path w="3215640" h="2540635">
                  <a:moveTo>
                    <a:pt x="3185160" y="2125980"/>
                  </a:moveTo>
                  <a:lnTo>
                    <a:pt x="1750237" y="1769783"/>
                  </a:lnTo>
                  <a:lnTo>
                    <a:pt x="1648968" y="1671840"/>
                  </a:lnTo>
                  <a:lnTo>
                    <a:pt x="1642059" y="1666697"/>
                  </a:lnTo>
                  <a:lnTo>
                    <a:pt x="1633728" y="1664982"/>
                  </a:lnTo>
                  <a:lnTo>
                    <a:pt x="1625396" y="1666697"/>
                  </a:lnTo>
                  <a:lnTo>
                    <a:pt x="1618488" y="1671840"/>
                  </a:lnTo>
                  <a:lnTo>
                    <a:pt x="1613344" y="1679409"/>
                  </a:lnTo>
                  <a:lnTo>
                    <a:pt x="1611630" y="1687842"/>
                  </a:lnTo>
                  <a:lnTo>
                    <a:pt x="1613344" y="1696262"/>
                  </a:lnTo>
                  <a:lnTo>
                    <a:pt x="1618488" y="1703844"/>
                  </a:lnTo>
                  <a:lnTo>
                    <a:pt x="1665249" y="1748688"/>
                  </a:lnTo>
                  <a:lnTo>
                    <a:pt x="1239012" y="1642872"/>
                  </a:lnTo>
                  <a:lnTo>
                    <a:pt x="1225296" y="1696212"/>
                  </a:lnTo>
                  <a:lnTo>
                    <a:pt x="1645069" y="1800745"/>
                  </a:lnTo>
                  <a:lnTo>
                    <a:pt x="1589532" y="1816620"/>
                  </a:lnTo>
                  <a:lnTo>
                    <a:pt x="1582216" y="1820684"/>
                  </a:lnTo>
                  <a:lnTo>
                    <a:pt x="1576768" y="1827479"/>
                  </a:lnTo>
                  <a:lnTo>
                    <a:pt x="1573885" y="1835683"/>
                  </a:lnTo>
                  <a:lnTo>
                    <a:pt x="1574292" y="1844052"/>
                  </a:lnTo>
                  <a:lnTo>
                    <a:pt x="1579003" y="1852002"/>
                  </a:lnTo>
                  <a:lnTo>
                    <a:pt x="1585722" y="1857387"/>
                  </a:lnTo>
                  <a:lnTo>
                    <a:pt x="1593583" y="1859902"/>
                  </a:lnTo>
                  <a:lnTo>
                    <a:pt x="1601724" y="1859292"/>
                  </a:lnTo>
                  <a:lnTo>
                    <a:pt x="1731098" y="1822170"/>
                  </a:lnTo>
                  <a:lnTo>
                    <a:pt x="3171444" y="2180844"/>
                  </a:lnTo>
                  <a:lnTo>
                    <a:pt x="3185160" y="2125980"/>
                  </a:lnTo>
                  <a:close/>
                </a:path>
                <a:path w="3215640" h="2540635">
                  <a:moveTo>
                    <a:pt x="3194304" y="1248156"/>
                  </a:moveTo>
                  <a:lnTo>
                    <a:pt x="1758784" y="942949"/>
                  </a:lnTo>
                  <a:lnTo>
                    <a:pt x="1648968" y="845832"/>
                  </a:lnTo>
                  <a:lnTo>
                    <a:pt x="1641424" y="841806"/>
                  </a:lnTo>
                  <a:lnTo>
                    <a:pt x="1612963" y="864692"/>
                  </a:lnTo>
                  <a:lnTo>
                    <a:pt x="1614843" y="872667"/>
                  </a:lnTo>
                  <a:lnTo>
                    <a:pt x="1620012" y="879360"/>
                  </a:lnTo>
                  <a:lnTo>
                    <a:pt x="1670951" y="924267"/>
                  </a:lnTo>
                  <a:lnTo>
                    <a:pt x="1237488" y="832104"/>
                  </a:lnTo>
                  <a:lnTo>
                    <a:pt x="1225296" y="886968"/>
                  </a:lnTo>
                  <a:lnTo>
                    <a:pt x="1649666" y="977138"/>
                  </a:lnTo>
                  <a:lnTo>
                    <a:pt x="1597152" y="995184"/>
                  </a:lnTo>
                  <a:lnTo>
                    <a:pt x="1589227" y="999248"/>
                  </a:lnTo>
                  <a:lnTo>
                    <a:pt x="1584007" y="1006043"/>
                  </a:lnTo>
                  <a:lnTo>
                    <a:pt x="1581937" y="1014247"/>
                  </a:lnTo>
                  <a:lnTo>
                    <a:pt x="1583436" y="1022616"/>
                  </a:lnTo>
                  <a:lnTo>
                    <a:pt x="1588147" y="1030541"/>
                  </a:lnTo>
                  <a:lnTo>
                    <a:pt x="1594866" y="1035761"/>
                  </a:lnTo>
                  <a:lnTo>
                    <a:pt x="1602727" y="1037831"/>
                  </a:lnTo>
                  <a:lnTo>
                    <a:pt x="1610868" y="1036332"/>
                  </a:lnTo>
                  <a:lnTo>
                    <a:pt x="1732584" y="994752"/>
                  </a:lnTo>
                  <a:lnTo>
                    <a:pt x="3183636" y="1303020"/>
                  </a:lnTo>
                  <a:lnTo>
                    <a:pt x="3194304" y="1248156"/>
                  </a:lnTo>
                  <a:close/>
                </a:path>
                <a:path w="3215640" h="2540635">
                  <a:moveTo>
                    <a:pt x="3215640" y="359664"/>
                  </a:moveTo>
                  <a:lnTo>
                    <a:pt x="1781403" y="97485"/>
                  </a:lnTo>
                  <a:lnTo>
                    <a:pt x="1685544" y="13728"/>
                  </a:lnTo>
                  <a:lnTo>
                    <a:pt x="1677111" y="9702"/>
                  </a:lnTo>
                  <a:lnTo>
                    <a:pt x="1648015" y="32778"/>
                  </a:lnTo>
                  <a:lnTo>
                    <a:pt x="1649895" y="41198"/>
                  </a:lnTo>
                  <a:lnTo>
                    <a:pt x="1655064" y="48780"/>
                  </a:lnTo>
                  <a:lnTo>
                    <a:pt x="1693037" y="81330"/>
                  </a:lnTo>
                  <a:lnTo>
                    <a:pt x="1248156" y="0"/>
                  </a:lnTo>
                  <a:lnTo>
                    <a:pt x="1237488" y="54864"/>
                  </a:lnTo>
                  <a:lnTo>
                    <a:pt x="1700479" y="139446"/>
                  </a:lnTo>
                  <a:lnTo>
                    <a:pt x="1633728" y="163080"/>
                  </a:lnTo>
                  <a:lnTo>
                    <a:pt x="1626654" y="167817"/>
                  </a:lnTo>
                  <a:lnTo>
                    <a:pt x="1621726" y="174701"/>
                  </a:lnTo>
                  <a:lnTo>
                    <a:pt x="1619364" y="183007"/>
                  </a:lnTo>
                  <a:lnTo>
                    <a:pt x="1620012" y="192036"/>
                  </a:lnTo>
                  <a:lnTo>
                    <a:pt x="1624749" y="199097"/>
                  </a:lnTo>
                  <a:lnTo>
                    <a:pt x="1631632" y="204038"/>
                  </a:lnTo>
                  <a:lnTo>
                    <a:pt x="1639938" y="206387"/>
                  </a:lnTo>
                  <a:lnTo>
                    <a:pt x="1648015" y="205816"/>
                  </a:lnTo>
                  <a:lnTo>
                    <a:pt x="1648968" y="205752"/>
                  </a:lnTo>
                  <a:lnTo>
                    <a:pt x="1788160" y="155460"/>
                  </a:lnTo>
                  <a:lnTo>
                    <a:pt x="3206496" y="414528"/>
                  </a:lnTo>
                  <a:lnTo>
                    <a:pt x="3215640" y="359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97686" y="3404616"/>
              <a:ext cx="225552" cy="2270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99794" y="3456241"/>
              <a:ext cx="547370" cy="251460"/>
            </a:xfrm>
            <a:custGeom>
              <a:avLst/>
              <a:gdLst/>
              <a:ahLst/>
              <a:cxnLst/>
              <a:rect l="l" t="t" r="r" b="b"/>
              <a:pathLst>
                <a:path w="547370" h="251460">
                  <a:moveTo>
                    <a:pt x="436151" y="151740"/>
                  </a:moveTo>
                  <a:lnTo>
                    <a:pt x="395311" y="113049"/>
                  </a:lnTo>
                  <a:lnTo>
                    <a:pt x="13716" y="23050"/>
                  </a:lnTo>
                  <a:lnTo>
                    <a:pt x="0" y="79438"/>
                  </a:lnTo>
                  <a:lnTo>
                    <a:pt x="382006" y="168333"/>
                  </a:lnTo>
                  <a:lnTo>
                    <a:pt x="436151" y="151740"/>
                  </a:lnTo>
                  <a:close/>
                </a:path>
                <a:path w="547370" h="251460">
                  <a:moveTo>
                    <a:pt x="498348" y="193286"/>
                  </a:moveTo>
                  <a:lnTo>
                    <a:pt x="498348" y="137350"/>
                  </a:lnTo>
                  <a:lnTo>
                    <a:pt x="484632" y="192214"/>
                  </a:lnTo>
                  <a:lnTo>
                    <a:pt x="382006" y="168333"/>
                  </a:lnTo>
                  <a:lnTo>
                    <a:pt x="294132" y="195262"/>
                  </a:lnTo>
                  <a:lnTo>
                    <a:pt x="283964" y="200763"/>
                  </a:lnTo>
                  <a:lnTo>
                    <a:pt x="276796" y="209550"/>
                  </a:lnTo>
                  <a:lnTo>
                    <a:pt x="273343" y="220337"/>
                  </a:lnTo>
                  <a:lnTo>
                    <a:pt x="274320" y="231838"/>
                  </a:lnTo>
                  <a:lnTo>
                    <a:pt x="279820" y="241768"/>
                  </a:lnTo>
                  <a:lnTo>
                    <a:pt x="288607" y="248412"/>
                  </a:lnTo>
                  <a:lnTo>
                    <a:pt x="299394" y="251340"/>
                  </a:lnTo>
                  <a:lnTo>
                    <a:pt x="310896" y="250126"/>
                  </a:lnTo>
                  <a:lnTo>
                    <a:pt x="498348" y="193286"/>
                  </a:lnTo>
                  <a:close/>
                </a:path>
                <a:path w="547370" h="251460">
                  <a:moveTo>
                    <a:pt x="547116" y="178498"/>
                  </a:moveTo>
                  <a:lnTo>
                    <a:pt x="367284" y="7810"/>
                  </a:lnTo>
                  <a:lnTo>
                    <a:pt x="358092" y="1833"/>
                  </a:lnTo>
                  <a:lnTo>
                    <a:pt x="347472" y="0"/>
                  </a:lnTo>
                  <a:lnTo>
                    <a:pt x="336851" y="2452"/>
                  </a:lnTo>
                  <a:lnTo>
                    <a:pt x="327660" y="9334"/>
                  </a:lnTo>
                  <a:lnTo>
                    <a:pt x="321016" y="18526"/>
                  </a:lnTo>
                  <a:lnTo>
                    <a:pt x="319087" y="29146"/>
                  </a:lnTo>
                  <a:lnTo>
                    <a:pt x="321444" y="39766"/>
                  </a:lnTo>
                  <a:lnTo>
                    <a:pt x="327660" y="48958"/>
                  </a:lnTo>
                  <a:lnTo>
                    <a:pt x="395311" y="113049"/>
                  </a:lnTo>
                  <a:lnTo>
                    <a:pt x="498348" y="137350"/>
                  </a:lnTo>
                  <a:lnTo>
                    <a:pt x="498348" y="193286"/>
                  </a:lnTo>
                  <a:lnTo>
                    <a:pt x="547116" y="178498"/>
                  </a:lnTo>
                  <a:close/>
                </a:path>
                <a:path w="547370" h="251460">
                  <a:moveTo>
                    <a:pt x="483108" y="191859"/>
                  </a:moveTo>
                  <a:lnTo>
                    <a:pt x="483108" y="137350"/>
                  </a:lnTo>
                  <a:lnTo>
                    <a:pt x="472440" y="186118"/>
                  </a:lnTo>
                  <a:lnTo>
                    <a:pt x="436151" y="151740"/>
                  </a:lnTo>
                  <a:lnTo>
                    <a:pt x="382006" y="168333"/>
                  </a:lnTo>
                  <a:lnTo>
                    <a:pt x="483108" y="191859"/>
                  </a:lnTo>
                  <a:close/>
                </a:path>
                <a:path w="547370" h="251460">
                  <a:moveTo>
                    <a:pt x="498348" y="137350"/>
                  </a:moveTo>
                  <a:lnTo>
                    <a:pt x="395311" y="113049"/>
                  </a:lnTo>
                  <a:lnTo>
                    <a:pt x="436151" y="151740"/>
                  </a:lnTo>
                  <a:lnTo>
                    <a:pt x="483108" y="137350"/>
                  </a:lnTo>
                  <a:lnTo>
                    <a:pt x="483108" y="191859"/>
                  </a:lnTo>
                  <a:lnTo>
                    <a:pt x="484632" y="192214"/>
                  </a:lnTo>
                  <a:lnTo>
                    <a:pt x="498348" y="137350"/>
                  </a:lnTo>
                  <a:close/>
                </a:path>
                <a:path w="547370" h="251460">
                  <a:moveTo>
                    <a:pt x="483108" y="137350"/>
                  </a:moveTo>
                  <a:lnTo>
                    <a:pt x="436151" y="151740"/>
                  </a:lnTo>
                  <a:lnTo>
                    <a:pt x="472440" y="186118"/>
                  </a:lnTo>
                  <a:lnTo>
                    <a:pt x="483108" y="137350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34752" y="5027166"/>
            <a:ext cx="2839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108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23299"/>
                </a:solidFill>
                <a:latin typeface="Arial MT"/>
                <a:cs typeface="Arial MT"/>
              </a:rPr>
              <a:t>very</a:t>
            </a:r>
            <a:r>
              <a:rPr sz="2400" spc="-35" dirty="0">
                <a:solidFill>
                  <a:srgbClr val="3232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23299"/>
                </a:solidFill>
                <a:latin typeface="Arial MT"/>
                <a:cs typeface="Arial MT"/>
              </a:rPr>
              <a:t>large </a:t>
            </a:r>
            <a:r>
              <a:rPr sz="2400" dirty="0">
                <a:solidFill>
                  <a:srgbClr val="009900"/>
                </a:solidFill>
                <a:latin typeface="Arial MT"/>
                <a:cs typeface="Arial MT"/>
              </a:rPr>
              <a:t>nonconducting</a:t>
            </a:r>
            <a:r>
              <a:rPr sz="2400" spc="-15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sheet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77006" y="2334768"/>
            <a:ext cx="3831590" cy="2650490"/>
            <a:chOff x="5977006" y="2334768"/>
            <a:chExt cx="3831590" cy="2650490"/>
          </a:xfrm>
        </p:grpSpPr>
        <p:sp>
          <p:nvSpPr>
            <p:cNvPr id="32" name="object 32"/>
            <p:cNvSpPr/>
            <p:nvPr/>
          </p:nvSpPr>
          <p:spPr>
            <a:xfrm>
              <a:off x="5977001" y="2684792"/>
              <a:ext cx="3831590" cy="1935480"/>
            </a:xfrm>
            <a:custGeom>
              <a:avLst/>
              <a:gdLst/>
              <a:ahLst/>
              <a:cxnLst/>
              <a:rect l="l" t="t" r="r" b="b"/>
              <a:pathLst>
                <a:path w="3831590" h="1935479">
                  <a:moveTo>
                    <a:pt x="1592580" y="1830819"/>
                  </a:moveTo>
                  <a:lnTo>
                    <a:pt x="635508" y="1830819"/>
                  </a:lnTo>
                  <a:lnTo>
                    <a:pt x="556577" y="1830819"/>
                  </a:lnTo>
                  <a:lnTo>
                    <a:pt x="611124" y="1798828"/>
                  </a:lnTo>
                  <a:lnTo>
                    <a:pt x="616788" y="1794129"/>
                  </a:lnTo>
                  <a:lnTo>
                    <a:pt x="619887" y="1787588"/>
                  </a:lnTo>
                  <a:lnTo>
                    <a:pt x="620128" y="1780171"/>
                  </a:lnTo>
                  <a:lnTo>
                    <a:pt x="617220" y="1772920"/>
                  </a:lnTo>
                  <a:lnTo>
                    <a:pt x="612533" y="1767243"/>
                  </a:lnTo>
                  <a:lnTo>
                    <a:pt x="605980" y="1764157"/>
                  </a:lnTo>
                  <a:lnTo>
                    <a:pt x="598576" y="1763915"/>
                  </a:lnTo>
                  <a:lnTo>
                    <a:pt x="591312" y="1766824"/>
                  </a:lnTo>
                  <a:lnTo>
                    <a:pt x="481088" y="1830819"/>
                  </a:lnTo>
                  <a:lnTo>
                    <a:pt x="0" y="1830819"/>
                  </a:lnTo>
                  <a:lnTo>
                    <a:pt x="0" y="1870443"/>
                  </a:lnTo>
                  <a:lnTo>
                    <a:pt x="485635" y="1870443"/>
                  </a:lnTo>
                  <a:lnTo>
                    <a:pt x="487680" y="1871649"/>
                  </a:lnTo>
                  <a:lnTo>
                    <a:pt x="591312" y="1932940"/>
                  </a:lnTo>
                  <a:lnTo>
                    <a:pt x="598576" y="1934959"/>
                  </a:lnTo>
                  <a:lnTo>
                    <a:pt x="605980" y="1934273"/>
                  </a:lnTo>
                  <a:lnTo>
                    <a:pt x="612533" y="1931009"/>
                  </a:lnTo>
                  <a:lnTo>
                    <a:pt x="617220" y="1925320"/>
                  </a:lnTo>
                  <a:lnTo>
                    <a:pt x="620128" y="1918271"/>
                  </a:lnTo>
                  <a:lnTo>
                    <a:pt x="619887" y="1911223"/>
                  </a:lnTo>
                  <a:lnTo>
                    <a:pt x="616788" y="1904746"/>
                  </a:lnTo>
                  <a:lnTo>
                    <a:pt x="611124" y="1899412"/>
                  </a:lnTo>
                  <a:lnTo>
                    <a:pt x="560590" y="1870443"/>
                  </a:lnTo>
                  <a:lnTo>
                    <a:pt x="635508" y="1870443"/>
                  </a:lnTo>
                  <a:lnTo>
                    <a:pt x="1592580" y="1870443"/>
                  </a:lnTo>
                  <a:lnTo>
                    <a:pt x="1592580" y="1830819"/>
                  </a:lnTo>
                  <a:close/>
                </a:path>
                <a:path w="3831590" h="1935479">
                  <a:moveTo>
                    <a:pt x="1592580" y="965187"/>
                  </a:moveTo>
                  <a:lnTo>
                    <a:pt x="597217" y="965187"/>
                  </a:lnTo>
                  <a:lnTo>
                    <a:pt x="647700" y="936244"/>
                  </a:lnTo>
                  <a:lnTo>
                    <a:pt x="653364" y="930910"/>
                  </a:lnTo>
                  <a:lnTo>
                    <a:pt x="656463" y="924433"/>
                  </a:lnTo>
                  <a:lnTo>
                    <a:pt x="656704" y="917384"/>
                  </a:lnTo>
                  <a:lnTo>
                    <a:pt x="653796" y="910336"/>
                  </a:lnTo>
                  <a:lnTo>
                    <a:pt x="649109" y="904633"/>
                  </a:lnTo>
                  <a:lnTo>
                    <a:pt x="642556" y="901382"/>
                  </a:lnTo>
                  <a:lnTo>
                    <a:pt x="635152" y="900684"/>
                  </a:lnTo>
                  <a:lnTo>
                    <a:pt x="627888" y="902716"/>
                  </a:lnTo>
                  <a:lnTo>
                    <a:pt x="522249" y="965187"/>
                  </a:lnTo>
                  <a:lnTo>
                    <a:pt x="0" y="965187"/>
                  </a:lnTo>
                  <a:lnTo>
                    <a:pt x="0" y="1004811"/>
                  </a:lnTo>
                  <a:lnTo>
                    <a:pt x="517639" y="1004811"/>
                  </a:lnTo>
                  <a:lnTo>
                    <a:pt x="524256" y="1008646"/>
                  </a:lnTo>
                  <a:lnTo>
                    <a:pt x="627888" y="1068832"/>
                  </a:lnTo>
                  <a:lnTo>
                    <a:pt x="635152" y="1071727"/>
                  </a:lnTo>
                  <a:lnTo>
                    <a:pt x="642556" y="1071499"/>
                  </a:lnTo>
                  <a:lnTo>
                    <a:pt x="649109" y="1068400"/>
                  </a:lnTo>
                  <a:lnTo>
                    <a:pt x="653796" y="1062736"/>
                  </a:lnTo>
                  <a:lnTo>
                    <a:pt x="656704" y="1055471"/>
                  </a:lnTo>
                  <a:lnTo>
                    <a:pt x="656463" y="1048067"/>
                  </a:lnTo>
                  <a:lnTo>
                    <a:pt x="653364" y="1041514"/>
                  </a:lnTo>
                  <a:lnTo>
                    <a:pt x="647700" y="1036828"/>
                  </a:lnTo>
                  <a:lnTo>
                    <a:pt x="593140" y="1004824"/>
                  </a:lnTo>
                  <a:lnTo>
                    <a:pt x="1170432" y="1004824"/>
                  </a:lnTo>
                  <a:lnTo>
                    <a:pt x="1592580" y="1004811"/>
                  </a:lnTo>
                  <a:lnTo>
                    <a:pt x="1592580" y="965187"/>
                  </a:lnTo>
                  <a:close/>
                </a:path>
                <a:path w="3831590" h="1935479">
                  <a:moveTo>
                    <a:pt x="1592580" y="67551"/>
                  </a:moveTo>
                  <a:lnTo>
                    <a:pt x="556577" y="67551"/>
                  </a:lnTo>
                  <a:lnTo>
                    <a:pt x="611124" y="35560"/>
                  </a:lnTo>
                  <a:lnTo>
                    <a:pt x="616788" y="30861"/>
                  </a:lnTo>
                  <a:lnTo>
                    <a:pt x="619887" y="24320"/>
                  </a:lnTo>
                  <a:lnTo>
                    <a:pt x="620128" y="16903"/>
                  </a:lnTo>
                  <a:lnTo>
                    <a:pt x="617220" y="9652"/>
                  </a:lnTo>
                  <a:lnTo>
                    <a:pt x="612533" y="3949"/>
                  </a:lnTo>
                  <a:lnTo>
                    <a:pt x="605980" y="698"/>
                  </a:lnTo>
                  <a:lnTo>
                    <a:pt x="598576" y="0"/>
                  </a:lnTo>
                  <a:lnTo>
                    <a:pt x="591312" y="2032"/>
                  </a:lnTo>
                  <a:lnTo>
                    <a:pt x="480517" y="67551"/>
                  </a:lnTo>
                  <a:lnTo>
                    <a:pt x="0" y="67551"/>
                  </a:lnTo>
                  <a:lnTo>
                    <a:pt x="0" y="73647"/>
                  </a:lnTo>
                  <a:lnTo>
                    <a:pt x="0" y="107175"/>
                  </a:lnTo>
                  <a:lnTo>
                    <a:pt x="0" y="113271"/>
                  </a:lnTo>
                  <a:lnTo>
                    <a:pt x="495935" y="113271"/>
                  </a:lnTo>
                  <a:lnTo>
                    <a:pt x="591312" y="169672"/>
                  </a:lnTo>
                  <a:lnTo>
                    <a:pt x="598576" y="171691"/>
                  </a:lnTo>
                  <a:lnTo>
                    <a:pt x="605980" y="171005"/>
                  </a:lnTo>
                  <a:lnTo>
                    <a:pt x="612533" y="167741"/>
                  </a:lnTo>
                  <a:lnTo>
                    <a:pt x="617220" y="162052"/>
                  </a:lnTo>
                  <a:lnTo>
                    <a:pt x="620128" y="154787"/>
                  </a:lnTo>
                  <a:lnTo>
                    <a:pt x="619887" y="147383"/>
                  </a:lnTo>
                  <a:lnTo>
                    <a:pt x="616788" y="140830"/>
                  </a:lnTo>
                  <a:lnTo>
                    <a:pt x="611124" y="136144"/>
                  </a:lnTo>
                  <a:lnTo>
                    <a:pt x="572135" y="113271"/>
                  </a:lnTo>
                  <a:lnTo>
                    <a:pt x="635508" y="113271"/>
                  </a:lnTo>
                  <a:lnTo>
                    <a:pt x="1592580" y="113271"/>
                  </a:lnTo>
                  <a:lnTo>
                    <a:pt x="1592580" y="107175"/>
                  </a:lnTo>
                  <a:lnTo>
                    <a:pt x="1592580" y="73647"/>
                  </a:lnTo>
                  <a:lnTo>
                    <a:pt x="1592580" y="67551"/>
                  </a:lnTo>
                  <a:close/>
                </a:path>
                <a:path w="3831590" h="1935479">
                  <a:moveTo>
                    <a:pt x="3831336" y="1830819"/>
                  </a:moveTo>
                  <a:lnTo>
                    <a:pt x="3195828" y="1830819"/>
                  </a:lnTo>
                  <a:lnTo>
                    <a:pt x="3118243" y="1830819"/>
                  </a:lnTo>
                  <a:lnTo>
                    <a:pt x="3006852" y="1766824"/>
                  </a:lnTo>
                  <a:lnTo>
                    <a:pt x="2999803" y="1763915"/>
                  </a:lnTo>
                  <a:lnTo>
                    <a:pt x="2992755" y="1764157"/>
                  </a:lnTo>
                  <a:lnTo>
                    <a:pt x="2986278" y="1767243"/>
                  </a:lnTo>
                  <a:lnTo>
                    <a:pt x="2980944" y="1772920"/>
                  </a:lnTo>
                  <a:lnTo>
                    <a:pt x="2978924" y="1780171"/>
                  </a:lnTo>
                  <a:lnTo>
                    <a:pt x="2979610" y="1787588"/>
                  </a:lnTo>
                  <a:lnTo>
                    <a:pt x="2982874" y="1794129"/>
                  </a:lnTo>
                  <a:lnTo>
                    <a:pt x="2988564" y="1798828"/>
                  </a:lnTo>
                  <a:lnTo>
                    <a:pt x="3043085" y="1830819"/>
                  </a:lnTo>
                  <a:lnTo>
                    <a:pt x="1915668" y="1830819"/>
                  </a:lnTo>
                  <a:lnTo>
                    <a:pt x="1915668" y="1870443"/>
                  </a:lnTo>
                  <a:lnTo>
                    <a:pt x="3039084" y="1870443"/>
                  </a:lnTo>
                  <a:lnTo>
                    <a:pt x="2988564" y="1899412"/>
                  </a:lnTo>
                  <a:lnTo>
                    <a:pt x="2982874" y="1904746"/>
                  </a:lnTo>
                  <a:lnTo>
                    <a:pt x="2979610" y="1911223"/>
                  </a:lnTo>
                  <a:lnTo>
                    <a:pt x="2978924" y="1918271"/>
                  </a:lnTo>
                  <a:lnTo>
                    <a:pt x="2980944" y="1925320"/>
                  </a:lnTo>
                  <a:lnTo>
                    <a:pt x="2986278" y="1931009"/>
                  </a:lnTo>
                  <a:lnTo>
                    <a:pt x="2992755" y="1934273"/>
                  </a:lnTo>
                  <a:lnTo>
                    <a:pt x="2999803" y="1934959"/>
                  </a:lnTo>
                  <a:lnTo>
                    <a:pt x="3006852" y="1932940"/>
                  </a:lnTo>
                  <a:lnTo>
                    <a:pt x="3112008" y="1871408"/>
                  </a:lnTo>
                  <a:lnTo>
                    <a:pt x="3113646" y="1870443"/>
                  </a:lnTo>
                  <a:lnTo>
                    <a:pt x="3195828" y="1870443"/>
                  </a:lnTo>
                  <a:lnTo>
                    <a:pt x="3831336" y="1870443"/>
                  </a:lnTo>
                  <a:lnTo>
                    <a:pt x="3831336" y="1830819"/>
                  </a:lnTo>
                  <a:close/>
                </a:path>
                <a:path w="3831590" h="1935479">
                  <a:moveTo>
                    <a:pt x="3831336" y="965187"/>
                  </a:moveTo>
                  <a:lnTo>
                    <a:pt x="3150197" y="965187"/>
                  </a:lnTo>
                  <a:lnTo>
                    <a:pt x="3043428" y="902716"/>
                  </a:lnTo>
                  <a:lnTo>
                    <a:pt x="3036379" y="900684"/>
                  </a:lnTo>
                  <a:lnTo>
                    <a:pt x="3029331" y="901382"/>
                  </a:lnTo>
                  <a:lnTo>
                    <a:pt x="3022854" y="904633"/>
                  </a:lnTo>
                  <a:lnTo>
                    <a:pt x="3017520" y="910336"/>
                  </a:lnTo>
                  <a:lnTo>
                    <a:pt x="3015500" y="917384"/>
                  </a:lnTo>
                  <a:lnTo>
                    <a:pt x="3016186" y="924433"/>
                  </a:lnTo>
                  <a:lnTo>
                    <a:pt x="3019450" y="930910"/>
                  </a:lnTo>
                  <a:lnTo>
                    <a:pt x="3025140" y="936244"/>
                  </a:lnTo>
                  <a:lnTo>
                    <a:pt x="3075609" y="965187"/>
                  </a:lnTo>
                  <a:lnTo>
                    <a:pt x="1915668" y="965187"/>
                  </a:lnTo>
                  <a:lnTo>
                    <a:pt x="1915668" y="1004811"/>
                  </a:lnTo>
                  <a:lnTo>
                    <a:pt x="2502408" y="1004811"/>
                  </a:lnTo>
                  <a:lnTo>
                    <a:pt x="3079686" y="1004824"/>
                  </a:lnTo>
                  <a:lnTo>
                    <a:pt x="3025140" y="1036828"/>
                  </a:lnTo>
                  <a:lnTo>
                    <a:pt x="3019450" y="1041514"/>
                  </a:lnTo>
                  <a:lnTo>
                    <a:pt x="3016186" y="1048067"/>
                  </a:lnTo>
                  <a:lnTo>
                    <a:pt x="3015500" y="1055471"/>
                  </a:lnTo>
                  <a:lnTo>
                    <a:pt x="3017520" y="1062736"/>
                  </a:lnTo>
                  <a:lnTo>
                    <a:pt x="3022854" y="1068400"/>
                  </a:lnTo>
                  <a:lnTo>
                    <a:pt x="3029331" y="1071499"/>
                  </a:lnTo>
                  <a:lnTo>
                    <a:pt x="3036379" y="1071727"/>
                  </a:lnTo>
                  <a:lnTo>
                    <a:pt x="3043428" y="1068832"/>
                  </a:lnTo>
                  <a:lnTo>
                    <a:pt x="3148584" y="1008418"/>
                  </a:lnTo>
                  <a:lnTo>
                    <a:pt x="3154857" y="1004811"/>
                  </a:lnTo>
                  <a:lnTo>
                    <a:pt x="3831336" y="1004811"/>
                  </a:lnTo>
                  <a:lnTo>
                    <a:pt x="3831336" y="965187"/>
                  </a:lnTo>
                  <a:close/>
                </a:path>
                <a:path w="3831590" h="1935479">
                  <a:moveTo>
                    <a:pt x="3831336" y="67551"/>
                  </a:moveTo>
                  <a:lnTo>
                    <a:pt x="3118828" y="67551"/>
                  </a:lnTo>
                  <a:lnTo>
                    <a:pt x="3006852" y="2032"/>
                  </a:lnTo>
                  <a:lnTo>
                    <a:pt x="2999803" y="0"/>
                  </a:lnTo>
                  <a:lnTo>
                    <a:pt x="2992755" y="698"/>
                  </a:lnTo>
                  <a:lnTo>
                    <a:pt x="2986278" y="3949"/>
                  </a:lnTo>
                  <a:lnTo>
                    <a:pt x="2980944" y="9652"/>
                  </a:lnTo>
                  <a:lnTo>
                    <a:pt x="2978924" y="16903"/>
                  </a:lnTo>
                  <a:lnTo>
                    <a:pt x="2979610" y="24320"/>
                  </a:lnTo>
                  <a:lnTo>
                    <a:pt x="2982874" y="30861"/>
                  </a:lnTo>
                  <a:lnTo>
                    <a:pt x="2988564" y="35560"/>
                  </a:lnTo>
                  <a:lnTo>
                    <a:pt x="3043085" y="67551"/>
                  </a:lnTo>
                  <a:lnTo>
                    <a:pt x="1915668" y="67551"/>
                  </a:lnTo>
                  <a:lnTo>
                    <a:pt x="1915668" y="73647"/>
                  </a:lnTo>
                  <a:lnTo>
                    <a:pt x="1915668" y="107175"/>
                  </a:lnTo>
                  <a:lnTo>
                    <a:pt x="1915668" y="113271"/>
                  </a:lnTo>
                  <a:lnTo>
                    <a:pt x="3027540" y="113271"/>
                  </a:lnTo>
                  <a:lnTo>
                    <a:pt x="2988564" y="136144"/>
                  </a:lnTo>
                  <a:lnTo>
                    <a:pt x="2982874" y="140830"/>
                  </a:lnTo>
                  <a:lnTo>
                    <a:pt x="2979610" y="147383"/>
                  </a:lnTo>
                  <a:lnTo>
                    <a:pt x="2978924" y="154787"/>
                  </a:lnTo>
                  <a:lnTo>
                    <a:pt x="2980944" y="162052"/>
                  </a:lnTo>
                  <a:lnTo>
                    <a:pt x="2986278" y="167741"/>
                  </a:lnTo>
                  <a:lnTo>
                    <a:pt x="2992755" y="171005"/>
                  </a:lnTo>
                  <a:lnTo>
                    <a:pt x="2999803" y="171691"/>
                  </a:lnTo>
                  <a:lnTo>
                    <a:pt x="3006852" y="169672"/>
                  </a:lnTo>
                  <a:lnTo>
                    <a:pt x="3103232" y="113271"/>
                  </a:lnTo>
                  <a:lnTo>
                    <a:pt x="3195828" y="113271"/>
                  </a:lnTo>
                  <a:lnTo>
                    <a:pt x="3195828" y="107175"/>
                  </a:lnTo>
                  <a:lnTo>
                    <a:pt x="3831336" y="107175"/>
                  </a:lnTo>
                  <a:lnTo>
                    <a:pt x="3831336" y="67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79081" y="2468879"/>
              <a:ext cx="704215" cy="1937385"/>
            </a:xfrm>
            <a:custGeom>
              <a:avLst/>
              <a:gdLst/>
              <a:ahLst/>
              <a:cxnLst/>
              <a:rect l="l" t="t" r="r" b="b"/>
              <a:pathLst>
                <a:path w="704215" h="1937385">
                  <a:moveTo>
                    <a:pt x="129540" y="1833372"/>
                  </a:moveTo>
                  <a:lnTo>
                    <a:pt x="85991" y="1833892"/>
                  </a:lnTo>
                  <a:lnTo>
                    <a:pt x="85344" y="1757172"/>
                  </a:lnTo>
                  <a:lnTo>
                    <a:pt x="54864" y="1757172"/>
                  </a:lnTo>
                  <a:lnTo>
                    <a:pt x="55511" y="1834248"/>
                  </a:lnTo>
                  <a:lnTo>
                    <a:pt x="0" y="1834896"/>
                  </a:lnTo>
                  <a:lnTo>
                    <a:pt x="0" y="1865376"/>
                  </a:lnTo>
                  <a:lnTo>
                    <a:pt x="55765" y="1864067"/>
                  </a:lnTo>
                  <a:lnTo>
                    <a:pt x="56388" y="1937004"/>
                  </a:lnTo>
                  <a:lnTo>
                    <a:pt x="86868" y="1937004"/>
                  </a:lnTo>
                  <a:lnTo>
                    <a:pt x="86233" y="1863356"/>
                  </a:lnTo>
                  <a:lnTo>
                    <a:pt x="129540" y="1862328"/>
                  </a:lnTo>
                  <a:lnTo>
                    <a:pt x="129540" y="1833372"/>
                  </a:lnTo>
                  <a:close/>
                </a:path>
                <a:path w="704215" h="1937385">
                  <a:moveTo>
                    <a:pt x="129540" y="1394460"/>
                  </a:moveTo>
                  <a:lnTo>
                    <a:pt x="85979" y="1394980"/>
                  </a:lnTo>
                  <a:lnTo>
                    <a:pt x="85344" y="1321308"/>
                  </a:lnTo>
                  <a:lnTo>
                    <a:pt x="54864" y="1321308"/>
                  </a:lnTo>
                  <a:lnTo>
                    <a:pt x="55486" y="1395336"/>
                  </a:lnTo>
                  <a:lnTo>
                    <a:pt x="0" y="1395984"/>
                  </a:lnTo>
                  <a:lnTo>
                    <a:pt x="0" y="1426464"/>
                  </a:lnTo>
                  <a:lnTo>
                    <a:pt x="55753" y="1425816"/>
                  </a:lnTo>
                  <a:lnTo>
                    <a:pt x="56388" y="1499616"/>
                  </a:lnTo>
                  <a:lnTo>
                    <a:pt x="86868" y="1498092"/>
                  </a:lnTo>
                  <a:lnTo>
                    <a:pt x="86233" y="1425460"/>
                  </a:lnTo>
                  <a:lnTo>
                    <a:pt x="129540" y="1424940"/>
                  </a:lnTo>
                  <a:lnTo>
                    <a:pt x="129540" y="1394460"/>
                  </a:lnTo>
                  <a:close/>
                </a:path>
                <a:path w="704215" h="1937385">
                  <a:moveTo>
                    <a:pt x="129540" y="74676"/>
                  </a:moveTo>
                  <a:lnTo>
                    <a:pt x="85979" y="75196"/>
                  </a:lnTo>
                  <a:lnTo>
                    <a:pt x="85344" y="0"/>
                  </a:lnTo>
                  <a:lnTo>
                    <a:pt x="54864" y="0"/>
                  </a:lnTo>
                  <a:lnTo>
                    <a:pt x="55499" y="75552"/>
                  </a:lnTo>
                  <a:lnTo>
                    <a:pt x="0" y="76200"/>
                  </a:lnTo>
                  <a:lnTo>
                    <a:pt x="0" y="105156"/>
                  </a:lnTo>
                  <a:lnTo>
                    <a:pt x="55753" y="104508"/>
                  </a:lnTo>
                  <a:lnTo>
                    <a:pt x="56388" y="178308"/>
                  </a:lnTo>
                  <a:lnTo>
                    <a:pt x="86868" y="178308"/>
                  </a:lnTo>
                  <a:lnTo>
                    <a:pt x="86233" y="104152"/>
                  </a:lnTo>
                  <a:lnTo>
                    <a:pt x="129540" y="103632"/>
                  </a:lnTo>
                  <a:lnTo>
                    <a:pt x="129540" y="74676"/>
                  </a:lnTo>
                  <a:close/>
                </a:path>
                <a:path w="704215" h="1937385">
                  <a:moveTo>
                    <a:pt x="704088" y="1833372"/>
                  </a:moveTo>
                  <a:lnTo>
                    <a:pt x="660539" y="1833892"/>
                  </a:lnTo>
                  <a:lnTo>
                    <a:pt x="659892" y="1757172"/>
                  </a:lnTo>
                  <a:lnTo>
                    <a:pt x="629412" y="1757172"/>
                  </a:lnTo>
                  <a:lnTo>
                    <a:pt x="630059" y="1834248"/>
                  </a:lnTo>
                  <a:lnTo>
                    <a:pt x="574548" y="1834896"/>
                  </a:lnTo>
                  <a:lnTo>
                    <a:pt x="574548" y="1865376"/>
                  </a:lnTo>
                  <a:lnTo>
                    <a:pt x="630313" y="1864067"/>
                  </a:lnTo>
                  <a:lnTo>
                    <a:pt x="630936" y="1937004"/>
                  </a:lnTo>
                  <a:lnTo>
                    <a:pt x="661416" y="1937004"/>
                  </a:lnTo>
                  <a:lnTo>
                    <a:pt x="660781" y="1863356"/>
                  </a:lnTo>
                  <a:lnTo>
                    <a:pt x="704088" y="1862328"/>
                  </a:lnTo>
                  <a:lnTo>
                    <a:pt x="704088" y="1833372"/>
                  </a:lnTo>
                  <a:close/>
                </a:path>
                <a:path w="704215" h="1937385">
                  <a:moveTo>
                    <a:pt x="704088" y="1394460"/>
                  </a:moveTo>
                  <a:lnTo>
                    <a:pt x="660527" y="1394980"/>
                  </a:lnTo>
                  <a:lnTo>
                    <a:pt x="659892" y="1321308"/>
                  </a:lnTo>
                  <a:lnTo>
                    <a:pt x="629412" y="1321308"/>
                  </a:lnTo>
                  <a:lnTo>
                    <a:pt x="630034" y="1395336"/>
                  </a:lnTo>
                  <a:lnTo>
                    <a:pt x="574548" y="1395984"/>
                  </a:lnTo>
                  <a:lnTo>
                    <a:pt x="574548" y="1426464"/>
                  </a:lnTo>
                  <a:lnTo>
                    <a:pt x="630301" y="1425816"/>
                  </a:lnTo>
                  <a:lnTo>
                    <a:pt x="630936" y="1499616"/>
                  </a:lnTo>
                  <a:lnTo>
                    <a:pt x="661416" y="1498092"/>
                  </a:lnTo>
                  <a:lnTo>
                    <a:pt x="660781" y="1425460"/>
                  </a:lnTo>
                  <a:lnTo>
                    <a:pt x="704088" y="1424940"/>
                  </a:lnTo>
                  <a:lnTo>
                    <a:pt x="704088" y="1394460"/>
                  </a:lnTo>
                  <a:close/>
                </a:path>
                <a:path w="704215" h="1937385">
                  <a:moveTo>
                    <a:pt x="704088" y="74676"/>
                  </a:moveTo>
                  <a:lnTo>
                    <a:pt x="660527" y="75196"/>
                  </a:lnTo>
                  <a:lnTo>
                    <a:pt x="659892" y="0"/>
                  </a:lnTo>
                  <a:lnTo>
                    <a:pt x="629412" y="0"/>
                  </a:lnTo>
                  <a:lnTo>
                    <a:pt x="630047" y="75552"/>
                  </a:lnTo>
                  <a:lnTo>
                    <a:pt x="574548" y="76200"/>
                  </a:lnTo>
                  <a:lnTo>
                    <a:pt x="574548" y="105156"/>
                  </a:lnTo>
                  <a:lnTo>
                    <a:pt x="630301" y="104508"/>
                  </a:lnTo>
                  <a:lnTo>
                    <a:pt x="630936" y="178308"/>
                  </a:lnTo>
                  <a:lnTo>
                    <a:pt x="661416" y="178308"/>
                  </a:lnTo>
                  <a:lnTo>
                    <a:pt x="660781" y="104152"/>
                  </a:lnTo>
                  <a:lnTo>
                    <a:pt x="704088" y="103632"/>
                  </a:lnTo>
                  <a:lnTo>
                    <a:pt x="704088" y="746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69586" y="2339340"/>
              <a:ext cx="323215" cy="2641600"/>
            </a:xfrm>
            <a:custGeom>
              <a:avLst/>
              <a:gdLst/>
              <a:ahLst/>
              <a:cxnLst/>
              <a:rect l="l" t="t" r="r" b="b"/>
              <a:pathLst>
                <a:path w="323215" h="2641600">
                  <a:moveTo>
                    <a:pt x="323087" y="2641091"/>
                  </a:moveTo>
                  <a:lnTo>
                    <a:pt x="323087" y="0"/>
                  </a:lnTo>
                  <a:lnTo>
                    <a:pt x="0" y="0"/>
                  </a:lnTo>
                  <a:lnTo>
                    <a:pt x="0" y="2641091"/>
                  </a:lnTo>
                  <a:lnTo>
                    <a:pt x="323087" y="264109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65014" y="2334768"/>
              <a:ext cx="332740" cy="2650490"/>
            </a:xfrm>
            <a:custGeom>
              <a:avLst/>
              <a:gdLst/>
              <a:ahLst/>
              <a:cxnLst/>
              <a:rect l="l" t="t" r="r" b="b"/>
              <a:pathLst>
                <a:path w="332740" h="2650490">
                  <a:moveTo>
                    <a:pt x="332232" y="2650236"/>
                  </a:moveTo>
                  <a:lnTo>
                    <a:pt x="332232" y="0"/>
                  </a:lnTo>
                  <a:lnTo>
                    <a:pt x="0" y="0"/>
                  </a:lnTo>
                  <a:lnTo>
                    <a:pt x="0" y="2650236"/>
                  </a:lnTo>
                  <a:lnTo>
                    <a:pt x="4572" y="2650236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323088" y="9144"/>
                  </a:lnTo>
                  <a:lnTo>
                    <a:pt x="323088" y="4572"/>
                  </a:lnTo>
                  <a:lnTo>
                    <a:pt x="327660" y="9144"/>
                  </a:lnTo>
                  <a:lnTo>
                    <a:pt x="327660" y="2650236"/>
                  </a:lnTo>
                  <a:lnTo>
                    <a:pt x="332232" y="2650236"/>
                  </a:lnTo>
                  <a:close/>
                </a:path>
                <a:path w="332740" h="2650490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332740" h="2650490">
                  <a:moveTo>
                    <a:pt x="9144" y="2641092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2641092"/>
                  </a:lnTo>
                  <a:lnTo>
                    <a:pt x="9144" y="2641092"/>
                  </a:lnTo>
                  <a:close/>
                </a:path>
                <a:path w="332740" h="2650490">
                  <a:moveTo>
                    <a:pt x="327660" y="2641092"/>
                  </a:moveTo>
                  <a:lnTo>
                    <a:pt x="4572" y="2641092"/>
                  </a:lnTo>
                  <a:lnTo>
                    <a:pt x="9144" y="2645664"/>
                  </a:lnTo>
                  <a:lnTo>
                    <a:pt x="9144" y="2650236"/>
                  </a:lnTo>
                  <a:lnTo>
                    <a:pt x="323088" y="2650236"/>
                  </a:lnTo>
                  <a:lnTo>
                    <a:pt x="323088" y="2645664"/>
                  </a:lnTo>
                  <a:lnTo>
                    <a:pt x="327660" y="2641092"/>
                  </a:lnTo>
                  <a:close/>
                </a:path>
                <a:path w="332740" h="2650490">
                  <a:moveTo>
                    <a:pt x="9144" y="2650236"/>
                  </a:moveTo>
                  <a:lnTo>
                    <a:pt x="9144" y="2645664"/>
                  </a:lnTo>
                  <a:lnTo>
                    <a:pt x="4572" y="2641092"/>
                  </a:lnTo>
                  <a:lnTo>
                    <a:pt x="4572" y="2650236"/>
                  </a:lnTo>
                  <a:lnTo>
                    <a:pt x="9144" y="2650236"/>
                  </a:lnTo>
                  <a:close/>
                </a:path>
                <a:path w="332740" h="2650490">
                  <a:moveTo>
                    <a:pt x="327660" y="9144"/>
                  </a:moveTo>
                  <a:lnTo>
                    <a:pt x="323088" y="4572"/>
                  </a:lnTo>
                  <a:lnTo>
                    <a:pt x="323088" y="9144"/>
                  </a:lnTo>
                  <a:lnTo>
                    <a:pt x="327660" y="9144"/>
                  </a:lnTo>
                  <a:close/>
                </a:path>
                <a:path w="332740" h="2650490">
                  <a:moveTo>
                    <a:pt x="327660" y="2641092"/>
                  </a:moveTo>
                  <a:lnTo>
                    <a:pt x="327660" y="9144"/>
                  </a:lnTo>
                  <a:lnTo>
                    <a:pt x="323088" y="9144"/>
                  </a:lnTo>
                  <a:lnTo>
                    <a:pt x="323088" y="2641092"/>
                  </a:lnTo>
                  <a:lnTo>
                    <a:pt x="327660" y="2641092"/>
                  </a:lnTo>
                  <a:close/>
                </a:path>
                <a:path w="332740" h="2650490">
                  <a:moveTo>
                    <a:pt x="327660" y="2650236"/>
                  </a:moveTo>
                  <a:lnTo>
                    <a:pt x="327660" y="2641092"/>
                  </a:lnTo>
                  <a:lnTo>
                    <a:pt x="323088" y="2645664"/>
                  </a:lnTo>
                  <a:lnTo>
                    <a:pt x="323088" y="2650236"/>
                  </a:lnTo>
                  <a:lnTo>
                    <a:pt x="327660" y="2650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1418" y="3153156"/>
              <a:ext cx="224028" cy="22707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619622" y="3140297"/>
              <a:ext cx="722630" cy="257175"/>
            </a:xfrm>
            <a:custGeom>
              <a:avLst/>
              <a:gdLst/>
              <a:ahLst/>
              <a:cxnLst/>
              <a:rect l="l" t="t" r="r" b="b"/>
              <a:pathLst>
                <a:path w="722629" h="257175">
                  <a:moveTo>
                    <a:pt x="609814" y="130810"/>
                  </a:moveTo>
                  <a:lnTo>
                    <a:pt x="562658" y="101659"/>
                  </a:lnTo>
                  <a:lnTo>
                    <a:pt x="1524" y="87534"/>
                  </a:lnTo>
                  <a:lnTo>
                    <a:pt x="0" y="145446"/>
                  </a:lnTo>
                  <a:lnTo>
                    <a:pt x="560135" y="158264"/>
                  </a:lnTo>
                  <a:lnTo>
                    <a:pt x="609814" y="130810"/>
                  </a:lnTo>
                  <a:close/>
                </a:path>
                <a:path w="722629" h="257175">
                  <a:moveTo>
                    <a:pt x="667512" y="163777"/>
                  </a:moveTo>
                  <a:lnTo>
                    <a:pt x="667512" y="104298"/>
                  </a:lnTo>
                  <a:lnTo>
                    <a:pt x="665988" y="160686"/>
                  </a:lnTo>
                  <a:lnTo>
                    <a:pt x="562658" y="158322"/>
                  </a:lnTo>
                  <a:lnTo>
                    <a:pt x="478536" y="203358"/>
                  </a:lnTo>
                  <a:lnTo>
                    <a:pt x="464391" y="230790"/>
                  </a:lnTo>
                  <a:lnTo>
                    <a:pt x="467868" y="241458"/>
                  </a:lnTo>
                  <a:lnTo>
                    <a:pt x="475107" y="250221"/>
                  </a:lnTo>
                  <a:lnTo>
                    <a:pt x="484632" y="255555"/>
                  </a:lnTo>
                  <a:lnTo>
                    <a:pt x="495300" y="256889"/>
                  </a:lnTo>
                  <a:lnTo>
                    <a:pt x="505968" y="253650"/>
                  </a:lnTo>
                  <a:lnTo>
                    <a:pt x="667512" y="163777"/>
                  </a:lnTo>
                  <a:close/>
                </a:path>
                <a:path w="722629" h="257175">
                  <a:moveTo>
                    <a:pt x="722376" y="133254"/>
                  </a:moveTo>
                  <a:lnTo>
                    <a:pt x="512064" y="3714"/>
                  </a:lnTo>
                  <a:lnTo>
                    <a:pt x="501372" y="0"/>
                  </a:lnTo>
                  <a:lnTo>
                    <a:pt x="495300" y="160"/>
                  </a:lnTo>
                  <a:lnTo>
                    <a:pt x="490537" y="285"/>
                  </a:lnTo>
                  <a:lnTo>
                    <a:pt x="480560" y="4572"/>
                  </a:lnTo>
                  <a:lnTo>
                    <a:pt x="472440" y="12858"/>
                  </a:lnTo>
                  <a:lnTo>
                    <a:pt x="468963" y="23764"/>
                  </a:lnTo>
                  <a:lnTo>
                    <a:pt x="469773" y="34956"/>
                  </a:lnTo>
                  <a:lnTo>
                    <a:pt x="562658" y="101659"/>
                  </a:lnTo>
                  <a:lnTo>
                    <a:pt x="665988" y="104260"/>
                  </a:lnTo>
                  <a:lnTo>
                    <a:pt x="667512" y="104298"/>
                  </a:lnTo>
                  <a:lnTo>
                    <a:pt x="667512" y="163777"/>
                  </a:lnTo>
                  <a:lnTo>
                    <a:pt x="722376" y="133254"/>
                  </a:lnTo>
                  <a:close/>
                </a:path>
                <a:path w="722629" h="257175">
                  <a:moveTo>
                    <a:pt x="652272" y="160372"/>
                  </a:moveTo>
                  <a:lnTo>
                    <a:pt x="652272" y="107346"/>
                  </a:lnTo>
                  <a:lnTo>
                    <a:pt x="650748" y="156114"/>
                  </a:lnTo>
                  <a:lnTo>
                    <a:pt x="609814" y="130810"/>
                  </a:lnTo>
                  <a:lnTo>
                    <a:pt x="560135" y="158264"/>
                  </a:lnTo>
                  <a:lnTo>
                    <a:pt x="650748" y="160338"/>
                  </a:lnTo>
                  <a:lnTo>
                    <a:pt x="652272" y="160372"/>
                  </a:lnTo>
                  <a:close/>
                </a:path>
                <a:path w="722629" h="257175">
                  <a:moveTo>
                    <a:pt x="667512" y="104298"/>
                  </a:moveTo>
                  <a:lnTo>
                    <a:pt x="562658" y="101659"/>
                  </a:lnTo>
                  <a:lnTo>
                    <a:pt x="609814" y="130810"/>
                  </a:lnTo>
                  <a:lnTo>
                    <a:pt x="652272" y="107346"/>
                  </a:lnTo>
                  <a:lnTo>
                    <a:pt x="652272" y="160372"/>
                  </a:lnTo>
                  <a:lnTo>
                    <a:pt x="665988" y="160686"/>
                  </a:lnTo>
                  <a:lnTo>
                    <a:pt x="667512" y="104298"/>
                  </a:lnTo>
                  <a:close/>
                </a:path>
                <a:path w="722629" h="257175">
                  <a:moveTo>
                    <a:pt x="652272" y="107346"/>
                  </a:moveTo>
                  <a:lnTo>
                    <a:pt x="609814" y="130810"/>
                  </a:lnTo>
                  <a:lnTo>
                    <a:pt x="650748" y="156114"/>
                  </a:lnTo>
                  <a:lnTo>
                    <a:pt x="652272" y="107346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183511" y="5135369"/>
            <a:ext cx="1329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Side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view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953629" y="4672583"/>
            <a:ext cx="129539" cy="169545"/>
          </a:xfrm>
          <a:custGeom>
            <a:avLst/>
            <a:gdLst/>
            <a:ahLst/>
            <a:cxnLst/>
            <a:rect l="l" t="t" r="r" b="b"/>
            <a:pathLst>
              <a:path w="129540" h="169545">
                <a:moveTo>
                  <a:pt x="129540" y="73152"/>
                </a:moveTo>
                <a:lnTo>
                  <a:pt x="86004" y="73672"/>
                </a:lnTo>
                <a:lnTo>
                  <a:pt x="85344" y="0"/>
                </a:lnTo>
                <a:lnTo>
                  <a:pt x="54864" y="0"/>
                </a:lnTo>
                <a:lnTo>
                  <a:pt x="55524" y="74028"/>
                </a:lnTo>
                <a:lnTo>
                  <a:pt x="0" y="74676"/>
                </a:lnTo>
                <a:lnTo>
                  <a:pt x="0" y="105156"/>
                </a:lnTo>
                <a:lnTo>
                  <a:pt x="55803" y="104508"/>
                </a:lnTo>
                <a:lnTo>
                  <a:pt x="56388" y="169164"/>
                </a:lnTo>
                <a:lnTo>
                  <a:pt x="86868" y="169164"/>
                </a:lnTo>
                <a:lnTo>
                  <a:pt x="86271" y="104152"/>
                </a:lnTo>
                <a:lnTo>
                  <a:pt x="129540" y="103632"/>
                </a:lnTo>
                <a:lnTo>
                  <a:pt x="129540" y="731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953629" y="3351275"/>
            <a:ext cx="129539" cy="178435"/>
          </a:xfrm>
          <a:custGeom>
            <a:avLst/>
            <a:gdLst/>
            <a:ahLst/>
            <a:cxnLst/>
            <a:rect l="l" t="t" r="r" b="b"/>
            <a:pathLst>
              <a:path w="129540" h="178435">
                <a:moveTo>
                  <a:pt x="129540" y="74676"/>
                </a:moveTo>
                <a:lnTo>
                  <a:pt x="85979" y="75196"/>
                </a:lnTo>
                <a:lnTo>
                  <a:pt x="85344" y="0"/>
                </a:lnTo>
                <a:lnTo>
                  <a:pt x="54864" y="0"/>
                </a:lnTo>
                <a:lnTo>
                  <a:pt x="55499" y="75552"/>
                </a:lnTo>
                <a:lnTo>
                  <a:pt x="0" y="76200"/>
                </a:lnTo>
                <a:lnTo>
                  <a:pt x="0" y="106680"/>
                </a:lnTo>
                <a:lnTo>
                  <a:pt x="55753" y="105371"/>
                </a:lnTo>
                <a:lnTo>
                  <a:pt x="56388" y="178308"/>
                </a:lnTo>
                <a:lnTo>
                  <a:pt x="86868" y="178308"/>
                </a:lnTo>
                <a:lnTo>
                  <a:pt x="86233" y="104660"/>
                </a:lnTo>
                <a:lnTo>
                  <a:pt x="129540" y="103632"/>
                </a:lnTo>
                <a:lnTo>
                  <a:pt x="129540" y="746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53629" y="2913887"/>
            <a:ext cx="129539" cy="170815"/>
          </a:xfrm>
          <a:custGeom>
            <a:avLst/>
            <a:gdLst/>
            <a:ahLst/>
            <a:cxnLst/>
            <a:rect l="l" t="t" r="r" b="b"/>
            <a:pathLst>
              <a:path w="129540" h="170814">
                <a:moveTo>
                  <a:pt x="129540" y="65532"/>
                </a:moveTo>
                <a:lnTo>
                  <a:pt x="85928" y="66052"/>
                </a:lnTo>
                <a:lnTo>
                  <a:pt x="85344" y="0"/>
                </a:lnTo>
                <a:lnTo>
                  <a:pt x="54864" y="0"/>
                </a:lnTo>
                <a:lnTo>
                  <a:pt x="55448" y="66408"/>
                </a:lnTo>
                <a:lnTo>
                  <a:pt x="0" y="67056"/>
                </a:lnTo>
                <a:lnTo>
                  <a:pt x="0" y="97536"/>
                </a:lnTo>
                <a:lnTo>
                  <a:pt x="55727" y="96888"/>
                </a:lnTo>
                <a:lnTo>
                  <a:pt x="56388" y="170688"/>
                </a:lnTo>
                <a:lnTo>
                  <a:pt x="86868" y="170688"/>
                </a:lnTo>
                <a:lnTo>
                  <a:pt x="86194" y="96532"/>
                </a:lnTo>
                <a:lnTo>
                  <a:pt x="129540" y="96012"/>
                </a:lnTo>
                <a:lnTo>
                  <a:pt x="129540" y="655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79081" y="4672583"/>
            <a:ext cx="129539" cy="169545"/>
          </a:xfrm>
          <a:custGeom>
            <a:avLst/>
            <a:gdLst/>
            <a:ahLst/>
            <a:cxnLst/>
            <a:rect l="l" t="t" r="r" b="b"/>
            <a:pathLst>
              <a:path w="129540" h="169545">
                <a:moveTo>
                  <a:pt x="129540" y="73152"/>
                </a:moveTo>
                <a:lnTo>
                  <a:pt x="86004" y="73672"/>
                </a:lnTo>
                <a:lnTo>
                  <a:pt x="85344" y="0"/>
                </a:lnTo>
                <a:lnTo>
                  <a:pt x="54864" y="0"/>
                </a:lnTo>
                <a:lnTo>
                  <a:pt x="55524" y="74028"/>
                </a:lnTo>
                <a:lnTo>
                  <a:pt x="0" y="74676"/>
                </a:lnTo>
                <a:lnTo>
                  <a:pt x="0" y="105156"/>
                </a:lnTo>
                <a:lnTo>
                  <a:pt x="55803" y="104508"/>
                </a:lnTo>
                <a:lnTo>
                  <a:pt x="56388" y="169164"/>
                </a:lnTo>
                <a:lnTo>
                  <a:pt x="86868" y="169164"/>
                </a:lnTo>
                <a:lnTo>
                  <a:pt x="86271" y="104152"/>
                </a:lnTo>
                <a:lnTo>
                  <a:pt x="129540" y="103632"/>
                </a:lnTo>
                <a:lnTo>
                  <a:pt x="129540" y="731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379081" y="3351275"/>
            <a:ext cx="129539" cy="178435"/>
          </a:xfrm>
          <a:custGeom>
            <a:avLst/>
            <a:gdLst/>
            <a:ahLst/>
            <a:cxnLst/>
            <a:rect l="l" t="t" r="r" b="b"/>
            <a:pathLst>
              <a:path w="129540" h="178435">
                <a:moveTo>
                  <a:pt x="129540" y="74676"/>
                </a:moveTo>
                <a:lnTo>
                  <a:pt x="85979" y="75196"/>
                </a:lnTo>
                <a:lnTo>
                  <a:pt x="85344" y="0"/>
                </a:lnTo>
                <a:lnTo>
                  <a:pt x="54864" y="0"/>
                </a:lnTo>
                <a:lnTo>
                  <a:pt x="55499" y="75552"/>
                </a:lnTo>
                <a:lnTo>
                  <a:pt x="0" y="76200"/>
                </a:lnTo>
                <a:lnTo>
                  <a:pt x="0" y="106680"/>
                </a:lnTo>
                <a:lnTo>
                  <a:pt x="55753" y="105371"/>
                </a:lnTo>
                <a:lnTo>
                  <a:pt x="56388" y="178308"/>
                </a:lnTo>
                <a:lnTo>
                  <a:pt x="86868" y="178308"/>
                </a:lnTo>
                <a:lnTo>
                  <a:pt x="86233" y="104660"/>
                </a:lnTo>
                <a:lnTo>
                  <a:pt x="129540" y="103632"/>
                </a:lnTo>
                <a:lnTo>
                  <a:pt x="129540" y="746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79081" y="2913887"/>
            <a:ext cx="129539" cy="170815"/>
          </a:xfrm>
          <a:custGeom>
            <a:avLst/>
            <a:gdLst/>
            <a:ahLst/>
            <a:cxnLst/>
            <a:rect l="l" t="t" r="r" b="b"/>
            <a:pathLst>
              <a:path w="129540" h="170814">
                <a:moveTo>
                  <a:pt x="129540" y="65532"/>
                </a:moveTo>
                <a:lnTo>
                  <a:pt x="85928" y="66052"/>
                </a:lnTo>
                <a:lnTo>
                  <a:pt x="85344" y="0"/>
                </a:lnTo>
                <a:lnTo>
                  <a:pt x="54864" y="0"/>
                </a:lnTo>
                <a:lnTo>
                  <a:pt x="55448" y="66408"/>
                </a:lnTo>
                <a:lnTo>
                  <a:pt x="0" y="67056"/>
                </a:lnTo>
                <a:lnTo>
                  <a:pt x="0" y="97536"/>
                </a:lnTo>
                <a:lnTo>
                  <a:pt x="55727" y="96888"/>
                </a:lnTo>
                <a:lnTo>
                  <a:pt x="56388" y="170688"/>
                </a:lnTo>
                <a:lnTo>
                  <a:pt x="86868" y="170688"/>
                </a:lnTo>
                <a:lnTo>
                  <a:pt x="86194" y="96532"/>
                </a:lnTo>
                <a:lnTo>
                  <a:pt x="129540" y="96012"/>
                </a:lnTo>
                <a:lnTo>
                  <a:pt x="129540" y="655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353443" y="3450439"/>
            <a:ext cx="22987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88282" y="2737206"/>
            <a:ext cx="22987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6820" y="438403"/>
            <a:ext cx="764730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95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315"/>
              </a:lnSpc>
            </a:pP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Electric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field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lines</a:t>
            </a:r>
            <a:r>
              <a:rPr sz="2200" b="1" spc="-40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from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a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very</a:t>
            </a:r>
            <a:r>
              <a:rPr sz="2200" b="1" spc="-5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large</a:t>
            </a:r>
            <a:r>
              <a:rPr sz="2200" b="1" spc="-4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nonconducting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sheet</a:t>
            </a:r>
            <a:endParaRPr sz="22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72065" y="6600443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796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92541" y="6164563"/>
            <a:ext cx="24765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-50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2620" y="6358111"/>
            <a:ext cx="61468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6240" algn="l"/>
              </a:tabLst>
            </a:pPr>
            <a:r>
              <a:rPr sz="2400" spc="-50" dirty="0">
                <a:latin typeface="Symbol"/>
                <a:cs typeface="Symbol"/>
              </a:rPr>
              <a:t>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5305" y="6581403"/>
            <a:ext cx="69596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b="1" spc="-45" dirty="0">
                <a:latin typeface="Arial"/>
                <a:cs typeface="Arial"/>
              </a:rPr>
              <a:t>4</a:t>
            </a:r>
            <a:r>
              <a:rPr sz="2550" spc="-45" dirty="0">
                <a:latin typeface="Symbol"/>
                <a:cs typeface="Symbol"/>
              </a:rPr>
              <a:t></a:t>
            </a:r>
            <a:r>
              <a:rPr sz="2550" spc="-325" dirty="0">
                <a:latin typeface="Times New Roman"/>
                <a:cs typeface="Times New Roman"/>
              </a:rPr>
              <a:t> </a:t>
            </a:r>
            <a:r>
              <a:rPr sz="2400" b="1" spc="55" dirty="0">
                <a:latin typeface="Arial"/>
                <a:cs typeface="Arial"/>
              </a:rPr>
              <a:t>r</a:t>
            </a:r>
            <a:r>
              <a:rPr sz="2100" b="1" spc="82" baseline="43650" dirty="0">
                <a:latin typeface="Arial"/>
                <a:cs typeface="Arial"/>
              </a:rPr>
              <a:t>2</a:t>
            </a:r>
            <a:endParaRPr sz="2100" baseline="43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8743" y="6270749"/>
            <a:ext cx="417385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inverse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square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distance </a:t>
            </a:r>
            <a:r>
              <a:rPr sz="2000" dirty="0">
                <a:latin typeface="Arial MT"/>
                <a:cs typeface="Arial MT"/>
              </a:rPr>
              <a:t>form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center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sphere.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4272" y="4681218"/>
            <a:ext cx="8327390" cy="161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567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200"/>
                </a:solidFill>
                <a:latin typeface="Arial MT"/>
                <a:cs typeface="Arial MT"/>
              </a:rPr>
              <a:t>imaginary</a:t>
            </a:r>
            <a:r>
              <a:rPr sz="2000" spc="-40" dirty="0">
                <a:solidFill>
                  <a:srgbClr val="FF3200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sphere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radius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concentric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charged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sphere,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perpendicular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252222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imaginary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sphere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is</a:t>
            </a:r>
            <a:endParaRPr sz="2000">
              <a:latin typeface="Arial MT"/>
              <a:cs typeface="Arial MT"/>
            </a:endParaRPr>
          </a:p>
          <a:p>
            <a:pPr marL="375666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magnitude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field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varies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3885" y="368808"/>
            <a:ext cx="9105900" cy="6819900"/>
            <a:chOff x="793885" y="368808"/>
            <a:chExt cx="9105900" cy="68199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0741" y="2205227"/>
              <a:ext cx="3656075" cy="36560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3877" y="368820"/>
              <a:ext cx="9105900" cy="6819900"/>
            </a:xfrm>
            <a:custGeom>
              <a:avLst/>
              <a:gdLst/>
              <a:ahLst/>
              <a:cxnLst/>
              <a:rect l="l" t="t" r="r" b="b"/>
              <a:pathLst>
                <a:path w="9105900" h="6819900">
                  <a:moveTo>
                    <a:pt x="8947404" y="739140"/>
                  </a:moveTo>
                  <a:lnTo>
                    <a:pt x="8938260" y="739140"/>
                  </a:lnTo>
                  <a:lnTo>
                    <a:pt x="8938260" y="749808"/>
                  </a:lnTo>
                  <a:lnTo>
                    <a:pt x="8938260" y="1688592"/>
                  </a:lnTo>
                  <a:lnTo>
                    <a:pt x="167640" y="1688592"/>
                  </a:lnTo>
                  <a:lnTo>
                    <a:pt x="167640" y="749808"/>
                  </a:lnTo>
                  <a:lnTo>
                    <a:pt x="8938260" y="749808"/>
                  </a:lnTo>
                  <a:lnTo>
                    <a:pt x="8938260" y="739140"/>
                  </a:lnTo>
                  <a:lnTo>
                    <a:pt x="158496" y="739140"/>
                  </a:lnTo>
                  <a:lnTo>
                    <a:pt x="158496" y="1699260"/>
                  </a:lnTo>
                  <a:lnTo>
                    <a:pt x="163068" y="1699260"/>
                  </a:lnTo>
                  <a:lnTo>
                    <a:pt x="167640" y="1699260"/>
                  </a:lnTo>
                  <a:lnTo>
                    <a:pt x="8938260" y="1699260"/>
                  </a:lnTo>
                  <a:lnTo>
                    <a:pt x="8942832" y="1699260"/>
                  </a:lnTo>
                  <a:lnTo>
                    <a:pt x="8947404" y="1699260"/>
                  </a:lnTo>
                  <a:lnTo>
                    <a:pt x="8947404" y="739140"/>
                  </a:lnTo>
                  <a:close/>
                </a:path>
                <a:path w="9105900" h="6819900">
                  <a:moveTo>
                    <a:pt x="9105900" y="0"/>
                  </a:moveTo>
                  <a:lnTo>
                    <a:pt x="9093708" y="0"/>
                  </a:lnTo>
                  <a:lnTo>
                    <a:pt x="9093708" y="12192"/>
                  </a:lnTo>
                  <a:lnTo>
                    <a:pt x="9093708" y="6807708"/>
                  </a:lnTo>
                  <a:lnTo>
                    <a:pt x="12192" y="6807708"/>
                  </a:lnTo>
                  <a:lnTo>
                    <a:pt x="12192" y="12192"/>
                  </a:lnTo>
                  <a:lnTo>
                    <a:pt x="9093708" y="12192"/>
                  </a:lnTo>
                  <a:lnTo>
                    <a:pt x="9093708" y="0"/>
                  </a:lnTo>
                  <a:lnTo>
                    <a:pt x="0" y="0"/>
                  </a:lnTo>
                  <a:lnTo>
                    <a:pt x="0" y="6819900"/>
                  </a:lnTo>
                  <a:lnTo>
                    <a:pt x="6096" y="6819900"/>
                  </a:lnTo>
                  <a:lnTo>
                    <a:pt x="12192" y="6819900"/>
                  </a:lnTo>
                  <a:lnTo>
                    <a:pt x="9093708" y="6819900"/>
                  </a:lnTo>
                  <a:lnTo>
                    <a:pt x="9099804" y="6819900"/>
                  </a:lnTo>
                  <a:lnTo>
                    <a:pt x="9105900" y="6819900"/>
                  </a:lnTo>
                  <a:lnTo>
                    <a:pt x="9105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6820" y="438403"/>
            <a:ext cx="8495030" cy="396430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471043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Lines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  <a:spcBef>
                <a:spcPts val="595"/>
              </a:spcBef>
            </a:pP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argument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field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describe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electric </a:t>
            </a:r>
            <a:r>
              <a:rPr sz="2000" dirty="0">
                <a:latin typeface="Arial MT"/>
                <a:cs typeface="Arial MT"/>
              </a:rPr>
              <a:t>field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center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uniformly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charged sphere.</a:t>
            </a:r>
            <a:endParaRPr sz="20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  <a:spcBef>
                <a:spcPts val="143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200025" marR="3520440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magnitude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field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proportional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unit </a:t>
            </a:r>
            <a:r>
              <a:rPr sz="2000" dirty="0">
                <a:latin typeface="Arial MT"/>
                <a:cs typeface="Arial MT"/>
              </a:rPr>
              <a:t>area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perpendicular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lines.</a:t>
            </a:r>
            <a:endParaRPr sz="2000">
              <a:latin typeface="Arial MT"/>
              <a:cs typeface="Arial MT"/>
            </a:endParaRPr>
          </a:p>
          <a:p>
            <a:pPr marL="7257415">
              <a:lnSpc>
                <a:spcPts val="2215"/>
              </a:lnSpc>
            </a:pPr>
            <a:r>
              <a:rPr sz="2400" spc="-50" dirty="0">
                <a:solidFill>
                  <a:srgbClr val="FF3200"/>
                </a:solidFill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  <a:p>
            <a:pPr marL="200025" marR="3998595">
              <a:lnSpc>
                <a:spcPct val="100000"/>
              </a:lnSpc>
              <a:spcBef>
                <a:spcPts val="235"/>
              </a:spcBef>
            </a:pPr>
            <a:r>
              <a:rPr sz="2000" dirty="0">
                <a:latin typeface="Arial MT"/>
                <a:cs typeface="Arial MT"/>
              </a:rPr>
              <a:t>Suppose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23299"/>
                </a:solidFill>
                <a:latin typeface="Arial MT"/>
                <a:cs typeface="Arial MT"/>
              </a:rPr>
              <a:t>N</a:t>
            </a:r>
            <a:r>
              <a:rPr sz="2000" spc="-10" dirty="0">
                <a:solidFill>
                  <a:srgbClr val="323299"/>
                </a:solidFill>
                <a:latin typeface="Arial MT"/>
                <a:cs typeface="Arial MT"/>
              </a:rPr>
              <a:t> lines </a:t>
            </a:r>
            <a:r>
              <a:rPr sz="2000" dirty="0">
                <a:latin typeface="Arial MT"/>
                <a:cs typeface="Arial MT"/>
              </a:rPr>
              <a:t>extend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toward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sphere.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381" y="2167127"/>
            <a:ext cx="8789035" cy="4902835"/>
          </a:xfrm>
          <a:custGeom>
            <a:avLst/>
            <a:gdLst/>
            <a:ahLst/>
            <a:cxnLst/>
            <a:rect l="l" t="t" r="r" b="b"/>
            <a:pathLst>
              <a:path w="8789035" h="4902834">
                <a:moveTo>
                  <a:pt x="8788905" y="4902708"/>
                </a:moveTo>
                <a:lnTo>
                  <a:pt x="8788905" y="0"/>
                </a:lnTo>
                <a:lnTo>
                  <a:pt x="0" y="0"/>
                </a:lnTo>
                <a:lnTo>
                  <a:pt x="0" y="4902708"/>
                </a:lnTo>
                <a:lnTo>
                  <a:pt x="4572" y="4902708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779761" y="9144"/>
                </a:lnTo>
                <a:lnTo>
                  <a:pt x="8779761" y="4572"/>
                </a:lnTo>
                <a:lnTo>
                  <a:pt x="8784333" y="9144"/>
                </a:lnTo>
                <a:lnTo>
                  <a:pt x="8784333" y="4902708"/>
                </a:lnTo>
                <a:lnTo>
                  <a:pt x="8788905" y="4902708"/>
                </a:lnTo>
                <a:close/>
              </a:path>
              <a:path w="8789035" h="4902834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789035" h="4902834">
                <a:moveTo>
                  <a:pt x="9144" y="4893564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893564"/>
                </a:lnTo>
                <a:lnTo>
                  <a:pt x="9144" y="4893564"/>
                </a:lnTo>
                <a:close/>
              </a:path>
              <a:path w="8789035" h="4902834">
                <a:moveTo>
                  <a:pt x="8784333" y="4893564"/>
                </a:moveTo>
                <a:lnTo>
                  <a:pt x="4572" y="4893564"/>
                </a:lnTo>
                <a:lnTo>
                  <a:pt x="9144" y="4898136"/>
                </a:lnTo>
                <a:lnTo>
                  <a:pt x="9144" y="4902708"/>
                </a:lnTo>
                <a:lnTo>
                  <a:pt x="8779761" y="4902708"/>
                </a:lnTo>
                <a:lnTo>
                  <a:pt x="8779761" y="4898136"/>
                </a:lnTo>
                <a:lnTo>
                  <a:pt x="8784333" y="4893564"/>
                </a:lnTo>
                <a:close/>
              </a:path>
              <a:path w="8789035" h="4902834">
                <a:moveTo>
                  <a:pt x="9144" y="4902708"/>
                </a:moveTo>
                <a:lnTo>
                  <a:pt x="9144" y="4898136"/>
                </a:lnTo>
                <a:lnTo>
                  <a:pt x="4572" y="4893564"/>
                </a:lnTo>
                <a:lnTo>
                  <a:pt x="4572" y="4902708"/>
                </a:lnTo>
                <a:lnTo>
                  <a:pt x="9144" y="4902708"/>
                </a:lnTo>
                <a:close/>
              </a:path>
              <a:path w="8789035" h="4902834">
                <a:moveTo>
                  <a:pt x="8784333" y="9144"/>
                </a:moveTo>
                <a:lnTo>
                  <a:pt x="8779761" y="4572"/>
                </a:lnTo>
                <a:lnTo>
                  <a:pt x="8779761" y="9144"/>
                </a:lnTo>
                <a:lnTo>
                  <a:pt x="8784333" y="9144"/>
                </a:lnTo>
                <a:close/>
              </a:path>
              <a:path w="8789035" h="4902834">
                <a:moveTo>
                  <a:pt x="8784333" y="4893564"/>
                </a:moveTo>
                <a:lnTo>
                  <a:pt x="8784333" y="9144"/>
                </a:lnTo>
                <a:lnTo>
                  <a:pt x="8779761" y="9144"/>
                </a:lnTo>
                <a:lnTo>
                  <a:pt x="8779761" y="4893564"/>
                </a:lnTo>
                <a:lnTo>
                  <a:pt x="8784333" y="4893564"/>
                </a:lnTo>
                <a:close/>
              </a:path>
              <a:path w="8789035" h="4902834">
                <a:moveTo>
                  <a:pt x="8784333" y="4902708"/>
                </a:moveTo>
                <a:lnTo>
                  <a:pt x="8784333" y="4893564"/>
                </a:lnTo>
                <a:lnTo>
                  <a:pt x="8779761" y="4898136"/>
                </a:lnTo>
                <a:lnTo>
                  <a:pt x="8779761" y="4902708"/>
                </a:lnTo>
                <a:lnTo>
                  <a:pt x="8784333" y="4902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154302" y="2537460"/>
            <a:ext cx="441959" cy="441959"/>
          </a:xfrm>
          <a:custGeom>
            <a:avLst/>
            <a:gdLst/>
            <a:ahLst/>
            <a:cxnLst/>
            <a:rect l="l" t="t" r="r" b="b"/>
            <a:pathLst>
              <a:path w="441960" h="441960">
                <a:moveTo>
                  <a:pt x="441960" y="220980"/>
                </a:moveTo>
                <a:lnTo>
                  <a:pt x="437388" y="175260"/>
                </a:lnTo>
                <a:lnTo>
                  <a:pt x="423672" y="134112"/>
                </a:lnTo>
                <a:lnTo>
                  <a:pt x="403860" y="97536"/>
                </a:lnTo>
                <a:lnTo>
                  <a:pt x="376428" y="64008"/>
                </a:lnTo>
                <a:lnTo>
                  <a:pt x="344424" y="38100"/>
                </a:lnTo>
                <a:lnTo>
                  <a:pt x="306324" y="16764"/>
                </a:lnTo>
                <a:lnTo>
                  <a:pt x="265176" y="4572"/>
                </a:lnTo>
                <a:lnTo>
                  <a:pt x="220980" y="0"/>
                </a:lnTo>
                <a:lnTo>
                  <a:pt x="199644" y="1422"/>
                </a:lnTo>
                <a:lnTo>
                  <a:pt x="198120" y="1524"/>
                </a:lnTo>
                <a:lnTo>
                  <a:pt x="155448" y="9144"/>
                </a:lnTo>
                <a:lnTo>
                  <a:pt x="115824" y="25908"/>
                </a:lnTo>
                <a:lnTo>
                  <a:pt x="80772" y="50292"/>
                </a:lnTo>
                <a:lnTo>
                  <a:pt x="50292" y="80772"/>
                </a:lnTo>
                <a:lnTo>
                  <a:pt x="27432" y="115824"/>
                </a:lnTo>
                <a:lnTo>
                  <a:pt x="10668" y="155448"/>
                </a:lnTo>
                <a:lnTo>
                  <a:pt x="1524" y="198120"/>
                </a:lnTo>
                <a:lnTo>
                  <a:pt x="0" y="220980"/>
                </a:lnTo>
                <a:lnTo>
                  <a:pt x="1524" y="243840"/>
                </a:lnTo>
                <a:lnTo>
                  <a:pt x="4572" y="265176"/>
                </a:lnTo>
                <a:lnTo>
                  <a:pt x="9144" y="281178"/>
                </a:lnTo>
                <a:lnTo>
                  <a:pt x="9144" y="220980"/>
                </a:lnTo>
                <a:lnTo>
                  <a:pt x="10668" y="198120"/>
                </a:lnTo>
                <a:lnTo>
                  <a:pt x="19812" y="156972"/>
                </a:lnTo>
                <a:lnTo>
                  <a:pt x="35052" y="118872"/>
                </a:lnTo>
                <a:lnTo>
                  <a:pt x="57912" y="85344"/>
                </a:lnTo>
                <a:lnTo>
                  <a:pt x="86868" y="57912"/>
                </a:lnTo>
                <a:lnTo>
                  <a:pt x="120396" y="35052"/>
                </a:lnTo>
                <a:lnTo>
                  <a:pt x="158496" y="18288"/>
                </a:lnTo>
                <a:lnTo>
                  <a:pt x="199644" y="10668"/>
                </a:lnTo>
                <a:lnTo>
                  <a:pt x="220980" y="9144"/>
                </a:lnTo>
                <a:lnTo>
                  <a:pt x="242316" y="10668"/>
                </a:lnTo>
                <a:lnTo>
                  <a:pt x="283464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6868"/>
                </a:lnTo>
                <a:lnTo>
                  <a:pt x="406908" y="120396"/>
                </a:lnTo>
                <a:lnTo>
                  <a:pt x="428244" y="178308"/>
                </a:lnTo>
                <a:lnTo>
                  <a:pt x="432816" y="220980"/>
                </a:lnTo>
                <a:lnTo>
                  <a:pt x="432816" y="281178"/>
                </a:lnTo>
                <a:lnTo>
                  <a:pt x="437388" y="265176"/>
                </a:lnTo>
                <a:lnTo>
                  <a:pt x="440436" y="242316"/>
                </a:lnTo>
                <a:lnTo>
                  <a:pt x="441960" y="220980"/>
                </a:lnTo>
                <a:close/>
              </a:path>
              <a:path w="441960" h="441960">
                <a:moveTo>
                  <a:pt x="432816" y="281178"/>
                </a:moveTo>
                <a:lnTo>
                  <a:pt x="432816" y="220980"/>
                </a:lnTo>
                <a:lnTo>
                  <a:pt x="431292" y="242316"/>
                </a:lnTo>
                <a:lnTo>
                  <a:pt x="428244" y="263652"/>
                </a:lnTo>
                <a:lnTo>
                  <a:pt x="416052" y="303276"/>
                </a:lnTo>
                <a:lnTo>
                  <a:pt x="396240" y="338328"/>
                </a:lnTo>
                <a:lnTo>
                  <a:pt x="370332" y="370332"/>
                </a:lnTo>
                <a:lnTo>
                  <a:pt x="338328" y="396240"/>
                </a:lnTo>
                <a:lnTo>
                  <a:pt x="303276" y="414528"/>
                </a:lnTo>
                <a:lnTo>
                  <a:pt x="263652" y="426720"/>
                </a:lnTo>
                <a:lnTo>
                  <a:pt x="242316" y="431292"/>
                </a:lnTo>
                <a:lnTo>
                  <a:pt x="199644" y="431292"/>
                </a:lnTo>
                <a:lnTo>
                  <a:pt x="158496" y="422148"/>
                </a:lnTo>
                <a:lnTo>
                  <a:pt x="102108" y="396240"/>
                </a:lnTo>
                <a:lnTo>
                  <a:pt x="71628" y="370332"/>
                </a:lnTo>
                <a:lnTo>
                  <a:pt x="45720" y="338328"/>
                </a:lnTo>
                <a:lnTo>
                  <a:pt x="25908" y="301752"/>
                </a:lnTo>
                <a:lnTo>
                  <a:pt x="13716" y="262128"/>
                </a:lnTo>
                <a:lnTo>
                  <a:pt x="9144" y="220980"/>
                </a:lnTo>
                <a:lnTo>
                  <a:pt x="9144" y="281178"/>
                </a:lnTo>
                <a:lnTo>
                  <a:pt x="27432" y="326136"/>
                </a:lnTo>
                <a:lnTo>
                  <a:pt x="50292" y="361188"/>
                </a:lnTo>
                <a:lnTo>
                  <a:pt x="80772" y="391668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20980" y="441960"/>
                </a:lnTo>
                <a:lnTo>
                  <a:pt x="242316" y="440537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1668" y="361188"/>
                </a:lnTo>
                <a:lnTo>
                  <a:pt x="414528" y="326136"/>
                </a:lnTo>
                <a:lnTo>
                  <a:pt x="431292" y="286512"/>
                </a:lnTo>
                <a:lnTo>
                  <a:pt x="432816" y="28117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2332" y="4073652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>
                <a:moveTo>
                  <a:pt x="0" y="0"/>
                </a:moveTo>
                <a:lnTo>
                  <a:pt x="341380" y="0"/>
                </a:lnTo>
              </a:path>
            </a:pathLst>
          </a:custGeom>
          <a:ln w="12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89454" y="1546860"/>
            <a:ext cx="1041400" cy="822960"/>
            <a:chOff x="4989454" y="1546860"/>
            <a:chExt cx="1041400" cy="822960"/>
          </a:xfrm>
        </p:grpSpPr>
        <p:sp>
          <p:nvSpPr>
            <p:cNvPr id="6" name="object 6"/>
            <p:cNvSpPr/>
            <p:nvPr/>
          </p:nvSpPr>
          <p:spPr>
            <a:xfrm>
              <a:off x="5112898" y="1546860"/>
              <a:ext cx="917575" cy="706120"/>
            </a:xfrm>
            <a:custGeom>
              <a:avLst/>
              <a:gdLst/>
              <a:ahLst/>
              <a:cxnLst/>
              <a:rect l="l" t="t" r="r" b="b"/>
              <a:pathLst>
                <a:path w="917575" h="706119">
                  <a:moveTo>
                    <a:pt x="828356" y="68430"/>
                  </a:moveTo>
                  <a:lnTo>
                    <a:pt x="771144" y="75526"/>
                  </a:lnTo>
                  <a:lnTo>
                    <a:pt x="770763" y="75648"/>
                  </a:lnTo>
                  <a:lnTo>
                    <a:pt x="0" y="659892"/>
                  </a:lnTo>
                  <a:lnTo>
                    <a:pt x="35052" y="705612"/>
                  </a:lnTo>
                  <a:lnTo>
                    <a:pt x="807157" y="119307"/>
                  </a:lnTo>
                  <a:lnTo>
                    <a:pt x="828356" y="68430"/>
                  </a:lnTo>
                  <a:close/>
                </a:path>
                <a:path w="917575" h="706119">
                  <a:moveTo>
                    <a:pt x="917448" y="0"/>
                  </a:moveTo>
                  <a:lnTo>
                    <a:pt x="672084" y="28956"/>
                  </a:lnTo>
                  <a:lnTo>
                    <a:pt x="647700" y="60960"/>
                  </a:lnTo>
                  <a:lnTo>
                    <a:pt x="651200" y="72294"/>
                  </a:lnTo>
                  <a:lnTo>
                    <a:pt x="658558" y="80772"/>
                  </a:lnTo>
                  <a:lnTo>
                    <a:pt x="668488" y="85820"/>
                  </a:lnTo>
                  <a:lnTo>
                    <a:pt x="679704" y="86868"/>
                  </a:lnTo>
                  <a:lnTo>
                    <a:pt x="770763" y="75573"/>
                  </a:lnTo>
                  <a:lnTo>
                    <a:pt x="771144" y="75359"/>
                  </a:lnTo>
                  <a:lnTo>
                    <a:pt x="856488" y="10668"/>
                  </a:lnTo>
                  <a:lnTo>
                    <a:pt x="890016" y="56388"/>
                  </a:lnTo>
                  <a:lnTo>
                    <a:pt x="890016" y="66367"/>
                  </a:lnTo>
                  <a:lnTo>
                    <a:pt x="917448" y="0"/>
                  </a:lnTo>
                  <a:close/>
                </a:path>
                <a:path w="917575" h="706119">
                  <a:moveTo>
                    <a:pt x="890016" y="66367"/>
                  </a:moveTo>
                  <a:lnTo>
                    <a:pt x="890016" y="56388"/>
                  </a:lnTo>
                  <a:lnTo>
                    <a:pt x="807157" y="119307"/>
                  </a:lnTo>
                  <a:lnTo>
                    <a:pt x="771144" y="205740"/>
                  </a:lnTo>
                  <a:lnTo>
                    <a:pt x="768810" y="217265"/>
                  </a:lnTo>
                  <a:lnTo>
                    <a:pt x="770763" y="228219"/>
                  </a:lnTo>
                  <a:lnTo>
                    <a:pt x="776716" y="237458"/>
                  </a:lnTo>
                  <a:lnTo>
                    <a:pt x="786384" y="243840"/>
                  </a:lnTo>
                  <a:lnTo>
                    <a:pt x="797028" y="245959"/>
                  </a:lnTo>
                  <a:lnTo>
                    <a:pt x="807157" y="243731"/>
                  </a:lnTo>
                  <a:lnTo>
                    <a:pt x="807529" y="243649"/>
                  </a:lnTo>
                  <a:lnTo>
                    <a:pt x="816602" y="237624"/>
                  </a:lnTo>
                  <a:lnTo>
                    <a:pt x="822960" y="228600"/>
                  </a:lnTo>
                  <a:lnTo>
                    <a:pt x="890016" y="66367"/>
                  </a:lnTo>
                  <a:close/>
                </a:path>
                <a:path w="917575" h="706119">
                  <a:moveTo>
                    <a:pt x="890016" y="56388"/>
                  </a:moveTo>
                  <a:lnTo>
                    <a:pt x="856488" y="10668"/>
                  </a:lnTo>
                  <a:lnTo>
                    <a:pt x="770763" y="75648"/>
                  </a:lnTo>
                  <a:lnTo>
                    <a:pt x="771144" y="75526"/>
                  </a:lnTo>
                  <a:lnTo>
                    <a:pt x="828356" y="68430"/>
                  </a:lnTo>
                  <a:lnTo>
                    <a:pt x="847344" y="22860"/>
                  </a:lnTo>
                  <a:lnTo>
                    <a:pt x="876300" y="62484"/>
                  </a:lnTo>
                  <a:lnTo>
                    <a:pt x="876300" y="66803"/>
                  </a:lnTo>
                  <a:lnTo>
                    <a:pt x="890016" y="56388"/>
                  </a:lnTo>
                  <a:close/>
                </a:path>
                <a:path w="917575" h="706119">
                  <a:moveTo>
                    <a:pt x="876300" y="66803"/>
                  </a:moveTo>
                  <a:lnTo>
                    <a:pt x="876300" y="62484"/>
                  </a:lnTo>
                  <a:lnTo>
                    <a:pt x="828356" y="68430"/>
                  </a:lnTo>
                  <a:lnTo>
                    <a:pt x="807157" y="119307"/>
                  </a:lnTo>
                  <a:lnTo>
                    <a:pt x="876300" y="66803"/>
                  </a:lnTo>
                  <a:close/>
                </a:path>
                <a:path w="917575" h="706119">
                  <a:moveTo>
                    <a:pt x="876300" y="62484"/>
                  </a:moveTo>
                  <a:lnTo>
                    <a:pt x="847344" y="22860"/>
                  </a:lnTo>
                  <a:lnTo>
                    <a:pt x="828356" y="68430"/>
                  </a:lnTo>
                  <a:lnTo>
                    <a:pt x="876300" y="62484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9454" y="2142744"/>
              <a:ext cx="225552" cy="22707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464696" y="4275613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5104" y="3832624"/>
            <a:ext cx="928369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641350" algn="l"/>
              </a:tabLst>
            </a:pP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2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=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3600" b="1" spc="-37" baseline="34722" dirty="0">
                <a:latin typeface="Arial"/>
                <a:cs typeface="Arial"/>
              </a:rPr>
              <a:t>F</a:t>
            </a:r>
            <a:r>
              <a:rPr sz="2100" b="1" spc="-37" baseline="35714" dirty="0">
                <a:latin typeface="Arial"/>
                <a:cs typeface="Arial"/>
              </a:rPr>
              <a:t>0</a:t>
            </a:r>
            <a:endParaRPr sz="2100" baseline="3571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1816" y="4071892"/>
            <a:ext cx="21272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-50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14650" y="3738371"/>
            <a:ext cx="835660" cy="0"/>
          </a:xfrm>
          <a:custGeom>
            <a:avLst/>
            <a:gdLst/>
            <a:ahLst/>
            <a:cxnLst/>
            <a:rect l="l" t="t" r="r" b="b"/>
            <a:pathLst>
              <a:path w="835660">
                <a:moveTo>
                  <a:pt x="0" y="0"/>
                </a:moveTo>
                <a:lnTo>
                  <a:pt x="835151" y="0"/>
                </a:lnTo>
              </a:path>
            </a:pathLst>
          </a:custGeom>
          <a:ln w="6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20518" y="4087367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191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47793" y="4087367"/>
            <a:ext cx="358140" cy="0"/>
          </a:xfrm>
          <a:custGeom>
            <a:avLst/>
            <a:gdLst/>
            <a:ahLst/>
            <a:cxnLst/>
            <a:rect l="l" t="t" r="r" b="b"/>
            <a:pathLst>
              <a:path w="358140">
                <a:moveTo>
                  <a:pt x="0" y="0"/>
                </a:moveTo>
                <a:lnTo>
                  <a:pt x="358139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09803" y="4290299"/>
            <a:ext cx="12509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5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81308" y="2506471"/>
            <a:ext cx="2023110" cy="119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q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400">
              <a:latin typeface="Arial MT"/>
              <a:cs typeface="Arial MT"/>
            </a:endParaRPr>
          </a:p>
          <a:p>
            <a:pPr marL="840105">
              <a:lnSpc>
                <a:spcPct val="100000"/>
              </a:lnSpc>
            </a:pPr>
            <a:r>
              <a:rPr sz="3600" b="1" baseline="-34722" dirty="0">
                <a:latin typeface="Arial"/>
                <a:cs typeface="Arial"/>
              </a:rPr>
              <a:t>k</a:t>
            </a:r>
            <a:r>
              <a:rPr sz="3600" b="1" spc="480" baseline="-34722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|q</a:t>
            </a:r>
            <a:r>
              <a:rPr sz="2100" b="1" spc="-15" baseline="-23809" dirty="0">
                <a:latin typeface="Arial"/>
                <a:cs typeface="Arial"/>
              </a:rPr>
              <a:t>0</a:t>
            </a:r>
            <a:r>
              <a:rPr sz="2100" b="1" spc="-337" baseline="-23809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||q|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52399" y="3592404"/>
            <a:ext cx="316230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600" b="1" spc="82" baseline="-25462" dirty="0">
                <a:latin typeface="Arial"/>
                <a:cs typeface="Arial"/>
              </a:rPr>
              <a:t>r</a:t>
            </a:r>
            <a:r>
              <a:rPr sz="1400" b="1" spc="5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19784" y="3845388"/>
            <a:ext cx="205104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-50" dirty="0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53442" y="3651840"/>
            <a:ext cx="994410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600" b="1" baseline="-34722" dirty="0">
                <a:latin typeface="Arial"/>
                <a:cs typeface="Arial"/>
              </a:rPr>
              <a:t>=</a:t>
            </a:r>
            <a:r>
              <a:rPr sz="3600" b="1" spc="-7" baseline="-34722" dirty="0">
                <a:latin typeface="Arial"/>
                <a:cs typeface="Arial"/>
              </a:rPr>
              <a:t> </a:t>
            </a:r>
            <a:r>
              <a:rPr sz="3600" b="1" baseline="-34722" dirty="0">
                <a:latin typeface="Arial"/>
                <a:cs typeface="Arial"/>
              </a:rPr>
              <a:t>k</a:t>
            </a:r>
            <a:r>
              <a:rPr sz="3600" b="1" spc="450" baseline="-34722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|q|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26923" y="4086180"/>
            <a:ext cx="213360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-50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46281" y="3947496"/>
            <a:ext cx="318135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600" b="1" spc="97" baseline="-25462" dirty="0">
                <a:latin typeface="Arial"/>
                <a:cs typeface="Arial"/>
              </a:rPr>
              <a:t>r</a:t>
            </a:r>
            <a:r>
              <a:rPr sz="1400" b="1" spc="6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79597" y="5638800"/>
            <a:ext cx="447040" cy="0"/>
          </a:xfrm>
          <a:custGeom>
            <a:avLst/>
            <a:gdLst/>
            <a:ahLst/>
            <a:cxnLst/>
            <a:rect l="l" t="t" r="r" b="b"/>
            <a:pathLst>
              <a:path w="447039">
                <a:moveTo>
                  <a:pt x="0" y="0"/>
                </a:moveTo>
                <a:lnTo>
                  <a:pt x="446531" y="0"/>
                </a:lnTo>
              </a:path>
            </a:pathLst>
          </a:custGeom>
          <a:ln w="15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283847" y="5098453"/>
            <a:ext cx="1585595" cy="4851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4500" b="1" baseline="-35185" dirty="0">
                <a:latin typeface="Arial"/>
                <a:cs typeface="Arial"/>
              </a:rPr>
              <a:t>E</a:t>
            </a:r>
            <a:r>
              <a:rPr sz="4500" b="1" spc="44" baseline="-35185" dirty="0">
                <a:latin typeface="Arial"/>
                <a:cs typeface="Arial"/>
              </a:rPr>
              <a:t> </a:t>
            </a:r>
            <a:r>
              <a:rPr sz="4500" b="1" baseline="-35185" dirty="0">
                <a:latin typeface="Arial"/>
                <a:cs typeface="Arial"/>
              </a:rPr>
              <a:t>=</a:t>
            </a:r>
            <a:r>
              <a:rPr sz="4500" b="1" spc="-30" baseline="-35185" dirty="0">
                <a:latin typeface="Arial"/>
                <a:cs typeface="Arial"/>
              </a:rPr>
              <a:t> </a:t>
            </a:r>
            <a:r>
              <a:rPr sz="4500" b="1" baseline="-35185" dirty="0">
                <a:latin typeface="Arial"/>
                <a:cs typeface="Arial"/>
              </a:rPr>
              <a:t>k</a:t>
            </a:r>
            <a:r>
              <a:rPr sz="4500" b="1" spc="569" baseline="-35185" dirty="0">
                <a:latin typeface="Arial"/>
                <a:cs typeface="Arial"/>
              </a:rPr>
              <a:t> </a:t>
            </a:r>
            <a:r>
              <a:rPr sz="3000" b="1" spc="-25" dirty="0">
                <a:latin typeface="Arial"/>
                <a:cs typeface="Arial"/>
              </a:rPr>
              <a:t>|q|</a:t>
            </a:r>
            <a:endParaRPr sz="3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88747" y="5468785"/>
            <a:ext cx="375920" cy="4851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4500" b="1" spc="112" baseline="-25000" dirty="0">
                <a:latin typeface="Arial"/>
                <a:cs typeface="Arial"/>
              </a:rPr>
              <a:t>r</a:t>
            </a:r>
            <a:r>
              <a:rPr sz="1750" b="1" spc="75" dirty="0">
                <a:latin typeface="Arial"/>
                <a:cs typeface="Arial"/>
              </a:rPr>
              <a:t>2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77746" y="5120640"/>
            <a:ext cx="1647825" cy="1007744"/>
          </a:xfrm>
          <a:custGeom>
            <a:avLst/>
            <a:gdLst/>
            <a:ahLst/>
            <a:cxnLst/>
            <a:rect l="l" t="t" r="r" b="b"/>
            <a:pathLst>
              <a:path w="1647825" h="1007745">
                <a:moveTo>
                  <a:pt x="1647444" y="1007364"/>
                </a:moveTo>
                <a:lnTo>
                  <a:pt x="1647444" y="0"/>
                </a:lnTo>
                <a:lnTo>
                  <a:pt x="0" y="0"/>
                </a:lnTo>
                <a:lnTo>
                  <a:pt x="0" y="1007364"/>
                </a:lnTo>
                <a:lnTo>
                  <a:pt x="6096" y="1007364"/>
                </a:lnTo>
                <a:lnTo>
                  <a:pt x="6096" y="9144"/>
                </a:lnTo>
                <a:lnTo>
                  <a:pt x="10668" y="4572"/>
                </a:lnTo>
                <a:lnTo>
                  <a:pt x="10668" y="9144"/>
                </a:lnTo>
                <a:lnTo>
                  <a:pt x="1636776" y="9144"/>
                </a:lnTo>
                <a:lnTo>
                  <a:pt x="1636776" y="4572"/>
                </a:lnTo>
                <a:lnTo>
                  <a:pt x="1642872" y="9144"/>
                </a:lnTo>
                <a:lnTo>
                  <a:pt x="1642872" y="1007364"/>
                </a:lnTo>
                <a:lnTo>
                  <a:pt x="1647444" y="1007364"/>
                </a:lnTo>
                <a:close/>
              </a:path>
              <a:path w="1647825" h="1007745">
                <a:moveTo>
                  <a:pt x="10668" y="9144"/>
                </a:moveTo>
                <a:lnTo>
                  <a:pt x="10668" y="4572"/>
                </a:lnTo>
                <a:lnTo>
                  <a:pt x="6096" y="9144"/>
                </a:lnTo>
                <a:lnTo>
                  <a:pt x="10668" y="9144"/>
                </a:lnTo>
                <a:close/>
              </a:path>
              <a:path w="1647825" h="1007745">
                <a:moveTo>
                  <a:pt x="10668" y="998220"/>
                </a:moveTo>
                <a:lnTo>
                  <a:pt x="10668" y="9144"/>
                </a:lnTo>
                <a:lnTo>
                  <a:pt x="6096" y="9144"/>
                </a:lnTo>
                <a:lnTo>
                  <a:pt x="6096" y="998220"/>
                </a:lnTo>
                <a:lnTo>
                  <a:pt x="10668" y="998220"/>
                </a:lnTo>
                <a:close/>
              </a:path>
              <a:path w="1647825" h="1007745">
                <a:moveTo>
                  <a:pt x="1642872" y="998220"/>
                </a:moveTo>
                <a:lnTo>
                  <a:pt x="6096" y="998220"/>
                </a:lnTo>
                <a:lnTo>
                  <a:pt x="10668" y="1002792"/>
                </a:lnTo>
                <a:lnTo>
                  <a:pt x="10668" y="1007364"/>
                </a:lnTo>
                <a:lnTo>
                  <a:pt x="1636776" y="1007364"/>
                </a:lnTo>
                <a:lnTo>
                  <a:pt x="1636776" y="1002792"/>
                </a:lnTo>
                <a:lnTo>
                  <a:pt x="1642872" y="998220"/>
                </a:lnTo>
                <a:close/>
              </a:path>
              <a:path w="1647825" h="1007745">
                <a:moveTo>
                  <a:pt x="10668" y="1007364"/>
                </a:moveTo>
                <a:lnTo>
                  <a:pt x="10668" y="1002792"/>
                </a:lnTo>
                <a:lnTo>
                  <a:pt x="6096" y="998220"/>
                </a:lnTo>
                <a:lnTo>
                  <a:pt x="6096" y="1007364"/>
                </a:lnTo>
                <a:lnTo>
                  <a:pt x="10668" y="1007364"/>
                </a:lnTo>
                <a:close/>
              </a:path>
              <a:path w="1647825" h="1007745">
                <a:moveTo>
                  <a:pt x="1642872" y="9144"/>
                </a:moveTo>
                <a:lnTo>
                  <a:pt x="1636776" y="4572"/>
                </a:lnTo>
                <a:lnTo>
                  <a:pt x="1636776" y="9144"/>
                </a:lnTo>
                <a:lnTo>
                  <a:pt x="1642872" y="9144"/>
                </a:lnTo>
                <a:close/>
              </a:path>
              <a:path w="1647825" h="1007745">
                <a:moveTo>
                  <a:pt x="1642872" y="998220"/>
                </a:moveTo>
                <a:lnTo>
                  <a:pt x="1642872" y="9144"/>
                </a:lnTo>
                <a:lnTo>
                  <a:pt x="1636776" y="9144"/>
                </a:lnTo>
                <a:lnTo>
                  <a:pt x="1636776" y="998220"/>
                </a:lnTo>
                <a:lnTo>
                  <a:pt x="1642872" y="998220"/>
                </a:lnTo>
                <a:close/>
              </a:path>
              <a:path w="1647825" h="1007745">
                <a:moveTo>
                  <a:pt x="1642872" y="1007364"/>
                </a:moveTo>
                <a:lnTo>
                  <a:pt x="1642872" y="998220"/>
                </a:lnTo>
                <a:lnTo>
                  <a:pt x="1636776" y="1002792"/>
                </a:lnTo>
                <a:lnTo>
                  <a:pt x="1636776" y="1007364"/>
                </a:lnTo>
                <a:lnTo>
                  <a:pt x="1642872" y="10073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563242" y="5446265"/>
            <a:ext cx="2498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charge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83947" y="2198623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0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25883" y="191058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20518" y="1833372"/>
            <a:ext cx="521334" cy="419100"/>
          </a:xfrm>
          <a:custGeom>
            <a:avLst/>
            <a:gdLst/>
            <a:ahLst/>
            <a:cxnLst/>
            <a:rect l="l" t="t" r="r" b="b"/>
            <a:pathLst>
              <a:path w="521335" h="419100">
                <a:moveTo>
                  <a:pt x="432838" y="70809"/>
                </a:moveTo>
                <a:lnTo>
                  <a:pt x="375744" y="78776"/>
                </a:lnTo>
                <a:lnTo>
                  <a:pt x="0" y="373380"/>
                </a:lnTo>
                <a:lnTo>
                  <a:pt x="36576" y="419100"/>
                </a:lnTo>
                <a:lnTo>
                  <a:pt x="412155" y="123377"/>
                </a:lnTo>
                <a:lnTo>
                  <a:pt x="432838" y="70809"/>
                </a:lnTo>
                <a:close/>
              </a:path>
              <a:path w="521335" h="419100">
                <a:moveTo>
                  <a:pt x="521208" y="0"/>
                </a:moveTo>
                <a:lnTo>
                  <a:pt x="275844" y="35052"/>
                </a:lnTo>
                <a:lnTo>
                  <a:pt x="251460" y="67056"/>
                </a:lnTo>
                <a:lnTo>
                  <a:pt x="255627" y="77509"/>
                </a:lnTo>
                <a:lnTo>
                  <a:pt x="263080" y="85534"/>
                </a:lnTo>
                <a:lnTo>
                  <a:pt x="273105" y="90416"/>
                </a:lnTo>
                <a:lnTo>
                  <a:pt x="284988" y="91440"/>
                </a:lnTo>
                <a:lnTo>
                  <a:pt x="375744" y="78776"/>
                </a:lnTo>
                <a:lnTo>
                  <a:pt x="458724" y="13716"/>
                </a:lnTo>
                <a:lnTo>
                  <a:pt x="495300" y="57912"/>
                </a:lnTo>
                <a:lnTo>
                  <a:pt x="495300" y="66306"/>
                </a:lnTo>
                <a:lnTo>
                  <a:pt x="521208" y="0"/>
                </a:lnTo>
                <a:close/>
              </a:path>
              <a:path w="521335" h="419100">
                <a:moveTo>
                  <a:pt x="495300" y="57912"/>
                </a:moveTo>
                <a:lnTo>
                  <a:pt x="458724" y="13716"/>
                </a:lnTo>
                <a:lnTo>
                  <a:pt x="375744" y="78776"/>
                </a:lnTo>
                <a:lnTo>
                  <a:pt x="432838" y="70809"/>
                </a:lnTo>
                <a:lnTo>
                  <a:pt x="451104" y="24384"/>
                </a:lnTo>
                <a:lnTo>
                  <a:pt x="481584" y="64008"/>
                </a:lnTo>
                <a:lnTo>
                  <a:pt x="481584" y="68711"/>
                </a:lnTo>
                <a:lnTo>
                  <a:pt x="495300" y="57912"/>
                </a:lnTo>
                <a:close/>
              </a:path>
              <a:path w="521335" h="419100">
                <a:moveTo>
                  <a:pt x="495300" y="66306"/>
                </a:moveTo>
                <a:lnTo>
                  <a:pt x="495300" y="57912"/>
                </a:lnTo>
                <a:lnTo>
                  <a:pt x="412155" y="123377"/>
                </a:lnTo>
                <a:lnTo>
                  <a:pt x="377952" y="210312"/>
                </a:lnTo>
                <a:lnTo>
                  <a:pt x="375744" y="221398"/>
                </a:lnTo>
                <a:lnTo>
                  <a:pt x="375744" y="220555"/>
                </a:lnTo>
                <a:lnTo>
                  <a:pt x="378142" y="231457"/>
                </a:lnTo>
                <a:lnTo>
                  <a:pt x="384167" y="240530"/>
                </a:lnTo>
                <a:lnTo>
                  <a:pt x="393192" y="246888"/>
                </a:lnTo>
                <a:lnTo>
                  <a:pt x="404717" y="248983"/>
                </a:lnTo>
                <a:lnTo>
                  <a:pt x="415671" y="246507"/>
                </a:lnTo>
                <a:lnTo>
                  <a:pt x="424910" y="240030"/>
                </a:lnTo>
                <a:lnTo>
                  <a:pt x="431292" y="230124"/>
                </a:lnTo>
                <a:lnTo>
                  <a:pt x="495300" y="66306"/>
                </a:lnTo>
                <a:close/>
              </a:path>
              <a:path w="521335" h="419100">
                <a:moveTo>
                  <a:pt x="481584" y="68711"/>
                </a:moveTo>
                <a:lnTo>
                  <a:pt x="481584" y="64008"/>
                </a:lnTo>
                <a:lnTo>
                  <a:pt x="432838" y="70809"/>
                </a:lnTo>
                <a:lnTo>
                  <a:pt x="412155" y="123377"/>
                </a:lnTo>
                <a:lnTo>
                  <a:pt x="481584" y="68711"/>
                </a:lnTo>
                <a:close/>
              </a:path>
              <a:path w="521335" h="419100">
                <a:moveTo>
                  <a:pt x="481584" y="64008"/>
                </a:moveTo>
                <a:lnTo>
                  <a:pt x="451104" y="24384"/>
                </a:lnTo>
                <a:lnTo>
                  <a:pt x="432838" y="70809"/>
                </a:lnTo>
                <a:lnTo>
                  <a:pt x="481584" y="64008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656463" y="1924915"/>
            <a:ext cx="22987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5653" y="2209800"/>
            <a:ext cx="73151" cy="7162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16820" y="438403"/>
            <a:ext cx="5981065" cy="12471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Due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Charge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Formula</a:t>
            </a:r>
            <a:endParaRPr sz="2200">
              <a:latin typeface="Arial"/>
              <a:cs typeface="Arial"/>
            </a:endParaRPr>
          </a:p>
          <a:p>
            <a:pPr marL="5222875">
              <a:lnSpc>
                <a:spcPts val="1390"/>
              </a:lnSpc>
              <a:spcBef>
                <a:spcPts val="1005"/>
              </a:spcBef>
            </a:pPr>
            <a:r>
              <a:rPr sz="140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5210810">
              <a:lnSpc>
                <a:spcPts val="2590"/>
              </a:lnSpc>
            </a:pP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100" spc="-37" baseline="-3968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endParaRPr sz="2100" baseline="-3968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81678" y="2110740"/>
            <a:ext cx="441959" cy="440690"/>
          </a:xfrm>
          <a:custGeom>
            <a:avLst/>
            <a:gdLst/>
            <a:ahLst/>
            <a:cxnLst/>
            <a:rect l="l" t="t" r="r" b="b"/>
            <a:pathLst>
              <a:path w="441959" h="440689">
                <a:moveTo>
                  <a:pt x="441960" y="219456"/>
                </a:moveTo>
                <a:lnTo>
                  <a:pt x="437388" y="175260"/>
                </a:lnTo>
                <a:lnTo>
                  <a:pt x="423672" y="134112"/>
                </a:lnTo>
                <a:lnTo>
                  <a:pt x="403860" y="96012"/>
                </a:lnTo>
                <a:lnTo>
                  <a:pt x="376428" y="64008"/>
                </a:lnTo>
                <a:lnTo>
                  <a:pt x="344424" y="36576"/>
                </a:lnTo>
                <a:lnTo>
                  <a:pt x="306324" y="16764"/>
                </a:lnTo>
                <a:lnTo>
                  <a:pt x="243840" y="0"/>
                </a:lnTo>
                <a:lnTo>
                  <a:pt x="198120" y="0"/>
                </a:lnTo>
                <a:lnTo>
                  <a:pt x="155448" y="9144"/>
                </a:lnTo>
                <a:lnTo>
                  <a:pt x="115824" y="25908"/>
                </a:lnTo>
                <a:lnTo>
                  <a:pt x="64008" y="64008"/>
                </a:lnTo>
                <a:lnTo>
                  <a:pt x="38100" y="97536"/>
                </a:lnTo>
                <a:lnTo>
                  <a:pt x="16764" y="134112"/>
                </a:lnTo>
                <a:lnTo>
                  <a:pt x="10668" y="155448"/>
                </a:lnTo>
                <a:lnTo>
                  <a:pt x="4572" y="175260"/>
                </a:lnTo>
                <a:lnTo>
                  <a:pt x="1524" y="198120"/>
                </a:lnTo>
                <a:lnTo>
                  <a:pt x="0" y="220980"/>
                </a:lnTo>
                <a:lnTo>
                  <a:pt x="1524" y="242316"/>
                </a:lnTo>
                <a:lnTo>
                  <a:pt x="4572" y="265176"/>
                </a:lnTo>
                <a:lnTo>
                  <a:pt x="9144" y="281178"/>
                </a:lnTo>
                <a:lnTo>
                  <a:pt x="9144" y="219456"/>
                </a:lnTo>
                <a:lnTo>
                  <a:pt x="10668" y="198120"/>
                </a:lnTo>
                <a:lnTo>
                  <a:pt x="25908" y="137160"/>
                </a:lnTo>
                <a:lnTo>
                  <a:pt x="45720" y="102108"/>
                </a:lnTo>
                <a:lnTo>
                  <a:pt x="71628" y="70104"/>
                </a:lnTo>
                <a:lnTo>
                  <a:pt x="103632" y="44196"/>
                </a:lnTo>
                <a:lnTo>
                  <a:pt x="138684" y="25908"/>
                </a:lnTo>
                <a:lnTo>
                  <a:pt x="178308" y="13716"/>
                </a:lnTo>
                <a:lnTo>
                  <a:pt x="220980" y="9144"/>
                </a:lnTo>
                <a:lnTo>
                  <a:pt x="242316" y="10668"/>
                </a:lnTo>
                <a:lnTo>
                  <a:pt x="283464" y="18288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4048" y="85344"/>
                </a:lnTo>
                <a:lnTo>
                  <a:pt x="406908" y="120396"/>
                </a:lnTo>
                <a:lnTo>
                  <a:pt x="422148" y="156972"/>
                </a:lnTo>
                <a:lnTo>
                  <a:pt x="431292" y="198120"/>
                </a:lnTo>
                <a:lnTo>
                  <a:pt x="432816" y="220980"/>
                </a:lnTo>
                <a:lnTo>
                  <a:pt x="432816" y="280035"/>
                </a:lnTo>
                <a:lnTo>
                  <a:pt x="437388" y="265176"/>
                </a:lnTo>
                <a:lnTo>
                  <a:pt x="440436" y="242316"/>
                </a:lnTo>
                <a:lnTo>
                  <a:pt x="441960" y="219456"/>
                </a:lnTo>
                <a:close/>
              </a:path>
              <a:path w="441959" h="440689">
                <a:moveTo>
                  <a:pt x="432816" y="280035"/>
                </a:moveTo>
                <a:lnTo>
                  <a:pt x="432816" y="220980"/>
                </a:lnTo>
                <a:lnTo>
                  <a:pt x="431292" y="242316"/>
                </a:lnTo>
                <a:lnTo>
                  <a:pt x="428244" y="263652"/>
                </a:lnTo>
                <a:lnTo>
                  <a:pt x="416052" y="303276"/>
                </a:lnTo>
                <a:lnTo>
                  <a:pt x="396240" y="338328"/>
                </a:lnTo>
                <a:lnTo>
                  <a:pt x="370332" y="370332"/>
                </a:lnTo>
                <a:lnTo>
                  <a:pt x="338328" y="394716"/>
                </a:lnTo>
                <a:lnTo>
                  <a:pt x="303276" y="414528"/>
                </a:lnTo>
                <a:lnTo>
                  <a:pt x="263652" y="426720"/>
                </a:lnTo>
                <a:lnTo>
                  <a:pt x="220980" y="431292"/>
                </a:lnTo>
                <a:lnTo>
                  <a:pt x="199644" y="429768"/>
                </a:lnTo>
                <a:lnTo>
                  <a:pt x="158496" y="422148"/>
                </a:lnTo>
                <a:lnTo>
                  <a:pt x="120396" y="405384"/>
                </a:lnTo>
                <a:lnTo>
                  <a:pt x="86868" y="382524"/>
                </a:lnTo>
                <a:lnTo>
                  <a:pt x="57912" y="355092"/>
                </a:lnTo>
                <a:lnTo>
                  <a:pt x="35052" y="320040"/>
                </a:lnTo>
                <a:lnTo>
                  <a:pt x="19812" y="283464"/>
                </a:lnTo>
                <a:lnTo>
                  <a:pt x="10668" y="242316"/>
                </a:lnTo>
                <a:lnTo>
                  <a:pt x="9144" y="219456"/>
                </a:lnTo>
                <a:lnTo>
                  <a:pt x="9144" y="281178"/>
                </a:lnTo>
                <a:lnTo>
                  <a:pt x="27432" y="326136"/>
                </a:lnTo>
                <a:lnTo>
                  <a:pt x="50292" y="361188"/>
                </a:lnTo>
                <a:lnTo>
                  <a:pt x="80772" y="390144"/>
                </a:lnTo>
                <a:lnTo>
                  <a:pt x="115824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43840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0144"/>
                </a:lnTo>
                <a:lnTo>
                  <a:pt x="391668" y="359664"/>
                </a:lnTo>
                <a:lnTo>
                  <a:pt x="414528" y="324612"/>
                </a:lnTo>
                <a:lnTo>
                  <a:pt x="431292" y="284988"/>
                </a:lnTo>
                <a:lnTo>
                  <a:pt x="432816" y="280035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04542" y="2067559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3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23566" y="1786127"/>
            <a:ext cx="440690" cy="441959"/>
          </a:xfrm>
          <a:custGeom>
            <a:avLst/>
            <a:gdLst/>
            <a:ahLst/>
            <a:cxnLst/>
            <a:rect l="l" t="t" r="r" b="b"/>
            <a:pathLst>
              <a:path w="440689" h="441960">
                <a:moveTo>
                  <a:pt x="440436" y="220980"/>
                </a:moveTo>
                <a:lnTo>
                  <a:pt x="435864" y="176784"/>
                </a:lnTo>
                <a:lnTo>
                  <a:pt x="423672" y="135636"/>
                </a:lnTo>
                <a:lnTo>
                  <a:pt x="402336" y="97536"/>
                </a:lnTo>
                <a:lnTo>
                  <a:pt x="376428" y="64008"/>
                </a:lnTo>
                <a:lnTo>
                  <a:pt x="342900" y="38100"/>
                </a:lnTo>
                <a:lnTo>
                  <a:pt x="306324" y="16764"/>
                </a:lnTo>
                <a:lnTo>
                  <a:pt x="263652" y="4572"/>
                </a:lnTo>
                <a:lnTo>
                  <a:pt x="220980" y="101"/>
                </a:lnTo>
                <a:lnTo>
                  <a:pt x="219456" y="0"/>
                </a:lnTo>
                <a:lnTo>
                  <a:pt x="198120" y="1422"/>
                </a:lnTo>
                <a:lnTo>
                  <a:pt x="153924" y="10668"/>
                </a:lnTo>
                <a:lnTo>
                  <a:pt x="114300" y="27432"/>
                </a:lnTo>
                <a:lnTo>
                  <a:pt x="79248" y="50292"/>
                </a:lnTo>
                <a:lnTo>
                  <a:pt x="50292" y="80772"/>
                </a:lnTo>
                <a:lnTo>
                  <a:pt x="25908" y="115824"/>
                </a:lnTo>
                <a:lnTo>
                  <a:pt x="9144" y="155448"/>
                </a:lnTo>
                <a:lnTo>
                  <a:pt x="0" y="198120"/>
                </a:lnTo>
                <a:lnTo>
                  <a:pt x="0" y="243840"/>
                </a:lnTo>
                <a:lnTo>
                  <a:pt x="9144" y="286512"/>
                </a:lnTo>
                <a:lnTo>
                  <a:pt x="9144" y="220980"/>
                </a:lnTo>
                <a:lnTo>
                  <a:pt x="10668" y="199644"/>
                </a:lnTo>
                <a:lnTo>
                  <a:pt x="18288" y="158496"/>
                </a:lnTo>
                <a:lnTo>
                  <a:pt x="35052" y="120396"/>
                </a:lnTo>
                <a:lnTo>
                  <a:pt x="57912" y="86868"/>
                </a:lnTo>
                <a:lnTo>
                  <a:pt x="85344" y="57912"/>
                </a:lnTo>
                <a:lnTo>
                  <a:pt x="118872" y="35052"/>
                </a:lnTo>
                <a:lnTo>
                  <a:pt x="156972" y="19812"/>
                </a:lnTo>
                <a:lnTo>
                  <a:pt x="198120" y="10668"/>
                </a:lnTo>
                <a:lnTo>
                  <a:pt x="219456" y="9245"/>
                </a:lnTo>
                <a:lnTo>
                  <a:pt x="220980" y="9144"/>
                </a:lnTo>
                <a:lnTo>
                  <a:pt x="240792" y="10559"/>
                </a:lnTo>
                <a:lnTo>
                  <a:pt x="242316" y="10668"/>
                </a:lnTo>
                <a:lnTo>
                  <a:pt x="263652" y="13716"/>
                </a:lnTo>
                <a:lnTo>
                  <a:pt x="301752" y="25908"/>
                </a:lnTo>
                <a:lnTo>
                  <a:pt x="338328" y="45720"/>
                </a:lnTo>
                <a:lnTo>
                  <a:pt x="368808" y="71628"/>
                </a:lnTo>
                <a:lnTo>
                  <a:pt x="394716" y="103632"/>
                </a:lnTo>
                <a:lnTo>
                  <a:pt x="414528" y="138684"/>
                </a:lnTo>
                <a:lnTo>
                  <a:pt x="426720" y="178308"/>
                </a:lnTo>
                <a:lnTo>
                  <a:pt x="431292" y="220980"/>
                </a:lnTo>
                <a:lnTo>
                  <a:pt x="431292" y="286512"/>
                </a:lnTo>
                <a:lnTo>
                  <a:pt x="435864" y="265176"/>
                </a:lnTo>
                <a:lnTo>
                  <a:pt x="438912" y="243840"/>
                </a:lnTo>
                <a:lnTo>
                  <a:pt x="440436" y="220980"/>
                </a:lnTo>
                <a:close/>
              </a:path>
              <a:path w="440689" h="441960">
                <a:moveTo>
                  <a:pt x="431292" y="286512"/>
                </a:moveTo>
                <a:lnTo>
                  <a:pt x="431292" y="220980"/>
                </a:lnTo>
                <a:lnTo>
                  <a:pt x="429768" y="242316"/>
                </a:lnTo>
                <a:lnTo>
                  <a:pt x="426720" y="263652"/>
                </a:lnTo>
                <a:lnTo>
                  <a:pt x="414528" y="303276"/>
                </a:lnTo>
                <a:lnTo>
                  <a:pt x="394716" y="339852"/>
                </a:lnTo>
                <a:lnTo>
                  <a:pt x="368808" y="370332"/>
                </a:lnTo>
                <a:lnTo>
                  <a:pt x="338328" y="396240"/>
                </a:lnTo>
                <a:lnTo>
                  <a:pt x="301752" y="416052"/>
                </a:lnTo>
                <a:lnTo>
                  <a:pt x="262128" y="428244"/>
                </a:lnTo>
                <a:lnTo>
                  <a:pt x="220980" y="432707"/>
                </a:lnTo>
                <a:lnTo>
                  <a:pt x="219456" y="432816"/>
                </a:lnTo>
                <a:lnTo>
                  <a:pt x="198120" y="431292"/>
                </a:lnTo>
                <a:lnTo>
                  <a:pt x="137160" y="416052"/>
                </a:lnTo>
                <a:lnTo>
                  <a:pt x="102108" y="396240"/>
                </a:lnTo>
                <a:lnTo>
                  <a:pt x="70104" y="370332"/>
                </a:lnTo>
                <a:lnTo>
                  <a:pt x="44196" y="338328"/>
                </a:lnTo>
                <a:lnTo>
                  <a:pt x="25908" y="303276"/>
                </a:lnTo>
                <a:lnTo>
                  <a:pt x="13716" y="263652"/>
                </a:lnTo>
                <a:lnTo>
                  <a:pt x="9144" y="220980"/>
                </a:lnTo>
                <a:lnTo>
                  <a:pt x="9144" y="286512"/>
                </a:lnTo>
                <a:lnTo>
                  <a:pt x="25908" y="326136"/>
                </a:lnTo>
                <a:lnTo>
                  <a:pt x="50292" y="361188"/>
                </a:lnTo>
                <a:lnTo>
                  <a:pt x="79248" y="391668"/>
                </a:lnTo>
                <a:lnTo>
                  <a:pt x="114300" y="414528"/>
                </a:lnTo>
                <a:lnTo>
                  <a:pt x="155448" y="431292"/>
                </a:lnTo>
                <a:lnTo>
                  <a:pt x="198120" y="440436"/>
                </a:lnTo>
                <a:lnTo>
                  <a:pt x="220980" y="441960"/>
                </a:lnTo>
                <a:lnTo>
                  <a:pt x="240792" y="440544"/>
                </a:lnTo>
                <a:lnTo>
                  <a:pt x="242316" y="440436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1668"/>
                </a:lnTo>
                <a:lnTo>
                  <a:pt x="390144" y="361188"/>
                </a:lnTo>
                <a:lnTo>
                  <a:pt x="414528" y="326136"/>
                </a:lnTo>
                <a:lnTo>
                  <a:pt x="423672" y="306324"/>
                </a:lnTo>
                <a:lnTo>
                  <a:pt x="431292" y="286512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43890" y="2289048"/>
            <a:ext cx="440690" cy="441959"/>
          </a:xfrm>
          <a:custGeom>
            <a:avLst/>
            <a:gdLst/>
            <a:ahLst/>
            <a:cxnLst/>
            <a:rect l="l" t="t" r="r" b="b"/>
            <a:pathLst>
              <a:path w="440689" h="441960">
                <a:moveTo>
                  <a:pt x="440436" y="243840"/>
                </a:moveTo>
                <a:lnTo>
                  <a:pt x="440436" y="220980"/>
                </a:lnTo>
                <a:lnTo>
                  <a:pt x="438912" y="198120"/>
                </a:lnTo>
                <a:lnTo>
                  <a:pt x="431292" y="155448"/>
                </a:lnTo>
                <a:lnTo>
                  <a:pt x="414528" y="115824"/>
                </a:lnTo>
                <a:lnTo>
                  <a:pt x="390144" y="80772"/>
                </a:lnTo>
                <a:lnTo>
                  <a:pt x="359664" y="50292"/>
                </a:lnTo>
                <a:lnTo>
                  <a:pt x="324612" y="27432"/>
                </a:lnTo>
                <a:lnTo>
                  <a:pt x="284988" y="10668"/>
                </a:lnTo>
                <a:lnTo>
                  <a:pt x="242316" y="1524"/>
                </a:lnTo>
                <a:lnTo>
                  <a:pt x="220980" y="101"/>
                </a:lnTo>
                <a:lnTo>
                  <a:pt x="219456" y="0"/>
                </a:lnTo>
                <a:lnTo>
                  <a:pt x="175260" y="4572"/>
                </a:lnTo>
                <a:lnTo>
                  <a:pt x="134112" y="18288"/>
                </a:lnTo>
                <a:lnTo>
                  <a:pt x="96012" y="38100"/>
                </a:lnTo>
                <a:lnTo>
                  <a:pt x="64008" y="65532"/>
                </a:lnTo>
                <a:lnTo>
                  <a:pt x="36576" y="97536"/>
                </a:lnTo>
                <a:lnTo>
                  <a:pt x="16764" y="135636"/>
                </a:lnTo>
                <a:lnTo>
                  <a:pt x="4572" y="176784"/>
                </a:lnTo>
                <a:lnTo>
                  <a:pt x="0" y="199644"/>
                </a:lnTo>
                <a:lnTo>
                  <a:pt x="0" y="243840"/>
                </a:lnTo>
                <a:lnTo>
                  <a:pt x="4572" y="266700"/>
                </a:lnTo>
                <a:lnTo>
                  <a:pt x="9144" y="286512"/>
                </a:lnTo>
                <a:lnTo>
                  <a:pt x="9144" y="220980"/>
                </a:lnTo>
                <a:lnTo>
                  <a:pt x="10668" y="199644"/>
                </a:lnTo>
                <a:lnTo>
                  <a:pt x="18288" y="158496"/>
                </a:lnTo>
                <a:lnTo>
                  <a:pt x="35052" y="120396"/>
                </a:lnTo>
                <a:lnTo>
                  <a:pt x="57912" y="86868"/>
                </a:lnTo>
                <a:lnTo>
                  <a:pt x="85344" y="57912"/>
                </a:lnTo>
                <a:lnTo>
                  <a:pt x="120396" y="35052"/>
                </a:lnTo>
                <a:lnTo>
                  <a:pt x="156972" y="19812"/>
                </a:lnTo>
                <a:lnTo>
                  <a:pt x="198120" y="10668"/>
                </a:lnTo>
                <a:lnTo>
                  <a:pt x="242316" y="10668"/>
                </a:lnTo>
                <a:lnTo>
                  <a:pt x="283464" y="19812"/>
                </a:lnTo>
                <a:lnTo>
                  <a:pt x="321564" y="35052"/>
                </a:lnTo>
                <a:lnTo>
                  <a:pt x="355092" y="57912"/>
                </a:lnTo>
                <a:lnTo>
                  <a:pt x="382524" y="86868"/>
                </a:lnTo>
                <a:lnTo>
                  <a:pt x="405384" y="120396"/>
                </a:lnTo>
                <a:lnTo>
                  <a:pt x="422148" y="158496"/>
                </a:lnTo>
                <a:lnTo>
                  <a:pt x="429768" y="199644"/>
                </a:lnTo>
                <a:lnTo>
                  <a:pt x="431292" y="220980"/>
                </a:lnTo>
                <a:lnTo>
                  <a:pt x="431292" y="286512"/>
                </a:lnTo>
                <a:lnTo>
                  <a:pt x="440436" y="243840"/>
                </a:lnTo>
                <a:close/>
              </a:path>
              <a:path w="440689" h="441960">
                <a:moveTo>
                  <a:pt x="431292" y="286512"/>
                </a:moveTo>
                <a:lnTo>
                  <a:pt x="431292" y="220980"/>
                </a:lnTo>
                <a:lnTo>
                  <a:pt x="429768" y="243840"/>
                </a:lnTo>
                <a:lnTo>
                  <a:pt x="426720" y="263652"/>
                </a:lnTo>
                <a:lnTo>
                  <a:pt x="414528" y="303276"/>
                </a:lnTo>
                <a:lnTo>
                  <a:pt x="394716" y="339852"/>
                </a:lnTo>
                <a:lnTo>
                  <a:pt x="368808" y="370332"/>
                </a:lnTo>
                <a:lnTo>
                  <a:pt x="338328" y="396240"/>
                </a:lnTo>
                <a:lnTo>
                  <a:pt x="301752" y="416052"/>
                </a:lnTo>
                <a:lnTo>
                  <a:pt x="262128" y="428244"/>
                </a:lnTo>
                <a:lnTo>
                  <a:pt x="220980" y="432707"/>
                </a:lnTo>
                <a:lnTo>
                  <a:pt x="219456" y="432816"/>
                </a:lnTo>
                <a:lnTo>
                  <a:pt x="176784" y="428244"/>
                </a:lnTo>
                <a:lnTo>
                  <a:pt x="137160" y="416052"/>
                </a:lnTo>
                <a:lnTo>
                  <a:pt x="102108" y="396240"/>
                </a:lnTo>
                <a:lnTo>
                  <a:pt x="70104" y="370332"/>
                </a:lnTo>
                <a:lnTo>
                  <a:pt x="44196" y="339852"/>
                </a:lnTo>
                <a:lnTo>
                  <a:pt x="25908" y="303276"/>
                </a:lnTo>
                <a:lnTo>
                  <a:pt x="13716" y="263652"/>
                </a:lnTo>
                <a:lnTo>
                  <a:pt x="9144" y="220980"/>
                </a:lnTo>
                <a:lnTo>
                  <a:pt x="9144" y="286512"/>
                </a:lnTo>
                <a:lnTo>
                  <a:pt x="25908" y="326136"/>
                </a:lnTo>
                <a:lnTo>
                  <a:pt x="64008" y="377952"/>
                </a:lnTo>
                <a:lnTo>
                  <a:pt x="115824" y="416052"/>
                </a:lnTo>
                <a:lnTo>
                  <a:pt x="155448" y="432816"/>
                </a:lnTo>
                <a:lnTo>
                  <a:pt x="198120" y="440436"/>
                </a:lnTo>
                <a:lnTo>
                  <a:pt x="220980" y="441960"/>
                </a:lnTo>
                <a:lnTo>
                  <a:pt x="240792" y="440544"/>
                </a:lnTo>
                <a:lnTo>
                  <a:pt x="286512" y="431292"/>
                </a:lnTo>
                <a:lnTo>
                  <a:pt x="326136" y="414528"/>
                </a:lnTo>
                <a:lnTo>
                  <a:pt x="361188" y="391668"/>
                </a:lnTo>
                <a:lnTo>
                  <a:pt x="390144" y="361188"/>
                </a:lnTo>
                <a:lnTo>
                  <a:pt x="414528" y="326136"/>
                </a:lnTo>
                <a:lnTo>
                  <a:pt x="423672" y="306324"/>
                </a:lnTo>
                <a:lnTo>
                  <a:pt x="431292" y="286512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92156" y="224739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q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1320" y="2424174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6920" y="4294734"/>
            <a:ext cx="2472055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1755">
              <a:lnSpc>
                <a:spcPts val="1385"/>
              </a:lnSpc>
              <a:spcBef>
                <a:spcPts val="110"/>
              </a:spcBef>
              <a:tabLst>
                <a:tab pos="751205" algn="l"/>
                <a:tab pos="1497965" algn="l"/>
                <a:tab pos="2202180" algn="l"/>
              </a:tabLst>
            </a:pPr>
            <a:r>
              <a:rPr sz="1400" spc="-50" dirty="0">
                <a:latin typeface="Symbol"/>
                <a:cs typeface="Symbol"/>
              </a:rPr>
              <a:t>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Symbol"/>
                <a:cs typeface="Symbol"/>
              </a:rPr>
              <a:t>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Symbol"/>
                <a:cs typeface="Symbol"/>
              </a:rPr>
              <a:t>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50800">
              <a:lnSpc>
                <a:spcPts val="2585"/>
              </a:lnSpc>
              <a:tabLst>
                <a:tab pos="1051560" algn="l"/>
                <a:tab pos="1353185" algn="l"/>
                <a:tab pos="1810385" algn="l"/>
                <a:tab pos="2113915" algn="l"/>
              </a:tabLst>
            </a:pP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1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35" dirty="0">
                <a:latin typeface="Arial"/>
                <a:cs typeface="Arial"/>
              </a:rPr>
              <a:t>E</a:t>
            </a:r>
            <a:r>
              <a:rPr sz="2100" b="1" spc="-52" baseline="-23809" dirty="0">
                <a:latin typeface="Arial"/>
                <a:cs typeface="Arial"/>
              </a:rPr>
              <a:t>1</a:t>
            </a:r>
            <a:r>
              <a:rPr sz="2100" b="1" baseline="-23809" dirty="0">
                <a:latin typeface="Arial"/>
                <a:cs typeface="Arial"/>
              </a:rPr>
              <a:t>	</a:t>
            </a:r>
            <a:r>
              <a:rPr sz="2400" spc="-50" dirty="0">
                <a:latin typeface="Symbol"/>
                <a:cs typeface="Symbol"/>
              </a:rPr>
              <a:t>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Arial"/>
                <a:cs typeface="Arial"/>
              </a:rPr>
              <a:t>E</a:t>
            </a:r>
            <a:r>
              <a:rPr sz="2100" b="1" spc="-37" baseline="-23809" dirty="0">
                <a:latin typeface="Arial"/>
                <a:cs typeface="Arial"/>
              </a:rPr>
              <a:t>2</a:t>
            </a:r>
            <a:r>
              <a:rPr sz="2100" b="1" baseline="-23809" dirty="0">
                <a:latin typeface="Arial"/>
                <a:cs typeface="Arial"/>
              </a:rPr>
              <a:t>	</a:t>
            </a:r>
            <a:r>
              <a:rPr sz="2400" spc="-50" dirty="0">
                <a:latin typeface="Symbol"/>
                <a:cs typeface="Symbol"/>
              </a:rPr>
              <a:t>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Arial"/>
                <a:cs typeface="Arial"/>
              </a:rPr>
              <a:t>E</a:t>
            </a:r>
            <a:r>
              <a:rPr sz="2100" b="1" spc="-37" baseline="-23809" dirty="0">
                <a:latin typeface="Arial"/>
                <a:cs typeface="Arial"/>
              </a:rPr>
              <a:t>3</a:t>
            </a:r>
            <a:endParaRPr sz="2100" baseline="-2380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0471" y="4460238"/>
            <a:ext cx="310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Superposition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principle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0059" y="2951478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04694" y="2874264"/>
            <a:ext cx="521334" cy="417830"/>
          </a:xfrm>
          <a:custGeom>
            <a:avLst/>
            <a:gdLst/>
            <a:ahLst/>
            <a:cxnLst/>
            <a:rect l="l" t="t" r="r" b="b"/>
            <a:pathLst>
              <a:path w="521335" h="417829">
                <a:moveTo>
                  <a:pt x="433318" y="69218"/>
                </a:moveTo>
                <a:lnTo>
                  <a:pt x="375744" y="77252"/>
                </a:lnTo>
                <a:lnTo>
                  <a:pt x="0" y="371856"/>
                </a:lnTo>
                <a:lnTo>
                  <a:pt x="36576" y="417576"/>
                </a:lnTo>
                <a:lnTo>
                  <a:pt x="412566" y="121530"/>
                </a:lnTo>
                <a:lnTo>
                  <a:pt x="433318" y="69218"/>
                </a:lnTo>
                <a:close/>
              </a:path>
              <a:path w="521335" h="417829">
                <a:moveTo>
                  <a:pt x="521208" y="0"/>
                </a:moveTo>
                <a:lnTo>
                  <a:pt x="275844" y="33528"/>
                </a:lnTo>
                <a:lnTo>
                  <a:pt x="251460" y="65532"/>
                </a:lnTo>
                <a:lnTo>
                  <a:pt x="255627" y="76200"/>
                </a:lnTo>
                <a:lnTo>
                  <a:pt x="263080" y="84582"/>
                </a:lnTo>
                <a:lnTo>
                  <a:pt x="273105" y="89535"/>
                </a:lnTo>
                <a:lnTo>
                  <a:pt x="284988" y="89916"/>
                </a:lnTo>
                <a:lnTo>
                  <a:pt x="375744" y="77252"/>
                </a:lnTo>
                <a:lnTo>
                  <a:pt x="458724" y="12192"/>
                </a:lnTo>
                <a:lnTo>
                  <a:pt x="495300" y="56388"/>
                </a:lnTo>
                <a:lnTo>
                  <a:pt x="495300" y="65201"/>
                </a:lnTo>
                <a:lnTo>
                  <a:pt x="521208" y="0"/>
                </a:lnTo>
                <a:close/>
              </a:path>
              <a:path w="521335" h="417829">
                <a:moveTo>
                  <a:pt x="495300" y="56388"/>
                </a:moveTo>
                <a:lnTo>
                  <a:pt x="458724" y="12192"/>
                </a:lnTo>
                <a:lnTo>
                  <a:pt x="375744" y="77252"/>
                </a:lnTo>
                <a:lnTo>
                  <a:pt x="433318" y="69218"/>
                </a:lnTo>
                <a:lnTo>
                  <a:pt x="451104" y="24384"/>
                </a:lnTo>
                <a:lnTo>
                  <a:pt x="481584" y="62484"/>
                </a:lnTo>
                <a:lnTo>
                  <a:pt x="481584" y="67187"/>
                </a:lnTo>
                <a:lnTo>
                  <a:pt x="495300" y="56388"/>
                </a:lnTo>
                <a:close/>
              </a:path>
              <a:path w="521335" h="417829">
                <a:moveTo>
                  <a:pt x="495300" y="65201"/>
                </a:moveTo>
                <a:lnTo>
                  <a:pt x="495300" y="56388"/>
                </a:lnTo>
                <a:lnTo>
                  <a:pt x="412566" y="121530"/>
                </a:lnTo>
                <a:lnTo>
                  <a:pt x="377952" y="208788"/>
                </a:lnTo>
                <a:lnTo>
                  <a:pt x="375744" y="219874"/>
                </a:lnTo>
                <a:lnTo>
                  <a:pt x="375744" y="219031"/>
                </a:lnTo>
                <a:lnTo>
                  <a:pt x="378142" y="229933"/>
                </a:lnTo>
                <a:lnTo>
                  <a:pt x="384167" y="239006"/>
                </a:lnTo>
                <a:lnTo>
                  <a:pt x="393192" y="245364"/>
                </a:lnTo>
                <a:lnTo>
                  <a:pt x="404693" y="247483"/>
                </a:lnTo>
                <a:lnTo>
                  <a:pt x="415480" y="245173"/>
                </a:lnTo>
                <a:lnTo>
                  <a:pt x="424267" y="239148"/>
                </a:lnTo>
                <a:lnTo>
                  <a:pt x="429768" y="230124"/>
                </a:lnTo>
                <a:lnTo>
                  <a:pt x="495300" y="65201"/>
                </a:lnTo>
                <a:close/>
              </a:path>
              <a:path w="521335" h="417829">
                <a:moveTo>
                  <a:pt x="481584" y="67187"/>
                </a:moveTo>
                <a:lnTo>
                  <a:pt x="481584" y="62484"/>
                </a:lnTo>
                <a:lnTo>
                  <a:pt x="433318" y="69218"/>
                </a:lnTo>
                <a:lnTo>
                  <a:pt x="412566" y="121530"/>
                </a:lnTo>
                <a:lnTo>
                  <a:pt x="481584" y="67187"/>
                </a:lnTo>
                <a:close/>
              </a:path>
              <a:path w="521335" h="417829">
                <a:moveTo>
                  <a:pt x="481584" y="62484"/>
                </a:moveTo>
                <a:lnTo>
                  <a:pt x="451104" y="24384"/>
                </a:lnTo>
                <a:lnTo>
                  <a:pt x="433318" y="69218"/>
                </a:lnTo>
                <a:lnTo>
                  <a:pt x="481584" y="62484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540639" y="2964282"/>
            <a:ext cx="22987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9830" y="3250691"/>
            <a:ext cx="73151" cy="7010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04120" y="438403"/>
            <a:ext cx="6006465" cy="169735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5400" marR="177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Due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Charge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Superposition</a:t>
            </a:r>
            <a:r>
              <a:rPr sz="2200" b="1" spc="-10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E10000"/>
                </a:solidFill>
                <a:latin typeface="Arial"/>
                <a:cs typeface="Arial"/>
              </a:rPr>
              <a:t>principle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2200">
              <a:latin typeface="Arial"/>
              <a:cs typeface="Arial"/>
            </a:endParaRPr>
          </a:p>
          <a:p>
            <a:pPr marR="1435735" algn="r">
              <a:lnSpc>
                <a:spcPct val="100000"/>
              </a:lnSpc>
              <a:spcBef>
                <a:spcPts val="5"/>
              </a:spcBef>
            </a:pPr>
            <a:r>
              <a:rPr sz="2400" spc="-25" dirty="0">
                <a:latin typeface="Arial MT"/>
                <a:cs typeface="Arial MT"/>
              </a:rPr>
              <a:t>q</a:t>
            </a:r>
            <a:r>
              <a:rPr sz="2400" spc="-37" baseline="-20833" dirty="0"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194182" y="5175504"/>
            <a:ext cx="1064260" cy="297180"/>
            <a:chOff x="3194182" y="5175504"/>
            <a:chExt cx="1064260" cy="297180"/>
          </a:xfrm>
        </p:grpSpPr>
        <p:sp>
          <p:nvSpPr>
            <p:cNvPr id="4" name="object 4"/>
            <p:cNvSpPr/>
            <p:nvPr/>
          </p:nvSpPr>
          <p:spPr>
            <a:xfrm>
              <a:off x="3194177" y="5180075"/>
              <a:ext cx="1059180" cy="288290"/>
            </a:xfrm>
            <a:custGeom>
              <a:avLst/>
              <a:gdLst/>
              <a:ahLst/>
              <a:cxnLst/>
              <a:rect l="l" t="t" r="r" b="b"/>
              <a:pathLst>
                <a:path w="1059179" h="288289">
                  <a:moveTo>
                    <a:pt x="640080" y="155460"/>
                  </a:moveTo>
                  <a:lnTo>
                    <a:pt x="426720" y="32016"/>
                  </a:lnTo>
                  <a:lnTo>
                    <a:pt x="415810" y="27647"/>
                  </a:lnTo>
                  <a:lnTo>
                    <a:pt x="404622" y="28016"/>
                  </a:lnTo>
                  <a:lnTo>
                    <a:pt x="394576" y="32651"/>
                  </a:lnTo>
                  <a:lnTo>
                    <a:pt x="387096" y="41160"/>
                  </a:lnTo>
                  <a:lnTo>
                    <a:pt x="383616" y="52057"/>
                  </a:lnTo>
                  <a:lnTo>
                    <a:pt x="384429" y="63258"/>
                  </a:lnTo>
                  <a:lnTo>
                    <a:pt x="389242" y="73304"/>
                  </a:lnTo>
                  <a:lnTo>
                    <a:pt x="397764" y="80784"/>
                  </a:lnTo>
                  <a:lnTo>
                    <a:pt x="477939" y="128028"/>
                  </a:lnTo>
                  <a:lnTo>
                    <a:pt x="0" y="128028"/>
                  </a:lnTo>
                  <a:lnTo>
                    <a:pt x="0" y="184416"/>
                  </a:lnTo>
                  <a:lnTo>
                    <a:pt x="477939" y="184416"/>
                  </a:lnTo>
                  <a:lnTo>
                    <a:pt x="397764" y="231660"/>
                  </a:lnTo>
                  <a:lnTo>
                    <a:pt x="389242" y="238899"/>
                  </a:lnTo>
                  <a:lnTo>
                    <a:pt x="384429" y="248424"/>
                  </a:lnTo>
                  <a:lnTo>
                    <a:pt x="383616" y="259092"/>
                  </a:lnTo>
                  <a:lnTo>
                    <a:pt x="387096" y="269760"/>
                  </a:lnTo>
                  <a:lnTo>
                    <a:pt x="394576" y="278282"/>
                  </a:lnTo>
                  <a:lnTo>
                    <a:pt x="404622" y="283095"/>
                  </a:lnTo>
                  <a:lnTo>
                    <a:pt x="415810" y="283895"/>
                  </a:lnTo>
                  <a:lnTo>
                    <a:pt x="426720" y="280428"/>
                  </a:lnTo>
                  <a:lnTo>
                    <a:pt x="583692" y="188480"/>
                  </a:lnTo>
                  <a:lnTo>
                    <a:pt x="640080" y="155460"/>
                  </a:lnTo>
                  <a:close/>
                </a:path>
                <a:path w="1059179" h="288289">
                  <a:moveTo>
                    <a:pt x="1059180" y="144780"/>
                  </a:moveTo>
                  <a:lnTo>
                    <a:pt x="1051877" y="98717"/>
                  </a:lnTo>
                  <a:lnTo>
                    <a:pt x="1031481" y="58928"/>
                  </a:lnTo>
                  <a:lnTo>
                    <a:pt x="1000252" y="27711"/>
                  </a:lnTo>
                  <a:lnTo>
                    <a:pt x="960475" y="7315"/>
                  </a:lnTo>
                  <a:lnTo>
                    <a:pt x="914400" y="0"/>
                  </a:lnTo>
                  <a:lnTo>
                    <a:pt x="869073" y="7315"/>
                  </a:lnTo>
                  <a:lnTo>
                    <a:pt x="829741" y="27711"/>
                  </a:lnTo>
                  <a:lnTo>
                    <a:pt x="798741" y="58928"/>
                  </a:lnTo>
                  <a:lnTo>
                    <a:pt x="778433" y="98717"/>
                  </a:lnTo>
                  <a:lnTo>
                    <a:pt x="771144" y="144780"/>
                  </a:lnTo>
                  <a:lnTo>
                    <a:pt x="778433" y="190119"/>
                  </a:lnTo>
                  <a:lnTo>
                    <a:pt x="798741" y="229450"/>
                  </a:lnTo>
                  <a:lnTo>
                    <a:pt x="829741" y="260438"/>
                  </a:lnTo>
                  <a:lnTo>
                    <a:pt x="869073" y="280746"/>
                  </a:lnTo>
                  <a:lnTo>
                    <a:pt x="914400" y="288036"/>
                  </a:lnTo>
                  <a:lnTo>
                    <a:pt x="960475" y="280746"/>
                  </a:lnTo>
                  <a:lnTo>
                    <a:pt x="1000252" y="260438"/>
                  </a:lnTo>
                  <a:lnTo>
                    <a:pt x="1031481" y="229450"/>
                  </a:lnTo>
                  <a:lnTo>
                    <a:pt x="1051877" y="190119"/>
                  </a:lnTo>
                  <a:lnTo>
                    <a:pt x="1059180" y="144780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0754" y="517550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7828"/>
                  </a:moveTo>
                  <a:lnTo>
                    <a:pt x="289560" y="103632"/>
                  </a:lnTo>
                  <a:lnTo>
                    <a:pt x="263652" y="53340"/>
                  </a:lnTo>
                  <a:lnTo>
                    <a:pt x="252984" y="44196"/>
                  </a:lnTo>
                  <a:lnTo>
                    <a:pt x="242316" y="33528"/>
                  </a:lnTo>
                  <a:lnTo>
                    <a:pt x="192024" y="6096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5052"/>
                  </a:lnTo>
                  <a:lnTo>
                    <a:pt x="25908" y="65532"/>
                  </a:lnTo>
                  <a:lnTo>
                    <a:pt x="6096" y="105156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7620" y="193548"/>
                  </a:lnTo>
                  <a:lnTo>
                    <a:pt x="9144" y="198120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15240" y="106680"/>
                  </a:lnTo>
                  <a:lnTo>
                    <a:pt x="21336" y="94488"/>
                  </a:lnTo>
                  <a:lnTo>
                    <a:pt x="25908" y="82296"/>
                  </a:lnTo>
                  <a:lnTo>
                    <a:pt x="50292" y="50292"/>
                  </a:lnTo>
                  <a:lnTo>
                    <a:pt x="82296" y="25908"/>
                  </a:lnTo>
                  <a:lnTo>
                    <a:pt x="94488" y="21336"/>
                  </a:lnTo>
                  <a:lnTo>
                    <a:pt x="108204" y="15240"/>
                  </a:lnTo>
                  <a:lnTo>
                    <a:pt x="120396" y="12192"/>
                  </a:lnTo>
                  <a:lnTo>
                    <a:pt x="134112" y="10668"/>
                  </a:lnTo>
                  <a:lnTo>
                    <a:pt x="149352" y="9144"/>
                  </a:lnTo>
                  <a:lnTo>
                    <a:pt x="176784" y="12192"/>
                  </a:lnTo>
                  <a:lnTo>
                    <a:pt x="214884" y="25908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4988" y="120396"/>
                  </a:lnTo>
                  <a:lnTo>
                    <a:pt x="288036" y="149352"/>
                  </a:lnTo>
                  <a:lnTo>
                    <a:pt x="288036" y="198882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79" h="297179">
                  <a:moveTo>
                    <a:pt x="288036" y="198882"/>
                  </a:moveTo>
                  <a:lnTo>
                    <a:pt x="288036" y="149352"/>
                  </a:lnTo>
                  <a:lnTo>
                    <a:pt x="284988" y="176784"/>
                  </a:lnTo>
                  <a:lnTo>
                    <a:pt x="281940" y="190500"/>
                  </a:lnTo>
                  <a:lnTo>
                    <a:pt x="275844" y="202692"/>
                  </a:lnTo>
                  <a:lnTo>
                    <a:pt x="271272" y="214884"/>
                  </a:lnTo>
                  <a:lnTo>
                    <a:pt x="263652" y="227076"/>
                  </a:lnTo>
                  <a:lnTo>
                    <a:pt x="236220" y="256032"/>
                  </a:lnTo>
                  <a:lnTo>
                    <a:pt x="202692" y="277368"/>
                  </a:lnTo>
                  <a:lnTo>
                    <a:pt x="163068" y="286512"/>
                  </a:lnTo>
                  <a:lnTo>
                    <a:pt x="147828" y="288036"/>
                  </a:lnTo>
                  <a:lnTo>
                    <a:pt x="120396" y="284988"/>
                  </a:lnTo>
                  <a:lnTo>
                    <a:pt x="82296" y="271272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12192" y="176784"/>
                  </a:lnTo>
                  <a:lnTo>
                    <a:pt x="9144" y="147828"/>
                  </a:lnTo>
                  <a:lnTo>
                    <a:pt x="9144" y="198120"/>
                  </a:lnTo>
                  <a:lnTo>
                    <a:pt x="33528" y="243840"/>
                  </a:lnTo>
                  <a:lnTo>
                    <a:pt x="65532" y="271272"/>
                  </a:lnTo>
                  <a:lnTo>
                    <a:pt x="105156" y="291084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207264" y="284988"/>
                  </a:lnTo>
                  <a:lnTo>
                    <a:pt x="243840" y="263652"/>
                  </a:lnTo>
                  <a:lnTo>
                    <a:pt x="252984" y="252984"/>
                  </a:lnTo>
                  <a:lnTo>
                    <a:pt x="263652" y="242316"/>
                  </a:lnTo>
                  <a:lnTo>
                    <a:pt x="271272" y="231648"/>
                  </a:lnTo>
                  <a:lnTo>
                    <a:pt x="278892" y="219456"/>
                  </a:lnTo>
                  <a:lnTo>
                    <a:pt x="288036" y="198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68578" y="5144513"/>
            <a:ext cx="731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sz="1800" strike="sngStrike" dirty="0">
                <a:latin typeface="Arial MT"/>
                <a:cs typeface="Arial MT"/>
              </a:rPr>
              <a:t>	</a:t>
            </a:r>
            <a:r>
              <a:rPr sz="1800" strike="sngStrike" spc="-10" dirty="0">
                <a:latin typeface="Arial MT"/>
                <a:cs typeface="Arial MT"/>
              </a:rPr>
              <a:t>-</a:t>
            </a:r>
            <a:r>
              <a:rPr sz="1800" strike="sngStrike" spc="-50" dirty="0">
                <a:latin typeface="Arial MT"/>
                <a:cs typeface="Arial MT"/>
              </a:rPr>
              <a:t>e</a:t>
            </a:r>
            <a:r>
              <a:rPr sz="1800" strike="sngStrike" spc="500" dirty="0">
                <a:latin typeface="Arial MT"/>
                <a:cs typeface="Arial MT"/>
              </a:rPr>
              <a:t> 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9402" y="5192268"/>
            <a:ext cx="5438140" cy="295910"/>
            <a:chOff x="3049402" y="5192268"/>
            <a:chExt cx="5438140" cy="295910"/>
          </a:xfrm>
        </p:grpSpPr>
        <p:sp>
          <p:nvSpPr>
            <p:cNvPr id="8" name="object 8"/>
            <p:cNvSpPr/>
            <p:nvPr/>
          </p:nvSpPr>
          <p:spPr>
            <a:xfrm>
              <a:off x="3049397" y="5330964"/>
              <a:ext cx="5438140" cy="9525"/>
            </a:xfrm>
            <a:custGeom>
              <a:avLst/>
              <a:gdLst/>
              <a:ahLst/>
              <a:cxnLst/>
              <a:rect l="l" t="t" r="r" b="b"/>
              <a:pathLst>
                <a:path w="5438140" h="9525">
                  <a:moveTo>
                    <a:pt x="3657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6576" y="9144"/>
                  </a:lnTo>
                  <a:lnTo>
                    <a:pt x="36576" y="0"/>
                  </a:lnTo>
                  <a:close/>
                </a:path>
                <a:path w="5438140" h="9525">
                  <a:moveTo>
                    <a:pt x="103632" y="0"/>
                  </a:moveTo>
                  <a:lnTo>
                    <a:pt x="65532" y="0"/>
                  </a:lnTo>
                  <a:lnTo>
                    <a:pt x="65532" y="9144"/>
                  </a:lnTo>
                  <a:lnTo>
                    <a:pt x="103632" y="9144"/>
                  </a:lnTo>
                  <a:lnTo>
                    <a:pt x="103632" y="0"/>
                  </a:lnTo>
                  <a:close/>
                </a:path>
                <a:path w="5438140" h="9525">
                  <a:moveTo>
                    <a:pt x="170688" y="0"/>
                  </a:moveTo>
                  <a:lnTo>
                    <a:pt x="132588" y="0"/>
                  </a:lnTo>
                  <a:lnTo>
                    <a:pt x="132588" y="9144"/>
                  </a:lnTo>
                  <a:lnTo>
                    <a:pt x="170688" y="9144"/>
                  </a:lnTo>
                  <a:lnTo>
                    <a:pt x="170688" y="0"/>
                  </a:lnTo>
                  <a:close/>
                </a:path>
                <a:path w="5438140" h="9525">
                  <a:moveTo>
                    <a:pt x="236220" y="0"/>
                  </a:moveTo>
                  <a:lnTo>
                    <a:pt x="198120" y="0"/>
                  </a:lnTo>
                  <a:lnTo>
                    <a:pt x="198120" y="9144"/>
                  </a:lnTo>
                  <a:lnTo>
                    <a:pt x="236220" y="9144"/>
                  </a:lnTo>
                  <a:lnTo>
                    <a:pt x="236220" y="0"/>
                  </a:lnTo>
                  <a:close/>
                </a:path>
                <a:path w="5438140" h="9525">
                  <a:moveTo>
                    <a:pt x="303276" y="0"/>
                  </a:moveTo>
                  <a:lnTo>
                    <a:pt x="265176" y="0"/>
                  </a:lnTo>
                  <a:lnTo>
                    <a:pt x="265176" y="9144"/>
                  </a:lnTo>
                  <a:lnTo>
                    <a:pt x="303276" y="9144"/>
                  </a:lnTo>
                  <a:lnTo>
                    <a:pt x="303276" y="0"/>
                  </a:lnTo>
                  <a:close/>
                </a:path>
                <a:path w="5438140" h="9525">
                  <a:moveTo>
                    <a:pt x="370332" y="0"/>
                  </a:moveTo>
                  <a:lnTo>
                    <a:pt x="332232" y="0"/>
                  </a:lnTo>
                  <a:lnTo>
                    <a:pt x="332232" y="9144"/>
                  </a:lnTo>
                  <a:lnTo>
                    <a:pt x="370332" y="9144"/>
                  </a:lnTo>
                  <a:lnTo>
                    <a:pt x="370332" y="0"/>
                  </a:lnTo>
                  <a:close/>
                </a:path>
                <a:path w="5438140" h="9525">
                  <a:moveTo>
                    <a:pt x="437388" y="0"/>
                  </a:moveTo>
                  <a:lnTo>
                    <a:pt x="399288" y="0"/>
                  </a:lnTo>
                  <a:lnTo>
                    <a:pt x="399288" y="9144"/>
                  </a:lnTo>
                  <a:lnTo>
                    <a:pt x="437388" y="9144"/>
                  </a:lnTo>
                  <a:lnTo>
                    <a:pt x="437388" y="0"/>
                  </a:lnTo>
                  <a:close/>
                </a:path>
                <a:path w="5438140" h="9525">
                  <a:moveTo>
                    <a:pt x="502920" y="0"/>
                  </a:moveTo>
                  <a:lnTo>
                    <a:pt x="464820" y="0"/>
                  </a:lnTo>
                  <a:lnTo>
                    <a:pt x="464820" y="9144"/>
                  </a:lnTo>
                  <a:lnTo>
                    <a:pt x="502920" y="9144"/>
                  </a:lnTo>
                  <a:lnTo>
                    <a:pt x="502920" y="0"/>
                  </a:lnTo>
                  <a:close/>
                </a:path>
                <a:path w="5438140" h="9525">
                  <a:moveTo>
                    <a:pt x="1303020" y="0"/>
                  </a:moveTo>
                  <a:lnTo>
                    <a:pt x="1264920" y="0"/>
                  </a:lnTo>
                  <a:lnTo>
                    <a:pt x="1264920" y="9144"/>
                  </a:lnTo>
                  <a:lnTo>
                    <a:pt x="1303020" y="9144"/>
                  </a:lnTo>
                  <a:lnTo>
                    <a:pt x="1303020" y="0"/>
                  </a:lnTo>
                  <a:close/>
                </a:path>
                <a:path w="5438140" h="9525">
                  <a:moveTo>
                    <a:pt x="1370076" y="0"/>
                  </a:moveTo>
                  <a:lnTo>
                    <a:pt x="1331976" y="0"/>
                  </a:lnTo>
                  <a:lnTo>
                    <a:pt x="1331976" y="9144"/>
                  </a:lnTo>
                  <a:lnTo>
                    <a:pt x="1370076" y="9144"/>
                  </a:lnTo>
                  <a:lnTo>
                    <a:pt x="1370076" y="0"/>
                  </a:lnTo>
                  <a:close/>
                </a:path>
                <a:path w="5438140" h="9525">
                  <a:moveTo>
                    <a:pt x="1437132" y="0"/>
                  </a:moveTo>
                  <a:lnTo>
                    <a:pt x="1399032" y="0"/>
                  </a:lnTo>
                  <a:lnTo>
                    <a:pt x="1399032" y="9144"/>
                  </a:lnTo>
                  <a:lnTo>
                    <a:pt x="1437132" y="9144"/>
                  </a:lnTo>
                  <a:lnTo>
                    <a:pt x="1437132" y="0"/>
                  </a:lnTo>
                  <a:close/>
                </a:path>
                <a:path w="5438140" h="9525">
                  <a:moveTo>
                    <a:pt x="1504188" y="0"/>
                  </a:moveTo>
                  <a:lnTo>
                    <a:pt x="1466088" y="0"/>
                  </a:lnTo>
                  <a:lnTo>
                    <a:pt x="1466088" y="9144"/>
                  </a:lnTo>
                  <a:lnTo>
                    <a:pt x="1504188" y="9144"/>
                  </a:lnTo>
                  <a:lnTo>
                    <a:pt x="1504188" y="0"/>
                  </a:lnTo>
                  <a:close/>
                </a:path>
                <a:path w="5438140" h="9525">
                  <a:moveTo>
                    <a:pt x="1569720" y="0"/>
                  </a:moveTo>
                  <a:lnTo>
                    <a:pt x="1531620" y="0"/>
                  </a:lnTo>
                  <a:lnTo>
                    <a:pt x="1531620" y="9144"/>
                  </a:lnTo>
                  <a:lnTo>
                    <a:pt x="1569720" y="9144"/>
                  </a:lnTo>
                  <a:lnTo>
                    <a:pt x="1569720" y="0"/>
                  </a:lnTo>
                  <a:close/>
                </a:path>
                <a:path w="5438140" h="9525">
                  <a:moveTo>
                    <a:pt x="1636776" y="0"/>
                  </a:moveTo>
                  <a:lnTo>
                    <a:pt x="1598676" y="0"/>
                  </a:lnTo>
                  <a:lnTo>
                    <a:pt x="1598676" y="9144"/>
                  </a:lnTo>
                  <a:lnTo>
                    <a:pt x="1636776" y="9144"/>
                  </a:lnTo>
                  <a:lnTo>
                    <a:pt x="1636776" y="0"/>
                  </a:lnTo>
                  <a:close/>
                </a:path>
                <a:path w="5438140" h="9525">
                  <a:moveTo>
                    <a:pt x="1703832" y="0"/>
                  </a:moveTo>
                  <a:lnTo>
                    <a:pt x="1665732" y="0"/>
                  </a:lnTo>
                  <a:lnTo>
                    <a:pt x="1665732" y="9144"/>
                  </a:lnTo>
                  <a:lnTo>
                    <a:pt x="1703832" y="9144"/>
                  </a:lnTo>
                  <a:lnTo>
                    <a:pt x="1703832" y="0"/>
                  </a:lnTo>
                  <a:close/>
                </a:path>
                <a:path w="5438140" h="9525">
                  <a:moveTo>
                    <a:pt x="1770888" y="0"/>
                  </a:moveTo>
                  <a:lnTo>
                    <a:pt x="1732788" y="0"/>
                  </a:lnTo>
                  <a:lnTo>
                    <a:pt x="1732788" y="9144"/>
                  </a:lnTo>
                  <a:lnTo>
                    <a:pt x="1770888" y="9144"/>
                  </a:lnTo>
                  <a:lnTo>
                    <a:pt x="1770888" y="0"/>
                  </a:lnTo>
                  <a:close/>
                </a:path>
                <a:path w="5438140" h="9525">
                  <a:moveTo>
                    <a:pt x="1836420" y="0"/>
                  </a:moveTo>
                  <a:lnTo>
                    <a:pt x="1798320" y="0"/>
                  </a:lnTo>
                  <a:lnTo>
                    <a:pt x="1798320" y="9144"/>
                  </a:lnTo>
                  <a:lnTo>
                    <a:pt x="1836420" y="9144"/>
                  </a:lnTo>
                  <a:lnTo>
                    <a:pt x="1836420" y="0"/>
                  </a:lnTo>
                  <a:close/>
                </a:path>
                <a:path w="5438140" h="9525">
                  <a:moveTo>
                    <a:pt x="1903476" y="0"/>
                  </a:moveTo>
                  <a:lnTo>
                    <a:pt x="1865376" y="0"/>
                  </a:lnTo>
                  <a:lnTo>
                    <a:pt x="1865376" y="9144"/>
                  </a:lnTo>
                  <a:lnTo>
                    <a:pt x="1903476" y="9144"/>
                  </a:lnTo>
                  <a:lnTo>
                    <a:pt x="1903476" y="0"/>
                  </a:lnTo>
                  <a:close/>
                </a:path>
                <a:path w="5438140" h="9525">
                  <a:moveTo>
                    <a:pt x="1970532" y="0"/>
                  </a:moveTo>
                  <a:lnTo>
                    <a:pt x="1932432" y="0"/>
                  </a:lnTo>
                  <a:lnTo>
                    <a:pt x="1932432" y="9144"/>
                  </a:lnTo>
                  <a:lnTo>
                    <a:pt x="1970532" y="9144"/>
                  </a:lnTo>
                  <a:lnTo>
                    <a:pt x="1970532" y="0"/>
                  </a:lnTo>
                  <a:close/>
                </a:path>
                <a:path w="5438140" h="9525">
                  <a:moveTo>
                    <a:pt x="2037588" y="0"/>
                  </a:moveTo>
                  <a:lnTo>
                    <a:pt x="1999488" y="0"/>
                  </a:lnTo>
                  <a:lnTo>
                    <a:pt x="1999488" y="9144"/>
                  </a:lnTo>
                  <a:lnTo>
                    <a:pt x="2037588" y="9144"/>
                  </a:lnTo>
                  <a:lnTo>
                    <a:pt x="2037588" y="0"/>
                  </a:lnTo>
                  <a:close/>
                </a:path>
                <a:path w="5438140" h="9525">
                  <a:moveTo>
                    <a:pt x="2103120" y="0"/>
                  </a:moveTo>
                  <a:lnTo>
                    <a:pt x="2065020" y="0"/>
                  </a:lnTo>
                  <a:lnTo>
                    <a:pt x="2065020" y="9144"/>
                  </a:lnTo>
                  <a:lnTo>
                    <a:pt x="2103120" y="9144"/>
                  </a:lnTo>
                  <a:lnTo>
                    <a:pt x="2103120" y="0"/>
                  </a:lnTo>
                  <a:close/>
                </a:path>
                <a:path w="5438140" h="9525">
                  <a:moveTo>
                    <a:pt x="2170176" y="0"/>
                  </a:moveTo>
                  <a:lnTo>
                    <a:pt x="2132076" y="0"/>
                  </a:lnTo>
                  <a:lnTo>
                    <a:pt x="2132076" y="9144"/>
                  </a:lnTo>
                  <a:lnTo>
                    <a:pt x="2170176" y="9144"/>
                  </a:lnTo>
                  <a:lnTo>
                    <a:pt x="2170176" y="0"/>
                  </a:lnTo>
                  <a:close/>
                </a:path>
                <a:path w="5438140" h="9525">
                  <a:moveTo>
                    <a:pt x="2237232" y="0"/>
                  </a:moveTo>
                  <a:lnTo>
                    <a:pt x="2199132" y="0"/>
                  </a:lnTo>
                  <a:lnTo>
                    <a:pt x="2199132" y="9144"/>
                  </a:lnTo>
                  <a:lnTo>
                    <a:pt x="2237232" y="9144"/>
                  </a:lnTo>
                  <a:lnTo>
                    <a:pt x="2237232" y="0"/>
                  </a:lnTo>
                  <a:close/>
                </a:path>
                <a:path w="5438140" h="9525">
                  <a:moveTo>
                    <a:pt x="2304288" y="0"/>
                  </a:moveTo>
                  <a:lnTo>
                    <a:pt x="2266188" y="0"/>
                  </a:lnTo>
                  <a:lnTo>
                    <a:pt x="2266188" y="9144"/>
                  </a:lnTo>
                  <a:lnTo>
                    <a:pt x="2304288" y="9144"/>
                  </a:lnTo>
                  <a:lnTo>
                    <a:pt x="2304288" y="0"/>
                  </a:lnTo>
                  <a:close/>
                </a:path>
                <a:path w="5438140" h="9525">
                  <a:moveTo>
                    <a:pt x="2369820" y="0"/>
                  </a:moveTo>
                  <a:lnTo>
                    <a:pt x="2331720" y="0"/>
                  </a:lnTo>
                  <a:lnTo>
                    <a:pt x="2331720" y="9144"/>
                  </a:lnTo>
                  <a:lnTo>
                    <a:pt x="2369820" y="9144"/>
                  </a:lnTo>
                  <a:lnTo>
                    <a:pt x="2369820" y="0"/>
                  </a:lnTo>
                  <a:close/>
                </a:path>
                <a:path w="5438140" h="9525">
                  <a:moveTo>
                    <a:pt x="2436876" y="0"/>
                  </a:moveTo>
                  <a:lnTo>
                    <a:pt x="2398776" y="0"/>
                  </a:lnTo>
                  <a:lnTo>
                    <a:pt x="2398776" y="9144"/>
                  </a:lnTo>
                  <a:lnTo>
                    <a:pt x="2436876" y="9144"/>
                  </a:lnTo>
                  <a:lnTo>
                    <a:pt x="2436876" y="0"/>
                  </a:lnTo>
                  <a:close/>
                </a:path>
                <a:path w="5438140" h="9525">
                  <a:moveTo>
                    <a:pt x="2503932" y="0"/>
                  </a:moveTo>
                  <a:lnTo>
                    <a:pt x="2465832" y="0"/>
                  </a:lnTo>
                  <a:lnTo>
                    <a:pt x="2465832" y="9144"/>
                  </a:lnTo>
                  <a:lnTo>
                    <a:pt x="2503932" y="9144"/>
                  </a:lnTo>
                  <a:lnTo>
                    <a:pt x="2503932" y="0"/>
                  </a:lnTo>
                  <a:close/>
                </a:path>
                <a:path w="5438140" h="9525">
                  <a:moveTo>
                    <a:pt x="2570988" y="0"/>
                  </a:moveTo>
                  <a:lnTo>
                    <a:pt x="2532888" y="0"/>
                  </a:lnTo>
                  <a:lnTo>
                    <a:pt x="2532888" y="9144"/>
                  </a:lnTo>
                  <a:lnTo>
                    <a:pt x="2570988" y="9144"/>
                  </a:lnTo>
                  <a:lnTo>
                    <a:pt x="2570988" y="0"/>
                  </a:lnTo>
                  <a:close/>
                </a:path>
                <a:path w="5438140" h="9525">
                  <a:moveTo>
                    <a:pt x="2636520" y="0"/>
                  </a:moveTo>
                  <a:lnTo>
                    <a:pt x="2598420" y="0"/>
                  </a:lnTo>
                  <a:lnTo>
                    <a:pt x="2598420" y="9144"/>
                  </a:lnTo>
                  <a:lnTo>
                    <a:pt x="2636520" y="9144"/>
                  </a:lnTo>
                  <a:lnTo>
                    <a:pt x="2636520" y="0"/>
                  </a:lnTo>
                  <a:close/>
                </a:path>
                <a:path w="5438140" h="9525">
                  <a:moveTo>
                    <a:pt x="2703576" y="0"/>
                  </a:moveTo>
                  <a:lnTo>
                    <a:pt x="2665476" y="0"/>
                  </a:lnTo>
                  <a:lnTo>
                    <a:pt x="2665476" y="9144"/>
                  </a:lnTo>
                  <a:lnTo>
                    <a:pt x="2703576" y="9144"/>
                  </a:lnTo>
                  <a:lnTo>
                    <a:pt x="2703576" y="0"/>
                  </a:lnTo>
                  <a:close/>
                </a:path>
                <a:path w="5438140" h="9525">
                  <a:moveTo>
                    <a:pt x="2770632" y="0"/>
                  </a:moveTo>
                  <a:lnTo>
                    <a:pt x="2732532" y="0"/>
                  </a:lnTo>
                  <a:lnTo>
                    <a:pt x="2732532" y="9144"/>
                  </a:lnTo>
                  <a:lnTo>
                    <a:pt x="2770632" y="9144"/>
                  </a:lnTo>
                  <a:lnTo>
                    <a:pt x="2770632" y="0"/>
                  </a:lnTo>
                  <a:close/>
                </a:path>
                <a:path w="5438140" h="9525">
                  <a:moveTo>
                    <a:pt x="2837688" y="0"/>
                  </a:moveTo>
                  <a:lnTo>
                    <a:pt x="2799588" y="0"/>
                  </a:lnTo>
                  <a:lnTo>
                    <a:pt x="2799588" y="9144"/>
                  </a:lnTo>
                  <a:lnTo>
                    <a:pt x="2837688" y="9144"/>
                  </a:lnTo>
                  <a:lnTo>
                    <a:pt x="2837688" y="0"/>
                  </a:lnTo>
                  <a:close/>
                </a:path>
                <a:path w="5438140" h="9525">
                  <a:moveTo>
                    <a:pt x="2903220" y="0"/>
                  </a:moveTo>
                  <a:lnTo>
                    <a:pt x="2865120" y="0"/>
                  </a:lnTo>
                  <a:lnTo>
                    <a:pt x="2865120" y="9144"/>
                  </a:lnTo>
                  <a:lnTo>
                    <a:pt x="2903220" y="9144"/>
                  </a:lnTo>
                  <a:lnTo>
                    <a:pt x="2903220" y="0"/>
                  </a:lnTo>
                  <a:close/>
                </a:path>
                <a:path w="5438140" h="9525">
                  <a:moveTo>
                    <a:pt x="2970276" y="0"/>
                  </a:moveTo>
                  <a:lnTo>
                    <a:pt x="2932176" y="0"/>
                  </a:lnTo>
                  <a:lnTo>
                    <a:pt x="2932176" y="9144"/>
                  </a:lnTo>
                  <a:lnTo>
                    <a:pt x="2970276" y="9144"/>
                  </a:lnTo>
                  <a:lnTo>
                    <a:pt x="2970276" y="0"/>
                  </a:lnTo>
                  <a:close/>
                </a:path>
                <a:path w="5438140" h="9525">
                  <a:moveTo>
                    <a:pt x="3037332" y="0"/>
                  </a:moveTo>
                  <a:lnTo>
                    <a:pt x="2999232" y="0"/>
                  </a:lnTo>
                  <a:lnTo>
                    <a:pt x="2999232" y="9144"/>
                  </a:lnTo>
                  <a:lnTo>
                    <a:pt x="3037332" y="9144"/>
                  </a:lnTo>
                  <a:lnTo>
                    <a:pt x="3037332" y="0"/>
                  </a:lnTo>
                  <a:close/>
                </a:path>
                <a:path w="5438140" h="9525">
                  <a:moveTo>
                    <a:pt x="3104388" y="0"/>
                  </a:moveTo>
                  <a:lnTo>
                    <a:pt x="3066288" y="0"/>
                  </a:lnTo>
                  <a:lnTo>
                    <a:pt x="3066288" y="9144"/>
                  </a:lnTo>
                  <a:lnTo>
                    <a:pt x="3104388" y="9144"/>
                  </a:lnTo>
                  <a:lnTo>
                    <a:pt x="3104388" y="0"/>
                  </a:lnTo>
                  <a:close/>
                </a:path>
                <a:path w="5438140" h="9525">
                  <a:moveTo>
                    <a:pt x="3169920" y="0"/>
                  </a:moveTo>
                  <a:lnTo>
                    <a:pt x="3131820" y="0"/>
                  </a:lnTo>
                  <a:lnTo>
                    <a:pt x="3131820" y="9144"/>
                  </a:lnTo>
                  <a:lnTo>
                    <a:pt x="3169920" y="9144"/>
                  </a:lnTo>
                  <a:lnTo>
                    <a:pt x="3169920" y="0"/>
                  </a:lnTo>
                  <a:close/>
                </a:path>
                <a:path w="5438140" h="9525">
                  <a:moveTo>
                    <a:pt x="3236976" y="0"/>
                  </a:moveTo>
                  <a:lnTo>
                    <a:pt x="3198876" y="0"/>
                  </a:lnTo>
                  <a:lnTo>
                    <a:pt x="3198876" y="9144"/>
                  </a:lnTo>
                  <a:lnTo>
                    <a:pt x="3236976" y="9144"/>
                  </a:lnTo>
                  <a:lnTo>
                    <a:pt x="3236976" y="0"/>
                  </a:lnTo>
                  <a:close/>
                </a:path>
                <a:path w="5438140" h="9525">
                  <a:moveTo>
                    <a:pt x="3304032" y="0"/>
                  </a:moveTo>
                  <a:lnTo>
                    <a:pt x="3265932" y="0"/>
                  </a:lnTo>
                  <a:lnTo>
                    <a:pt x="3265932" y="9144"/>
                  </a:lnTo>
                  <a:lnTo>
                    <a:pt x="3304032" y="9144"/>
                  </a:lnTo>
                  <a:lnTo>
                    <a:pt x="3304032" y="0"/>
                  </a:lnTo>
                  <a:close/>
                </a:path>
                <a:path w="5438140" h="9525">
                  <a:moveTo>
                    <a:pt x="3371088" y="0"/>
                  </a:moveTo>
                  <a:lnTo>
                    <a:pt x="3332988" y="0"/>
                  </a:lnTo>
                  <a:lnTo>
                    <a:pt x="3332988" y="9144"/>
                  </a:lnTo>
                  <a:lnTo>
                    <a:pt x="3371088" y="9144"/>
                  </a:lnTo>
                  <a:lnTo>
                    <a:pt x="3371088" y="0"/>
                  </a:lnTo>
                  <a:close/>
                </a:path>
                <a:path w="5438140" h="9525">
                  <a:moveTo>
                    <a:pt x="3436620" y="0"/>
                  </a:moveTo>
                  <a:lnTo>
                    <a:pt x="3398520" y="0"/>
                  </a:lnTo>
                  <a:lnTo>
                    <a:pt x="3398520" y="9144"/>
                  </a:lnTo>
                  <a:lnTo>
                    <a:pt x="3436620" y="9144"/>
                  </a:lnTo>
                  <a:lnTo>
                    <a:pt x="3436620" y="0"/>
                  </a:lnTo>
                  <a:close/>
                </a:path>
                <a:path w="5438140" h="9525">
                  <a:moveTo>
                    <a:pt x="3503676" y="0"/>
                  </a:moveTo>
                  <a:lnTo>
                    <a:pt x="3465576" y="0"/>
                  </a:lnTo>
                  <a:lnTo>
                    <a:pt x="3465576" y="9144"/>
                  </a:lnTo>
                  <a:lnTo>
                    <a:pt x="3503676" y="9144"/>
                  </a:lnTo>
                  <a:lnTo>
                    <a:pt x="3503676" y="0"/>
                  </a:lnTo>
                  <a:close/>
                </a:path>
                <a:path w="5438140" h="9525">
                  <a:moveTo>
                    <a:pt x="3570732" y="0"/>
                  </a:moveTo>
                  <a:lnTo>
                    <a:pt x="3532632" y="0"/>
                  </a:lnTo>
                  <a:lnTo>
                    <a:pt x="3532632" y="9144"/>
                  </a:lnTo>
                  <a:lnTo>
                    <a:pt x="3570732" y="9144"/>
                  </a:lnTo>
                  <a:lnTo>
                    <a:pt x="3570732" y="0"/>
                  </a:lnTo>
                  <a:close/>
                </a:path>
                <a:path w="5438140" h="9525">
                  <a:moveTo>
                    <a:pt x="3637788" y="0"/>
                  </a:moveTo>
                  <a:lnTo>
                    <a:pt x="3599688" y="0"/>
                  </a:lnTo>
                  <a:lnTo>
                    <a:pt x="3599688" y="9144"/>
                  </a:lnTo>
                  <a:lnTo>
                    <a:pt x="3637788" y="9144"/>
                  </a:lnTo>
                  <a:lnTo>
                    <a:pt x="3637788" y="0"/>
                  </a:lnTo>
                  <a:close/>
                </a:path>
                <a:path w="5438140" h="9525">
                  <a:moveTo>
                    <a:pt x="3703320" y="0"/>
                  </a:moveTo>
                  <a:lnTo>
                    <a:pt x="3665220" y="0"/>
                  </a:lnTo>
                  <a:lnTo>
                    <a:pt x="3665220" y="9144"/>
                  </a:lnTo>
                  <a:lnTo>
                    <a:pt x="3703320" y="9144"/>
                  </a:lnTo>
                  <a:lnTo>
                    <a:pt x="3703320" y="0"/>
                  </a:lnTo>
                  <a:close/>
                </a:path>
                <a:path w="5438140" h="9525">
                  <a:moveTo>
                    <a:pt x="3770376" y="0"/>
                  </a:moveTo>
                  <a:lnTo>
                    <a:pt x="3732276" y="0"/>
                  </a:lnTo>
                  <a:lnTo>
                    <a:pt x="3732276" y="9144"/>
                  </a:lnTo>
                  <a:lnTo>
                    <a:pt x="3770376" y="9144"/>
                  </a:lnTo>
                  <a:lnTo>
                    <a:pt x="3770376" y="0"/>
                  </a:lnTo>
                  <a:close/>
                </a:path>
                <a:path w="5438140" h="9525">
                  <a:moveTo>
                    <a:pt x="3837432" y="0"/>
                  </a:moveTo>
                  <a:lnTo>
                    <a:pt x="3799332" y="0"/>
                  </a:lnTo>
                  <a:lnTo>
                    <a:pt x="3799332" y="9144"/>
                  </a:lnTo>
                  <a:lnTo>
                    <a:pt x="3837432" y="9144"/>
                  </a:lnTo>
                  <a:lnTo>
                    <a:pt x="3837432" y="0"/>
                  </a:lnTo>
                  <a:close/>
                </a:path>
                <a:path w="5438140" h="9525">
                  <a:moveTo>
                    <a:pt x="3904488" y="0"/>
                  </a:moveTo>
                  <a:lnTo>
                    <a:pt x="3866388" y="0"/>
                  </a:lnTo>
                  <a:lnTo>
                    <a:pt x="3866388" y="9144"/>
                  </a:lnTo>
                  <a:lnTo>
                    <a:pt x="3904488" y="9144"/>
                  </a:lnTo>
                  <a:lnTo>
                    <a:pt x="3904488" y="0"/>
                  </a:lnTo>
                  <a:close/>
                </a:path>
                <a:path w="5438140" h="9525">
                  <a:moveTo>
                    <a:pt x="3970020" y="0"/>
                  </a:moveTo>
                  <a:lnTo>
                    <a:pt x="3931920" y="0"/>
                  </a:lnTo>
                  <a:lnTo>
                    <a:pt x="3931920" y="9144"/>
                  </a:lnTo>
                  <a:lnTo>
                    <a:pt x="3970020" y="9144"/>
                  </a:lnTo>
                  <a:lnTo>
                    <a:pt x="3970020" y="0"/>
                  </a:lnTo>
                  <a:close/>
                </a:path>
                <a:path w="5438140" h="9525">
                  <a:moveTo>
                    <a:pt x="4037076" y="0"/>
                  </a:moveTo>
                  <a:lnTo>
                    <a:pt x="3998976" y="0"/>
                  </a:lnTo>
                  <a:lnTo>
                    <a:pt x="3998976" y="9144"/>
                  </a:lnTo>
                  <a:lnTo>
                    <a:pt x="4037076" y="9144"/>
                  </a:lnTo>
                  <a:lnTo>
                    <a:pt x="4037076" y="0"/>
                  </a:lnTo>
                  <a:close/>
                </a:path>
                <a:path w="5438140" h="9525">
                  <a:moveTo>
                    <a:pt x="4104132" y="0"/>
                  </a:moveTo>
                  <a:lnTo>
                    <a:pt x="4066032" y="0"/>
                  </a:lnTo>
                  <a:lnTo>
                    <a:pt x="4066032" y="9144"/>
                  </a:lnTo>
                  <a:lnTo>
                    <a:pt x="4104132" y="9144"/>
                  </a:lnTo>
                  <a:lnTo>
                    <a:pt x="4104132" y="0"/>
                  </a:lnTo>
                  <a:close/>
                </a:path>
                <a:path w="5438140" h="9525">
                  <a:moveTo>
                    <a:pt x="4171188" y="0"/>
                  </a:moveTo>
                  <a:lnTo>
                    <a:pt x="4133088" y="0"/>
                  </a:lnTo>
                  <a:lnTo>
                    <a:pt x="4133088" y="9144"/>
                  </a:lnTo>
                  <a:lnTo>
                    <a:pt x="4171188" y="9144"/>
                  </a:lnTo>
                  <a:lnTo>
                    <a:pt x="4171188" y="0"/>
                  </a:lnTo>
                  <a:close/>
                </a:path>
                <a:path w="5438140" h="9525">
                  <a:moveTo>
                    <a:pt x="4236720" y="0"/>
                  </a:moveTo>
                  <a:lnTo>
                    <a:pt x="4198620" y="0"/>
                  </a:lnTo>
                  <a:lnTo>
                    <a:pt x="4198620" y="9144"/>
                  </a:lnTo>
                  <a:lnTo>
                    <a:pt x="4236720" y="9144"/>
                  </a:lnTo>
                  <a:lnTo>
                    <a:pt x="4236720" y="0"/>
                  </a:lnTo>
                  <a:close/>
                </a:path>
                <a:path w="5438140" h="9525">
                  <a:moveTo>
                    <a:pt x="4303776" y="0"/>
                  </a:moveTo>
                  <a:lnTo>
                    <a:pt x="4265676" y="0"/>
                  </a:lnTo>
                  <a:lnTo>
                    <a:pt x="4265676" y="9144"/>
                  </a:lnTo>
                  <a:lnTo>
                    <a:pt x="4303776" y="9144"/>
                  </a:lnTo>
                  <a:lnTo>
                    <a:pt x="4303776" y="0"/>
                  </a:lnTo>
                  <a:close/>
                </a:path>
                <a:path w="5438140" h="9525">
                  <a:moveTo>
                    <a:pt x="4370832" y="0"/>
                  </a:moveTo>
                  <a:lnTo>
                    <a:pt x="4332732" y="0"/>
                  </a:lnTo>
                  <a:lnTo>
                    <a:pt x="4332732" y="9144"/>
                  </a:lnTo>
                  <a:lnTo>
                    <a:pt x="4370832" y="9144"/>
                  </a:lnTo>
                  <a:lnTo>
                    <a:pt x="4370832" y="0"/>
                  </a:lnTo>
                  <a:close/>
                </a:path>
                <a:path w="5438140" h="9525">
                  <a:moveTo>
                    <a:pt x="4437888" y="0"/>
                  </a:moveTo>
                  <a:lnTo>
                    <a:pt x="4399788" y="0"/>
                  </a:lnTo>
                  <a:lnTo>
                    <a:pt x="4399788" y="9144"/>
                  </a:lnTo>
                  <a:lnTo>
                    <a:pt x="4437888" y="9144"/>
                  </a:lnTo>
                  <a:lnTo>
                    <a:pt x="4437888" y="0"/>
                  </a:lnTo>
                  <a:close/>
                </a:path>
                <a:path w="5438140" h="9525">
                  <a:moveTo>
                    <a:pt x="4503420" y="0"/>
                  </a:moveTo>
                  <a:lnTo>
                    <a:pt x="4465320" y="0"/>
                  </a:lnTo>
                  <a:lnTo>
                    <a:pt x="4465320" y="9144"/>
                  </a:lnTo>
                  <a:lnTo>
                    <a:pt x="4503420" y="9144"/>
                  </a:lnTo>
                  <a:lnTo>
                    <a:pt x="4503420" y="0"/>
                  </a:lnTo>
                  <a:close/>
                </a:path>
                <a:path w="5438140" h="9525">
                  <a:moveTo>
                    <a:pt x="4570476" y="0"/>
                  </a:moveTo>
                  <a:lnTo>
                    <a:pt x="4532376" y="0"/>
                  </a:lnTo>
                  <a:lnTo>
                    <a:pt x="4532376" y="9144"/>
                  </a:lnTo>
                  <a:lnTo>
                    <a:pt x="4570476" y="9144"/>
                  </a:lnTo>
                  <a:lnTo>
                    <a:pt x="4570476" y="0"/>
                  </a:lnTo>
                  <a:close/>
                </a:path>
                <a:path w="5438140" h="9525">
                  <a:moveTo>
                    <a:pt x="4637532" y="0"/>
                  </a:moveTo>
                  <a:lnTo>
                    <a:pt x="4599432" y="0"/>
                  </a:lnTo>
                  <a:lnTo>
                    <a:pt x="4599432" y="9144"/>
                  </a:lnTo>
                  <a:lnTo>
                    <a:pt x="4637532" y="9144"/>
                  </a:lnTo>
                  <a:lnTo>
                    <a:pt x="4637532" y="0"/>
                  </a:lnTo>
                  <a:close/>
                </a:path>
                <a:path w="5438140" h="9525">
                  <a:moveTo>
                    <a:pt x="4704588" y="0"/>
                  </a:moveTo>
                  <a:lnTo>
                    <a:pt x="4666488" y="0"/>
                  </a:lnTo>
                  <a:lnTo>
                    <a:pt x="4666488" y="9144"/>
                  </a:lnTo>
                  <a:lnTo>
                    <a:pt x="4704588" y="9144"/>
                  </a:lnTo>
                  <a:lnTo>
                    <a:pt x="4704588" y="0"/>
                  </a:lnTo>
                  <a:close/>
                </a:path>
                <a:path w="5438140" h="9525">
                  <a:moveTo>
                    <a:pt x="4770120" y="0"/>
                  </a:moveTo>
                  <a:lnTo>
                    <a:pt x="4732020" y="0"/>
                  </a:lnTo>
                  <a:lnTo>
                    <a:pt x="4732020" y="9144"/>
                  </a:lnTo>
                  <a:lnTo>
                    <a:pt x="4770120" y="9144"/>
                  </a:lnTo>
                  <a:lnTo>
                    <a:pt x="4770120" y="0"/>
                  </a:lnTo>
                  <a:close/>
                </a:path>
                <a:path w="5438140" h="9525">
                  <a:moveTo>
                    <a:pt x="4837176" y="0"/>
                  </a:moveTo>
                  <a:lnTo>
                    <a:pt x="4799076" y="0"/>
                  </a:lnTo>
                  <a:lnTo>
                    <a:pt x="4799076" y="9144"/>
                  </a:lnTo>
                  <a:lnTo>
                    <a:pt x="4837176" y="9144"/>
                  </a:lnTo>
                  <a:lnTo>
                    <a:pt x="4837176" y="0"/>
                  </a:lnTo>
                  <a:close/>
                </a:path>
                <a:path w="5438140" h="9525">
                  <a:moveTo>
                    <a:pt x="4904232" y="0"/>
                  </a:moveTo>
                  <a:lnTo>
                    <a:pt x="4866132" y="0"/>
                  </a:lnTo>
                  <a:lnTo>
                    <a:pt x="4866132" y="9144"/>
                  </a:lnTo>
                  <a:lnTo>
                    <a:pt x="4904232" y="9144"/>
                  </a:lnTo>
                  <a:lnTo>
                    <a:pt x="4904232" y="0"/>
                  </a:lnTo>
                  <a:close/>
                </a:path>
                <a:path w="5438140" h="9525">
                  <a:moveTo>
                    <a:pt x="4971288" y="0"/>
                  </a:moveTo>
                  <a:lnTo>
                    <a:pt x="4933188" y="0"/>
                  </a:lnTo>
                  <a:lnTo>
                    <a:pt x="4933188" y="9144"/>
                  </a:lnTo>
                  <a:lnTo>
                    <a:pt x="4971288" y="9144"/>
                  </a:lnTo>
                  <a:lnTo>
                    <a:pt x="4971288" y="0"/>
                  </a:lnTo>
                  <a:close/>
                </a:path>
                <a:path w="5438140" h="9525">
                  <a:moveTo>
                    <a:pt x="5036820" y="0"/>
                  </a:moveTo>
                  <a:lnTo>
                    <a:pt x="4998720" y="0"/>
                  </a:lnTo>
                  <a:lnTo>
                    <a:pt x="4998720" y="9144"/>
                  </a:lnTo>
                  <a:lnTo>
                    <a:pt x="5036820" y="9144"/>
                  </a:lnTo>
                  <a:lnTo>
                    <a:pt x="5036820" y="0"/>
                  </a:lnTo>
                  <a:close/>
                </a:path>
                <a:path w="5438140" h="9525">
                  <a:moveTo>
                    <a:pt x="5103876" y="0"/>
                  </a:moveTo>
                  <a:lnTo>
                    <a:pt x="5065776" y="0"/>
                  </a:lnTo>
                  <a:lnTo>
                    <a:pt x="5065776" y="9144"/>
                  </a:lnTo>
                  <a:lnTo>
                    <a:pt x="5103876" y="9144"/>
                  </a:lnTo>
                  <a:lnTo>
                    <a:pt x="5103876" y="0"/>
                  </a:lnTo>
                  <a:close/>
                </a:path>
                <a:path w="5438140" h="9525">
                  <a:moveTo>
                    <a:pt x="5170932" y="0"/>
                  </a:moveTo>
                  <a:lnTo>
                    <a:pt x="5132832" y="0"/>
                  </a:lnTo>
                  <a:lnTo>
                    <a:pt x="5132832" y="9144"/>
                  </a:lnTo>
                  <a:lnTo>
                    <a:pt x="5170932" y="9144"/>
                  </a:lnTo>
                  <a:lnTo>
                    <a:pt x="5170932" y="0"/>
                  </a:lnTo>
                  <a:close/>
                </a:path>
                <a:path w="5438140" h="9525">
                  <a:moveTo>
                    <a:pt x="5237988" y="0"/>
                  </a:moveTo>
                  <a:lnTo>
                    <a:pt x="5199888" y="0"/>
                  </a:lnTo>
                  <a:lnTo>
                    <a:pt x="5199888" y="9144"/>
                  </a:lnTo>
                  <a:lnTo>
                    <a:pt x="5237988" y="9144"/>
                  </a:lnTo>
                  <a:lnTo>
                    <a:pt x="5237988" y="0"/>
                  </a:lnTo>
                  <a:close/>
                </a:path>
                <a:path w="5438140" h="9525">
                  <a:moveTo>
                    <a:pt x="5303520" y="0"/>
                  </a:moveTo>
                  <a:lnTo>
                    <a:pt x="5265420" y="0"/>
                  </a:lnTo>
                  <a:lnTo>
                    <a:pt x="5265420" y="9144"/>
                  </a:lnTo>
                  <a:lnTo>
                    <a:pt x="5303520" y="9144"/>
                  </a:lnTo>
                  <a:lnTo>
                    <a:pt x="5303520" y="0"/>
                  </a:lnTo>
                  <a:close/>
                </a:path>
                <a:path w="5438140" h="9525">
                  <a:moveTo>
                    <a:pt x="5370576" y="0"/>
                  </a:moveTo>
                  <a:lnTo>
                    <a:pt x="5332476" y="0"/>
                  </a:lnTo>
                  <a:lnTo>
                    <a:pt x="5332476" y="9144"/>
                  </a:lnTo>
                  <a:lnTo>
                    <a:pt x="5370576" y="9144"/>
                  </a:lnTo>
                  <a:lnTo>
                    <a:pt x="5370576" y="0"/>
                  </a:lnTo>
                  <a:close/>
                </a:path>
                <a:path w="5438140" h="9525">
                  <a:moveTo>
                    <a:pt x="5437632" y="0"/>
                  </a:moveTo>
                  <a:lnTo>
                    <a:pt x="5399532" y="0"/>
                  </a:lnTo>
                  <a:lnTo>
                    <a:pt x="5399532" y="9144"/>
                  </a:lnTo>
                  <a:lnTo>
                    <a:pt x="5437632" y="9144"/>
                  </a:lnTo>
                  <a:lnTo>
                    <a:pt x="5437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49402" y="5330952"/>
              <a:ext cx="36830" cy="9525"/>
            </a:xfrm>
            <a:custGeom>
              <a:avLst/>
              <a:gdLst/>
              <a:ahLst/>
              <a:cxnLst/>
              <a:rect l="l" t="t" r="r" b="b"/>
              <a:pathLst>
                <a:path w="36830" h="9525">
                  <a:moveTo>
                    <a:pt x="36576" y="9144"/>
                  </a:moveTo>
                  <a:lnTo>
                    <a:pt x="36576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36576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1801" y="5196840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90" h="287020">
                  <a:moveTo>
                    <a:pt x="288035" y="143255"/>
                  </a:moveTo>
                  <a:lnTo>
                    <a:pt x="280732" y="97926"/>
                  </a:lnTo>
                  <a:lnTo>
                    <a:pt x="260335" y="58594"/>
                  </a:lnTo>
                  <a:lnTo>
                    <a:pt x="229112" y="27602"/>
                  </a:lnTo>
                  <a:lnTo>
                    <a:pt x="189329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9329" y="279221"/>
                  </a:lnTo>
                  <a:lnTo>
                    <a:pt x="229112" y="258909"/>
                  </a:lnTo>
                  <a:lnTo>
                    <a:pt x="260335" y="227917"/>
                  </a:lnTo>
                  <a:lnTo>
                    <a:pt x="280732" y="188585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07230" y="5192268"/>
              <a:ext cx="297180" cy="295910"/>
            </a:xfrm>
            <a:custGeom>
              <a:avLst/>
              <a:gdLst/>
              <a:ahLst/>
              <a:cxnLst/>
              <a:rect l="l" t="t" r="r" b="b"/>
              <a:pathLst>
                <a:path w="297179" h="295910">
                  <a:moveTo>
                    <a:pt x="297180" y="147828"/>
                  </a:moveTo>
                  <a:lnTo>
                    <a:pt x="284988" y="89916"/>
                  </a:lnTo>
                  <a:lnTo>
                    <a:pt x="263652" y="53340"/>
                  </a:lnTo>
                  <a:lnTo>
                    <a:pt x="231648" y="24384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65532" y="24384"/>
                  </a:lnTo>
                  <a:lnTo>
                    <a:pt x="33528" y="53340"/>
                  </a:lnTo>
                  <a:lnTo>
                    <a:pt x="12192" y="89916"/>
                  </a:lnTo>
                  <a:lnTo>
                    <a:pt x="1524" y="132588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9144" y="147828"/>
                  </a:lnTo>
                  <a:lnTo>
                    <a:pt x="10668" y="134112"/>
                  </a:lnTo>
                  <a:lnTo>
                    <a:pt x="12192" y="118872"/>
                  </a:lnTo>
                  <a:lnTo>
                    <a:pt x="15240" y="106680"/>
                  </a:lnTo>
                  <a:lnTo>
                    <a:pt x="21336" y="92964"/>
                  </a:lnTo>
                  <a:lnTo>
                    <a:pt x="25908" y="80772"/>
                  </a:lnTo>
                  <a:lnTo>
                    <a:pt x="41148" y="59436"/>
                  </a:lnTo>
                  <a:lnTo>
                    <a:pt x="50292" y="48768"/>
                  </a:lnTo>
                  <a:lnTo>
                    <a:pt x="60960" y="41148"/>
                  </a:lnTo>
                  <a:lnTo>
                    <a:pt x="71628" y="32004"/>
                  </a:lnTo>
                  <a:lnTo>
                    <a:pt x="108204" y="15240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37744" y="41148"/>
                  </a:lnTo>
                  <a:lnTo>
                    <a:pt x="263652" y="70104"/>
                  </a:lnTo>
                  <a:lnTo>
                    <a:pt x="281940" y="106680"/>
                  </a:lnTo>
                  <a:lnTo>
                    <a:pt x="288036" y="147828"/>
                  </a:lnTo>
                  <a:lnTo>
                    <a:pt x="288036" y="198882"/>
                  </a:lnTo>
                  <a:lnTo>
                    <a:pt x="291084" y="192024"/>
                  </a:lnTo>
                  <a:lnTo>
                    <a:pt x="294132" y="176784"/>
                  </a:lnTo>
                  <a:lnTo>
                    <a:pt x="295656" y="163068"/>
                  </a:lnTo>
                  <a:lnTo>
                    <a:pt x="297180" y="147828"/>
                  </a:lnTo>
                  <a:close/>
                </a:path>
                <a:path w="297179" h="295910">
                  <a:moveTo>
                    <a:pt x="288036" y="198882"/>
                  </a:moveTo>
                  <a:lnTo>
                    <a:pt x="288036" y="147828"/>
                  </a:lnTo>
                  <a:lnTo>
                    <a:pt x="286512" y="161544"/>
                  </a:lnTo>
                  <a:lnTo>
                    <a:pt x="284988" y="176784"/>
                  </a:lnTo>
                  <a:lnTo>
                    <a:pt x="280416" y="188976"/>
                  </a:lnTo>
                  <a:lnTo>
                    <a:pt x="256032" y="236220"/>
                  </a:lnTo>
                  <a:lnTo>
                    <a:pt x="236220" y="254508"/>
                  </a:lnTo>
                  <a:lnTo>
                    <a:pt x="225552" y="263652"/>
                  </a:lnTo>
                  <a:lnTo>
                    <a:pt x="188976" y="280416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9436" y="254508"/>
                  </a:lnTo>
                  <a:lnTo>
                    <a:pt x="33528" y="225552"/>
                  </a:lnTo>
                  <a:lnTo>
                    <a:pt x="15240" y="188976"/>
                  </a:lnTo>
                  <a:lnTo>
                    <a:pt x="9144" y="147828"/>
                  </a:lnTo>
                  <a:lnTo>
                    <a:pt x="9144" y="198882"/>
                  </a:lnTo>
                  <a:lnTo>
                    <a:pt x="33528" y="242316"/>
                  </a:lnTo>
                  <a:lnTo>
                    <a:pt x="65532" y="271272"/>
                  </a:lnTo>
                  <a:lnTo>
                    <a:pt x="105156" y="289560"/>
                  </a:lnTo>
                  <a:lnTo>
                    <a:pt x="134112" y="295656"/>
                  </a:lnTo>
                  <a:lnTo>
                    <a:pt x="164592" y="295656"/>
                  </a:lnTo>
                  <a:lnTo>
                    <a:pt x="178308" y="292608"/>
                  </a:lnTo>
                  <a:lnTo>
                    <a:pt x="193548" y="289560"/>
                  </a:lnTo>
                  <a:lnTo>
                    <a:pt x="231648" y="271272"/>
                  </a:lnTo>
                  <a:lnTo>
                    <a:pt x="263652" y="242316"/>
                  </a:lnTo>
                  <a:lnTo>
                    <a:pt x="284988" y="205740"/>
                  </a:lnTo>
                  <a:lnTo>
                    <a:pt x="288036" y="1988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089023" y="5112510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24634" y="5207722"/>
            <a:ext cx="640080" cy="256540"/>
          </a:xfrm>
          <a:custGeom>
            <a:avLst/>
            <a:gdLst/>
            <a:ahLst/>
            <a:cxnLst/>
            <a:rect l="l" t="t" r="r" b="b"/>
            <a:pathLst>
              <a:path w="640079" h="256539">
                <a:moveTo>
                  <a:pt x="256460" y="24407"/>
                </a:moveTo>
                <a:lnTo>
                  <a:pt x="252984" y="13501"/>
                </a:lnTo>
                <a:lnTo>
                  <a:pt x="244863" y="5000"/>
                </a:lnTo>
                <a:lnTo>
                  <a:pt x="234886" y="357"/>
                </a:lnTo>
                <a:lnTo>
                  <a:pt x="224051" y="0"/>
                </a:lnTo>
                <a:lnTo>
                  <a:pt x="213360" y="4357"/>
                </a:lnTo>
                <a:lnTo>
                  <a:pt x="0" y="127801"/>
                </a:lnTo>
                <a:lnTo>
                  <a:pt x="56388" y="160828"/>
                </a:lnTo>
                <a:lnTo>
                  <a:pt x="56388" y="100369"/>
                </a:lnTo>
                <a:lnTo>
                  <a:pt x="161428" y="100369"/>
                </a:lnTo>
                <a:lnTo>
                  <a:pt x="242316" y="53125"/>
                </a:lnTo>
                <a:lnTo>
                  <a:pt x="250840" y="45648"/>
                </a:lnTo>
                <a:lnTo>
                  <a:pt x="255651" y="35599"/>
                </a:lnTo>
                <a:lnTo>
                  <a:pt x="256460" y="24407"/>
                </a:lnTo>
                <a:close/>
              </a:path>
              <a:path w="640079" h="256539">
                <a:moveTo>
                  <a:pt x="161428" y="100369"/>
                </a:moveTo>
                <a:lnTo>
                  <a:pt x="56388" y="100369"/>
                </a:lnTo>
                <a:lnTo>
                  <a:pt x="56388" y="156757"/>
                </a:lnTo>
                <a:lnTo>
                  <a:pt x="70104" y="156757"/>
                </a:lnTo>
                <a:lnTo>
                  <a:pt x="70104" y="103417"/>
                </a:lnTo>
                <a:lnTo>
                  <a:pt x="113157" y="128563"/>
                </a:lnTo>
                <a:lnTo>
                  <a:pt x="161428" y="100369"/>
                </a:lnTo>
                <a:close/>
              </a:path>
              <a:path w="640079" h="256539">
                <a:moveTo>
                  <a:pt x="256460" y="231433"/>
                </a:moveTo>
                <a:lnTo>
                  <a:pt x="255651" y="220765"/>
                </a:lnTo>
                <a:lnTo>
                  <a:pt x="250840" y="211240"/>
                </a:lnTo>
                <a:lnTo>
                  <a:pt x="242316" y="204001"/>
                </a:lnTo>
                <a:lnTo>
                  <a:pt x="161428" y="156757"/>
                </a:lnTo>
                <a:lnTo>
                  <a:pt x="56388" y="156757"/>
                </a:lnTo>
                <a:lnTo>
                  <a:pt x="56388" y="160828"/>
                </a:lnTo>
                <a:lnTo>
                  <a:pt x="213360" y="252769"/>
                </a:lnTo>
                <a:lnTo>
                  <a:pt x="224051" y="256246"/>
                </a:lnTo>
                <a:lnTo>
                  <a:pt x="234886" y="255436"/>
                </a:lnTo>
                <a:lnTo>
                  <a:pt x="244863" y="250626"/>
                </a:lnTo>
                <a:lnTo>
                  <a:pt x="252984" y="242101"/>
                </a:lnTo>
                <a:lnTo>
                  <a:pt x="256460" y="231433"/>
                </a:lnTo>
                <a:close/>
              </a:path>
              <a:path w="640079" h="256539">
                <a:moveTo>
                  <a:pt x="113157" y="128563"/>
                </a:moveTo>
                <a:lnTo>
                  <a:pt x="70104" y="103417"/>
                </a:lnTo>
                <a:lnTo>
                  <a:pt x="70104" y="153709"/>
                </a:lnTo>
                <a:lnTo>
                  <a:pt x="113157" y="128563"/>
                </a:lnTo>
                <a:close/>
              </a:path>
              <a:path w="640079" h="256539">
                <a:moveTo>
                  <a:pt x="161428" y="156757"/>
                </a:moveTo>
                <a:lnTo>
                  <a:pt x="113157" y="128563"/>
                </a:lnTo>
                <a:lnTo>
                  <a:pt x="70104" y="153709"/>
                </a:lnTo>
                <a:lnTo>
                  <a:pt x="70104" y="156757"/>
                </a:lnTo>
                <a:lnTo>
                  <a:pt x="161428" y="156757"/>
                </a:lnTo>
                <a:close/>
              </a:path>
              <a:path w="640079" h="256539">
                <a:moveTo>
                  <a:pt x="640080" y="156757"/>
                </a:moveTo>
                <a:lnTo>
                  <a:pt x="640080" y="100369"/>
                </a:lnTo>
                <a:lnTo>
                  <a:pt x="161428" y="100369"/>
                </a:lnTo>
                <a:lnTo>
                  <a:pt x="113157" y="128563"/>
                </a:lnTo>
                <a:lnTo>
                  <a:pt x="161428" y="156757"/>
                </a:lnTo>
                <a:lnTo>
                  <a:pt x="640080" y="156757"/>
                </a:lnTo>
                <a:close/>
              </a:path>
            </a:pathLst>
          </a:custGeom>
          <a:solidFill>
            <a:srgbClr val="B2B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96144" y="547369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1623" y="547369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0706" y="5268467"/>
            <a:ext cx="144779" cy="13258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82585" y="1500631"/>
            <a:ext cx="6892290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field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at</a:t>
            </a:r>
            <a:endParaRPr sz="2000">
              <a:latin typeface="Arial MT"/>
              <a:cs typeface="Arial MT"/>
            </a:endParaRPr>
          </a:p>
          <a:p>
            <a:pPr marL="353060" indent="-340360">
              <a:lnSpc>
                <a:spcPct val="100000"/>
              </a:lnSpc>
              <a:buAutoNum type="alphaLcParenBoth"/>
              <a:tabLst>
                <a:tab pos="353060" algn="l"/>
              </a:tabLst>
            </a:pP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S</a:t>
            </a:r>
            <a:endParaRPr sz="2000">
              <a:latin typeface="Arial MT"/>
              <a:cs typeface="Arial MT"/>
            </a:endParaRPr>
          </a:p>
          <a:p>
            <a:pPr marL="353060" indent="-340360">
              <a:lnSpc>
                <a:spcPct val="100000"/>
              </a:lnSpc>
              <a:buAutoNum type="alphaLcParenBoth"/>
              <a:tabLst>
                <a:tab pos="353060" algn="l"/>
              </a:tabLst>
            </a:pP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R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field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at</a:t>
            </a:r>
            <a:endParaRPr sz="2000">
              <a:latin typeface="Arial MT"/>
              <a:cs typeface="Arial MT"/>
            </a:endParaRPr>
          </a:p>
          <a:p>
            <a:pPr marL="353060" indent="-340360">
              <a:lnSpc>
                <a:spcPct val="100000"/>
              </a:lnSpc>
              <a:buAutoNum type="alphaLcParenBoth" startAt="3"/>
              <a:tabLst>
                <a:tab pos="353060" algn="l"/>
              </a:tabLst>
            </a:pP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82585" y="3024630"/>
            <a:ext cx="1172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(d)</a:t>
            </a:r>
            <a:r>
              <a:rPr sz="2000" spc="-3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R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21030" y="5204031"/>
            <a:ext cx="2052955" cy="260350"/>
            <a:chOff x="3121030" y="5204031"/>
            <a:chExt cx="2052955" cy="260350"/>
          </a:xfrm>
        </p:grpSpPr>
        <p:sp>
          <p:nvSpPr>
            <p:cNvPr id="20" name="object 20"/>
            <p:cNvSpPr/>
            <p:nvPr/>
          </p:nvSpPr>
          <p:spPr>
            <a:xfrm>
              <a:off x="3200278" y="5207722"/>
              <a:ext cx="365760" cy="256540"/>
            </a:xfrm>
            <a:custGeom>
              <a:avLst/>
              <a:gdLst/>
              <a:ahLst/>
              <a:cxnLst/>
              <a:rect l="l" t="t" r="r" b="b"/>
              <a:pathLst>
                <a:path w="365760" h="256539">
                  <a:moveTo>
                    <a:pt x="251460" y="128563"/>
                  </a:moveTo>
                  <a:lnTo>
                    <a:pt x="203615" y="100369"/>
                  </a:lnTo>
                  <a:lnTo>
                    <a:pt x="0" y="100369"/>
                  </a:lnTo>
                  <a:lnTo>
                    <a:pt x="0" y="156757"/>
                  </a:lnTo>
                  <a:lnTo>
                    <a:pt x="203615" y="156757"/>
                  </a:lnTo>
                  <a:lnTo>
                    <a:pt x="251460" y="128563"/>
                  </a:lnTo>
                  <a:close/>
                </a:path>
                <a:path w="365760" h="256539">
                  <a:moveTo>
                    <a:pt x="365760" y="127801"/>
                  </a:moveTo>
                  <a:lnTo>
                    <a:pt x="152400" y="4357"/>
                  </a:lnTo>
                  <a:lnTo>
                    <a:pt x="141493" y="0"/>
                  </a:lnTo>
                  <a:lnTo>
                    <a:pt x="130302" y="357"/>
                  </a:lnTo>
                  <a:lnTo>
                    <a:pt x="120253" y="5000"/>
                  </a:lnTo>
                  <a:lnTo>
                    <a:pt x="112776" y="13501"/>
                  </a:lnTo>
                  <a:lnTo>
                    <a:pt x="109299" y="24407"/>
                  </a:lnTo>
                  <a:lnTo>
                    <a:pt x="110109" y="35599"/>
                  </a:lnTo>
                  <a:lnTo>
                    <a:pt x="114919" y="45648"/>
                  </a:lnTo>
                  <a:lnTo>
                    <a:pt x="123444" y="53125"/>
                  </a:lnTo>
                  <a:lnTo>
                    <a:pt x="203615" y="100369"/>
                  </a:lnTo>
                  <a:lnTo>
                    <a:pt x="309372" y="100369"/>
                  </a:lnTo>
                  <a:lnTo>
                    <a:pt x="309372" y="160828"/>
                  </a:lnTo>
                  <a:lnTo>
                    <a:pt x="365760" y="127801"/>
                  </a:lnTo>
                  <a:close/>
                </a:path>
                <a:path w="365760" h="256539">
                  <a:moveTo>
                    <a:pt x="309372" y="160828"/>
                  </a:moveTo>
                  <a:lnTo>
                    <a:pt x="309372" y="156757"/>
                  </a:lnTo>
                  <a:lnTo>
                    <a:pt x="203615" y="156757"/>
                  </a:lnTo>
                  <a:lnTo>
                    <a:pt x="123444" y="204001"/>
                  </a:lnTo>
                  <a:lnTo>
                    <a:pt x="114919" y="211240"/>
                  </a:lnTo>
                  <a:lnTo>
                    <a:pt x="110109" y="220765"/>
                  </a:lnTo>
                  <a:lnTo>
                    <a:pt x="109299" y="231433"/>
                  </a:lnTo>
                  <a:lnTo>
                    <a:pt x="112776" y="242101"/>
                  </a:lnTo>
                  <a:lnTo>
                    <a:pt x="120253" y="250626"/>
                  </a:lnTo>
                  <a:lnTo>
                    <a:pt x="130302" y="255436"/>
                  </a:lnTo>
                  <a:lnTo>
                    <a:pt x="141493" y="256246"/>
                  </a:lnTo>
                  <a:lnTo>
                    <a:pt x="152400" y="252769"/>
                  </a:lnTo>
                  <a:lnTo>
                    <a:pt x="309372" y="160828"/>
                  </a:lnTo>
                  <a:close/>
                </a:path>
                <a:path w="365760" h="256539">
                  <a:moveTo>
                    <a:pt x="309372" y="156757"/>
                  </a:moveTo>
                  <a:lnTo>
                    <a:pt x="309372" y="100369"/>
                  </a:lnTo>
                  <a:lnTo>
                    <a:pt x="203615" y="100369"/>
                  </a:lnTo>
                  <a:lnTo>
                    <a:pt x="251460" y="128563"/>
                  </a:lnTo>
                  <a:lnTo>
                    <a:pt x="294132" y="103417"/>
                  </a:lnTo>
                  <a:lnTo>
                    <a:pt x="294132" y="156757"/>
                  </a:lnTo>
                  <a:lnTo>
                    <a:pt x="309372" y="156757"/>
                  </a:lnTo>
                  <a:close/>
                </a:path>
                <a:path w="365760" h="256539">
                  <a:moveTo>
                    <a:pt x="294132" y="156757"/>
                  </a:moveTo>
                  <a:lnTo>
                    <a:pt x="294132" y="153709"/>
                  </a:lnTo>
                  <a:lnTo>
                    <a:pt x="251460" y="128563"/>
                  </a:lnTo>
                  <a:lnTo>
                    <a:pt x="203615" y="156757"/>
                  </a:lnTo>
                  <a:lnTo>
                    <a:pt x="294132" y="156757"/>
                  </a:lnTo>
                  <a:close/>
                </a:path>
                <a:path w="365760" h="256539">
                  <a:moveTo>
                    <a:pt x="294132" y="153709"/>
                  </a:moveTo>
                  <a:lnTo>
                    <a:pt x="294132" y="103417"/>
                  </a:lnTo>
                  <a:lnTo>
                    <a:pt x="251460" y="128563"/>
                  </a:lnTo>
                  <a:lnTo>
                    <a:pt x="294132" y="153709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1030" y="5279135"/>
              <a:ext cx="144779" cy="1325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309750" y="5204031"/>
              <a:ext cx="864235" cy="257175"/>
            </a:xfrm>
            <a:custGeom>
              <a:avLst/>
              <a:gdLst/>
              <a:ahLst/>
              <a:cxnLst/>
              <a:rect l="l" t="t" r="r" b="b"/>
              <a:pathLst>
                <a:path w="864235" h="257175">
                  <a:moveTo>
                    <a:pt x="257984" y="25050"/>
                  </a:moveTo>
                  <a:lnTo>
                    <a:pt x="254508" y="14144"/>
                  </a:lnTo>
                  <a:lnTo>
                    <a:pt x="247030" y="5619"/>
                  </a:lnTo>
                  <a:lnTo>
                    <a:pt x="236982" y="809"/>
                  </a:lnTo>
                  <a:lnTo>
                    <a:pt x="225790" y="0"/>
                  </a:lnTo>
                  <a:lnTo>
                    <a:pt x="214884" y="3476"/>
                  </a:lnTo>
                  <a:lnTo>
                    <a:pt x="0" y="125396"/>
                  </a:lnTo>
                  <a:lnTo>
                    <a:pt x="56388" y="159472"/>
                  </a:lnTo>
                  <a:lnTo>
                    <a:pt x="56388" y="154352"/>
                  </a:lnTo>
                  <a:lnTo>
                    <a:pt x="57912" y="97964"/>
                  </a:lnTo>
                  <a:lnTo>
                    <a:pt x="160545" y="99322"/>
                  </a:lnTo>
                  <a:lnTo>
                    <a:pt x="163343" y="99359"/>
                  </a:lnTo>
                  <a:lnTo>
                    <a:pt x="243840" y="53768"/>
                  </a:lnTo>
                  <a:lnTo>
                    <a:pt x="252364" y="46291"/>
                  </a:lnTo>
                  <a:lnTo>
                    <a:pt x="257175" y="36242"/>
                  </a:lnTo>
                  <a:lnTo>
                    <a:pt x="257984" y="25050"/>
                  </a:lnTo>
                  <a:close/>
                </a:path>
                <a:path w="864235" h="257175">
                  <a:moveTo>
                    <a:pt x="163343" y="99359"/>
                  </a:moveTo>
                  <a:lnTo>
                    <a:pt x="57912" y="97964"/>
                  </a:lnTo>
                  <a:lnTo>
                    <a:pt x="56388" y="154352"/>
                  </a:lnTo>
                  <a:lnTo>
                    <a:pt x="71628" y="154553"/>
                  </a:lnTo>
                  <a:lnTo>
                    <a:pt x="71628" y="102536"/>
                  </a:lnTo>
                  <a:lnTo>
                    <a:pt x="113503" y="127587"/>
                  </a:lnTo>
                  <a:lnTo>
                    <a:pt x="163343" y="99359"/>
                  </a:lnTo>
                  <a:close/>
                </a:path>
                <a:path w="864235" h="257175">
                  <a:moveTo>
                    <a:pt x="255174" y="232719"/>
                  </a:moveTo>
                  <a:lnTo>
                    <a:pt x="160545" y="155728"/>
                  </a:lnTo>
                  <a:lnTo>
                    <a:pt x="57912" y="154372"/>
                  </a:lnTo>
                  <a:lnTo>
                    <a:pt x="56388" y="154352"/>
                  </a:lnTo>
                  <a:lnTo>
                    <a:pt x="56388" y="159472"/>
                  </a:lnTo>
                  <a:lnTo>
                    <a:pt x="211836" y="253412"/>
                  </a:lnTo>
                  <a:lnTo>
                    <a:pt x="222742" y="256889"/>
                  </a:lnTo>
                  <a:lnTo>
                    <a:pt x="233934" y="256079"/>
                  </a:lnTo>
                  <a:lnTo>
                    <a:pt x="243840" y="251337"/>
                  </a:lnTo>
                  <a:lnTo>
                    <a:pt x="243982" y="251269"/>
                  </a:lnTo>
                  <a:lnTo>
                    <a:pt x="251460" y="242744"/>
                  </a:lnTo>
                  <a:lnTo>
                    <a:pt x="255174" y="232719"/>
                  </a:lnTo>
                  <a:close/>
                </a:path>
                <a:path w="864235" h="257175">
                  <a:moveTo>
                    <a:pt x="113503" y="127587"/>
                  </a:moveTo>
                  <a:lnTo>
                    <a:pt x="71628" y="102536"/>
                  </a:lnTo>
                  <a:lnTo>
                    <a:pt x="71628" y="151304"/>
                  </a:lnTo>
                  <a:lnTo>
                    <a:pt x="113503" y="127587"/>
                  </a:lnTo>
                  <a:close/>
                </a:path>
                <a:path w="864235" h="257175">
                  <a:moveTo>
                    <a:pt x="160545" y="155728"/>
                  </a:moveTo>
                  <a:lnTo>
                    <a:pt x="113503" y="127587"/>
                  </a:lnTo>
                  <a:lnTo>
                    <a:pt x="71628" y="151304"/>
                  </a:lnTo>
                  <a:lnTo>
                    <a:pt x="71628" y="154553"/>
                  </a:lnTo>
                  <a:lnTo>
                    <a:pt x="160545" y="155728"/>
                  </a:lnTo>
                  <a:close/>
                </a:path>
                <a:path w="864235" h="257175">
                  <a:moveTo>
                    <a:pt x="864108" y="165020"/>
                  </a:moveTo>
                  <a:lnTo>
                    <a:pt x="864108" y="108632"/>
                  </a:lnTo>
                  <a:lnTo>
                    <a:pt x="163343" y="99359"/>
                  </a:lnTo>
                  <a:lnTo>
                    <a:pt x="113503" y="127587"/>
                  </a:lnTo>
                  <a:lnTo>
                    <a:pt x="160545" y="155728"/>
                  </a:lnTo>
                  <a:lnTo>
                    <a:pt x="864108" y="165020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/>
              <a:t>22-</a:t>
            </a:r>
            <a:r>
              <a:rPr dirty="0"/>
              <a:t>2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Electric</a:t>
            </a:r>
            <a:r>
              <a:rPr spc="-30" dirty="0"/>
              <a:t> </a:t>
            </a:r>
            <a:r>
              <a:rPr dirty="0"/>
              <a:t>Field</a:t>
            </a:r>
            <a:r>
              <a:rPr spc="-10" dirty="0"/>
              <a:t> </a:t>
            </a:r>
            <a:r>
              <a:rPr dirty="0"/>
              <a:t>Due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Point</a:t>
            </a:r>
            <a:r>
              <a:rPr spc="-25" dirty="0"/>
              <a:t> </a:t>
            </a:r>
            <a:r>
              <a:rPr spc="-10" dirty="0"/>
              <a:t>Charge </a:t>
            </a:r>
            <a:r>
              <a:rPr dirty="0">
                <a:solidFill>
                  <a:srgbClr val="E10000"/>
                </a:solidFill>
              </a:rPr>
              <a:t>Checkpoint</a:t>
            </a:r>
            <a:r>
              <a:rPr spc="-95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1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793885" y="368808"/>
            <a:ext cx="9105900" cy="6819900"/>
            <a:chOff x="793885" y="368808"/>
            <a:chExt cx="9105900" cy="6819900"/>
          </a:xfrm>
        </p:grpSpPr>
        <p:sp>
          <p:nvSpPr>
            <p:cNvPr id="25" name="object 25"/>
            <p:cNvSpPr/>
            <p:nvPr/>
          </p:nvSpPr>
          <p:spPr>
            <a:xfrm>
              <a:off x="793877" y="368820"/>
              <a:ext cx="9105900" cy="6819900"/>
            </a:xfrm>
            <a:custGeom>
              <a:avLst/>
              <a:gdLst/>
              <a:ahLst/>
              <a:cxnLst/>
              <a:rect l="l" t="t" r="r" b="b"/>
              <a:pathLst>
                <a:path w="9105900" h="6819900">
                  <a:moveTo>
                    <a:pt x="8947404" y="3971544"/>
                  </a:moveTo>
                  <a:lnTo>
                    <a:pt x="8938260" y="3971544"/>
                  </a:lnTo>
                  <a:lnTo>
                    <a:pt x="8938260" y="3980688"/>
                  </a:lnTo>
                  <a:lnTo>
                    <a:pt x="8938260" y="6143244"/>
                  </a:lnTo>
                  <a:lnTo>
                    <a:pt x="167640" y="6143244"/>
                  </a:lnTo>
                  <a:lnTo>
                    <a:pt x="167640" y="3980688"/>
                  </a:lnTo>
                  <a:lnTo>
                    <a:pt x="8938260" y="3980688"/>
                  </a:lnTo>
                  <a:lnTo>
                    <a:pt x="8938260" y="3971544"/>
                  </a:lnTo>
                  <a:lnTo>
                    <a:pt x="158496" y="3971544"/>
                  </a:lnTo>
                  <a:lnTo>
                    <a:pt x="158496" y="6152388"/>
                  </a:lnTo>
                  <a:lnTo>
                    <a:pt x="163068" y="6152388"/>
                  </a:lnTo>
                  <a:lnTo>
                    <a:pt x="167640" y="6152388"/>
                  </a:lnTo>
                  <a:lnTo>
                    <a:pt x="8938260" y="6152388"/>
                  </a:lnTo>
                  <a:lnTo>
                    <a:pt x="8942832" y="6152388"/>
                  </a:lnTo>
                  <a:lnTo>
                    <a:pt x="8947404" y="6152388"/>
                  </a:lnTo>
                  <a:lnTo>
                    <a:pt x="8947404" y="3971544"/>
                  </a:lnTo>
                  <a:close/>
                </a:path>
                <a:path w="9105900" h="6819900">
                  <a:moveTo>
                    <a:pt x="8947404" y="922020"/>
                  </a:moveTo>
                  <a:lnTo>
                    <a:pt x="8938260" y="922020"/>
                  </a:lnTo>
                  <a:lnTo>
                    <a:pt x="8938260" y="931164"/>
                  </a:lnTo>
                  <a:lnTo>
                    <a:pt x="8938260" y="3880104"/>
                  </a:lnTo>
                  <a:lnTo>
                    <a:pt x="167640" y="3880104"/>
                  </a:lnTo>
                  <a:lnTo>
                    <a:pt x="167640" y="931164"/>
                  </a:lnTo>
                  <a:lnTo>
                    <a:pt x="8938260" y="931164"/>
                  </a:lnTo>
                  <a:lnTo>
                    <a:pt x="8938260" y="922020"/>
                  </a:lnTo>
                  <a:lnTo>
                    <a:pt x="158496" y="922020"/>
                  </a:lnTo>
                  <a:lnTo>
                    <a:pt x="158496" y="3889248"/>
                  </a:lnTo>
                  <a:lnTo>
                    <a:pt x="163068" y="3889248"/>
                  </a:lnTo>
                  <a:lnTo>
                    <a:pt x="167640" y="3889248"/>
                  </a:lnTo>
                  <a:lnTo>
                    <a:pt x="8938260" y="3889248"/>
                  </a:lnTo>
                  <a:lnTo>
                    <a:pt x="8942832" y="3889248"/>
                  </a:lnTo>
                  <a:lnTo>
                    <a:pt x="8947404" y="3889248"/>
                  </a:lnTo>
                  <a:lnTo>
                    <a:pt x="8947404" y="922020"/>
                  </a:lnTo>
                  <a:close/>
                </a:path>
                <a:path w="9105900" h="6819900">
                  <a:moveTo>
                    <a:pt x="9105900" y="0"/>
                  </a:moveTo>
                  <a:lnTo>
                    <a:pt x="9093708" y="0"/>
                  </a:lnTo>
                  <a:lnTo>
                    <a:pt x="9093708" y="12192"/>
                  </a:lnTo>
                  <a:lnTo>
                    <a:pt x="9093708" y="6807708"/>
                  </a:lnTo>
                  <a:lnTo>
                    <a:pt x="12192" y="6807708"/>
                  </a:lnTo>
                  <a:lnTo>
                    <a:pt x="12192" y="12192"/>
                  </a:lnTo>
                  <a:lnTo>
                    <a:pt x="9093708" y="12192"/>
                  </a:lnTo>
                  <a:lnTo>
                    <a:pt x="9093708" y="0"/>
                  </a:lnTo>
                  <a:lnTo>
                    <a:pt x="0" y="0"/>
                  </a:lnTo>
                  <a:lnTo>
                    <a:pt x="0" y="6819900"/>
                  </a:lnTo>
                  <a:lnTo>
                    <a:pt x="6096" y="6819900"/>
                  </a:lnTo>
                  <a:lnTo>
                    <a:pt x="12192" y="6819900"/>
                  </a:lnTo>
                  <a:lnTo>
                    <a:pt x="9093708" y="6819900"/>
                  </a:lnTo>
                  <a:lnTo>
                    <a:pt x="9099804" y="6819900"/>
                  </a:lnTo>
                  <a:lnTo>
                    <a:pt x="9105900" y="6819900"/>
                  </a:lnTo>
                  <a:lnTo>
                    <a:pt x="9105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57706" y="3214115"/>
              <a:ext cx="288290" cy="287020"/>
            </a:xfrm>
            <a:custGeom>
              <a:avLst/>
              <a:gdLst/>
              <a:ahLst/>
              <a:cxnLst/>
              <a:rect l="l" t="t" r="r" b="b"/>
              <a:pathLst>
                <a:path w="288289" h="287020">
                  <a:moveTo>
                    <a:pt x="288035" y="143255"/>
                  </a:moveTo>
                  <a:lnTo>
                    <a:pt x="280586" y="97926"/>
                  </a:lnTo>
                  <a:lnTo>
                    <a:pt x="259896" y="58594"/>
                  </a:lnTo>
                  <a:lnTo>
                    <a:pt x="228453" y="27602"/>
                  </a:lnTo>
                  <a:lnTo>
                    <a:pt x="188744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585"/>
                  </a:lnTo>
                  <a:lnTo>
                    <a:pt x="27602" y="227917"/>
                  </a:lnTo>
                  <a:lnTo>
                    <a:pt x="58594" y="258909"/>
                  </a:lnTo>
                  <a:lnTo>
                    <a:pt x="97926" y="279221"/>
                  </a:lnTo>
                  <a:lnTo>
                    <a:pt x="143255" y="286511"/>
                  </a:lnTo>
                  <a:lnTo>
                    <a:pt x="188744" y="279221"/>
                  </a:lnTo>
                  <a:lnTo>
                    <a:pt x="228453" y="258909"/>
                  </a:lnTo>
                  <a:lnTo>
                    <a:pt x="259896" y="227917"/>
                  </a:lnTo>
                  <a:lnTo>
                    <a:pt x="280586" y="188585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B2B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53134" y="3209544"/>
              <a:ext cx="297180" cy="295910"/>
            </a:xfrm>
            <a:custGeom>
              <a:avLst/>
              <a:gdLst/>
              <a:ahLst/>
              <a:cxnLst/>
              <a:rect l="l" t="t" r="r" b="b"/>
              <a:pathLst>
                <a:path w="297179" h="295910">
                  <a:moveTo>
                    <a:pt x="297180" y="147828"/>
                  </a:moveTo>
                  <a:lnTo>
                    <a:pt x="284988" y="89916"/>
                  </a:lnTo>
                  <a:lnTo>
                    <a:pt x="252984" y="42672"/>
                  </a:lnTo>
                  <a:lnTo>
                    <a:pt x="219456" y="16764"/>
                  </a:lnTo>
                  <a:lnTo>
                    <a:pt x="178308" y="1524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65532" y="24384"/>
                  </a:lnTo>
                  <a:lnTo>
                    <a:pt x="33528" y="53340"/>
                  </a:lnTo>
                  <a:lnTo>
                    <a:pt x="12192" y="89916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9144" y="147828"/>
                  </a:lnTo>
                  <a:lnTo>
                    <a:pt x="10668" y="132588"/>
                  </a:lnTo>
                  <a:lnTo>
                    <a:pt x="19812" y="92964"/>
                  </a:lnTo>
                  <a:lnTo>
                    <a:pt x="41148" y="59436"/>
                  </a:lnTo>
                  <a:lnTo>
                    <a:pt x="59436" y="41148"/>
                  </a:lnTo>
                  <a:lnTo>
                    <a:pt x="70104" y="32004"/>
                  </a:lnTo>
                  <a:lnTo>
                    <a:pt x="94488" y="19812"/>
                  </a:lnTo>
                  <a:lnTo>
                    <a:pt x="106680" y="15240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46888" y="50292"/>
                  </a:lnTo>
                  <a:lnTo>
                    <a:pt x="271272" y="82296"/>
                  </a:lnTo>
                  <a:lnTo>
                    <a:pt x="284988" y="120396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89560" y="192024"/>
                  </a:lnTo>
                  <a:lnTo>
                    <a:pt x="294132" y="176784"/>
                  </a:lnTo>
                  <a:lnTo>
                    <a:pt x="295656" y="163068"/>
                  </a:lnTo>
                  <a:lnTo>
                    <a:pt x="297180" y="147828"/>
                  </a:lnTo>
                  <a:close/>
                </a:path>
                <a:path w="297179" h="295910">
                  <a:moveTo>
                    <a:pt x="286512" y="201168"/>
                  </a:moveTo>
                  <a:lnTo>
                    <a:pt x="286512" y="161544"/>
                  </a:lnTo>
                  <a:lnTo>
                    <a:pt x="284988" y="175260"/>
                  </a:lnTo>
                  <a:lnTo>
                    <a:pt x="275844" y="202692"/>
                  </a:lnTo>
                  <a:lnTo>
                    <a:pt x="256032" y="236220"/>
                  </a:lnTo>
                  <a:lnTo>
                    <a:pt x="225552" y="263652"/>
                  </a:lnTo>
                  <a:lnTo>
                    <a:pt x="188976" y="280416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9436" y="254508"/>
                  </a:lnTo>
                  <a:lnTo>
                    <a:pt x="33528" y="225552"/>
                  </a:lnTo>
                  <a:lnTo>
                    <a:pt x="15240" y="188976"/>
                  </a:lnTo>
                  <a:lnTo>
                    <a:pt x="9144" y="147828"/>
                  </a:lnTo>
                  <a:lnTo>
                    <a:pt x="9144" y="198882"/>
                  </a:lnTo>
                  <a:lnTo>
                    <a:pt x="33528" y="242316"/>
                  </a:lnTo>
                  <a:lnTo>
                    <a:pt x="65532" y="271272"/>
                  </a:lnTo>
                  <a:lnTo>
                    <a:pt x="103632" y="289560"/>
                  </a:lnTo>
                  <a:lnTo>
                    <a:pt x="134112" y="295656"/>
                  </a:lnTo>
                  <a:lnTo>
                    <a:pt x="163068" y="295656"/>
                  </a:lnTo>
                  <a:lnTo>
                    <a:pt x="178308" y="292608"/>
                  </a:lnTo>
                  <a:lnTo>
                    <a:pt x="192024" y="289560"/>
                  </a:lnTo>
                  <a:lnTo>
                    <a:pt x="205740" y="284988"/>
                  </a:lnTo>
                  <a:lnTo>
                    <a:pt x="219456" y="277368"/>
                  </a:lnTo>
                  <a:lnTo>
                    <a:pt x="231648" y="271272"/>
                  </a:lnTo>
                  <a:lnTo>
                    <a:pt x="252984" y="252984"/>
                  </a:lnTo>
                  <a:lnTo>
                    <a:pt x="263652" y="242316"/>
                  </a:lnTo>
                  <a:lnTo>
                    <a:pt x="278892" y="217932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83111" y="3178554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-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41782" y="3224784"/>
            <a:ext cx="5438140" cy="297180"/>
            <a:chOff x="3041782" y="3224784"/>
            <a:chExt cx="5438140" cy="297180"/>
          </a:xfrm>
        </p:grpSpPr>
        <p:sp>
          <p:nvSpPr>
            <p:cNvPr id="30" name="object 30"/>
            <p:cNvSpPr/>
            <p:nvPr/>
          </p:nvSpPr>
          <p:spPr>
            <a:xfrm>
              <a:off x="3773297" y="3369576"/>
              <a:ext cx="4706620" cy="9525"/>
            </a:xfrm>
            <a:custGeom>
              <a:avLst/>
              <a:gdLst/>
              <a:ahLst/>
              <a:cxnLst/>
              <a:rect l="l" t="t" r="r" b="b"/>
              <a:pathLst>
                <a:path w="4706620" h="9525">
                  <a:moveTo>
                    <a:pt x="381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8100" y="9144"/>
                  </a:lnTo>
                  <a:lnTo>
                    <a:pt x="38100" y="0"/>
                  </a:lnTo>
                  <a:close/>
                </a:path>
                <a:path w="4706620" h="9525">
                  <a:moveTo>
                    <a:pt x="105156" y="0"/>
                  </a:moveTo>
                  <a:lnTo>
                    <a:pt x="67056" y="0"/>
                  </a:lnTo>
                  <a:lnTo>
                    <a:pt x="67056" y="9144"/>
                  </a:lnTo>
                  <a:lnTo>
                    <a:pt x="105156" y="9144"/>
                  </a:lnTo>
                  <a:lnTo>
                    <a:pt x="105156" y="0"/>
                  </a:lnTo>
                  <a:close/>
                </a:path>
                <a:path w="4706620" h="9525">
                  <a:moveTo>
                    <a:pt x="172212" y="0"/>
                  </a:moveTo>
                  <a:lnTo>
                    <a:pt x="134112" y="0"/>
                  </a:lnTo>
                  <a:lnTo>
                    <a:pt x="134112" y="9144"/>
                  </a:lnTo>
                  <a:lnTo>
                    <a:pt x="172212" y="9144"/>
                  </a:lnTo>
                  <a:lnTo>
                    <a:pt x="172212" y="0"/>
                  </a:lnTo>
                  <a:close/>
                </a:path>
                <a:path w="4706620" h="9525">
                  <a:moveTo>
                    <a:pt x="237744" y="0"/>
                  </a:moveTo>
                  <a:lnTo>
                    <a:pt x="199644" y="0"/>
                  </a:lnTo>
                  <a:lnTo>
                    <a:pt x="199644" y="9144"/>
                  </a:lnTo>
                  <a:lnTo>
                    <a:pt x="237744" y="9144"/>
                  </a:lnTo>
                  <a:lnTo>
                    <a:pt x="237744" y="0"/>
                  </a:lnTo>
                  <a:close/>
                </a:path>
                <a:path w="4706620" h="9525">
                  <a:moveTo>
                    <a:pt x="304800" y="0"/>
                  </a:moveTo>
                  <a:lnTo>
                    <a:pt x="266700" y="0"/>
                  </a:lnTo>
                  <a:lnTo>
                    <a:pt x="266700" y="9144"/>
                  </a:lnTo>
                  <a:lnTo>
                    <a:pt x="304800" y="9144"/>
                  </a:lnTo>
                  <a:lnTo>
                    <a:pt x="304800" y="0"/>
                  </a:lnTo>
                  <a:close/>
                </a:path>
                <a:path w="4706620" h="9525">
                  <a:moveTo>
                    <a:pt x="371856" y="0"/>
                  </a:moveTo>
                  <a:lnTo>
                    <a:pt x="333756" y="0"/>
                  </a:lnTo>
                  <a:lnTo>
                    <a:pt x="333756" y="9144"/>
                  </a:lnTo>
                  <a:lnTo>
                    <a:pt x="371856" y="9144"/>
                  </a:lnTo>
                  <a:lnTo>
                    <a:pt x="371856" y="0"/>
                  </a:lnTo>
                  <a:close/>
                </a:path>
                <a:path w="4706620" h="9525">
                  <a:moveTo>
                    <a:pt x="438912" y="0"/>
                  </a:moveTo>
                  <a:lnTo>
                    <a:pt x="400812" y="0"/>
                  </a:lnTo>
                  <a:lnTo>
                    <a:pt x="400812" y="9144"/>
                  </a:lnTo>
                  <a:lnTo>
                    <a:pt x="438912" y="9144"/>
                  </a:lnTo>
                  <a:lnTo>
                    <a:pt x="438912" y="0"/>
                  </a:lnTo>
                  <a:close/>
                </a:path>
                <a:path w="4706620" h="9525">
                  <a:moveTo>
                    <a:pt x="504444" y="0"/>
                  </a:moveTo>
                  <a:lnTo>
                    <a:pt x="466344" y="0"/>
                  </a:lnTo>
                  <a:lnTo>
                    <a:pt x="466344" y="9144"/>
                  </a:lnTo>
                  <a:lnTo>
                    <a:pt x="504444" y="9144"/>
                  </a:lnTo>
                  <a:lnTo>
                    <a:pt x="504444" y="0"/>
                  </a:lnTo>
                  <a:close/>
                </a:path>
                <a:path w="4706620" h="9525">
                  <a:moveTo>
                    <a:pt x="571500" y="0"/>
                  </a:moveTo>
                  <a:lnTo>
                    <a:pt x="533400" y="0"/>
                  </a:lnTo>
                  <a:lnTo>
                    <a:pt x="533400" y="9144"/>
                  </a:lnTo>
                  <a:lnTo>
                    <a:pt x="571500" y="9144"/>
                  </a:lnTo>
                  <a:lnTo>
                    <a:pt x="571500" y="0"/>
                  </a:lnTo>
                  <a:close/>
                </a:path>
                <a:path w="4706620" h="9525">
                  <a:moveTo>
                    <a:pt x="638556" y="0"/>
                  </a:moveTo>
                  <a:lnTo>
                    <a:pt x="600456" y="0"/>
                  </a:lnTo>
                  <a:lnTo>
                    <a:pt x="600456" y="9144"/>
                  </a:lnTo>
                  <a:lnTo>
                    <a:pt x="638556" y="9144"/>
                  </a:lnTo>
                  <a:lnTo>
                    <a:pt x="638556" y="0"/>
                  </a:lnTo>
                  <a:close/>
                </a:path>
                <a:path w="4706620" h="9525">
                  <a:moveTo>
                    <a:pt x="705612" y="0"/>
                  </a:moveTo>
                  <a:lnTo>
                    <a:pt x="667512" y="0"/>
                  </a:lnTo>
                  <a:lnTo>
                    <a:pt x="667512" y="9144"/>
                  </a:lnTo>
                  <a:lnTo>
                    <a:pt x="705612" y="9144"/>
                  </a:lnTo>
                  <a:lnTo>
                    <a:pt x="705612" y="0"/>
                  </a:lnTo>
                  <a:close/>
                </a:path>
                <a:path w="4706620" h="9525">
                  <a:moveTo>
                    <a:pt x="771144" y="0"/>
                  </a:moveTo>
                  <a:lnTo>
                    <a:pt x="733044" y="0"/>
                  </a:lnTo>
                  <a:lnTo>
                    <a:pt x="733044" y="9144"/>
                  </a:lnTo>
                  <a:lnTo>
                    <a:pt x="771144" y="9144"/>
                  </a:lnTo>
                  <a:lnTo>
                    <a:pt x="771144" y="0"/>
                  </a:lnTo>
                  <a:close/>
                </a:path>
                <a:path w="4706620" h="9525">
                  <a:moveTo>
                    <a:pt x="838200" y="0"/>
                  </a:moveTo>
                  <a:lnTo>
                    <a:pt x="800100" y="0"/>
                  </a:lnTo>
                  <a:lnTo>
                    <a:pt x="800100" y="9144"/>
                  </a:lnTo>
                  <a:lnTo>
                    <a:pt x="838200" y="9144"/>
                  </a:lnTo>
                  <a:lnTo>
                    <a:pt x="838200" y="0"/>
                  </a:lnTo>
                  <a:close/>
                </a:path>
                <a:path w="4706620" h="9525">
                  <a:moveTo>
                    <a:pt x="905256" y="0"/>
                  </a:moveTo>
                  <a:lnTo>
                    <a:pt x="867156" y="0"/>
                  </a:lnTo>
                  <a:lnTo>
                    <a:pt x="867156" y="9144"/>
                  </a:lnTo>
                  <a:lnTo>
                    <a:pt x="905256" y="9144"/>
                  </a:lnTo>
                  <a:lnTo>
                    <a:pt x="905256" y="0"/>
                  </a:lnTo>
                  <a:close/>
                </a:path>
                <a:path w="4706620" h="9525">
                  <a:moveTo>
                    <a:pt x="972312" y="0"/>
                  </a:moveTo>
                  <a:lnTo>
                    <a:pt x="934212" y="0"/>
                  </a:lnTo>
                  <a:lnTo>
                    <a:pt x="934212" y="9144"/>
                  </a:lnTo>
                  <a:lnTo>
                    <a:pt x="972312" y="9144"/>
                  </a:lnTo>
                  <a:lnTo>
                    <a:pt x="972312" y="0"/>
                  </a:lnTo>
                  <a:close/>
                </a:path>
                <a:path w="4706620" h="9525">
                  <a:moveTo>
                    <a:pt x="1037844" y="0"/>
                  </a:moveTo>
                  <a:lnTo>
                    <a:pt x="999744" y="0"/>
                  </a:lnTo>
                  <a:lnTo>
                    <a:pt x="999744" y="9144"/>
                  </a:lnTo>
                  <a:lnTo>
                    <a:pt x="1037844" y="9144"/>
                  </a:lnTo>
                  <a:lnTo>
                    <a:pt x="1037844" y="0"/>
                  </a:lnTo>
                  <a:close/>
                </a:path>
                <a:path w="4706620" h="9525">
                  <a:moveTo>
                    <a:pt x="1104900" y="0"/>
                  </a:moveTo>
                  <a:lnTo>
                    <a:pt x="1066800" y="0"/>
                  </a:lnTo>
                  <a:lnTo>
                    <a:pt x="1066800" y="9144"/>
                  </a:lnTo>
                  <a:lnTo>
                    <a:pt x="1104900" y="9144"/>
                  </a:lnTo>
                  <a:lnTo>
                    <a:pt x="1104900" y="0"/>
                  </a:lnTo>
                  <a:close/>
                </a:path>
                <a:path w="4706620" h="9525">
                  <a:moveTo>
                    <a:pt x="1171956" y="0"/>
                  </a:moveTo>
                  <a:lnTo>
                    <a:pt x="1133856" y="0"/>
                  </a:lnTo>
                  <a:lnTo>
                    <a:pt x="1133856" y="9144"/>
                  </a:lnTo>
                  <a:lnTo>
                    <a:pt x="1171956" y="9144"/>
                  </a:lnTo>
                  <a:lnTo>
                    <a:pt x="1171956" y="0"/>
                  </a:lnTo>
                  <a:close/>
                </a:path>
                <a:path w="4706620" h="9525">
                  <a:moveTo>
                    <a:pt x="1239012" y="0"/>
                  </a:moveTo>
                  <a:lnTo>
                    <a:pt x="1200912" y="0"/>
                  </a:lnTo>
                  <a:lnTo>
                    <a:pt x="1200912" y="9144"/>
                  </a:lnTo>
                  <a:lnTo>
                    <a:pt x="1239012" y="9144"/>
                  </a:lnTo>
                  <a:lnTo>
                    <a:pt x="1239012" y="0"/>
                  </a:lnTo>
                  <a:close/>
                </a:path>
                <a:path w="4706620" h="9525">
                  <a:moveTo>
                    <a:pt x="1304544" y="0"/>
                  </a:moveTo>
                  <a:lnTo>
                    <a:pt x="1266444" y="0"/>
                  </a:lnTo>
                  <a:lnTo>
                    <a:pt x="1266444" y="9144"/>
                  </a:lnTo>
                  <a:lnTo>
                    <a:pt x="1304544" y="9144"/>
                  </a:lnTo>
                  <a:lnTo>
                    <a:pt x="1304544" y="0"/>
                  </a:lnTo>
                  <a:close/>
                </a:path>
                <a:path w="4706620" h="9525">
                  <a:moveTo>
                    <a:pt x="1371600" y="0"/>
                  </a:moveTo>
                  <a:lnTo>
                    <a:pt x="1333500" y="0"/>
                  </a:lnTo>
                  <a:lnTo>
                    <a:pt x="1333500" y="9144"/>
                  </a:lnTo>
                  <a:lnTo>
                    <a:pt x="1371600" y="9144"/>
                  </a:lnTo>
                  <a:lnTo>
                    <a:pt x="1371600" y="0"/>
                  </a:lnTo>
                  <a:close/>
                </a:path>
                <a:path w="4706620" h="9525">
                  <a:moveTo>
                    <a:pt x="1438656" y="0"/>
                  </a:moveTo>
                  <a:lnTo>
                    <a:pt x="1400556" y="0"/>
                  </a:lnTo>
                  <a:lnTo>
                    <a:pt x="1400556" y="9144"/>
                  </a:lnTo>
                  <a:lnTo>
                    <a:pt x="1438656" y="9144"/>
                  </a:lnTo>
                  <a:lnTo>
                    <a:pt x="1438656" y="0"/>
                  </a:lnTo>
                  <a:close/>
                </a:path>
                <a:path w="4706620" h="9525">
                  <a:moveTo>
                    <a:pt x="1505712" y="0"/>
                  </a:moveTo>
                  <a:lnTo>
                    <a:pt x="1467612" y="0"/>
                  </a:lnTo>
                  <a:lnTo>
                    <a:pt x="1467612" y="9144"/>
                  </a:lnTo>
                  <a:lnTo>
                    <a:pt x="1505712" y="9144"/>
                  </a:lnTo>
                  <a:lnTo>
                    <a:pt x="1505712" y="0"/>
                  </a:lnTo>
                  <a:close/>
                </a:path>
                <a:path w="4706620" h="9525">
                  <a:moveTo>
                    <a:pt x="1571244" y="0"/>
                  </a:moveTo>
                  <a:lnTo>
                    <a:pt x="1533144" y="0"/>
                  </a:lnTo>
                  <a:lnTo>
                    <a:pt x="1533144" y="9144"/>
                  </a:lnTo>
                  <a:lnTo>
                    <a:pt x="1571244" y="9144"/>
                  </a:lnTo>
                  <a:lnTo>
                    <a:pt x="1571244" y="0"/>
                  </a:lnTo>
                  <a:close/>
                </a:path>
                <a:path w="4706620" h="9525">
                  <a:moveTo>
                    <a:pt x="1638300" y="0"/>
                  </a:moveTo>
                  <a:lnTo>
                    <a:pt x="1600200" y="0"/>
                  </a:lnTo>
                  <a:lnTo>
                    <a:pt x="1600200" y="9144"/>
                  </a:lnTo>
                  <a:lnTo>
                    <a:pt x="1638300" y="9144"/>
                  </a:lnTo>
                  <a:lnTo>
                    <a:pt x="1638300" y="0"/>
                  </a:lnTo>
                  <a:close/>
                </a:path>
                <a:path w="4706620" h="9525">
                  <a:moveTo>
                    <a:pt x="1705356" y="0"/>
                  </a:moveTo>
                  <a:lnTo>
                    <a:pt x="1667256" y="0"/>
                  </a:lnTo>
                  <a:lnTo>
                    <a:pt x="1667256" y="9144"/>
                  </a:lnTo>
                  <a:lnTo>
                    <a:pt x="1705356" y="9144"/>
                  </a:lnTo>
                  <a:lnTo>
                    <a:pt x="1705356" y="0"/>
                  </a:lnTo>
                  <a:close/>
                </a:path>
                <a:path w="4706620" h="9525">
                  <a:moveTo>
                    <a:pt x="1772412" y="0"/>
                  </a:moveTo>
                  <a:lnTo>
                    <a:pt x="1734312" y="0"/>
                  </a:lnTo>
                  <a:lnTo>
                    <a:pt x="1734312" y="9144"/>
                  </a:lnTo>
                  <a:lnTo>
                    <a:pt x="1772412" y="9144"/>
                  </a:lnTo>
                  <a:lnTo>
                    <a:pt x="1772412" y="0"/>
                  </a:lnTo>
                  <a:close/>
                </a:path>
                <a:path w="4706620" h="9525">
                  <a:moveTo>
                    <a:pt x="1837944" y="0"/>
                  </a:moveTo>
                  <a:lnTo>
                    <a:pt x="1799844" y="0"/>
                  </a:lnTo>
                  <a:lnTo>
                    <a:pt x="1799844" y="9144"/>
                  </a:lnTo>
                  <a:lnTo>
                    <a:pt x="1837944" y="9144"/>
                  </a:lnTo>
                  <a:lnTo>
                    <a:pt x="1837944" y="0"/>
                  </a:lnTo>
                  <a:close/>
                </a:path>
                <a:path w="4706620" h="9525">
                  <a:moveTo>
                    <a:pt x="1905000" y="0"/>
                  </a:moveTo>
                  <a:lnTo>
                    <a:pt x="1866900" y="0"/>
                  </a:lnTo>
                  <a:lnTo>
                    <a:pt x="1866900" y="9144"/>
                  </a:lnTo>
                  <a:lnTo>
                    <a:pt x="1905000" y="9144"/>
                  </a:lnTo>
                  <a:lnTo>
                    <a:pt x="1905000" y="0"/>
                  </a:lnTo>
                  <a:close/>
                </a:path>
                <a:path w="4706620" h="9525">
                  <a:moveTo>
                    <a:pt x="1972056" y="0"/>
                  </a:moveTo>
                  <a:lnTo>
                    <a:pt x="1933956" y="0"/>
                  </a:lnTo>
                  <a:lnTo>
                    <a:pt x="1933956" y="9144"/>
                  </a:lnTo>
                  <a:lnTo>
                    <a:pt x="1972056" y="9144"/>
                  </a:lnTo>
                  <a:lnTo>
                    <a:pt x="1972056" y="0"/>
                  </a:lnTo>
                  <a:close/>
                </a:path>
                <a:path w="4706620" h="9525">
                  <a:moveTo>
                    <a:pt x="2039112" y="0"/>
                  </a:moveTo>
                  <a:lnTo>
                    <a:pt x="2001012" y="0"/>
                  </a:lnTo>
                  <a:lnTo>
                    <a:pt x="2001012" y="9144"/>
                  </a:lnTo>
                  <a:lnTo>
                    <a:pt x="2039112" y="9144"/>
                  </a:lnTo>
                  <a:lnTo>
                    <a:pt x="2039112" y="0"/>
                  </a:lnTo>
                  <a:close/>
                </a:path>
                <a:path w="4706620" h="9525">
                  <a:moveTo>
                    <a:pt x="2104644" y="0"/>
                  </a:moveTo>
                  <a:lnTo>
                    <a:pt x="2066544" y="0"/>
                  </a:lnTo>
                  <a:lnTo>
                    <a:pt x="2066544" y="9144"/>
                  </a:lnTo>
                  <a:lnTo>
                    <a:pt x="2104644" y="9144"/>
                  </a:lnTo>
                  <a:lnTo>
                    <a:pt x="2104644" y="0"/>
                  </a:lnTo>
                  <a:close/>
                </a:path>
                <a:path w="4706620" h="9525">
                  <a:moveTo>
                    <a:pt x="2171700" y="0"/>
                  </a:moveTo>
                  <a:lnTo>
                    <a:pt x="2133600" y="0"/>
                  </a:lnTo>
                  <a:lnTo>
                    <a:pt x="2133600" y="9144"/>
                  </a:lnTo>
                  <a:lnTo>
                    <a:pt x="2171700" y="9144"/>
                  </a:lnTo>
                  <a:lnTo>
                    <a:pt x="2171700" y="0"/>
                  </a:lnTo>
                  <a:close/>
                </a:path>
                <a:path w="4706620" h="9525">
                  <a:moveTo>
                    <a:pt x="2238756" y="0"/>
                  </a:moveTo>
                  <a:lnTo>
                    <a:pt x="2200656" y="0"/>
                  </a:lnTo>
                  <a:lnTo>
                    <a:pt x="2200656" y="9144"/>
                  </a:lnTo>
                  <a:lnTo>
                    <a:pt x="2238756" y="9144"/>
                  </a:lnTo>
                  <a:lnTo>
                    <a:pt x="2238756" y="0"/>
                  </a:lnTo>
                  <a:close/>
                </a:path>
                <a:path w="4706620" h="9525">
                  <a:moveTo>
                    <a:pt x="2305812" y="0"/>
                  </a:moveTo>
                  <a:lnTo>
                    <a:pt x="2267712" y="0"/>
                  </a:lnTo>
                  <a:lnTo>
                    <a:pt x="2267712" y="9144"/>
                  </a:lnTo>
                  <a:lnTo>
                    <a:pt x="2305812" y="9144"/>
                  </a:lnTo>
                  <a:lnTo>
                    <a:pt x="2305812" y="0"/>
                  </a:lnTo>
                  <a:close/>
                </a:path>
                <a:path w="4706620" h="9525">
                  <a:moveTo>
                    <a:pt x="2371344" y="0"/>
                  </a:moveTo>
                  <a:lnTo>
                    <a:pt x="2333244" y="0"/>
                  </a:lnTo>
                  <a:lnTo>
                    <a:pt x="2333244" y="9144"/>
                  </a:lnTo>
                  <a:lnTo>
                    <a:pt x="2371344" y="9144"/>
                  </a:lnTo>
                  <a:lnTo>
                    <a:pt x="2371344" y="0"/>
                  </a:lnTo>
                  <a:close/>
                </a:path>
                <a:path w="4706620" h="9525">
                  <a:moveTo>
                    <a:pt x="2438400" y="0"/>
                  </a:moveTo>
                  <a:lnTo>
                    <a:pt x="2400300" y="0"/>
                  </a:lnTo>
                  <a:lnTo>
                    <a:pt x="2400300" y="9144"/>
                  </a:lnTo>
                  <a:lnTo>
                    <a:pt x="2438400" y="9144"/>
                  </a:lnTo>
                  <a:lnTo>
                    <a:pt x="2438400" y="0"/>
                  </a:lnTo>
                  <a:close/>
                </a:path>
                <a:path w="4706620" h="9525">
                  <a:moveTo>
                    <a:pt x="2505456" y="0"/>
                  </a:moveTo>
                  <a:lnTo>
                    <a:pt x="2467356" y="0"/>
                  </a:lnTo>
                  <a:lnTo>
                    <a:pt x="2467356" y="9144"/>
                  </a:lnTo>
                  <a:lnTo>
                    <a:pt x="2505456" y="9144"/>
                  </a:lnTo>
                  <a:lnTo>
                    <a:pt x="2505456" y="0"/>
                  </a:lnTo>
                  <a:close/>
                </a:path>
                <a:path w="4706620" h="9525">
                  <a:moveTo>
                    <a:pt x="2572512" y="0"/>
                  </a:moveTo>
                  <a:lnTo>
                    <a:pt x="2534412" y="0"/>
                  </a:lnTo>
                  <a:lnTo>
                    <a:pt x="2534412" y="9144"/>
                  </a:lnTo>
                  <a:lnTo>
                    <a:pt x="2572512" y="9144"/>
                  </a:lnTo>
                  <a:lnTo>
                    <a:pt x="2572512" y="0"/>
                  </a:lnTo>
                  <a:close/>
                </a:path>
                <a:path w="4706620" h="9525">
                  <a:moveTo>
                    <a:pt x="2638044" y="0"/>
                  </a:moveTo>
                  <a:lnTo>
                    <a:pt x="2599944" y="0"/>
                  </a:lnTo>
                  <a:lnTo>
                    <a:pt x="2599944" y="9144"/>
                  </a:lnTo>
                  <a:lnTo>
                    <a:pt x="2638044" y="9144"/>
                  </a:lnTo>
                  <a:lnTo>
                    <a:pt x="2638044" y="0"/>
                  </a:lnTo>
                  <a:close/>
                </a:path>
                <a:path w="4706620" h="9525">
                  <a:moveTo>
                    <a:pt x="2705100" y="0"/>
                  </a:moveTo>
                  <a:lnTo>
                    <a:pt x="2667000" y="0"/>
                  </a:lnTo>
                  <a:lnTo>
                    <a:pt x="2667000" y="9144"/>
                  </a:lnTo>
                  <a:lnTo>
                    <a:pt x="2705100" y="9144"/>
                  </a:lnTo>
                  <a:lnTo>
                    <a:pt x="2705100" y="0"/>
                  </a:lnTo>
                  <a:close/>
                </a:path>
                <a:path w="4706620" h="9525">
                  <a:moveTo>
                    <a:pt x="2772156" y="0"/>
                  </a:moveTo>
                  <a:lnTo>
                    <a:pt x="2734056" y="0"/>
                  </a:lnTo>
                  <a:lnTo>
                    <a:pt x="2734056" y="9144"/>
                  </a:lnTo>
                  <a:lnTo>
                    <a:pt x="2772156" y="9144"/>
                  </a:lnTo>
                  <a:lnTo>
                    <a:pt x="2772156" y="0"/>
                  </a:lnTo>
                  <a:close/>
                </a:path>
                <a:path w="4706620" h="9525">
                  <a:moveTo>
                    <a:pt x="2839212" y="0"/>
                  </a:moveTo>
                  <a:lnTo>
                    <a:pt x="2801112" y="0"/>
                  </a:lnTo>
                  <a:lnTo>
                    <a:pt x="2801112" y="9144"/>
                  </a:lnTo>
                  <a:lnTo>
                    <a:pt x="2839212" y="9144"/>
                  </a:lnTo>
                  <a:lnTo>
                    <a:pt x="2839212" y="0"/>
                  </a:lnTo>
                  <a:close/>
                </a:path>
                <a:path w="4706620" h="9525">
                  <a:moveTo>
                    <a:pt x="2904744" y="0"/>
                  </a:moveTo>
                  <a:lnTo>
                    <a:pt x="2866644" y="0"/>
                  </a:lnTo>
                  <a:lnTo>
                    <a:pt x="2866644" y="9144"/>
                  </a:lnTo>
                  <a:lnTo>
                    <a:pt x="2904744" y="9144"/>
                  </a:lnTo>
                  <a:lnTo>
                    <a:pt x="2904744" y="0"/>
                  </a:lnTo>
                  <a:close/>
                </a:path>
                <a:path w="4706620" h="9525">
                  <a:moveTo>
                    <a:pt x="2971800" y="0"/>
                  </a:moveTo>
                  <a:lnTo>
                    <a:pt x="2933700" y="0"/>
                  </a:lnTo>
                  <a:lnTo>
                    <a:pt x="2933700" y="9144"/>
                  </a:lnTo>
                  <a:lnTo>
                    <a:pt x="2971800" y="9144"/>
                  </a:lnTo>
                  <a:lnTo>
                    <a:pt x="2971800" y="0"/>
                  </a:lnTo>
                  <a:close/>
                </a:path>
                <a:path w="4706620" h="9525">
                  <a:moveTo>
                    <a:pt x="3038856" y="0"/>
                  </a:moveTo>
                  <a:lnTo>
                    <a:pt x="3000756" y="0"/>
                  </a:lnTo>
                  <a:lnTo>
                    <a:pt x="3000756" y="9144"/>
                  </a:lnTo>
                  <a:lnTo>
                    <a:pt x="3038856" y="9144"/>
                  </a:lnTo>
                  <a:lnTo>
                    <a:pt x="3038856" y="0"/>
                  </a:lnTo>
                  <a:close/>
                </a:path>
                <a:path w="4706620" h="9525">
                  <a:moveTo>
                    <a:pt x="3105912" y="0"/>
                  </a:moveTo>
                  <a:lnTo>
                    <a:pt x="3067812" y="0"/>
                  </a:lnTo>
                  <a:lnTo>
                    <a:pt x="3067812" y="9144"/>
                  </a:lnTo>
                  <a:lnTo>
                    <a:pt x="3105912" y="9144"/>
                  </a:lnTo>
                  <a:lnTo>
                    <a:pt x="3105912" y="0"/>
                  </a:lnTo>
                  <a:close/>
                </a:path>
                <a:path w="4706620" h="9525">
                  <a:moveTo>
                    <a:pt x="3171444" y="0"/>
                  </a:moveTo>
                  <a:lnTo>
                    <a:pt x="3133344" y="0"/>
                  </a:lnTo>
                  <a:lnTo>
                    <a:pt x="3133344" y="9144"/>
                  </a:lnTo>
                  <a:lnTo>
                    <a:pt x="3171444" y="9144"/>
                  </a:lnTo>
                  <a:lnTo>
                    <a:pt x="3171444" y="0"/>
                  </a:lnTo>
                  <a:close/>
                </a:path>
                <a:path w="4706620" h="9525">
                  <a:moveTo>
                    <a:pt x="3238500" y="0"/>
                  </a:moveTo>
                  <a:lnTo>
                    <a:pt x="3200400" y="0"/>
                  </a:lnTo>
                  <a:lnTo>
                    <a:pt x="3200400" y="9144"/>
                  </a:lnTo>
                  <a:lnTo>
                    <a:pt x="3238500" y="9144"/>
                  </a:lnTo>
                  <a:lnTo>
                    <a:pt x="3238500" y="0"/>
                  </a:lnTo>
                  <a:close/>
                </a:path>
                <a:path w="4706620" h="9525">
                  <a:moveTo>
                    <a:pt x="3305556" y="0"/>
                  </a:moveTo>
                  <a:lnTo>
                    <a:pt x="3267456" y="0"/>
                  </a:lnTo>
                  <a:lnTo>
                    <a:pt x="3267456" y="9144"/>
                  </a:lnTo>
                  <a:lnTo>
                    <a:pt x="3305556" y="9144"/>
                  </a:lnTo>
                  <a:lnTo>
                    <a:pt x="3305556" y="0"/>
                  </a:lnTo>
                  <a:close/>
                </a:path>
                <a:path w="4706620" h="9525">
                  <a:moveTo>
                    <a:pt x="3372612" y="0"/>
                  </a:moveTo>
                  <a:lnTo>
                    <a:pt x="3334512" y="0"/>
                  </a:lnTo>
                  <a:lnTo>
                    <a:pt x="3334512" y="9144"/>
                  </a:lnTo>
                  <a:lnTo>
                    <a:pt x="3372612" y="9144"/>
                  </a:lnTo>
                  <a:lnTo>
                    <a:pt x="3372612" y="0"/>
                  </a:lnTo>
                  <a:close/>
                </a:path>
                <a:path w="4706620" h="9525">
                  <a:moveTo>
                    <a:pt x="3438144" y="0"/>
                  </a:moveTo>
                  <a:lnTo>
                    <a:pt x="3400044" y="0"/>
                  </a:lnTo>
                  <a:lnTo>
                    <a:pt x="3400044" y="9144"/>
                  </a:lnTo>
                  <a:lnTo>
                    <a:pt x="3438144" y="9144"/>
                  </a:lnTo>
                  <a:lnTo>
                    <a:pt x="3438144" y="0"/>
                  </a:lnTo>
                  <a:close/>
                </a:path>
                <a:path w="4706620" h="9525">
                  <a:moveTo>
                    <a:pt x="3505200" y="0"/>
                  </a:moveTo>
                  <a:lnTo>
                    <a:pt x="3467100" y="0"/>
                  </a:lnTo>
                  <a:lnTo>
                    <a:pt x="3467100" y="9144"/>
                  </a:lnTo>
                  <a:lnTo>
                    <a:pt x="3505200" y="9144"/>
                  </a:lnTo>
                  <a:lnTo>
                    <a:pt x="3505200" y="0"/>
                  </a:lnTo>
                  <a:close/>
                </a:path>
                <a:path w="4706620" h="9525">
                  <a:moveTo>
                    <a:pt x="3572256" y="0"/>
                  </a:moveTo>
                  <a:lnTo>
                    <a:pt x="3534156" y="0"/>
                  </a:lnTo>
                  <a:lnTo>
                    <a:pt x="3534156" y="9144"/>
                  </a:lnTo>
                  <a:lnTo>
                    <a:pt x="3572256" y="9144"/>
                  </a:lnTo>
                  <a:lnTo>
                    <a:pt x="3572256" y="0"/>
                  </a:lnTo>
                  <a:close/>
                </a:path>
                <a:path w="4706620" h="9525">
                  <a:moveTo>
                    <a:pt x="3639312" y="0"/>
                  </a:moveTo>
                  <a:lnTo>
                    <a:pt x="3601212" y="0"/>
                  </a:lnTo>
                  <a:lnTo>
                    <a:pt x="3601212" y="9144"/>
                  </a:lnTo>
                  <a:lnTo>
                    <a:pt x="3639312" y="9144"/>
                  </a:lnTo>
                  <a:lnTo>
                    <a:pt x="3639312" y="0"/>
                  </a:lnTo>
                  <a:close/>
                </a:path>
                <a:path w="4706620" h="9525">
                  <a:moveTo>
                    <a:pt x="3704844" y="0"/>
                  </a:moveTo>
                  <a:lnTo>
                    <a:pt x="3666744" y="0"/>
                  </a:lnTo>
                  <a:lnTo>
                    <a:pt x="3666744" y="9144"/>
                  </a:lnTo>
                  <a:lnTo>
                    <a:pt x="3704844" y="9144"/>
                  </a:lnTo>
                  <a:lnTo>
                    <a:pt x="3704844" y="0"/>
                  </a:lnTo>
                  <a:close/>
                </a:path>
                <a:path w="4706620" h="9525">
                  <a:moveTo>
                    <a:pt x="3771900" y="0"/>
                  </a:moveTo>
                  <a:lnTo>
                    <a:pt x="3733800" y="0"/>
                  </a:lnTo>
                  <a:lnTo>
                    <a:pt x="3733800" y="9144"/>
                  </a:lnTo>
                  <a:lnTo>
                    <a:pt x="3771900" y="9144"/>
                  </a:lnTo>
                  <a:lnTo>
                    <a:pt x="3771900" y="0"/>
                  </a:lnTo>
                  <a:close/>
                </a:path>
                <a:path w="4706620" h="9525">
                  <a:moveTo>
                    <a:pt x="3838956" y="0"/>
                  </a:moveTo>
                  <a:lnTo>
                    <a:pt x="3800856" y="0"/>
                  </a:lnTo>
                  <a:lnTo>
                    <a:pt x="3800856" y="9144"/>
                  </a:lnTo>
                  <a:lnTo>
                    <a:pt x="3838956" y="9144"/>
                  </a:lnTo>
                  <a:lnTo>
                    <a:pt x="3838956" y="0"/>
                  </a:lnTo>
                  <a:close/>
                </a:path>
                <a:path w="4706620" h="9525">
                  <a:moveTo>
                    <a:pt x="3906012" y="0"/>
                  </a:moveTo>
                  <a:lnTo>
                    <a:pt x="3867912" y="0"/>
                  </a:lnTo>
                  <a:lnTo>
                    <a:pt x="3867912" y="9144"/>
                  </a:lnTo>
                  <a:lnTo>
                    <a:pt x="3906012" y="9144"/>
                  </a:lnTo>
                  <a:lnTo>
                    <a:pt x="3906012" y="0"/>
                  </a:lnTo>
                  <a:close/>
                </a:path>
                <a:path w="4706620" h="9525">
                  <a:moveTo>
                    <a:pt x="3971544" y="0"/>
                  </a:moveTo>
                  <a:lnTo>
                    <a:pt x="3933444" y="0"/>
                  </a:lnTo>
                  <a:lnTo>
                    <a:pt x="3933444" y="9144"/>
                  </a:lnTo>
                  <a:lnTo>
                    <a:pt x="3971544" y="9144"/>
                  </a:lnTo>
                  <a:lnTo>
                    <a:pt x="3971544" y="0"/>
                  </a:lnTo>
                  <a:close/>
                </a:path>
                <a:path w="4706620" h="9525">
                  <a:moveTo>
                    <a:pt x="4038600" y="0"/>
                  </a:moveTo>
                  <a:lnTo>
                    <a:pt x="4000500" y="0"/>
                  </a:lnTo>
                  <a:lnTo>
                    <a:pt x="4000500" y="9144"/>
                  </a:lnTo>
                  <a:lnTo>
                    <a:pt x="4038600" y="9144"/>
                  </a:lnTo>
                  <a:lnTo>
                    <a:pt x="4038600" y="0"/>
                  </a:lnTo>
                  <a:close/>
                </a:path>
                <a:path w="4706620" h="9525">
                  <a:moveTo>
                    <a:pt x="4105656" y="0"/>
                  </a:moveTo>
                  <a:lnTo>
                    <a:pt x="4067556" y="0"/>
                  </a:lnTo>
                  <a:lnTo>
                    <a:pt x="4067556" y="9144"/>
                  </a:lnTo>
                  <a:lnTo>
                    <a:pt x="4105656" y="9144"/>
                  </a:lnTo>
                  <a:lnTo>
                    <a:pt x="4105656" y="0"/>
                  </a:lnTo>
                  <a:close/>
                </a:path>
                <a:path w="4706620" h="9525">
                  <a:moveTo>
                    <a:pt x="4172712" y="0"/>
                  </a:moveTo>
                  <a:lnTo>
                    <a:pt x="4134612" y="0"/>
                  </a:lnTo>
                  <a:lnTo>
                    <a:pt x="4134612" y="9144"/>
                  </a:lnTo>
                  <a:lnTo>
                    <a:pt x="4172712" y="9144"/>
                  </a:lnTo>
                  <a:lnTo>
                    <a:pt x="4172712" y="0"/>
                  </a:lnTo>
                  <a:close/>
                </a:path>
                <a:path w="4706620" h="9525">
                  <a:moveTo>
                    <a:pt x="4238244" y="0"/>
                  </a:moveTo>
                  <a:lnTo>
                    <a:pt x="4200144" y="0"/>
                  </a:lnTo>
                  <a:lnTo>
                    <a:pt x="4200144" y="9144"/>
                  </a:lnTo>
                  <a:lnTo>
                    <a:pt x="4238244" y="9144"/>
                  </a:lnTo>
                  <a:lnTo>
                    <a:pt x="4238244" y="0"/>
                  </a:lnTo>
                  <a:close/>
                </a:path>
                <a:path w="4706620" h="9525">
                  <a:moveTo>
                    <a:pt x="4305300" y="0"/>
                  </a:moveTo>
                  <a:lnTo>
                    <a:pt x="4267200" y="0"/>
                  </a:lnTo>
                  <a:lnTo>
                    <a:pt x="4267200" y="9144"/>
                  </a:lnTo>
                  <a:lnTo>
                    <a:pt x="4305300" y="9144"/>
                  </a:lnTo>
                  <a:lnTo>
                    <a:pt x="4305300" y="0"/>
                  </a:lnTo>
                  <a:close/>
                </a:path>
                <a:path w="4706620" h="9525">
                  <a:moveTo>
                    <a:pt x="4372356" y="0"/>
                  </a:moveTo>
                  <a:lnTo>
                    <a:pt x="4334256" y="0"/>
                  </a:lnTo>
                  <a:lnTo>
                    <a:pt x="4334256" y="9144"/>
                  </a:lnTo>
                  <a:lnTo>
                    <a:pt x="4372356" y="9144"/>
                  </a:lnTo>
                  <a:lnTo>
                    <a:pt x="4372356" y="0"/>
                  </a:lnTo>
                  <a:close/>
                </a:path>
                <a:path w="4706620" h="9525">
                  <a:moveTo>
                    <a:pt x="4439412" y="0"/>
                  </a:moveTo>
                  <a:lnTo>
                    <a:pt x="4401312" y="0"/>
                  </a:lnTo>
                  <a:lnTo>
                    <a:pt x="4401312" y="9144"/>
                  </a:lnTo>
                  <a:lnTo>
                    <a:pt x="4439412" y="9144"/>
                  </a:lnTo>
                  <a:lnTo>
                    <a:pt x="4439412" y="0"/>
                  </a:lnTo>
                  <a:close/>
                </a:path>
                <a:path w="4706620" h="9525">
                  <a:moveTo>
                    <a:pt x="4504944" y="0"/>
                  </a:moveTo>
                  <a:lnTo>
                    <a:pt x="4466844" y="0"/>
                  </a:lnTo>
                  <a:lnTo>
                    <a:pt x="4466844" y="9144"/>
                  </a:lnTo>
                  <a:lnTo>
                    <a:pt x="4504944" y="9144"/>
                  </a:lnTo>
                  <a:lnTo>
                    <a:pt x="4504944" y="0"/>
                  </a:lnTo>
                  <a:close/>
                </a:path>
                <a:path w="4706620" h="9525">
                  <a:moveTo>
                    <a:pt x="4572000" y="0"/>
                  </a:moveTo>
                  <a:lnTo>
                    <a:pt x="4533900" y="0"/>
                  </a:lnTo>
                  <a:lnTo>
                    <a:pt x="4533900" y="9144"/>
                  </a:lnTo>
                  <a:lnTo>
                    <a:pt x="4572000" y="9144"/>
                  </a:lnTo>
                  <a:lnTo>
                    <a:pt x="4572000" y="0"/>
                  </a:lnTo>
                  <a:close/>
                </a:path>
                <a:path w="4706620" h="9525">
                  <a:moveTo>
                    <a:pt x="4639056" y="0"/>
                  </a:moveTo>
                  <a:lnTo>
                    <a:pt x="4600956" y="0"/>
                  </a:lnTo>
                  <a:lnTo>
                    <a:pt x="4600956" y="9144"/>
                  </a:lnTo>
                  <a:lnTo>
                    <a:pt x="4639056" y="9144"/>
                  </a:lnTo>
                  <a:lnTo>
                    <a:pt x="4639056" y="0"/>
                  </a:lnTo>
                  <a:close/>
                </a:path>
                <a:path w="4706620" h="9525">
                  <a:moveTo>
                    <a:pt x="4706112" y="0"/>
                  </a:moveTo>
                  <a:lnTo>
                    <a:pt x="4668012" y="0"/>
                  </a:lnTo>
                  <a:lnTo>
                    <a:pt x="4668012" y="9144"/>
                  </a:lnTo>
                  <a:lnTo>
                    <a:pt x="4706112" y="9144"/>
                  </a:lnTo>
                  <a:lnTo>
                    <a:pt x="4706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41777" y="3369576"/>
              <a:ext cx="769620" cy="9525"/>
            </a:xfrm>
            <a:custGeom>
              <a:avLst/>
              <a:gdLst/>
              <a:ahLst/>
              <a:cxnLst/>
              <a:rect l="l" t="t" r="r" b="b"/>
              <a:pathLst>
                <a:path w="769620" h="9525">
                  <a:moveTo>
                    <a:pt x="3657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6576" y="9144"/>
                  </a:lnTo>
                  <a:lnTo>
                    <a:pt x="36576" y="0"/>
                  </a:lnTo>
                  <a:close/>
                </a:path>
                <a:path w="769620" h="9525">
                  <a:moveTo>
                    <a:pt x="103632" y="0"/>
                  </a:moveTo>
                  <a:lnTo>
                    <a:pt x="65532" y="0"/>
                  </a:lnTo>
                  <a:lnTo>
                    <a:pt x="65532" y="9144"/>
                  </a:lnTo>
                  <a:lnTo>
                    <a:pt x="103632" y="9144"/>
                  </a:lnTo>
                  <a:lnTo>
                    <a:pt x="103632" y="0"/>
                  </a:lnTo>
                  <a:close/>
                </a:path>
                <a:path w="769620" h="9525">
                  <a:moveTo>
                    <a:pt x="169164" y="0"/>
                  </a:moveTo>
                  <a:lnTo>
                    <a:pt x="131064" y="0"/>
                  </a:lnTo>
                  <a:lnTo>
                    <a:pt x="131064" y="9144"/>
                  </a:lnTo>
                  <a:lnTo>
                    <a:pt x="169164" y="9144"/>
                  </a:lnTo>
                  <a:lnTo>
                    <a:pt x="169164" y="0"/>
                  </a:lnTo>
                  <a:close/>
                </a:path>
                <a:path w="769620" h="9525">
                  <a:moveTo>
                    <a:pt x="236220" y="0"/>
                  </a:moveTo>
                  <a:lnTo>
                    <a:pt x="198120" y="0"/>
                  </a:lnTo>
                  <a:lnTo>
                    <a:pt x="198120" y="9144"/>
                  </a:lnTo>
                  <a:lnTo>
                    <a:pt x="236220" y="9144"/>
                  </a:lnTo>
                  <a:lnTo>
                    <a:pt x="236220" y="0"/>
                  </a:lnTo>
                  <a:close/>
                </a:path>
                <a:path w="769620" h="9525">
                  <a:moveTo>
                    <a:pt x="303276" y="0"/>
                  </a:moveTo>
                  <a:lnTo>
                    <a:pt x="265176" y="0"/>
                  </a:lnTo>
                  <a:lnTo>
                    <a:pt x="265176" y="9144"/>
                  </a:lnTo>
                  <a:lnTo>
                    <a:pt x="303276" y="9144"/>
                  </a:lnTo>
                  <a:lnTo>
                    <a:pt x="303276" y="0"/>
                  </a:lnTo>
                  <a:close/>
                </a:path>
                <a:path w="769620" h="9525">
                  <a:moveTo>
                    <a:pt x="370332" y="0"/>
                  </a:moveTo>
                  <a:lnTo>
                    <a:pt x="332232" y="0"/>
                  </a:lnTo>
                  <a:lnTo>
                    <a:pt x="332232" y="9144"/>
                  </a:lnTo>
                  <a:lnTo>
                    <a:pt x="370332" y="9144"/>
                  </a:lnTo>
                  <a:lnTo>
                    <a:pt x="370332" y="0"/>
                  </a:lnTo>
                  <a:close/>
                </a:path>
                <a:path w="769620" h="9525">
                  <a:moveTo>
                    <a:pt x="435864" y="0"/>
                  </a:moveTo>
                  <a:lnTo>
                    <a:pt x="397764" y="0"/>
                  </a:lnTo>
                  <a:lnTo>
                    <a:pt x="397764" y="9144"/>
                  </a:lnTo>
                  <a:lnTo>
                    <a:pt x="435864" y="9144"/>
                  </a:lnTo>
                  <a:lnTo>
                    <a:pt x="435864" y="0"/>
                  </a:lnTo>
                  <a:close/>
                </a:path>
                <a:path w="769620" h="9525">
                  <a:moveTo>
                    <a:pt x="502920" y="0"/>
                  </a:moveTo>
                  <a:lnTo>
                    <a:pt x="464820" y="0"/>
                  </a:lnTo>
                  <a:lnTo>
                    <a:pt x="464820" y="9144"/>
                  </a:lnTo>
                  <a:lnTo>
                    <a:pt x="502920" y="9144"/>
                  </a:lnTo>
                  <a:lnTo>
                    <a:pt x="502920" y="0"/>
                  </a:lnTo>
                  <a:close/>
                </a:path>
                <a:path w="769620" h="9525">
                  <a:moveTo>
                    <a:pt x="569976" y="0"/>
                  </a:moveTo>
                  <a:lnTo>
                    <a:pt x="531876" y="0"/>
                  </a:lnTo>
                  <a:lnTo>
                    <a:pt x="531876" y="9144"/>
                  </a:lnTo>
                  <a:lnTo>
                    <a:pt x="569976" y="9144"/>
                  </a:lnTo>
                  <a:lnTo>
                    <a:pt x="569976" y="0"/>
                  </a:lnTo>
                  <a:close/>
                </a:path>
                <a:path w="769620" h="9525">
                  <a:moveTo>
                    <a:pt x="637032" y="0"/>
                  </a:moveTo>
                  <a:lnTo>
                    <a:pt x="598932" y="0"/>
                  </a:lnTo>
                  <a:lnTo>
                    <a:pt x="598932" y="9144"/>
                  </a:lnTo>
                  <a:lnTo>
                    <a:pt x="637032" y="9144"/>
                  </a:lnTo>
                  <a:lnTo>
                    <a:pt x="637032" y="0"/>
                  </a:lnTo>
                  <a:close/>
                </a:path>
                <a:path w="769620" h="9525">
                  <a:moveTo>
                    <a:pt x="702564" y="0"/>
                  </a:moveTo>
                  <a:lnTo>
                    <a:pt x="664464" y="0"/>
                  </a:lnTo>
                  <a:lnTo>
                    <a:pt x="664464" y="9144"/>
                  </a:lnTo>
                  <a:lnTo>
                    <a:pt x="702564" y="9144"/>
                  </a:lnTo>
                  <a:lnTo>
                    <a:pt x="702564" y="0"/>
                  </a:lnTo>
                  <a:close/>
                </a:path>
                <a:path w="769620" h="9525">
                  <a:moveTo>
                    <a:pt x="769620" y="0"/>
                  </a:moveTo>
                  <a:lnTo>
                    <a:pt x="731520" y="0"/>
                  </a:lnTo>
                  <a:lnTo>
                    <a:pt x="731520" y="9144"/>
                  </a:lnTo>
                  <a:lnTo>
                    <a:pt x="769620" y="9144"/>
                  </a:lnTo>
                  <a:lnTo>
                    <a:pt x="769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04181" y="322935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5" y="143255"/>
                  </a:moveTo>
                  <a:lnTo>
                    <a:pt x="280586" y="97926"/>
                  </a:lnTo>
                  <a:lnTo>
                    <a:pt x="259896" y="58594"/>
                  </a:lnTo>
                  <a:lnTo>
                    <a:pt x="228453" y="27602"/>
                  </a:lnTo>
                  <a:lnTo>
                    <a:pt x="188744" y="7290"/>
                  </a:lnTo>
                  <a:lnTo>
                    <a:pt x="143255" y="0"/>
                  </a:ln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5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5"/>
                  </a:lnTo>
                  <a:lnTo>
                    <a:pt x="188744" y="280586"/>
                  </a:lnTo>
                  <a:lnTo>
                    <a:pt x="228453" y="259896"/>
                  </a:lnTo>
                  <a:lnTo>
                    <a:pt x="259896" y="228453"/>
                  </a:lnTo>
                  <a:lnTo>
                    <a:pt x="280586" y="188744"/>
                  </a:lnTo>
                  <a:lnTo>
                    <a:pt x="288035" y="143255"/>
                  </a:lnTo>
                  <a:close/>
                </a:path>
              </a:pathLst>
            </a:custGeom>
            <a:solidFill>
              <a:srgbClr val="FAC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9610" y="3224784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7828"/>
                  </a:moveTo>
                  <a:lnTo>
                    <a:pt x="289560" y="103632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53340" y="33528"/>
                  </a:lnTo>
                  <a:lnTo>
                    <a:pt x="24384" y="65532"/>
                  </a:lnTo>
                  <a:lnTo>
                    <a:pt x="18288" y="77724"/>
                  </a:lnTo>
                  <a:lnTo>
                    <a:pt x="10668" y="91440"/>
                  </a:lnTo>
                  <a:lnTo>
                    <a:pt x="6096" y="105156"/>
                  </a:lnTo>
                  <a:lnTo>
                    <a:pt x="3048" y="118872"/>
                  </a:lnTo>
                  <a:lnTo>
                    <a:pt x="0" y="134112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25908" y="82296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47828" y="9144"/>
                  </a:lnTo>
                  <a:lnTo>
                    <a:pt x="163068" y="10668"/>
                  </a:lnTo>
                  <a:lnTo>
                    <a:pt x="202692" y="19812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79" h="297179">
                  <a:moveTo>
                    <a:pt x="286512" y="201168"/>
                  </a:moveTo>
                  <a:lnTo>
                    <a:pt x="286512" y="163068"/>
                  </a:lnTo>
                  <a:lnTo>
                    <a:pt x="284988" y="176784"/>
                  </a:lnTo>
                  <a:lnTo>
                    <a:pt x="280416" y="190500"/>
                  </a:lnTo>
                  <a:lnTo>
                    <a:pt x="263652" y="225552"/>
                  </a:lnTo>
                  <a:lnTo>
                    <a:pt x="236220" y="256032"/>
                  </a:lnTo>
                  <a:lnTo>
                    <a:pt x="202692" y="275844"/>
                  </a:lnTo>
                  <a:lnTo>
                    <a:pt x="188976" y="280416"/>
                  </a:lnTo>
                  <a:lnTo>
                    <a:pt x="176784" y="284988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9436" y="256032"/>
                  </a:lnTo>
                  <a:lnTo>
                    <a:pt x="25908" y="214884"/>
                  </a:lnTo>
                  <a:lnTo>
                    <a:pt x="12192" y="176784"/>
                  </a:lnTo>
                  <a:lnTo>
                    <a:pt x="9144" y="147828"/>
                  </a:lnTo>
                  <a:lnTo>
                    <a:pt x="9144" y="198882"/>
                  </a:lnTo>
                  <a:lnTo>
                    <a:pt x="33528" y="242316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9456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079878" y="3146550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43312" y="3506214"/>
            <a:ext cx="422656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0">
              <a:lnSpc>
                <a:spcPct val="100000"/>
              </a:lnSpc>
              <a:spcBef>
                <a:spcPts val="100"/>
              </a:spcBef>
              <a:tabLst>
                <a:tab pos="3992879" algn="l"/>
              </a:tabLst>
            </a:pPr>
            <a:r>
              <a:rPr sz="2400" spc="-50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113409" y="3300983"/>
            <a:ext cx="2124710" cy="144780"/>
            <a:chOff x="3113409" y="3300983"/>
            <a:chExt cx="2124710" cy="144780"/>
          </a:xfrm>
        </p:grpSpPr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085" y="3300983"/>
              <a:ext cx="144779" cy="13258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3409" y="3311651"/>
              <a:ext cx="144779" cy="1341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2381" y="815340"/>
            <a:ext cx="8789035" cy="6291580"/>
            <a:chOff x="952381" y="815340"/>
            <a:chExt cx="8789035" cy="6291580"/>
          </a:xfrm>
        </p:grpSpPr>
        <p:sp>
          <p:nvSpPr>
            <p:cNvPr id="4" name="object 4"/>
            <p:cNvSpPr/>
            <p:nvPr/>
          </p:nvSpPr>
          <p:spPr>
            <a:xfrm>
              <a:off x="1052965" y="6067044"/>
              <a:ext cx="3657600" cy="109855"/>
            </a:xfrm>
            <a:custGeom>
              <a:avLst/>
              <a:gdLst/>
              <a:ahLst/>
              <a:cxnLst/>
              <a:rect l="l" t="t" r="r" b="b"/>
              <a:pathLst>
                <a:path w="3657600" h="109854">
                  <a:moveTo>
                    <a:pt x="3620075" y="54864"/>
                  </a:moveTo>
                  <a:lnTo>
                    <a:pt x="3604309" y="45720"/>
                  </a:lnTo>
                  <a:lnTo>
                    <a:pt x="0" y="45720"/>
                  </a:lnTo>
                  <a:lnTo>
                    <a:pt x="0" y="64008"/>
                  </a:lnTo>
                  <a:lnTo>
                    <a:pt x="3604309" y="64008"/>
                  </a:lnTo>
                  <a:lnTo>
                    <a:pt x="3620075" y="54864"/>
                  </a:lnTo>
                  <a:close/>
                </a:path>
                <a:path w="3657600" h="109854">
                  <a:moveTo>
                    <a:pt x="3657597" y="54864"/>
                  </a:moveTo>
                  <a:lnTo>
                    <a:pt x="3567681" y="1524"/>
                  </a:lnTo>
                  <a:lnTo>
                    <a:pt x="3563109" y="0"/>
                  </a:lnTo>
                  <a:lnTo>
                    <a:pt x="3557013" y="1524"/>
                  </a:lnTo>
                  <a:lnTo>
                    <a:pt x="3550917" y="10668"/>
                  </a:lnTo>
                  <a:lnTo>
                    <a:pt x="3552441" y="15240"/>
                  </a:lnTo>
                  <a:lnTo>
                    <a:pt x="3557013" y="18288"/>
                  </a:lnTo>
                  <a:lnTo>
                    <a:pt x="3604309" y="45720"/>
                  </a:lnTo>
                  <a:lnTo>
                    <a:pt x="3637785" y="45720"/>
                  </a:lnTo>
                  <a:lnTo>
                    <a:pt x="3637785" y="66616"/>
                  </a:lnTo>
                  <a:lnTo>
                    <a:pt x="3657597" y="54864"/>
                  </a:lnTo>
                  <a:close/>
                </a:path>
                <a:path w="3657600" h="109854">
                  <a:moveTo>
                    <a:pt x="3637785" y="66616"/>
                  </a:moveTo>
                  <a:lnTo>
                    <a:pt x="3637785" y="64008"/>
                  </a:lnTo>
                  <a:lnTo>
                    <a:pt x="3604309" y="64008"/>
                  </a:lnTo>
                  <a:lnTo>
                    <a:pt x="3557013" y="91440"/>
                  </a:lnTo>
                  <a:lnTo>
                    <a:pt x="3552441" y="92964"/>
                  </a:lnTo>
                  <a:lnTo>
                    <a:pt x="3550917" y="99060"/>
                  </a:lnTo>
                  <a:lnTo>
                    <a:pt x="3557013" y="108204"/>
                  </a:lnTo>
                  <a:lnTo>
                    <a:pt x="3563109" y="109728"/>
                  </a:lnTo>
                  <a:lnTo>
                    <a:pt x="3567681" y="108204"/>
                  </a:lnTo>
                  <a:lnTo>
                    <a:pt x="3637785" y="66616"/>
                  </a:lnTo>
                  <a:close/>
                </a:path>
                <a:path w="3657600" h="109854">
                  <a:moveTo>
                    <a:pt x="3637785" y="64008"/>
                  </a:moveTo>
                  <a:lnTo>
                    <a:pt x="3637785" y="45720"/>
                  </a:lnTo>
                  <a:lnTo>
                    <a:pt x="3604309" y="45720"/>
                  </a:lnTo>
                  <a:lnTo>
                    <a:pt x="3620075" y="54864"/>
                  </a:lnTo>
                  <a:lnTo>
                    <a:pt x="3633213" y="47244"/>
                  </a:lnTo>
                  <a:lnTo>
                    <a:pt x="3633213" y="64008"/>
                  </a:lnTo>
                  <a:lnTo>
                    <a:pt x="3637785" y="64008"/>
                  </a:lnTo>
                  <a:close/>
                </a:path>
                <a:path w="3657600" h="109854">
                  <a:moveTo>
                    <a:pt x="3633213" y="64008"/>
                  </a:moveTo>
                  <a:lnTo>
                    <a:pt x="3633213" y="62484"/>
                  </a:lnTo>
                  <a:lnTo>
                    <a:pt x="3620075" y="54864"/>
                  </a:lnTo>
                  <a:lnTo>
                    <a:pt x="3604309" y="64008"/>
                  </a:lnTo>
                  <a:lnTo>
                    <a:pt x="3633213" y="64008"/>
                  </a:lnTo>
                  <a:close/>
                </a:path>
                <a:path w="3657600" h="109854">
                  <a:moveTo>
                    <a:pt x="3633213" y="62484"/>
                  </a:moveTo>
                  <a:lnTo>
                    <a:pt x="3633213" y="47244"/>
                  </a:lnTo>
                  <a:lnTo>
                    <a:pt x="3620075" y="54864"/>
                  </a:lnTo>
                  <a:lnTo>
                    <a:pt x="3633213" y="624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82958" y="6029968"/>
              <a:ext cx="2468880" cy="171450"/>
            </a:xfrm>
            <a:custGeom>
              <a:avLst/>
              <a:gdLst/>
              <a:ahLst/>
              <a:cxnLst/>
              <a:rect l="l" t="t" r="r" b="b"/>
              <a:pathLst>
                <a:path w="2468879" h="171450">
                  <a:moveTo>
                    <a:pt x="2393061" y="85844"/>
                  </a:moveTo>
                  <a:lnTo>
                    <a:pt x="2359290" y="66032"/>
                  </a:lnTo>
                  <a:lnTo>
                    <a:pt x="0" y="66032"/>
                  </a:lnTo>
                  <a:lnTo>
                    <a:pt x="0" y="104132"/>
                  </a:lnTo>
                  <a:lnTo>
                    <a:pt x="2361888" y="104132"/>
                  </a:lnTo>
                  <a:lnTo>
                    <a:pt x="2393061" y="85844"/>
                  </a:lnTo>
                  <a:close/>
                </a:path>
                <a:path w="2468879" h="171450">
                  <a:moveTo>
                    <a:pt x="2468880" y="85844"/>
                  </a:moveTo>
                  <a:lnTo>
                    <a:pt x="2325624" y="2024"/>
                  </a:lnTo>
                  <a:lnTo>
                    <a:pt x="2318575" y="0"/>
                  </a:lnTo>
                  <a:lnTo>
                    <a:pt x="2311527" y="690"/>
                  </a:lnTo>
                  <a:lnTo>
                    <a:pt x="2305050" y="3952"/>
                  </a:lnTo>
                  <a:lnTo>
                    <a:pt x="2299716" y="9644"/>
                  </a:lnTo>
                  <a:lnTo>
                    <a:pt x="2297692" y="16692"/>
                  </a:lnTo>
                  <a:lnTo>
                    <a:pt x="2298382" y="23741"/>
                  </a:lnTo>
                  <a:lnTo>
                    <a:pt x="2301644" y="30218"/>
                  </a:lnTo>
                  <a:lnTo>
                    <a:pt x="2307336" y="35552"/>
                  </a:lnTo>
                  <a:lnTo>
                    <a:pt x="2359290" y="66032"/>
                  </a:lnTo>
                  <a:lnTo>
                    <a:pt x="2430780" y="66032"/>
                  </a:lnTo>
                  <a:lnTo>
                    <a:pt x="2430780" y="107731"/>
                  </a:lnTo>
                  <a:lnTo>
                    <a:pt x="2468880" y="85844"/>
                  </a:lnTo>
                  <a:close/>
                </a:path>
                <a:path w="2468879" h="171450">
                  <a:moveTo>
                    <a:pt x="2430780" y="107731"/>
                  </a:moveTo>
                  <a:lnTo>
                    <a:pt x="2430780" y="104132"/>
                  </a:lnTo>
                  <a:lnTo>
                    <a:pt x="2361888" y="104132"/>
                  </a:lnTo>
                  <a:lnTo>
                    <a:pt x="2307336" y="136136"/>
                  </a:lnTo>
                  <a:lnTo>
                    <a:pt x="2301644" y="140827"/>
                  </a:lnTo>
                  <a:lnTo>
                    <a:pt x="2298382" y="147375"/>
                  </a:lnTo>
                  <a:lnTo>
                    <a:pt x="2297692" y="154781"/>
                  </a:lnTo>
                  <a:lnTo>
                    <a:pt x="2299716" y="162044"/>
                  </a:lnTo>
                  <a:lnTo>
                    <a:pt x="2305050" y="167711"/>
                  </a:lnTo>
                  <a:lnTo>
                    <a:pt x="2311527" y="170807"/>
                  </a:lnTo>
                  <a:lnTo>
                    <a:pt x="2318575" y="171045"/>
                  </a:lnTo>
                  <a:lnTo>
                    <a:pt x="2325624" y="168140"/>
                  </a:lnTo>
                  <a:lnTo>
                    <a:pt x="2430780" y="107731"/>
                  </a:lnTo>
                  <a:close/>
                </a:path>
                <a:path w="2468879" h="171450">
                  <a:moveTo>
                    <a:pt x="2430780" y="104132"/>
                  </a:moveTo>
                  <a:lnTo>
                    <a:pt x="2430780" y="66032"/>
                  </a:lnTo>
                  <a:lnTo>
                    <a:pt x="2359290" y="66032"/>
                  </a:lnTo>
                  <a:lnTo>
                    <a:pt x="2393061" y="85844"/>
                  </a:lnTo>
                  <a:lnTo>
                    <a:pt x="2421636" y="69080"/>
                  </a:lnTo>
                  <a:lnTo>
                    <a:pt x="2421636" y="104132"/>
                  </a:lnTo>
                  <a:lnTo>
                    <a:pt x="2430780" y="104132"/>
                  </a:lnTo>
                  <a:close/>
                </a:path>
                <a:path w="2468879" h="171450">
                  <a:moveTo>
                    <a:pt x="2421636" y="104132"/>
                  </a:moveTo>
                  <a:lnTo>
                    <a:pt x="2421636" y="102608"/>
                  </a:lnTo>
                  <a:lnTo>
                    <a:pt x="2393061" y="85844"/>
                  </a:lnTo>
                  <a:lnTo>
                    <a:pt x="2361888" y="104132"/>
                  </a:lnTo>
                  <a:lnTo>
                    <a:pt x="2421636" y="104132"/>
                  </a:lnTo>
                  <a:close/>
                </a:path>
                <a:path w="2468879" h="171450">
                  <a:moveTo>
                    <a:pt x="2421636" y="102608"/>
                  </a:moveTo>
                  <a:lnTo>
                    <a:pt x="2421636" y="69080"/>
                  </a:lnTo>
                  <a:lnTo>
                    <a:pt x="2393061" y="85844"/>
                  </a:lnTo>
                  <a:lnTo>
                    <a:pt x="2421636" y="10260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372" y="1071384"/>
              <a:ext cx="8789035" cy="6035040"/>
            </a:xfrm>
            <a:custGeom>
              <a:avLst/>
              <a:gdLst/>
              <a:ahLst/>
              <a:cxnLst/>
              <a:rect l="l" t="t" r="r" b="b"/>
              <a:pathLst>
                <a:path w="8789035" h="6035040">
                  <a:moveTo>
                    <a:pt x="8788908" y="694944"/>
                  </a:moveTo>
                  <a:lnTo>
                    <a:pt x="8779764" y="694944"/>
                  </a:lnTo>
                  <a:lnTo>
                    <a:pt x="8779764" y="704088"/>
                  </a:lnTo>
                  <a:lnTo>
                    <a:pt x="8779764" y="6025896"/>
                  </a:lnTo>
                  <a:lnTo>
                    <a:pt x="9144" y="6025896"/>
                  </a:lnTo>
                  <a:lnTo>
                    <a:pt x="9144" y="704088"/>
                  </a:lnTo>
                  <a:lnTo>
                    <a:pt x="8779764" y="704088"/>
                  </a:lnTo>
                  <a:lnTo>
                    <a:pt x="8779764" y="694944"/>
                  </a:lnTo>
                  <a:lnTo>
                    <a:pt x="0" y="694944"/>
                  </a:lnTo>
                  <a:lnTo>
                    <a:pt x="0" y="6035040"/>
                  </a:lnTo>
                  <a:lnTo>
                    <a:pt x="4572" y="6035040"/>
                  </a:lnTo>
                  <a:lnTo>
                    <a:pt x="9144" y="6035040"/>
                  </a:lnTo>
                  <a:lnTo>
                    <a:pt x="8779764" y="6035040"/>
                  </a:lnTo>
                  <a:lnTo>
                    <a:pt x="8784336" y="6035040"/>
                  </a:lnTo>
                  <a:lnTo>
                    <a:pt x="8788908" y="6035040"/>
                  </a:lnTo>
                  <a:lnTo>
                    <a:pt x="8788908" y="694944"/>
                  </a:lnTo>
                  <a:close/>
                </a:path>
                <a:path w="8789035" h="6035040">
                  <a:moveTo>
                    <a:pt x="8788908" y="0"/>
                  </a:moveTo>
                  <a:lnTo>
                    <a:pt x="8779764" y="0"/>
                  </a:lnTo>
                  <a:lnTo>
                    <a:pt x="8779764" y="10668"/>
                  </a:lnTo>
                  <a:lnTo>
                    <a:pt x="8779764" y="658368"/>
                  </a:lnTo>
                  <a:lnTo>
                    <a:pt x="9144" y="658368"/>
                  </a:lnTo>
                  <a:lnTo>
                    <a:pt x="9144" y="10668"/>
                  </a:lnTo>
                  <a:lnTo>
                    <a:pt x="8779764" y="10668"/>
                  </a:lnTo>
                  <a:lnTo>
                    <a:pt x="8779764" y="0"/>
                  </a:lnTo>
                  <a:lnTo>
                    <a:pt x="0" y="0"/>
                  </a:lnTo>
                  <a:lnTo>
                    <a:pt x="0" y="667512"/>
                  </a:lnTo>
                  <a:lnTo>
                    <a:pt x="4572" y="667512"/>
                  </a:lnTo>
                  <a:lnTo>
                    <a:pt x="9144" y="667512"/>
                  </a:lnTo>
                  <a:lnTo>
                    <a:pt x="8779764" y="667512"/>
                  </a:lnTo>
                  <a:lnTo>
                    <a:pt x="8784336" y="667512"/>
                  </a:lnTo>
                  <a:lnTo>
                    <a:pt x="8788908" y="667512"/>
                  </a:lnTo>
                  <a:lnTo>
                    <a:pt x="8788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0266" y="819912"/>
              <a:ext cx="4346575" cy="2519680"/>
            </a:xfrm>
            <a:custGeom>
              <a:avLst/>
              <a:gdLst/>
              <a:ahLst/>
              <a:cxnLst/>
              <a:rect l="l" t="t" r="r" b="b"/>
              <a:pathLst>
                <a:path w="4346575" h="2519679">
                  <a:moveTo>
                    <a:pt x="4346447" y="2519171"/>
                  </a:moveTo>
                  <a:lnTo>
                    <a:pt x="4346447" y="0"/>
                  </a:lnTo>
                  <a:lnTo>
                    <a:pt x="0" y="0"/>
                  </a:lnTo>
                  <a:lnTo>
                    <a:pt x="0" y="2519171"/>
                  </a:lnTo>
                  <a:lnTo>
                    <a:pt x="4346447" y="25191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84165" y="815352"/>
              <a:ext cx="4357370" cy="2528570"/>
            </a:xfrm>
            <a:custGeom>
              <a:avLst/>
              <a:gdLst/>
              <a:ahLst/>
              <a:cxnLst/>
              <a:rect l="l" t="t" r="r" b="b"/>
              <a:pathLst>
                <a:path w="4357370" h="2528570">
                  <a:moveTo>
                    <a:pt x="1776984" y="1551419"/>
                  </a:moveTo>
                  <a:lnTo>
                    <a:pt x="530352" y="832091"/>
                  </a:lnTo>
                  <a:lnTo>
                    <a:pt x="521208" y="847331"/>
                  </a:lnTo>
                  <a:lnTo>
                    <a:pt x="1767840" y="1568183"/>
                  </a:lnTo>
                  <a:lnTo>
                    <a:pt x="1776984" y="1551419"/>
                  </a:lnTo>
                  <a:close/>
                </a:path>
                <a:path w="4357370" h="2528570">
                  <a:moveTo>
                    <a:pt x="3037332" y="847331"/>
                  </a:moveTo>
                  <a:lnTo>
                    <a:pt x="3028188" y="832091"/>
                  </a:lnTo>
                  <a:lnTo>
                    <a:pt x="1781556" y="1551419"/>
                  </a:lnTo>
                  <a:lnTo>
                    <a:pt x="1785708" y="1559039"/>
                  </a:lnTo>
                  <a:lnTo>
                    <a:pt x="1781556" y="1566659"/>
                  </a:lnTo>
                  <a:lnTo>
                    <a:pt x="3028188" y="2287511"/>
                  </a:lnTo>
                  <a:lnTo>
                    <a:pt x="3037332" y="2270747"/>
                  </a:lnTo>
                  <a:lnTo>
                    <a:pt x="1806511" y="1559039"/>
                  </a:lnTo>
                  <a:lnTo>
                    <a:pt x="3037332" y="847331"/>
                  </a:lnTo>
                  <a:close/>
                </a:path>
                <a:path w="4357370" h="2528570">
                  <a:moveTo>
                    <a:pt x="4357116" y="0"/>
                  </a:moveTo>
                  <a:lnTo>
                    <a:pt x="4347972" y="0"/>
                  </a:lnTo>
                  <a:lnTo>
                    <a:pt x="4347972" y="9144"/>
                  </a:lnTo>
                  <a:lnTo>
                    <a:pt x="4347972" y="2519172"/>
                  </a:lnTo>
                  <a:lnTo>
                    <a:pt x="10668" y="2519172"/>
                  </a:lnTo>
                  <a:lnTo>
                    <a:pt x="10668" y="9144"/>
                  </a:lnTo>
                  <a:lnTo>
                    <a:pt x="4347972" y="9144"/>
                  </a:lnTo>
                  <a:lnTo>
                    <a:pt x="4347972" y="0"/>
                  </a:lnTo>
                  <a:lnTo>
                    <a:pt x="0" y="0"/>
                  </a:lnTo>
                  <a:lnTo>
                    <a:pt x="0" y="2528316"/>
                  </a:lnTo>
                  <a:lnTo>
                    <a:pt x="6096" y="2528316"/>
                  </a:lnTo>
                  <a:lnTo>
                    <a:pt x="10668" y="2528316"/>
                  </a:lnTo>
                  <a:lnTo>
                    <a:pt x="4347972" y="2528316"/>
                  </a:lnTo>
                  <a:lnTo>
                    <a:pt x="4352544" y="2528316"/>
                  </a:lnTo>
                  <a:lnTo>
                    <a:pt x="4357116" y="2528316"/>
                  </a:lnTo>
                  <a:lnTo>
                    <a:pt x="4357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13781" y="1763267"/>
            <a:ext cx="466725" cy="396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2000" spc="-5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5409" y="2590800"/>
            <a:ext cx="466725" cy="3981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 spc="-5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8381" y="1761744"/>
            <a:ext cx="466725" cy="396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2000" spc="-5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447665" y="2209800"/>
            <a:ext cx="52069" cy="165100"/>
          </a:xfrm>
          <a:custGeom>
            <a:avLst/>
            <a:gdLst/>
            <a:ahLst/>
            <a:cxnLst/>
            <a:rect l="l" t="t" r="r" b="b"/>
            <a:pathLst>
              <a:path w="52070" h="165100">
                <a:moveTo>
                  <a:pt x="51815" y="163067"/>
                </a:moveTo>
                <a:lnTo>
                  <a:pt x="51815" y="141731"/>
                </a:lnTo>
                <a:lnTo>
                  <a:pt x="45719" y="99059"/>
                </a:lnTo>
                <a:lnTo>
                  <a:pt x="41147" y="79247"/>
                </a:lnTo>
                <a:lnTo>
                  <a:pt x="33527" y="57911"/>
                </a:lnTo>
                <a:lnTo>
                  <a:pt x="27431" y="38099"/>
                </a:lnTo>
                <a:lnTo>
                  <a:pt x="18287" y="18287"/>
                </a:lnTo>
                <a:lnTo>
                  <a:pt x="7619" y="0"/>
                </a:lnTo>
                <a:lnTo>
                  <a:pt x="0" y="4571"/>
                </a:lnTo>
                <a:lnTo>
                  <a:pt x="9143" y="22859"/>
                </a:lnTo>
                <a:lnTo>
                  <a:pt x="18287" y="42671"/>
                </a:lnTo>
                <a:lnTo>
                  <a:pt x="32003" y="82295"/>
                </a:lnTo>
                <a:lnTo>
                  <a:pt x="39623" y="121919"/>
                </a:lnTo>
                <a:lnTo>
                  <a:pt x="42671" y="164591"/>
                </a:lnTo>
                <a:lnTo>
                  <a:pt x="51815" y="163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48254" y="2105659"/>
            <a:ext cx="414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r>
              <a:rPr sz="1800" spc="-37" baseline="25462" dirty="0">
                <a:latin typeface="Arial MT"/>
                <a:cs typeface="Arial MT"/>
              </a:rPr>
              <a:t>0</a:t>
            </a:r>
            <a:endParaRPr sz="1800" baseline="25462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8254" y="2364738"/>
            <a:ext cx="414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r>
              <a:rPr sz="1800" spc="-37" baseline="25462" dirty="0">
                <a:latin typeface="Arial MT"/>
                <a:cs typeface="Arial MT"/>
              </a:rPr>
              <a:t>0</a:t>
            </a:r>
            <a:endParaRPr sz="1800" baseline="25462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22821" y="2209799"/>
            <a:ext cx="676910" cy="329565"/>
          </a:xfrm>
          <a:custGeom>
            <a:avLst/>
            <a:gdLst/>
            <a:ahLst/>
            <a:cxnLst/>
            <a:rect l="l" t="t" r="r" b="b"/>
            <a:pathLst>
              <a:path w="676909" h="329564">
                <a:moveTo>
                  <a:pt x="53340" y="4572"/>
                </a:moveTo>
                <a:lnTo>
                  <a:pt x="25908" y="38100"/>
                </a:lnTo>
                <a:lnTo>
                  <a:pt x="12192" y="79248"/>
                </a:lnTo>
                <a:lnTo>
                  <a:pt x="6096" y="99060"/>
                </a:lnTo>
                <a:lnTo>
                  <a:pt x="3048" y="120396"/>
                </a:lnTo>
                <a:lnTo>
                  <a:pt x="0" y="163068"/>
                </a:lnTo>
                <a:lnTo>
                  <a:pt x="9144" y="164592"/>
                </a:lnTo>
                <a:lnTo>
                  <a:pt x="12192" y="121920"/>
                </a:lnTo>
                <a:lnTo>
                  <a:pt x="15240" y="102108"/>
                </a:lnTo>
                <a:lnTo>
                  <a:pt x="21336" y="82296"/>
                </a:lnTo>
                <a:lnTo>
                  <a:pt x="27432" y="60960"/>
                </a:lnTo>
                <a:lnTo>
                  <a:pt x="33528" y="42672"/>
                </a:lnTo>
                <a:lnTo>
                  <a:pt x="42672" y="22860"/>
                </a:lnTo>
                <a:lnTo>
                  <a:pt x="53340" y="4572"/>
                </a:lnTo>
                <a:close/>
              </a:path>
              <a:path w="676909" h="329564">
                <a:moveTo>
                  <a:pt x="676656" y="166116"/>
                </a:moveTo>
                <a:lnTo>
                  <a:pt x="667512" y="166116"/>
                </a:lnTo>
                <a:lnTo>
                  <a:pt x="665988" y="185928"/>
                </a:lnTo>
                <a:lnTo>
                  <a:pt x="664464" y="207264"/>
                </a:lnTo>
                <a:lnTo>
                  <a:pt x="661416" y="227076"/>
                </a:lnTo>
                <a:lnTo>
                  <a:pt x="656844" y="248412"/>
                </a:lnTo>
                <a:lnTo>
                  <a:pt x="650748" y="268224"/>
                </a:lnTo>
                <a:lnTo>
                  <a:pt x="643128" y="288036"/>
                </a:lnTo>
                <a:lnTo>
                  <a:pt x="624840" y="324612"/>
                </a:lnTo>
                <a:lnTo>
                  <a:pt x="632460" y="329184"/>
                </a:lnTo>
                <a:lnTo>
                  <a:pt x="643128" y="310896"/>
                </a:lnTo>
                <a:lnTo>
                  <a:pt x="652272" y="291084"/>
                </a:lnTo>
                <a:lnTo>
                  <a:pt x="658368" y="271272"/>
                </a:lnTo>
                <a:lnTo>
                  <a:pt x="665988" y="251460"/>
                </a:lnTo>
                <a:lnTo>
                  <a:pt x="670560" y="230124"/>
                </a:lnTo>
                <a:lnTo>
                  <a:pt x="676656" y="187452"/>
                </a:lnTo>
                <a:lnTo>
                  <a:pt x="676656" y="166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97635" y="2105659"/>
            <a:ext cx="414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r>
              <a:rPr sz="1800" spc="-37" baseline="25462" dirty="0">
                <a:latin typeface="Arial MT"/>
                <a:cs typeface="Arial MT"/>
              </a:rPr>
              <a:t>0</a:t>
            </a:r>
            <a:endParaRPr sz="1800" baseline="25462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43478" y="1181100"/>
            <a:ext cx="3383279" cy="2060575"/>
            <a:chOff x="5943478" y="1181100"/>
            <a:chExt cx="3383279" cy="2060575"/>
          </a:xfrm>
        </p:grpSpPr>
        <p:sp>
          <p:nvSpPr>
            <p:cNvPr id="18" name="object 18"/>
            <p:cNvSpPr/>
            <p:nvPr/>
          </p:nvSpPr>
          <p:spPr>
            <a:xfrm>
              <a:off x="5943473" y="1181112"/>
              <a:ext cx="3383279" cy="2011680"/>
            </a:xfrm>
            <a:custGeom>
              <a:avLst/>
              <a:gdLst/>
              <a:ahLst/>
              <a:cxnLst/>
              <a:rect l="l" t="t" r="r" b="b"/>
              <a:pathLst>
                <a:path w="3383279" h="2011680">
                  <a:moveTo>
                    <a:pt x="3383280" y="1193292"/>
                  </a:moveTo>
                  <a:lnTo>
                    <a:pt x="3293364" y="1139952"/>
                  </a:lnTo>
                  <a:lnTo>
                    <a:pt x="3288792" y="1136904"/>
                  </a:lnTo>
                  <a:lnTo>
                    <a:pt x="3282696" y="1138428"/>
                  </a:lnTo>
                  <a:lnTo>
                    <a:pt x="3276600" y="1147572"/>
                  </a:lnTo>
                  <a:lnTo>
                    <a:pt x="3278124" y="1153668"/>
                  </a:lnTo>
                  <a:lnTo>
                    <a:pt x="3282696" y="1156716"/>
                  </a:lnTo>
                  <a:lnTo>
                    <a:pt x="3327362" y="1182624"/>
                  </a:lnTo>
                  <a:lnTo>
                    <a:pt x="1231392" y="1182624"/>
                  </a:lnTo>
                  <a:lnTo>
                    <a:pt x="1231392" y="53276"/>
                  </a:lnTo>
                  <a:lnTo>
                    <a:pt x="1258824" y="100584"/>
                  </a:lnTo>
                  <a:lnTo>
                    <a:pt x="1261872" y="105156"/>
                  </a:lnTo>
                  <a:lnTo>
                    <a:pt x="1267968" y="106680"/>
                  </a:lnTo>
                  <a:lnTo>
                    <a:pt x="1277112" y="100584"/>
                  </a:lnTo>
                  <a:lnTo>
                    <a:pt x="1278636" y="96012"/>
                  </a:lnTo>
                  <a:lnTo>
                    <a:pt x="1275588" y="91440"/>
                  </a:lnTo>
                  <a:lnTo>
                    <a:pt x="1222248" y="0"/>
                  </a:lnTo>
                  <a:lnTo>
                    <a:pt x="1170432" y="91440"/>
                  </a:lnTo>
                  <a:lnTo>
                    <a:pt x="1167384" y="96012"/>
                  </a:lnTo>
                  <a:lnTo>
                    <a:pt x="1168908" y="100584"/>
                  </a:lnTo>
                  <a:lnTo>
                    <a:pt x="1178052" y="106680"/>
                  </a:lnTo>
                  <a:lnTo>
                    <a:pt x="1184148" y="105156"/>
                  </a:lnTo>
                  <a:lnTo>
                    <a:pt x="1185672" y="100584"/>
                  </a:lnTo>
                  <a:lnTo>
                    <a:pt x="1213104" y="54864"/>
                  </a:lnTo>
                  <a:lnTo>
                    <a:pt x="1213104" y="1182624"/>
                  </a:lnTo>
                  <a:lnTo>
                    <a:pt x="0" y="1182624"/>
                  </a:lnTo>
                  <a:lnTo>
                    <a:pt x="0" y="1202436"/>
                  </a:lnTo>
                  <a:lnTo>
                    <a:pt x="1213104" y="1202436"/>
                  </a:lnTo>
                  <a:lnTo>
                    <a:pt x="1213104" y="2011680"/>
                  </a:lnTo>
                  <a:lnTo>
                    <a:pt x="1231392" y="2011680"/>
                  </a:lnTo>
                  <a:lnTo>
                    <a:pt x="1231392" y="1202436"/>
                  </a:lnTo>
                  <a:lnTo>
                    <a:pt x="3327362" y="1202436"/>
                  </a:lnTo>
                  <a:lnTo>
                    <a:pt x="3282696" y="1228344"/>
                  </a:lnTo>
                  <a:lnTo>
                    <a:pt x="3278124" y="1231392"/>
                  </a:lnTo>
                  <a:lnTo>
                    <a:pt x="3276600" y="1237488"/>
                  </a:lnTo>
                  <a:lnTo>
                    <a:pt x="3282696" y="1246632"/>
                  </a:lnTo>
                  <a:lnTo>
                    <a:pt x="3288792" y="1248156"/>
                  </a:lnTo>
                  <a:lnTo>
                    <a:pt x="3293364" y="1245108"/>
                  </a:lnTo>
                  <a:lnTo>
                    <a:pt x="3364992" y="1203820"/>
                  </a:lnTo>
                  <a:lnTo>
                    <a:pt x="3383280" y="1193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21858" y="2945892"/>
              <a:ext cx="297180" cy="295910"/>
            </a:xfrm>
            <a:custGeom>
              <a:avLst/>
              <a:gdLst/>
              <a:ahLst/>
              <a:cxnLst/>
              <a:rect l="l" t="t" r="r" b="b"/>
              <a:pathLst>
                <a:path w="297179" h="295910">
                  <a:moveTo>
                    <a:pt x="297180" y="147828"/>
                  </a:moveTo>
                  <a:lnTo>
                    <a:pt x="284988" y="89916"/>
                  </a:lnTo>
                  <a:lnTo>
                    <a:pt x="252984" y="42672"/>
                  </a:lnTo>
                  <a:lnTo>
                    <a:pt x="219456" y="16764"/>
                  </a:lnTo>
                  <a:lnTo>
                    <a:pt x="178308" y="3048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65532" y="24384"/>
                  </a:lnTo>
                  <a:lnTo>
                    <a:pt x="33528" y="53340"/>
                  </a:lnTo>
                  <a:lnTo>
                    <a:pt x="12192" y="89916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25908" y="80772"/>
                  </a:lnTo>
                  <a:lnTo>
                    <a:pt x="50292" y="48768"/>
                  </a:lnTo>
                  <a:lnTo>
                    <a:pt x="59436" y="41148"/>
                  </a:lnTo>
                  <a:lnTo>
                    <a:pt x="70104" y="32004"/>
                  </a:lnTo>
                  <a:lnTo>
                    <a:pt x="94488" y="19812"/>
                  </a:lnTo>
                  <a:lnTo>
                    <a:pt x="106680" y="15240"/>
                  </a:lnTo>
                  <a:lnTo>
                    <a:pt x="134112" y="9144"/>
                  </a:lnTo>
                  <a:lnTo>
                    <a:pt x="163068" y="9144"/>
                  </a:lnTo>
                  <a:lnTo>
                    <a:pt x="202692" y="19812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  <a:path w="297179" h="295910">
                  <a:moveTo>
                    <a:pt x="286512" y="201168"/>
                  </a:moveTo>
                  <a:lnTo>
                    <a:pt x="286512" y="161544"/>
                  </a:lnTo>
                  <a:lnTo>
                    <a:pt x="284988" y="176784"/>
                  </a:lnTo>
                  <a:lnTo>
                    <a:pt x="280416" y="188976"/>
                  </a:lnTo>
                  <a:lnTo>
                    <a:pt x="263652" y="225552"/>
                  </a:lnTo>
                  <a:lnTo>
                    <a:pt x="236220" y="254508"/>
                  </a:lnTo>
                  <a:lnTo>
                    <a:pt x="225552" y="263652"/>
                  </a:lnTo>
                  <a:lnTo>
                    <a:pt x="188976" y="280416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94488" y="275844"/>
                  </a:lnTo>
                  <a:lnTo>
                    <a:pt x="59436" y="254508"/>
                  </a:lnTo>
                  <a:lnTo>
                    <a:pt x="33528" y="225552"/>
                  </a:lnTo>
                  <a:lnTo>
                    <a:pt x="15240" y="188976"/>
                  </a:lnTo>
                  <a:lnTo>
                    <a:pt x="9144" y="147828"/>
                  </a:lnTo>
                  <a:lnTo>
                    <a:pt x="9144" y="198882"/>
                  </a:lnTo>
                  <a:lnTo>
                    <a:pt x="33528" y="242316"/>
                  </a:lnTo>
                  <a:lnTo>
                    <a:pt x="65532" y="271272"/>
                  </a:lnTo>
                  <a:lnTo>
                    <a:pt x="105156" y="289560"/>
                  </a:lnTo>
                  <a:lnTo>
                    <a:pt x="134112" y="295656"/>
                  </a:lnTo>
                  <a:lnTo>
                    <a:pt x="163068" y="295656"/>
                  </a:lnTo>
                  <a:lnTo>
                    <a:pt x="205740" y="284988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90261" y="2189478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63005" y="3066287"/>
            <a:ext cx="216535" cy="56515"/>
          </a:xfrm>
          <a:custGeom>
            <a:avLst/>
            <a:gdLst/>
            <a:ahLst/>
            <a:cxnLst/>
            <a:rect l="l" t="t" r="r" b="b"/>
            <a:pathLst>
              <a:path w="216534" h="56514">
                <a:moveTo>
                  <a:pt x="216407" y="56387"/>
                </a:moveTo>
                <a:lnTo>
                  <a:pt x="216407" y="0"/>
                </a:lnTo>
                <a:lnTo>
                  <a:pt x="0" y="0"/>
                </a:lnTo>
                <a:lnTo>
                  <a:pt x="0" y="56387"/>
                </a:lnTo>
                <a:lnTo>
                  <a:pt x="216407" y="56387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501523" y="1284223"/>
            <a:ext cx="10883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1</a:t>
            </a:r>
            <a:r>
              <a:rPr sz="1950" spc="277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+2Q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72790" y="1542288"/>
            <a:ext cx="2746375" cy="297180"/>
            <a:chOff x="5772790" y="1542288"/>
            <a:chExt cx="2746375" cy="297180"/>
          </a:xfrm>
        </p:grpSpPr>
        <p:sp>
          <p:nvSpPr>
            <p:cNvPr id="24" name="object 24"/>
            <p:cNvSpPr/>
            <p:nvPr/>
          </p:nvSpPr>
          <p:spPr>
            <a:xfrm>
              <a:off x="8221853" y="154230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80">
                  <a:moveTo>
                    <a:pt x="257556" y="109715"/>
                  </a:moveTo>
                  <a:lnTo>
                    <a:pt x="41148" y="109715"/>
                  </a:lnTo>
                  <a:lnTo>
                    <a:pt x="41148" y="166103"/>
                  </a:lnTo>
                  <a:lnTo>
                    <a:pt x="257556" y="166103"/>
                  </a:lnTo>
                  <a:lnTo>
                    <a:pt x="257556" y="109715"/>
                  </a:lnTo>
                  <a:close/>
                </a:path>
                <a:path w="297179" h="297180">
                  <a:moveTo>
                    <a:pt x="297180" y="147828"/>
                  </a:moveTo>
                  <a:lnTo>
                    <a:pt x="294132" y="117348"/>
                  </a:lnTo>
                  <a:lnTo>
                    <a:pt x="286512" y="94488"/>
                  </a:lnTo>
                  <a:lnTo>
                    <a:pt x="286512" y="134112"/>
                  </a:lnTo>
                  <a:lnTo>
                    <a:pt x="286512" y="163068"/>
                  </a:lnTo>
                  <a:lnTo>
                    <a:pt x="284988" y="176784"/>
                  </a:lnTo>
                  <a:lnTo>
                    <a:pt x="280416" y="188976"/>
                  </a:lnTo>
                  <a:lnTo>
                    <a:pt x="275844" y="202692"/>
                  </a:lnTo>
                  <a:lnTo>
                    <a:pt x="256032" y="236220"/>
                  </a:lnTo>
                  <a:lnTo>
                    <a:pt x="225552" y="263652"/>
                  </a:lnTo>
                  <a:lnTo>
                    <a:pt x="188976" y="280416"/>
                  </a:lnTo>
                  <a:lnTo>
                    <a:pt x="163068" y="286512"/>
                  </a:lnTo>
                  <a:lnTo>
                    <a:pt x="134112" y="286512"/>
                  </a:lnTo>
                  <a:lnTo>
                    <a:pt x="106680" y="280416"/>
                  </a:lnTo>
                  <a:lnTo>
                    <a:pt x="94488" y="275844"/>
                  </a:lnTo>
                  <a:lnTo>
                    <a:pt x="70104" y="263652"/>
                  </a:lnTo>
                  <a:lnTo>
                    <a:pt x="59436" y="254508"/>
                  </a:lnTo>
                  <a:lnTo>
                    <a:pt x="50292" y="246888"/>
                  </a:lnTo>
                  <a:lnTo>
                    <a:pt x="25908" y="214884"/>
                  </a:lnTo>
                  <a:lnTo>
                    <a:pt x="12192" y="175260"/>
                  </a:lnTo>
                  <a:lnTo>
                    <a:pt x="9144" y="147828"/>
                  </a:lnTo>
                  <a:lnTo>
                    <a:pt x="12192" y="120396"/>
                  </a:lnTo>
                  <a:lnTo>
                    <a:pt x="25908" y="82296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34112" y="9144"/>
                  </a:lnTo>
                  <a:lnTo>
                    <a:pt x="149352" y="9144"/>
                  </a:lnTo>
                  <a:lnTo>
                    <a:pt x="190500" y="15240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94488"/>
                  </a:lnTo>
                  <a:lnTo>
                    <a:pt x="262128" y="53340"/>
                  </a:lnTo>
                  <a:lnTo>
                    <a:pt x="231648" y="24384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53340" y="33528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18288" y="219456"/>
                  </a:lnTo>
                  <a:lnTo>
                    <a:pt x="44196" y="252984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9352" y="297180"/>
                  </a:lnTo>
                  <a:lnTo>
                    <a:pt x="163068" y="295656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72790" y="1542288"/>
              <a:ext cx="295910" cy="297180"/>
            </a:xfrm>
            <a:custGeom>
              <a:avLst/>
              <a:gdLst/>
              <a:ahLst/>
              <a:cxnLst/>
              <a:rect l="l" t="t" r="r" b="b"/>
              <a:pathLst>
                <a:path w="295910" h="297180">
                  <a:moveTo>
                    <a:pt x="295656" y="163068"/>
                  </a:moveTo>
                  <a:lnTo>
                    <a:pt x="295656" y="132588"/>
                  </a:lnTo>
                  <a:lnTo>
                    <a:pt x="292608" y="117348"/>
                  </a:lnTo>
                  <a:lnTo>
                    <a:pt x="278892" y="77724"/>
                  </a:lnTo>
                  <a:lnTo>
                    <a:pt x="252984" y="42672"/>
                  </a:lnTo>
                  <a:lnTo>
                    <a:pt x="217932" y="16764"/>
                  </a:lnTo>
                  <a:lnTo>
                    <a:pt x="178308" y="3048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89916" y="12192"/>
                  </a:lnTo>
                  <a:lnTo>
                    <a:pt x="53340" y="33528"/>
                  </a:lnTo>
                  <a:lnTo>
                    <a:pt x="24384" y="65532"/>
                  </a:lnTo>
                  <a:lnTo>
                    <a:pt x="6096" y="103632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201168"/>
                  </a:lnTo>
                  <a:lnTo>
                    <a:pt x="9144" y="134112"/>
                  </a:lnTo>
                  <a:lnTo>
                    <a:pt x="15240" y="106680"/>
                  </a:lnTo>
                  <a:lnTo>
                    <a:pt x="33528" y="70104"/>
                  </a:lnTo>
                  <a:lnTo>
                    <a:pt x="59436" y="41148"/>
                  </a:lnTo>
                  <a:lnTo>
                    <a:pt x="94488" y="19812"/>
                  </a:lnTo>
                  <a:lnTo>
                    <a:pt x="134112" y="9144"/>
                  </a:lnTo>
                  <a:lnTo>
                    <a:pt x="147828" y="9144"/>
                  </a:lnTo>
                  <a:lnTo>
                    <a:pt x="188976" y="15240"/>
                  </a:lnTo>
                  <a:lnTo>
                    <a:pt x="236220" y="41148"/>
                  </a:lnTo>
                  <a:lnTo>
                    <a:pt x="263652" y="70104"/>
                  </a:lnTo>
                  <a:lnTo>
                    <a:pt x="280416" y="106680"/>
                  </a:lnTo>
                  <a:lnTo>
                    <a:pt x="286512" y="134112"/>
                  </a:lnTo>
                  <a:lnTo>
                    <a:pt x="286512" y="201168"/>
                  </a:lnTo>
                  <a:lnTo>
                    <a:pt x="289560" y="192024"/>
                  </a:lnTo>
                  <a:lnTo>
                    <a:pt x="292608" y="178308"/>
                  </a:lnTo>
                  <a:lnTo>
                    <a:pt x="295656" y="163068"/>
                  </a:lnTo>
                  <a:close/>
                </a:path>
                <a:path w="295910" h="297180">
                  <a:moveTo>
                    <a:pt x="286512" y="201168"/>
                  </a:moveTo>
                  <a:lnTo>
                    <a:pt x="286512" y="163068"/>
                  </a:lnTo>
                  <a:lnTo>
                    <a:pt x="283464" y="176784"/>
                  </a:lnTo>
                  <a:lnTo>
                    <a:pt x="280416" y="188976"/>
                  </a:lnTo>
                  <a:lnTo>
                    <a:pt x="263652" y="225552"/>
                  </a:lnTo>
                  <a:lnTo>
                    <a:pt x="236220" y="256032"/>
                  </a:lnTo>
                  <a:lnTo>
                    <a:pt x="201168" y="275844"/>
                  </a:lnTo>
                  <a:lnTo>
                    <a:pt x="161544" y="286512"/>
                  </a:lnTo>
                  <a:lnTo>
                    <a:pt x="134112" y="286512"/>
                  </a:lnTo>
                  <a:lnTo>
                    <a:pt x="92964" y="275844"/>
                  </a:lnTo>
                  <a:lnTo>
                    <a:pt x="59436" y="254508"/>
                  </a:lnTo>
                  <a:lnTo>
                    <a:pt x="48768" y="246888"/>
                  </a:lnTo>
                  <a:lnTo>
                    <a:pt x="41148" y="236220"/>
                  </a:lnTo>
                  <a:lnTo>
                    <a:pt x="32004" y="225552"/>
                  </a:lnTo>
                  <a:lnTo>
                    <a:pt x="25908" y="214884"/>
                  </a:lnTo>
                  <a:lnTo>
                    <a:pt x="19812" y="202692"/>
                  </a:lnTo>
                  <a:lnTo>
                    <a:pt x="15240" y="188976"/>
                  </a:lnTo>
                  <a:lnTo>
                    <a:pt x="9144" y="161544"/>
                  </a:lnTo>
                  <a:lnTo>
                    <a:pt x="9144" y="201168"/>
                  </a:lnTo>
                  <a:lnTo>
                    <a:pt x="42672" y="252984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4988" y="205740"/>
                  </a:lnTo>
                  <a:lnTo>
                    <a:pt x="286512" y="20116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13933" y="1583435"/>
              <a:ext cx="215265" cy="216535"/>
            </a:xfrm>
            <a:custGeom>
              <a:avLst/>
              <a:gdLst/>
              <a:ahLst/>
              <a:cxnLst/>
              <a:rect l="l" t="t" r="r" b="b"/>
              <a:pathLst>
                <a:path w="215264" h="216535">
                  <a:moveTo>
                    <a:pt x="214884" y="79248"/>
                  </a:moveTo>
                  <a:lnTo>
                    <a:pt x="135636" y="79248"/>
                  </a:lnTo>
                  <a:lnTo>
                    <a:pt x="135636" y="0"/>
                  </a:lnTo>
                  <a:lnTo>
                    <a:pt x="79248" y="0"/>
                  </a:lnTo>
                  <a:lnTo>
                    <a:pt x="79248" y="79248"/>
                  </a:lnTo>
                  <a:lnTo>
                    <a:pt x="0" y="79248"/>
                  </a:lnTo>
                  <a:lnTo>
                    <a:pt x="0" y="135636"/>
                  </a:lnTo>
                  <a:lnTo>
                    <a:pt x="79248" y="135636"/>
                  </a:lnTo>
                  <a:lnTo>
                    <a:pt x="79248" y="216408"/>
                  </a:lnTo>
                  <a:lnTo>
                    <a:pt x="135636" y="216408"/>
                  </a:lnTo>
                  <a:lnTo>
                    <a:pt x="135636" y="135636"/>
                  </a:lnTo>
                  <a:lnTo>
                    <a:pt x="214884" y="135636"/>
                  </a:lnTo>
                  <a:lnTo>
                    <a:pt x="214884" y="79248"/>
                  </a:lnTo>
                  <a:close/>
                </a:path>
              </a:pathLst>
            </a:custGeom>
            <a:solidFill>
              <a:srgbClr val="CC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093594" y="77215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41902" y="2888994"/>
            <a:ext cx="10928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1950" baseline="-21367" dirty="0">
                <a:latin typeface="Arial MT"/>
                <a:cs typeface="Arial MT"/>
              </a:rPr>
              <a:t>2</a:t>
            </a:r>
            <a:r>
              <a:rPr sz="1950" spc="270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2Q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09034" y="1613407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67302" y="1465579"/>
            <a:ext cx="1042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865" algn="l"/>
              </a:tabLst>
            </a:pPr>
            <a:r>
              <a:rPr sz="2000" spc="-50" dirty="0">
                <a:latin typeface="Arial MT"/>
                <a:cs typeface="Arial MT"/>
              </a:rPr>
              <a:t>q</a:t>
            </a:r>
            <a:r>
              <a:rPr sz="2000" dirty="0">
                <a:latin typeface="Arial MT"/>
                <a:cs typeface="Arial MT"/>
              </a:rPr>
              <a:t>	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4Q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72769" y="2281440"/>
            <a:ext cx="3657600" cy="1554480"/>
          </a:xfrm>
          <a:custGeom>
            <a:avLst/>
            <a:gdLst/>
            <a:ahLst/>
            <a:cxnLst/>
            <a:rect l="l" t="t" r="r" b="b"/>
            <a:pathLst>
              <a:path w="3657600" h="1554479">
                <a:moveTo>
                  <a:pt x="3657600" y="1295400"/>
                </a:moveTo>
                <a:lnTo>
                  <a:pt x="3567684" y="1243584"/>
                </a:lnTo>
                <a:lnTo>
                  <a:pt x="3563112" y="1240536"/>
                </a:lnTo>
                <a:lnTo>
                  <a:pt x="3557016" y="1242060"/>
                </a:lnTo>
                <a:lnTo>
                  <a:pt x="3555492" y="1246632"/>
                </a:lnTo>
                <a:lnTo>
                  <a:pt x="3552444" y="1251204"/>
                </a:lnTo>
                <a:lnTo>
                  <a:pt x="3553968" y="1257300"/>
                </a:lnTo>
                <a:lnTo>
                  <a:pt x="3558540" y="1258824"/>
                </a:lnTo>
                <a:lnTo>
                  <a:pt x="3604260" y="1286256"/>
                </a:lnTo>
                <a:lnTo>
                  <a:pt x="728472" y="1286256"/>
                </a:lnTo>
                <a:lnTo>
                  <a:pt x="728472" y="53276"/>
                </a:lnTo>
                <a:lnTo>
                  <a:pt x="755904" y="100584"/>
                </a:lnTo>
                <a:lnTo>
                  <a:pt x="758952" y="105156"/>
                </a:lnTo>
                <a:lnTo>
                  <a:pt x="765048" y="106680"/>
                </a:lnTo>
                <a:lnTo>
                  <a:pt x="768096" y="103632"/>
                </a:lnTo>
                <a:lnTo>
                  <a:pt x="772668" y="100584"/>
                </a:lnTo>
                <a:lnTo>
                  <a:pt x="774192" y="94488"/>
                </a:lnTo>
                <a:lnTo>
                  <a:pt x="772668" y="89916"/>
                </a:lnTo>
                <a:lnTo>
                  <a:pt x="719328" y="0"/>
                </a:lnTo>
                <a:lnTo>
                  <a:pt x="667512" y="89916"/>
                </a:lnTo>
                <a:lnTo>
                  <a:pt x="664464" y="94488"/>
                </a:lnTo>
                <a:lnTo>
                  <a:pt x="665988" y="100584"/>
                </a:lnTo>
                <a:lnTo>
                  <a:pt x="675132" y="106680"/>
                </a:lnTo>
                <a:lnTo>
                  <a:pt x="681228" y="105156"/>
                </a:lnTo>
                <a:lnTo>
                  <a:pt x="682752" y="100584"/>
                </a:lnTo>
                <a:lnTo>
                  <a:pt x="710184" y="54864"/>
                </a:lnTo>
                <a:lnTo>
                  <a:pt x="710184" y="1286256"/>
                </a:lnTo>
                <a:lnTo>
                  <a:pt x="0" y="1286256"/>
                </a:lnTo>
                <a:lnTo>
                  <a:pt x="0" y="1304544"/>
                </a:lnTo>
                <a:lnTo>
                  <a:pt x="710184" y="1304544"/>
                </a:lnTo>
                <a:lnTo>
                  <a:pt x="710184" y="1554480"/>
                </a:lnTo>
                <a:lnTo>
                  <a:pt x="728472" y="1554480"/>
                </a:lnTo>
                <a:lnTo>
                  <a:pt x="728472" y="1304544"/>
                </a:lnTo>
                <a:lnTo>
                  <a:pt x="3605834" y="1304544"/>
                </a:lnTo>
                <a:lnTo>
                  <a:pt x="3558540" y="1331976"/>
                </a:lnTo>
                <a:lnTo>
                  <a:pt x="3553968" y="1335024"/>
                </a:lnTo>
                <a:lnTo>
                  <a:pt x="3552444" y="1341120"/>
                </a:lnTo>
                <a:lnTo>
                  <a:pt x="3555492" y="1344168"/>
                </a:lnTo>
                <a:lnTo>
                  <a:pt x="3557016" y="1348740"/>
                </a:lnTo>
                <a:lnTo>
                  <a:pt x="3563112" y="1350264"/>
                </a:lnTo>
                <a:lnTo>
                  <a:pt x="3567684" y="1348740"/>
                </a:lnTo>
                <a:lnTo>
                  <a:pt x="3639312" y="1306245"/>
                </a:lnTo>
                <a:lnTo>
                  <a:pt x="3657600" y="129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745111" y="3372102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96669" y="2857512"/>
            <a:ext cx="1268095" cy="1079500"/>
          </a:xfrm>
          <a:custGeom>
            <a:avLst/>
            <a:gdLst/>
            <a:ahLst/>
            <a:cxnLst/>
            <a:rect l="l" t="t" r="r" b="b"/>
            <a:pathLst>
              <a:path w="1268095" h="1079500">
                <a:moveTo>
                  <a:pt x="1267968" y="1524"/>
                </a:moveTo>
                <a:lnTo>
                  <a:pt x="1103376" y="0"/>
                </a:lnTo>
                <a:lnTo>
                  <a:pt x="1083564" y="18288"/>
                </a:lnTo>
                <a:lnTo>
                  <a:pt x="1085138" y="25882"/>
                </a:lnTo>
                <a:lnTo>
                  <a:pt x="1089279" y="32194"/>
                </a:lnTo>
                <a:lnTo>
                  <a:pt x="1095133" y="36499"/>
                </a:lnTo>
                <a:lnTo>
                  <a:pt x="1101852" y="38100"/>
                </a:lnTo>
                <a:lnTo>
                  <a:pt x="1164564" y="38100"/>
                </a:lnTo>
                <a:lnTo>
                  <a:pt x="10668" y="704088"/>
                </a:lnTo>
                <a:lnTo>
                  <a:pt x="14185" y="710069"/>
                </a:lnTo>
                <a:lnTo>
                  <a:pt x="0" y="736092"/>
                </a:lnTo>
                <a:lnTo>
                  <a:pt x="528955" y="1040892"/>
                </a:lnTo>
                <a:lnTo>
                  <a:pt x="466344" y="1040892"/>
                </a:lnTo>
                <a:lnTo>
                  <a:pt x="458990" y="1042479"/>
                </a:lnTo>
                <a:lnTo>
                  <a:pt x="453199" y="1046797"/>
                </a:lnTo>
                <a:lnTo>
                  <a:pt x="449414" y="1053096"/>
                </a:lnTo>
                <a:lnTo>
                  <a:pt x="448056" y="1060704"/>
                </a:lnTo>
                <a:lnTo>
                  <a:pt x="449414" y="1068057"/>
                </a:lnTo>
                <a:lnTo>
                  <a:pt x="453199" y="1073848"/>
                </a:lnTo>
                <a:lnTo>
                  <a:pt x="458990" y="1077633"/>
                </a:lnTo>
                <a:lnTo>
                  <a:pt x="466344" y="1078992"/>
                </a:lnTo>
                <a:lnTo>
                  <a:pt x="608076" y="1078992"/>
                </a:lnTo>
                <a:lnTo>
                  <a:pt x="632460" y="1078992"/>
                </a:lnTo>
                <a:lnTo>
                  <a:pt x="550164" y="935736"/>
                </a:lnTo>
                <a:lnTo>
                  <a:pt x="544830" y="930033"/>
                </a:lnTo>
                <a:lnTo>
                  <a:pt x="538353" y="926782"/>
                </a:lnTo>
                <a:lnTo>
                  <a:pt x="531304" y="926084"/>
                </a:lnTo>
                <a:lnTo>
                  <a:pt x="524256" y="928116"/>
                </a:lnTo>
                <a:lnTo>
                  <a:pt x="518566" y="933450"/>
                </a:lnTo>
                <a:lnTo>
                  <a:pt x="515302" y="939927"/>
                </a:lnTo>
                <a:lnTo>
                  <a:pt x="514616" y="946975"/>
                </a:lnTo>
                <a:lnTo>
                  <a:pt x="516636" y="954024"/>
                </a:lnTo>
                <a:lnTo>
                  <a:pt x="547751" y="1009015"/>
                </a:lnTo>
                <a:lnTo>
                  <a:pt x="54686" y="723646"/>
                </a:lnTo>
                <a:lnTo>
                  <a:pt x="1182954" y="72440"/>
                </a:lnTo>
                <a:lnTo>
                  <a:pt x="1234440" y="42722"/>
                </a:lnTo>
                <a:lnTo>
                  <a:pt x="1245108" y="36576"/>
                </a:lnTo>
                <a:lnTo>
                  <a:pt x="1182954" y="72440"/>
                </a:lnTo>
                <a:lnTo>
                  <a:pt x="1152144" y="124968"/>
                </a:lnTo>
                <a:lnTo>
                  <a:pt x="1150124" y="132219"/>
                </a:lnTo>
                <a:lnTo>
                  <a:pt x="1150810" y="139636"/>
                </a:lnTo>
                <a:lnTo>
                  <a:pt x="1154074" y="146177"/>
                </a:lnTo>
                <a:lnTo>
                  <a:pt x="1159764" y="150876"/>
                </a:lnTo>
                <a:lnTo>
                  <a:pt x="1167028" y="153771"/>
                </a:lnTo>
                <a:lnTo>
                  <a:pt x="1174432" y="153543"/>
                </a:lnTo>
                <a:lnTo>
                  <a:pt x="1180985" y="150444"/>
                </a:lnTo>
                <a:lnTo>
                  <a:pt x="1185672" y="144780"/>
                </a:lnTo>
                <a:lnTo>
                  <a:pt x="1245108" y="41313"/>
                </a:lnTo>
                <a:lnTo>
                  <a:pt x="1267968" y="1524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195968" y="3309618"/>
            <a:ext cx="414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r>
              <a:rPr sz="1800" spc="-37" baseline="25462" dirty="0">
                <a:latin typeface="Arial MT"/>
                <a:cs typeface="Arial MT"/>
              </a:rPr>
              <a:t>0</a:t>
            </a:r>
            <a:endParaRPr sz="1800" baseline="25462">
              <a:latin typeface="Arial MT"/>
              <a:cs typeface="Arial MT"/>
            </a:endParaRPr>
          </a:p>
          <a:p>
            <a:pPr marL="38100">
              <a:lnSpc>
                <a:spcPts val="2100"/>
              </a:lnSpc>
            </a:pPr>
            <a:r>
              <a:rPr sz="1800" spc="-25" dirty="0">
                <a:latin typeface="Arial MT"/>
                <a:cs typeface="Arial MT"/>
              </a:rPr>
              <a:t>30</a:t>
            </a:r>
            <a:r>
              <a:rPr sz="1800" spc="-37" baseline="25462" dirty="0">
                <a:latin typeface="Arial MT"/>
                <a:cs typeface="Arial MT"/>
              </a:rPr>
              <a:t>0</a:t>
            </a:r>
            <a:endParaRPr sz="1800" baseline="25462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87530" y="3412235"/>
            <a:ext cx="632460" cy="558165"/>
            <a:chOff x="1787530" y="3412235"/>
            <a:chExt cx="632460" cy="558165"/>
          </a:xfrm>
        </p:grpSpPr>
        <p:sp>
          <p:nvSpPr>
            <p:cNvPr id="36" name="object 36"/>
            <p:cNvSpPr/>
            <p:nvPr/>
          </p:nvSpPr>
          <p:spPr>
            <a:xfrm>
              <a:off x="2067941" y="3412235"/>
              <a:ext cx="53340" cy="330835"/>
            </a:xfrm>
            <a:custGeom>
              <a:avLst/>
              <a:gdLst/>
              <a:ahLst/>
              <a:cxnLst/>
              <a:rect l="l" t="t" r="r" b="b"/>
              <a:pathLst>
                <a:path w="53339" h="330835">
                  <a:moveTo>
                    <a:pt x="53340" y="166116"/>
                  </a:moveTo>
                  <a:lnTo>
                    <a:pt x="44196" y="166116"/>
                  </a:lnTo>
                  <a:lnTo>
                    <a:pt x="41148" y="208788"/>
                  </a:lnTo>
                  <a:lnTo>
                    <a:pt x="38100" y="228600"/>
                  </a:lnTo>
                  <a:lnTo>
                    <a:pt x="19812" y="288036"/>
                  </a:lnTo>
                  <a:lnTo>
                    <a:pt x="10668" y="307848"/>
                  </a:lnTo>
                  <a:lnTo>
                    <a:pt x="0" y="326136"/>
                  </a:lnTo>
                  <a:lnTo>
                    <a:pt x="9144" y="330708"/>
                  </a:lnTo>
                  <a:lnTo>
                    <a:pt x="27432" y="292608"/>
                  </a:lnTo>
                  <a:lnTo>
                    <a:pt x="47244" y="230124"/>
                  </a:lnTo>
                  <a:lnTo>
                    <a:pt x="51816" y="187452"/>
                  </a:lnTo>
                  <a:lnTo>
                    <a:pt x="53340" y="166116"/>
                  </a:lnTo>
                  <a:close/>
                </a:path>
                <a:path w="53339" h="330835">
                  <a:moveTo>
                    <a:pt x="53340" y="164592"/>
                  </a:moveTo>
                  <a:lnTo>
                    <a:pt x="50292" y="121920"/>
                  </a:lnTo>
                  <a:lnTo>
                    <a:pt x="41148" y="79248"/>
                  </a:lnTo>
                  <a:lnTo>
                    <a:pt x="27432" y="39624"/>
                  </a:lnTo>
                  <a:lnTo>
                    <a:pt x="9144" y="0"/>
                  </a:lnTo>
                  <a:lnTo>
                    <a:pt x="0" y="4572"/>
                  </a:lnTo>
                  <a:lnTo>
                    <a:pt x="10668" y="24384"/>
                  </a:lnTo>
                  <a:lnTo>
                    <a:pt x="19812" y="42672"/>
                  </a:lnTo>
                  <a:lnTo>
                    <a:pt x="38100" y="102108"/>
                  </a:lnTo>
                  <a:lnTo>
                    <a:pt x="41148" y="123444"/>
                  </a:lnTo>
                  <a:lnTo>
                    <a:pt x="42672" y="144780"/>
                  </a:lnTo>
                  <a:lnTo>
                    <a:pt x="44196" y="164592"/>
                  </a:lnTo>
                  <a:lnTo>
                    <a:pt x="53340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87530" y="3593592"/>
              <a:ext cx="632460" cy="376555"/>
            </a:xfrm>
            <a:custGeom>
              <a:avLst/>
              <a:gdLst/>
              <a:ahLst/>
              <a:cxnLst/>
              <a:rect l="l" t="t" r="r" b="b"/>
              <a:pathLst>
                <a:path w="632460" h="376554">
                  <a:moveTo>
                    <a:pt x="567309" y="338328"/>
                  </a:moveTo>
                  <a:lnTo>
                    <a:pt x="549279" y="306461"/>
                  </a:lnTo>
                  <a:lnTo>
                    <a:pt x="19812" y="0"/>
                  </a:lnTo>
                  <a:lnTo>
                    <a:pt x="0" y="33528"/>
                  </a:lnTo>
                  <a:lnTo>
                    <a:pt x="530324" y="338328"/>
                  </a:lnTo>
                  <a:lnTo>
                    <a:pt x="567309" y="338328"/>
                  </a:lnTo>
                  <a:close/>
                </a:path>
                <a:path w="632460" h="376554">
                  <a:moveTo>
                    <a:pt x="609600" y="376428"/>
                  </a:moveTo>
                  <a:lnTo>
                    <a:pt x="609600" y="341376"/>
                  </a:lnTo>
                  <a:lnTo>
                    <a:pt x="591312" y="373380"/>
                  </a:lnTo>
                  <a:lnTo>
                    <a:pt x="530324" y="338328"/>
                  </a:lnTo>
                  <a:lnTo>
                    <a:pt x="467868" y="338328"/>
                  </a:lnTo>
                  <a:lnTo>
                    <a:pt x="460509" y="339923"/>
                  </a:lnTo>
                  <a:lnTo>
                    <a:pt x="454723" y="344233"/>
                  </a:lnTo>
                  <a:lnTo>
                    <a:pt x="450937" y="350543"/>
                  </a:lnTo>
                  <a:lnTo>
                    <a:pt x="449580" y="358140"/>
                  </a:lnTo>
                  <a:lnTo>
                    <a:pt x="450937" y="365498"/>
                  </a:lnTo>
                  <a:lnTo>
                    <a:pt x="454723" y="371284"/>
                  </a:lnTo>
                  <a:lnTo>
                    <a:pt x="460509" y="375070"/>
                  </a:lnTo>
                  <a:lnTo>
                    <a:pt x="467868" y="376428"/>
                  </a:lnTo>
                  <a:lnTo>
                    <a:pt x="609600" y="376428"/>
                  </a:lnTo>
                  <a:close/>
                </a:path>
                <a:path w="632460" h="376554">
                  <a:moveTo>
                    <a:pt x="632460" y="376428"/>
                  </a:moveTo>
                  <a:lnTo>
                    <a:pt x="551688" y="233172"/>
                  </a:lnTo>
                  <a:lnTo>
                    <a:pt x="546354" y="227480"/>
                  </a:lnTo>
                  <a:lnTo>
                    <a:pt x="539877" y="224218"/>
                  </a:lnTo>
                  <a:lnTo>
                    <a:pt x="532828" y="223527"/>
                  </a:lnTo>
                  <a:lnTo>
                    <a:pt x="525780" y="225552"/>
                  </a:lnTo>
                  <a:lnTo>
                    <a:pt x="520088" y="230886"/>
                  </a:lnTo>
                  <a:lnTo>
                    <a:pt x="516826" y="237363"/>
                  </a:lnTo>
                  <a:lnTo>
                    <a:pt x="516135" y="244411"/>
                  </a:lnTo>
                  <a:lnTo>
                    <a:pt x="518160" y="251460"/>
                  </a:lnTo>
                  <a:lnTo>
                    <a:pt x="549279" y="306461"/>
                  </a:lnTo>
                  <a:lnTo>
                    <a:pt x="609600" y="341376"/>
                  </a:lnTo>
                  <a:lnTo>
                    <a:pt x="609600" y="376428"/>
                  </a:lnTo>
                  <a:lnTo>
                    <a:pt x="632460" y="376428"/>
                  </a:lnTo>
                  <a:close/>
                </a:path>
                <a:path w="632460" h="376554">
                  <a:moveTo>
                    <a:pt x="600456" y="357378"/>
                  </a:moveTo>
                  <a:lnTo>
                    <a:pt x="600456" y="338328"/>
                  </a:lnTo>
                  <a:lnTo>
                    <a:pt x="583692" y="367284"/>
                  </a:lnTo>
                  <a:lnTo>
                    <a:pt x="567309" y="338328"/>
                  </a:lnTo>
                  <a:lnTo>
                    <a:pt x="530324" y="338328"/>
                  </a:lnTo>
                  <a:lnTo>
                    <a:pt x="591312" y="373380"/>
                  </a:lnTo>
                  <a:lnTo>
                    <a:pt x="600456" y="357378"/>
                  </a:lnTo>
                  <a:close/>
                </a:path>
                <a:path w="632460" h="376554">
                  <a:moveTo>
                    <a:pt x="609600" y="341376"/>
                  </a:moveTo>
                  <a:lnTo>
                    <a:pt x="549279" y="306461"/>
                  </a:lnTo>
                  <a:lnTo>
                    <a:pt x="567309" y="338328"/>
                  </a:lnTo>
                  <a:lnTo>
                    <a:pt x="600456" y="338328"/>
                  </a:lnTo>
                  <a:lnTo>
                    <a:pt x="600456" y="357378"/>
                  </a:lnTo>
                  <a:lnTo>
                    <a:pt x="609600" y="341376"/>
                  </a:lnTo>
                  <a:close/>
                </a:path>
                <a:path w="632460" h="376554">
                  <a:moveTo>
                    <a:pt x="600456" y="338328"/>
                  </a:moveTo>
                  <a:lnTo>
                    <a:pt x="567309" y="338328"/>
                  </a:lnTo>
                  <a:lnTo>
                    <a:pt x="583692" y="367284"/>
                  </a:lnTo>
                  <a:lnTo>
                    <a:pt x="600456" y="338328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90048" y="2490319"/>
            <a:ext cx="33274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25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r>
              <a:rPr sz="2100" spc="-37" baseline="-3968" dirty="0">
                <a:solidFill>
                  <a:srgbClr val="63C03C"/>
                </a:solidFill>
                <a:latin typeface="Courier New"/>
                <a:cs typeface="Courier New"/>
              </a:rPr>
              <a:t>3</a:t>
            </a:r>
            <a:endParaRPr sz="2100" baseline="-3968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11640" y="3890874"/>
            <a:ext cx="33528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25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r>
              <a:rPr sz="2100" spc="-37" baseline="-3968" dirty="0">
                <a:solidFill>
                  <a:srgbClr val="63C03C"/>
                </a:solidFill>
                <a:latin typeface="Courier New"/>
                <a:cs typeface="Courier New"/>
              </a:rPr>
              <a:t>2</a:t>
            </a:r>
            <a:endParaRPr sz="2100" baseline="-3968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15500" y="3647034"/>
            <a:ext cx="20256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94164" y="3784428"/>
            <a:ext cx="329565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b="1" spc="-25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r>
              <a:rPr sz="2100" spc="-37" baseline="-3968" dirty="0">
                <a:solidFill>
                  <a:srgbClr val="63C03C"/>
                </a:solidFill>
                <a:latin typeface="Courier New"/>
                <a:cs typeface="Courier New"/>
              </a:rPr>
              <a:t>1</a:t>
            </a:r>
            <a:endParaRPr sz="2100" baseline="-3968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68712" y="5033874"/>
            <a:ext cx="332740" cy="531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10"/>
              </a:spcBef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25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r>
              <a:rPr sz="2100" spc="-37" baseline="-3968" dirty="0">
                <a:solidFill>
                  <a:srgbClr val="63C03C"/>
                </a:solidFill>
                <a:latin typeface="Courier New"/>
                <a:cs typeface="Courier New"/>
              </a:rPr>
              <a:t>3</a:t>
            </a:r>
            <a:endParaRPr sz="2100" baseline="-3968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13876" y="442518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715902" y="4826508"/>
            <a:ext cx="111760" cy="2194560"/>
          </a:xfrm>
          <a:custGeom>
            <a:avLst/>
            <a:gdLst/>
            <a:ahLst/>
            <a:cxnLst/>
            <a:rect l="l" t="t" r="r" b="b"/>
            <a:pathLst>
              <a:path w="111760" h="2194559">
                <a:moveTo>
                  <a:pt x="111252" y="94488"/>
                </a:moveTo>
                <a:lnTo>
                  <a:pt x="108204" y="89916"/>
                </a:lnTo>
                <a:lnTo>
                  <a:pt x="56388" y="0"/>
                </a:lnTo>
                <a:lnTo>
                  <a:pt x="3048" y="89916"/>
                </a:lnTo>
                <a:lnTo>
                  <a:pt x="0" y="94488"/>
                </a:lnTo>
                <a:lnTo>
                  <a:pt x="1524" y="100584"/>
                </a:lnTo>
                <a:lnTo>
                  <a:pt x="6096" y="103632"/>
                </a:lnTo>
                <a:lnTo>
                  <a:pt x="10668" y="105156"/>
                </a:lnTo>
                <a:lnTo>
                  <a:pt x="16764" y="103632"/>
                </a:lnTo>
                <a:lnTo>
                  <a:pt x="19812" y="99060"/>
                </a:lnTo>
                <a:lnTo>
                  <a:pt x="45720" y="54391"/>
                </a:lnTo>
                <a:lnTo>
                  <a:pt x="45720" y="18288"/>
                </a:lnTo>
                <a:lnTo>
                  <a:pt x="65532" y="18288"/>
                </a:lnTo>
                <a:lnTo>
                  <a:pt x="65532" y="54391"/>
                </a:lnTo>
                <a:lnTo>
                  <a:pt x="91440" y="99060"/>
                </a:lnTo>
                <a:lnTo>
                  <a:pt x="94488" y="103632"/>
                </a:lnTo>
                <a:lnTo>
                  <a:pt x="100584" y="105156"/>
                </a:lnTo>
                <a:lnTo>
                  <a:pt x="105156" y="103632"/>
                </a:lnTo>
                <a:lnTo>
                  <a:pt x="109728" y="100584"/>
                </a:lnTo>
                <a:lnTo>
                  <a:pt x="111252" y="94488"/>
                </a:lnTo>
                <a:close/>
              </a:path>
              <a:path w="111760" h="2194559">
                <a:moveTo>
                  <a:pt x="65532" y="54391"/>
                </a:moveTo>
                <a:lnTo>
                  <a:pt x="65532" y="18288"/>
                </a:lnTo>
                <a:lnTo>
                  <a:pt x="45720" y="18288"/>
                </a:lnTo>
                <a:lnTo>
                  <a:pt x="45720" y="54391"/>
                </a:lnTo>
                <a:lnTo>
                  <a:pt x="47244" y="51763"/>
                </a:lnTo>
                <a:lnTo>
                  <a:pt x="47244" y="22860"/>
                </a:lnTo>
                <a:lnTo>
                  <a:pt x="64008" y="22860"/>
                </a:lnTo>
                <a:lnTo>
                  <a:pt x="64008" y="51763"/>
                </a:lnTo>
                <a:lnTo>
                  <a:pt x="65532" y="54391"/>
                </a:lnTo>
                <a:close/>
              </a:path>
              <a:path w="111760" h="2194559">
                <a:moveTo>
                  <a:pt x="65532" y="2194560"/>
                </a:moveTo>
                <a:lnTo>
                  <a:pt x="65532" y="54391"/>
                </a:lnTo>
                <a:lnTo>
                  <a:pt x="55626" y="37311"/>
                </a:lnTo>
                <a:lnTo>
                  <a:pt x="45720" y="54391"/>
                </a:lnTo>
                <a:lnTo>
                  <a:pt x="45720" y="2194560"/>
                </a:lnTo>
                <a:lnTo>
                  <a:pt x="65532" y="2194560"/>
                </a:lnTo>
                <a:close/>
              </a:path>
              <a:path w="111760" h="2194559">
                <a:moveTo>
                  <a:pt x="64008" y="22860"/>
                </a:moveTo>
                <a:lnTo>
                  <a:pt x="47244" y="22860"/>
                </a:lnTo>
                <a:lnTo>
                  <a:pt x="55626" y="37311"/>
                </a:lnTo>
                <a:lnTo>
                  <a:pt x="64008" y="22860"/>
                </a:lnTo>
                <a:close/>
              </a:path>
              <a:path w="111760" h="2194559">
                <a:moveTo>
                  <a:pt x="55626" y="37311"/>
                </a:moveTo>
                <a:lnTo>
                  <a:pt x="47244" y="22860"/>
                </a:lnTo>
                <a:lnTo>
                  <a:pt x="47244" y="51763"/>
                </a:lnTo>
                <a:lnTo>
                  <a:pt x="55626" y="37311"/>
                </a:lnTo>
                <a:close/>
              </a:path>
              <a:path w="111760" h="2194559">
                <a:moveTo>
                  <a:pt x="64008" y="51763"/>
                </a:moveTo>
                <a:lnTo>
                  <a:pt x="64008" y="22860"/>
                </a:lnTo>
                <a:lnTo>
                  <a:pt x="55626" y="37311"/>
                </a:lnTo>
                <a:lnTo>
                  <a:pt x="64008" y="51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745111" y="5923277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752473" y="5402592"/>
            <a:ext cx="1263650" cy="1438910"/>
          </a:xfrm>
          <a:custGeom>
            <a:avLst/>
            <a:gdLst/>
            <a:ahLst/>
            <a:cxnLst/>
            <a:rect l="l" t="t" r="r" b="b"/>
            <a:pathLst>
              <a:path w="1263650" h="1438909">
                <a:moveTo>
                  <a:pt x="1263396" y="0"/>
                </a:moveTo>
                <a:lnTo>
                  <a:pt x="1097280" y="0"/>
                </a:lnTo>
                <a:lnTo>
                  <a:pt x="1089926" y="1346"/>
                </a:lnTo>
                <a:lnTo>
                  <a:pt x="1084135" y="5143"/>
                </a:lnTo>
                <a:lnTo>
                  <a:pt x="1080350" y="10922"/>
                </a:lnTo>
                <a:lnTo>
                  <a:pt x="1078992" y="18288"/>
                </a:lnTo>
                <a:lnTo>
                  <a:pt x="1080350" y="25882"/>
                </a:lnTo>
                <a:lnTo>
                  <a:pt x="1084135" y="32194"/>
                </a:lnTo>
                <a:lnTo>
                  <a:pt x="1089926" y="36499"/>
                </a:lnTo>
                <a:lnTo>
                  <a:pt x="1097280" y="38100"/>
                </a:lnTo>
                <a:lnTo>
                  <a:pt x="1159992" y="38100"/>
                </a:lnTo>
                <a:lnTo>
                  <a:pt x="6096" y="704088"/>
                </a:lnTo>
                <a:lnTo>
                  <a:pt x="11569" y="713359"/>
                </a:lnTo>
                <a:lnTo>
                  <a:pt x="0" y="734568"/>
                </a:lnTo>
                <a:lnTo>
                  <a:pt x="1153896" y="1400556"/>
                </a:lnTo>
                <a:lnTo>
                  <a:pt x="1091184" y="1400556"/>
                </a:lnTo>
                <a:lnTo>
                  <a:pt x="1083830" y="1402143"/>
                </a:lnTo>
                <a:lnTo>
                  <a:pt x="1078039" y="1406461"/>
                </a:lnTo>
                <a:lnTo>
                  <a:pt x="1074254" y="1412760"/>
                </a:lnTo>
                <a:lnTo>
                  <a:pt x="1072896" y="1420368"/>
                </a:lnTo>
                <a:lnTo>
                  <a:pt x="1074254" y="1427721"/>
                </a:lnTo>
                <a:lnTo>
                  <a:pt x="1078039" y="1433512"/>
                </a:lnTo>
                <a:lnTo>
                  <a:pt x="1083830" y="1437297"/>
                </a:lnTo>
                <a:lnTo>
                  <a:pt x="1091184" y="1438656"/>
                </a:lnTo>
                <a:lnTo>
                  <a:pt x="1232916" y="1438656"/>
                </a:lnTo>
                <a:lnTo>
                  <a:pt x="1255776" y="1438656"/>
                </a:lnTo>
                <a:lnTo>
                  <a:pt x="1175004" y="1295400"/>
                </a:lnTo>
                <a:lnTo>
                  <a:pt x="1169670" y="1289697"/>
                </a:lnTo>
                <a:lnTo>
                  <a:pt x="1163193" y="1286446"/>
                </a:lnTo>
                <a:lnTo>
                  <a:pt x="1156144" y="1285748"/>
                </a:lnTo>
                <a:lnTo>
                  <a:pt x="1149096" y="1287780"/>
                </a:lnTo>
                <a:lnTo>
                  <a:pt x="1143406" y="1292466"/>
                </a:lnTo>
                <a:lnTo>
                  <a:pt x="1140142" y="1299019"/>
                </a:lnTo>
                <a:lnTo>
                  <a:pt x="1139456" y="1306423"/>
                </a:lnTo>
                <a:lnTo>
                  <a:pt x="1141476" y="1313688"/>
                </a:lnTo>
                <a:lnTo>
                  <a:pt x="1171994" y="1366913"/>
                </a:lnTo>
                <a:lnTo>
                  <a:pt x="53759" y="721525"/>
                </a:lnTo>
                <a:lnTo>
                  <a:pt x="1178052" y="71793"/>
                </a:lnTo>
                <a:lnTo>
                  <a:pt x="1147572" y="124968"/>
                </a:lnTo>
                <a:lnTo>
                  <a:pt x="1145552" y="132219"/>
                </a:lnTo>
                <a:lnTo>
                  <a:pt x="1146238" y="139636"/>
                </a:lnTo>
                <a:lnTo>
                  <a:pt x="1149502" y="146177"/>
                </a:lnTo>
                <a:lnTo>
                  <a:pt x="1155192" y="150876"/>
                </a:lnTo>
                <a:lnTo>
                  <a:pt x="1162240" y="152895"/>
                </a:lnTo>
                <a:lnTo>
                  <a:pt x="1169289" y="152209"/>
                </a:lnTo>
                <a:lnTo>
                  <a:pt x="1175766" y="148945"/>
                </a:lnTo>
                <a:lnTo>
                  <a:pt x="1181100" y="143256"/>
                </a:lnTo>
                <a:lnTo>
                  <a:pt x="1239012" y="42443"/>
                </a:lnTo>
                <a:lnTo>
                  <a:pt x="1263396" y="0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174632" y="5854697"/>
            <a:ext cx="414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r>
              <a:rPr sz="1800" spc="-37" baseline="25462" dirty="0">
                <a:latin typeface="Arial MT"/>
                <a:cs typeface="Arial MT"/>
              </a:rPr>
              <a:t>0</a:t>
            </a:r>
            <a:endParaRPr sz="1800" baseline="25462">
              <a:latin typeface="Arial MT"/>
              <a:cs typeface="Arial MT"/>
            </a:endParaRPr>
          </a:p>
          <a:p>
            <a:pPr marL="38100">
              <a:lnSpc>
                <a:spcPts val="2100"/>
              </a:lnSpc>
            </a:pPr>
            <a:r>
              <a:rPr sz="1800" spc="-25" dirty="0">
                <a:latin typeface="Arial MT"/>
                <a:cs typeface="Arial MT"/>
              </a:rPr>
              <a:t>30</a:t>
            </a:r>
            <a:r>
              <a:rPr sz="1800" spc="-37" baseline="25462" dirty="0">
                <a:latin typeface="Arial MT"/>
                <a:cs typeface="Arial MT"/>
              </a:rPr>
              <a:t>0</a:t>
            </a:r>
            <a:endParaRPr sz="1800" baseline="25462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48129" y="5957315"/>
            <a:ext cx="52069" cy="335280"/>
          </a:xfrm>
          <a:custGeom>
            <a:avLst/>
            <a:gdLst/>
            <a:ahLst/>
            <a:cxnLst/>
            <a:rect l="l" t="t" r="r" b="b"/>
            <a:pathLst>
              <a:path w="52069" h="335279">
                <a:moveTo>
                  <a:pt x="51816" y="170688"/>
                </a:moveTo>
                <a:lnTo>
                  <a:pt x="42672" y="170688"/>
                </a:lnTo>
                <a:lnTo>
                  <a:pt x="42672" y="192024"/>
                </a:lnTo>
                <a:lnTo>
                  <a:pt x="39624" y="211836"/>
                </a:lnTo>
                <a:lnTo>
                  <a:pt x="32004" y="252984"/>
                </a:lnTo>
                <a:lnTo>
                  <a:pt x="18288" y="292608"/>
                </a:lnTo>
                <a:lnTo>
                  <a:pt x="0" y="330708"/>
                </a:lnTo>
                <a:lnTo>
                  <a:pt x="7620" y="335280"/>
                </a:lnTo>
                <a:lnTo>
                  <a:pt x="27432" y="297180"/>
                </a:lnTo>
                <a:lnTo>
                  <a:pt x="41148" y="256032"/>
                </a:lnTo>
                <a:lnTo>
                  <a:pt x="51816" y="192024"/>
                </a:lnTo>
                <a:lnTo>
                  <a:pt x="51816" y="170688"/>
                </a:lnTo>
                <a:close/>
              </a:path>
              <a:path w="52069" h="335279">
                <a:moveTo>
                  <a:pt x="51816" y="143256"/>
                </a:moveTo>
                <a:lnTo>
                  <a:pt x="45720" y="100584"/>
                </a:lnTo>
                <a:lnTo>
                  <a:pt x="35052" y="59436"/>
                </a:lnTo>
                <a:lnTo>
                  <a:pt x="18288" y="19812"/>
                </a:lnTo>
                <a:lnTo>
                  <a:pt x="7620" y="0"/>
                </a:lnTo>
                <a:lnTo>
                  <a:pt x="0" y="4572"/>
                </a:lnTo>
                <a:lnTo>
                  <a:pt x="9144" y="24384"/>
                </a:lnTo>
                <a:lnTo>
                  <a:pt x="18288" y="42672"/>
                </a:lnTo>
                <a:lnTo>
                  <a:pt x="25908" y="62484"/>
                </a:lnTo>
                <a:lnTo>
                  <a:pt x="32004" y="82296"/>
                </a:lnTo>
                <a:lnTo>
                  <a:pt x="36576" y="102108"/>
                </a:lnTo>
                <a:lnTo>
                  <a:pt x="39624" y="123444"/>
                </a:lnTo>
                <a:lnTo>
                  <a:pt x="42672" y="143256"/>
                </a:lnTo>
                <a:lnTo>
                  <a:pt x="42672" y="164592"/>
                </a:lnTo>
                <a:lnTo>
                  <a:pt x="51816" y="164592"/>
                </a:lnTo>
                <a:lnTo>
                  <a:pt x="51816" y="14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047376" y="6524345"/>
            <a:ext cx="972819" cy="533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">
              <a:lnSpc>
                <a:spcPts val="1390"/>
              </a:lnSpc>
              <a:spcBef>
                <a:spcPts val="110"/>
              </a:spcBef>
              <a:tabLst>
                <a:tab pos="672465" algn="l"/>
              </a:tabLst>
            </a:pP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r>
              <a:rPr sz="1400" dirty="0">
                <a:solidFill>
                  <a:srgbClr val="63C03C"/>
                </a:solidFill>
                <a:latin typeface="Times New Roman"/>
                <a:cs typeface="Times New Roman"/>
              </a:rPr>
              <a:t>	</a:t>
            </a:r>
            <a:r>
              <a:rPr sz="1400" spc="-50" dirty="0">
                <a:solidFill>
                  <a:srgbClr val="63C03C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90"/>
              </a:lnSpc>
              <a:tabLst>
                <a:tab pos="649605" algn="l"/>
              </a:tabLst>
            </a:pPr>
            <a:r>
              <a:rPr sz="2400" b="1" spc="-35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r>
              <a:rPr sz="2100" spc="-52" baseline="-3968" dirty="0">
                <a:solidFill>
                  <a:srgbClr val="63C03C"/>
                </a:solidFill>
                <a:latin typeface="Courier New"/>
                <a:cs typeface="Courier New"/>
              </a:rPr>
              <a:t>1</a:t>
            </a:r>
            <a:r>
              <a:rPr sz="2100" spc="-892" baseline="-3968" dirty="0">
                <a:solidFill>
                  <a:srgbClr val="63C03C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rgbClr val="63C03C"/>
                </a:solidFill>
                <a:latin typeface="Symbol"/>
                <a:cs typeface="Symbol"/>
              </a:rPr>
              <a:t></a:t>
            </a:r>
            <a:r>
              <a:rPr sz="2400" dirty="0">
                <a:solidFill>
                  <a:srgbClr val="63C03C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63C03C"/>
                </a:solidFill>
                <a:latin typeface="Arial"/>
                <a:cs typeface="Arial"/>
              </a:rPr>
              <a:t>E</a:t>
            </a:r>
            <a:r>
              <a:rPr sz="2100" spc="-37" baseline="-3968" dirty="0">
                <a:solidFill>
                  <a:srgbClr val="63C03C"/>
                </a:solidFill>
                <a:latin typeface="Courier New"/>
                <a:cs typeface="Courier New"/>
              </a:rPr>
              <a:t>2</a:t>
            </a:r>
            <a:endParaRPr sz="2100" baseline="-3968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295521" y="4885944"/>
            <a:ext cx="337185" cy="0"/>
          </a:xfrm>
          <a:custGeom>
            <a:avLst/>
            <a:gdLst/>
            <a:ahLst/>
            <a:cxnLst/>
            <a:rect l="l" t="t" r="r" b="b"/>
            <a:pathLst>
              <a:path w="337184">
                <a:moveTo>
                  <a:pt x="0" y="0"/>
                </a:moveTo>
                <a:lnTo>
                  <a:pt x="336803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298067" y="4558660"/>
            <a:ext cx="33274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25" dirty="0">
                <a:latin typeface="Arial"/>
                <a:cs typeface="Arial"/>
              </a:rPr>
              <a:t>4Q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86715" y="4703440"/>
            <a:ext cx="85598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41959" algn="l"/>
              </a:tabLst>
            </a:pPr>
            <a:r>
              <a:rPr sz="1800" b="1" spc="-25" dirty="0">
                <a:latin typeface="Arial"/>
                <a:cs typeface="Arial"/>
              </a:rPr>
              <a:t>E</a:t>
            </a:r>
            <a:r>
              <a:rPr sz="1575" b="1" spc="-37" baseline="-23809" dirty="0">
                <a:latin typeface="Arial"/>
                <a:cs typeface="Arial"/>
              </a:rPr>
              <a:t>3</a:t>
            </a:r>
            <a:r>
              <a:rPr sz="1575" b="1" baseline="-23809" dirty="0">
                <a:latin typeface="Arial"/>
                <a:cs typeface="Arial"/>
              </a:rPr>
              <a:t>	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30" dirty="0">
                <a:latin typeface="Times New Roman"/>
                <a:cs typeface="Times New Roman"/>
              </a:rPr>
              <a:t>  </a:t>
            </a:r>
            <a:r>
              <a:rPr sz="1800" b="1" spc="-60" dirty="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277223" y="363779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7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448943" y="3626021"/>
            <a:ext cx="9969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73683" y="3311439"/>
            <a:ext cx="3314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Arial"/>
                <a:cs typeface="Arial"/>
              </a:rPr>
              <a:t>2Q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86715" y="3454695"/>
            <a:ext cx="8382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22275" algn="l"/>
              </a:tabLst>
            </a:pPr>
            <a:r>
              <a:rPr sz="1800" b="1" spc="-25" dirty="0">
                <a:latin typeface="Arial"/>
                <a:cs typeface="Arial"/>
              </a:rPr>
              <a:t>E</a:t>
            </a:r>
            <a:r>
              <a:rPr sz="1575" b="1" spc="-37" baseline="-23809" dirty="0">
                <a:latin typeface="Arial"/>
                <a:cs typeface="Arial"/>
              </a:rPr>
              <a:t>1</a:t>
            </a:r>
            <a:r>
              <a:rPr sz="1575" b="1" baseline="-23809" dirty="0">
                <a:latin typeface="Arial"/>
                <a:cs typeface="Arial"/>
              </a:rPr>
              <a:t>	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30" dirty="0">
                <a:latin typeface="Times New Roman"/>
                <a:cs typeface="Times New Roman"/>
              </a:rPr>
              <a:t>  </a:t>
            </a:r>
            <a:r>
              <a:rPr sz="1800" b="1" spc="-60" dirty="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11783" y="3633003"/>
            <a:ext cx="1651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95521" y="4264151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7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467231" y="4252385"/>
            <a:ext cx="9969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291971" y="3937803"/>
            <a:ext cx="3314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Arial"/>
                <a:cs typeface="Arial"/>
              </a:rPr>
              <a:t>2Q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386715" y="4081059"/>
            <a:ext cx="8566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41959" algn="l"/>
              </a:tabLst>
            </a:pPr>
            <a:r>
              <a:rPr sz="1800" b="1" spc="-25" dirty="0">
                <a:latin typeface="Arial"/>
                <a:cs typeface="Arial"/>
              </a:rPr>
              <a:t>E</a:t>
            </a:r>
            <a:r>
              <a:rPr sz="1575" b="1" spc="-37" baseline="-23809" dirty="0">
                <a:latin typeface="Arial"/>
                <a:cs typeface="Arial"/>
              </a:rPr>
              <a:t>2</a:t>
            </a:r>
            <a:r>
              <a:rPr sz="1575" b="1" baseline="-23809" dirty="0">
                <a:latin typeface="Arial"/>
                <a:cs typeface="Arial"/>
              </a:rPr>
              <a:t>	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30" dirty="0">
                <a:latin typeface="Times New Roman"/>
                <a:cs typeface="Times New Roman"/>
              </a:rPr>
              <a:t>  </a:t>
            </a:r>
            <a:r>
              <a:rPr sz="1800" b="1" spc="-50" dirty="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330070" y="4259367"/>
            <a:ext cx="1651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862450" y="5433059"/>
            <a:ext cx="337185" cy="0"/>
          </a:xfrm>
          <a:custGeom>
            <a:avLst/>
            <a:gdLst/>
            <a:ahLst/>
            <a:cxnLst/>
            <a:rect l="l" t="t" r="r" b="b"/>
            <a:pathLst>
              <a:path w="337184">
                <a:moveTo>
                  <a:pt x="0" y="0"/>
                </a:moveTo>
                <a:lnTo>
                  <a:pt x="336803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037206" y="5419768"/>
            <a:ext cx="9969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50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64994" y="5105187"/>
            <a:ext cx="33274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Arial"/>
                <a:cs typeface="Arial"/>
              </a:rPr>
              <a:t>4Q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374015" y="4778116"/>
            <a:ext cx="1448435" cy="771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257810" algn="r">
              <a:lnSpc>
                <a:spcPct val="100000"/>
              </a:lnSpc>
              <a:spcBef>
                <a:spcPts val="90"/>
              </a:spcBef>
            </a:pPr>
            <a:r>
              <a:rPr sz="2700" b="1" spc="-37" baseline="-24691" dirty="0">
                <a:latin typeface="Arial"/>
                <a:cs typeface="Arial"/>
              </a:rPr>
              <a:t>d</a:t>
            </a:r>
            <a:r>
              <a:rPr sz="1050" b="1" spc="-25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tabLst>
                <a:tab pos="1020444" algn="l"/>
              </a:tabLst>
            </a:pPr>
            <a:r>
              <a:rPr sz="1800" b="1" dirty="0">
                <a:latin typeface="Arial"/>
                <a:cs typeface="Arial"/>
              </a:rPr>
              <a:t>E</a:t>
            </a:r>
            <a:r>
              <a:rPr sz="1575" b="1" baseline="-23809" dirty="0">
                <a:latin typeface="Arial"/>
                <a:cs typeface="Arial"/>
              </a:rPr>
              <a:t>1</a:t>
            </a:r>
            <a:r>
              <a:rPr sz="1575" b="1" spc="232" baseline="-23809" dirty="0">
                <a:latin typeface="Arial"/>
                <a:cs typeface="Arial"/>
              </a:rPr>
              <a:t> 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E</a:t>
            </a:r>
            <a:r>
              <a:rPr sz="1575" b="1" spc="-37" baseline="-23809" dirty="0">
                <a:latin typeface="Arial"/>
                <a:cs typeface="Arial"/>
              </a:rPr>
              <a:t>2</a:t>
            </a:r>
            <a:r>
              <a:rPr sz="1575" b="1" baseline="-23809" dirty="0">
                <a:latin typeface="Arial"/>
                <a:cs typeface="Arial"/>
              </a:rPr>
              <a:t>	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30" dirty="0">
                <a:latin typeface="Times New Roman"/>
                <a:cs typeface="Times New Roman"/>
              </a:rPr>
              <a:t>  </a:t>
            </a:r>
            <a:r>
              <a:rPr sz="1800" b="1" spc="-50" dirty="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900047" y="5426750"/>
            <a:ext cx="1651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16820" y="438403"/>
            <a:ext cx="5981065" cy="9937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22-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Electric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Due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2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00FF"/>
                </a:solidFill>
                <a:latin typeface="Arial"/>
                <a:cs typeface="Arial"/>
              </a:rPr>
              <a:t>Charge </a:t>
            </a:r>
            <a:r>
              <a:rPr sz="2200" b="1" dirty="0">
                <a:solidFill>
                  <a:srgbClr val="E10000"/>
                </a:solidFill>
                <a:latin typeface="Arial"/>
                <a:cs typeface="Arial"/>
              </a:rPr>
              <a:t>Example</a:t>
            </a:r>
            <a:r>
              <a:rPr sz="2200" b="1" spc="-65" dirty="0">
                <a:solidFill>
                  <a:srgbClr val="E10000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E10000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  <a:p>
            <a:pPr marL="139065">
              <a:lnSpc>
                <a:spcPct val="100000"/>
              </a:lnSpc>
              <a:spcBef>
                <a:spcPts val="595"/>
              </a:spcBef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field 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93885" y="368808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9105897" y="6819900"/>
                </a:moveTo>
                <a:lnTo>
                  <a:pt x="9105897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6096" y="12192"/>
                </a:lnTo>
                <a:lnTo>
                  <a:pt x="12192" y="6096"/>
                </a:lnTo>
                <a:lnTo>
                  <a:pt x="12192" y="12192"/>
                </a:lnTo>
                <a:lnTo>
                  <a:pt x="9093705" y="12192"/>
                </a:lnTo>
                <a:lnTo>
                  <a:pt x="9093705" y="6096"/>
                </a:lnTo>
                <a:lnTo>
                  <a:pt x="9099801" y="12192"/>
                </a:lnTo>
                <a:lnTo>
                  <a:pt x="9099801" y="6819900"/>
                </a:lnTo>
                <a:lnTo>
                  <a:pt x="9105897" y="6819900"/>
                </a:lnTo>
                <a:close/>
              </a:path>
              <a:path w="9105900" h="6819900">
                <a:moveTo>
                  <a:pt x="12192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9105900" h="6819900">
                <a:moveTo>
                  <a:pt x="12192" y="6807708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6807708"/>
                </a:lnTo>
                <a:lnTo>
                  <a:pt x="12192" y="6807708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6096" y="6807708"/>
                </a:lnTo>
                <a:lnTo>
                  <a:pt x="12192" y="6813804"/>
                </a:lnTo>
                <a:lnTo>
                  <a:pt x="12192" y="6819900"/>
                </a:lnTo>
                <a:lnTo>
                  <a:pt x="9093705" y="6819900"/>
                </a:lnTo>
                <a:lnTo>
                  <a:pt x="9093705" y="6813804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12192" y="6819900"/>
                </a:moveTo>
                <a:lnTo>
                  <a:pt x="12192" y="6813804"/>
                </a:lnTo>
                <a:lnTo>
                  <a:pt x="6096" y="6807708"/>
                </a:lnTo>
                <a:lnTo>
                  <a:pt x="6096" y="6819900"/>
                </a:lnTo>
                <a:lnTo>
                  <a:pt x="12192" y="6819900"/>
                </a:lnTo>
                <a:close/>
              </a:path>
              <a:path w="9105900" h="6819900">
                <a:moveTo>
                  <a:pt x="9099801" y="12192"/>
                </a:moveTo>
                <a:lnTo>
                  <a:pt x="9093705" y="6096"/>
                </a:lnTo>
                <a:lnTo>
                  <a:pt x="9093705" y="12192"/>
                </a:lnTo>
                <a:lnTo>
                  <a:pt x="9099801" y="12192"/>
                </a:lnTo>
                <a:close/>
              </a:path>
              <a:path w="9105900" h="6819900">
                <a:moveTo>
                  <a:pt x="9099801" y="6807708"/>
                </a:moveTo>
                <a:lnTo>
                  <a:pt x="9099801" y="12192"/>
                </a:lnTo>
                <a:lnTo>
                  <a:pt x="9093705" y="12192"/>
                </a:lnTo>
                <a:lnTo>
                  <a:pt x="9093705" y="6807708"/>
                </a:lnTo>
                <a:lnTo>
                  <a:pt x="9099801" y="6807708"/>
                </a:lnTo>
                <a:close/>
              </a:path>
              <a:path w="9105900" h="6819900">
                <a:moveTo>
                  <a:pt x="9099801" y="6819900"/>
                </a:moveTo>
                <a:lnTo>
                  <a:pt x="9099801" y="6807708"/>
                </a:lnTo>
                <a:lnTo>
                  <a:pt x="9093705" y="6813804"/>
                </a:lnTo>
                <a:lnTo>
                  <a:pt x="9093705" y="6819900"/>
                </a:lnTo>
                <a:lnTo>
                  <a:pt x="9099801" y="6819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043312" y="1376272"/>
            <a:ext cx="1212850" cy="91566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origin?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065"/>
              </a:lnSpc>
              <a:spcBef>
                <a:spcPts val="24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692150">
              <a:lnSpc>
                <a:spcPts val="2065"/>
              </a:lnSpc>
            </a:pP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531741" y="6492239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0" y="0"/>
                </a:moveTo>
                <a:lnTo>
                  <a:pt x="338327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6535811" y="6164366"/>
            <a:ext cx="3314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25" dirty="0">
                <a:latin typeface="Arial"/>
                <a:cs typeface="Arial"/>
              </a:rPr>
              <a:t>4Q</a:t>
            </a:r>
            <a:endParaRPr sz="18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487304" y="6309146"/>
            <a:ext cx="966469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625" algn="l"/>
                <a:tab pos="559435" algn="l"/>
              </a:tabLst>
            </a:pPr>
            <a:r>
              <a:rPr sz="1800" b="1" spc="-50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spc="-5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545463" y="6383822"/>
            <a:ext cx="28638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00" b="1" spc="-37" baseline="-24691" dirty="0">
                <a:latin typeface="Arial"/>
                <a:cs typeface="Arial"/>
              </a:rPr>
              <a:t>d</a:t>
            </a:r>
            <a:r>
              <a:rPr sz="1050" b="1" spc="-25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917318" y="6309146"/>
            <a:ext cx="105791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b="1" spc="-10" dirty="0">
                <a:latin typeface="Arial"/>
                <a:cs typeface="Arial"/>
              </a:rPr>
              <a:t>)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cos(30</a:t>
            </a:r>
            <a:r>
              <a:rPr sz="1575" b="1" spc="-15" baseline="42328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1575" b="1" spc="-22" baseline="4232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638688" y="5612536"/>
            <a:ext cx="229235" cy="53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>
              <a:lnSpc>
                <a:spcPts val="1385"/>
              </a:lnSpc>
              <a:spcBef>
                <a:spcPts val="100"/>
              </a:spcBef>
            </a:pPr>
            <a:r>
              <a:rPr sz="1400" spc="-5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2585"/>
              </a:lnSpc>
            </a:pP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683398" y="4721352"/>
            <a:ext cx="7832725" cy="2125980"/>
            <a:chOff x="1683398" y="4721352"/>
            <a:chExt cx="7832725" cy="2125980"/>
          </a:xfrm>
        </p:grpSpPr>
        <p:sp>
          <p:nvSpPr>
            <p:cNvPr id="78" name="object 78"/>
            <p:cNvSpPr/>
            <p:nvPr/>
          </p:nvSpPr>
          <p:spPr>
            <a:xfrm>
              <a:off x="1683397" y="5385828"/>
              <a:ext cx="171450" cy="1461770"/>
            </a:xfrm>
            <a:custGeom>
              <a:avLst/>
              <a:gdLst/>
              <a:ahLst/>
              <a:cxnLst/>
              <a:rect l="l" t="t" r="r" b="b"/>
              <a:pathLst>
                <a:path w="171450" h="1461770">
                  <a:moveTo>
                    <a:pt x="171043" y="148983"/>
                  </a:moveTo>
                  <a:lnTo>
                    <a:pt x="168135" y="141732"/>
                  </a:lnTo>
                  <a:lnTo>
                    <a:pt x="85839" y="0"/>
                  </a:lnTo>
                  <a:lnTo>
                    <a:pt x="2019" y="141732"/>
                  </a:lnTo>
                  <a:lnTo>
                    <a:pt x="0" y="148983"/>
                  </a:lnTo>
                  <a:lnTo>
                    <a:pt x="685" y="156400"/>
                  </a:lnTo>
                  <a:lnTo>
                    <a:pt x="3949" y="162941"/>
                  </a:lnTo>
                  <a:lnTo>
                    <a:pt x="9639" y="167640"/>
                  </a:lnTo>
                  <a:lnTo>
                    <a:pt x="16040" y="170535"/>
                  </a:lnTo>
                  <a:lnTo>
                    <a:pt x="23164" y="170307"/>
                  </a:lnTo>
                  <a:lnTo>
                    <a:pt x="29997" y="167208"/>
                  </a:lnTo>
                  <a:lnTo>
                    <a:pt x="35547" y="161544"/>
                  </a:lnTo>
                  <a:lnTo>
                    <a:pt x="66027" y="108369"/>
                  </a:lnTo>
                  <a:lnTo>
                    <a:pt x="66027" y="729996"/>
                  </a:lnTo>
                  <a:lnTo>
                    <a:pt x="66027" y="731520"/>
                  </a:lnTo>
                  <a:lnTo>
                    <a:pt x="66027" y="1353134"/>
                  </a:lnTo>
                  <a:lnTo>
                    <a:pt x="85255" y="1386674"/>
                  </a:lnTo>
                  <a:lnTo>
                    <a:pt x="35547" y="1299972"/>
                  </a:lnTo>
                  <a:lnTo>
                    <a:pt x="29997" y="1294269"/>
                  </a:lnTo>
                  <a:lnTo>
                    <a:pt x="23164" y="1291018"/>
                  </a:lnTo>
                  <a:lnTo>
                    <a:pt x="16040" y="1290320"/>
                  </a:lnTo>
                  <a:lnTo>
                    <a:pt x="9639" y="1292352"/>
                  </a:lnTo>
                  <a:lnTo>
                    <a:pt x="3949" y="1297914"/>
                  </a:lnTo>
                  <a:lnTo>
                    <a:pt x="685" y="1304925"/>
                  </a:lnTo>
                  <a:lnTo>
                    <a:pt x="0" y="1312494"/>
                  </a:lnTo>
                  <a:lnTo>
                    <a:pt x="2019" y="1319784"/>
                  </a:lnTo>
                  <a:lnTo>
                    <a:pt x="66027" y="1428013"/>
                  </a:lnTo>
                  <a:lnTo>
                    <a:pt x="85839" y="1461516"/>
                  </a:lnTo>
                  <a:lnTo>
                    <a:pt x="104127" y="1430020"/>
                  </a:lnTo>
                  <a:lnTo>
                    <a:pt x="168135" y="1319784"/>
                  </a:lnTo>
                  <a:lnTo>
                    <a:pt x="171043" y="1312494"/>
                  </a:lnTo>
                  <a:lnTo>
                    <a:pt x="170802" y="1304925"/>
                  </a:lnTo>
                  <a:lnTo>
                    <a:pt x="167703" y="1297914"/>
                  </a:lnTo>
                  <a:lnTo>
                    <a:pt x="162039" y="1292352"/>
                  </a:lnTo>
                  <a:lnTo>
                    <a:pt x="154774" y="1290320"/>
                  </a:lnTo>
                  <a:lnTo>
                    <a:pt x="147370" y="1291018"/>
                  </a:lnTo>
                  <a:lnTo>
                    <a:pt x="140817" y="1294269"/>
                  </a:lnTo>
                  <a:lnTo>
                    <a:pt x="136131" y="1299972"/>
                  </a:lnTo>
                  <a:lnTo>
                    <a:pt x="104127" y="1354518"/>
                  </a:lnTo>
                  <a:lnTo>
                    <a:pt x="104127" y="731520"/>
                  </a:lnTo>
                  <a:lnTo>
                    <a:pt x="104127" y="729996"/>
                  </a:lnTo>
                  <a:lnTo>
                    <a:pt x="104127" y="106984"/>
                  </a:lnTo>
                  <a:lnTo>
                    <a:pt x="85255" y="74828"/>
                  </a:lnTo>
                  <a:lnTo>
                    <a:pt x="101079" y="101790"/>
                  </a:lnTo>
                  <a:lnTo>
                    <a:pt x="104127" y="106984"/>
                  </a:lnTo>
                  <a:lnTo>
                    <a:pt x="136131" y="161544"/>
                  </a:lnTo>
                  <a:lnTo>
                    <a:pt x="140817" y="167208"/>
                  </a:lnTo>
                  <a:lnTo>
                    <a:pt x="147370" y="170307"/>
                  </a:lnTo>
                  <a:lnTo>
                    <a:pt x="154774" y="170535"/>
                  </a:lnTo>
                  <a:lnTo>
                    <a:pt x="162039" y="167640"/>
                  </a:lnTo>
                  <a:lnTo>
                    <a:pt x="167703" y="162941"/>
                  </a:lnTo>
                  <a:lnTo>
                    <a:pt x="170802" y="156400"/>
                  </a:lnTo>
                  <a:lnTo>
                    <a:pt x="171043" y="148983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224906" y="4721352"/>
              <a:ext cx="1290955" cy="660400"/>
            </a:xfrm>
            <a:custGeom>
              <a:avLst/>
              <a:gdLst/>
              <a:ahLst/>
              <a:cxnLst/>
              <a:rect l="l" t="t" r="r" b="b"/>
              <a:pathLst>
                <a:path w="1290954" h="660400">
                  <a:moveTo>
                    <a:pt x="12192" y="646176"/>
                  </a:moveTo>
                  <a:lnTo>
                    <a:pt x="12192" y="601980"/>
                  </a:lnTo>
                  <a:lnTo>
                    <a:pt x="0" y="601980"/>
                  </a:lnTo>
                  <a:lnTo>
                    <a:pt x="0" y="652272"/>
                  </a:lnTo>
                  <a:lnTo>
                    <a:pt x="6096" y="652272"/>
                  </a:lnTo>
                  <a:lnTo>
                    <a:pt x="6096" y="646176"/>
                  </a:lnTo>
                  <a:lnTo>
                    <a:pt x="12192" y="646176"/>
                  </a:lnTo>
                  <a:close/>
                </a:path>
                <a:path w="1290954" h="660400">
                  <a:moveTo>
                    <a:pt x="32004" y="659892"/>
                  </a:moveTo>
                  <a:lnTo>
                    <a:pt x="32004" y="646176"/>
                  </a:lnTo>
                  <a:lnTo>
                    <a:pt x="6096" y="646176"/>
                  </a:lnTo>
                  <a:lnTo>
                    <a:pt x="6096" y="652272"/>
                  </a:lnTo>
                  <a:lnTo>
                    <a:pt x="12192" y="652272"/>
                  </a:lnTo>
                  <a:lnTo>
                    <a:pt x="12192" y="659892"/>
                  </a:lnTo>
                  <a:lnTo>
                    <a:pt x="32004" y="659892"/>
                  </a:lnTo>
                  <a:close/>
                </a:path>
                <a:path w="1290954" h="660400">
                  <a:moveTo>
                    <a:pt x="12192" y="659892"/>
                  </a:moveTo>
                  <a:lnTo>
                    <a:pt x="12192" y="652272"/>
                  </a:lnTo>
                  <a:lnTo>
                    <a:pt x="6096" y="652272"/>
                  </a:lnTo>
                  <a:lnTo>
                    <a:pt x="6096" y="659892"/>
                  </a:lnTo>
                  <a:lnTo>
                    <a:pt x="12192" y="659892"/>
                  </a:lnTo>
                  <a:close/>
                </a:path>
                <a:path w="1290954" h="660400">
                  <a:moveTo>
                    <a:pt x="12192" y="563880"/>
                  </a:moveTo>
                  <a:lnTo>
                    <a:pt x="12192" y="513588"/>
                  </a:lnTo>
                  <a:lnTo>
                    <a:pt x="0" y="513588"/>
                  </a:lnTo>
                  <a:lnTo>
                    <a:pt x="0" y="563880"/>
                  </a:lnTo>
                  <a:lnTo>
                    <a:pt x="12192" y="563880"/>
                  </a:lnTo>
                  <a:close/>
                </a:path>
                <a:path w="1290954" h="660400">
                  <a:moveTo>
                    <a:pt x="12192" y="475488"/>
                  </a:moveTo>
                  <a:lnTo>
                    <a:pt x="12192" y="423672"/>
                  </a:lnTo>
                  <a:lnTo>
                    <a:pt x="0" y="423672"/>
                  </a:lnTo>
                  <a:lnTo>
                    <a:pt x="0" y="475488"/>
                  </a:lnTo>
                  <a:lnTo>
                    <a:pt x="12192" y="475488"/>
                  </a:lnTo>
                  <a:close/>
                </a:path>
                <a:path w="1290954" h="660400">
                  <a:moveTo>
                    <a:pt x="12192" y="385572"/>
                  </a:moveTo>
                  <a:lnTo>
                    <a:pt x="12192" y="335280"/>
                  </a:lnTo>
                  <a:lnTo>
                    <a:pt x="0" y="335280"/>
                  </a:lnTo>
                  <a:lnTo>
                    <a:pt x="0" y="385572"/>
                  </a:lnTo>
                  <a:lnTo>
                    <a:pt x="12192" y="385572"/>
                  </a:lnTo>
                  <a:close/>
                </a:path>
                <a:path w="1290954" h="660400">
                  <a:moveTo>
                    <a:pt x="12192" y="297180"/>
                  </a:moveTo>
                  <a:lnTo>
                    <a:pt x="12192" y="246888"/>
                  </a:lnTo>
                  <a:lnTo>
                    <a:pt x="0" y="246888"/>
                  </a:lnTo>
                  <a:lnTo>
                    <a:pt x="0" y="297180"/>
                  </a:lnTo>
                  <a:lnTo>
                    <a:pt x="12192" y="297180"/>
                  </a:lnTo>
                  <a:close/>
                </a:path>
                <a:path w="1290954" h="660400">
                  <a:moveTo>
                    <a:pt x="12192" y="208788"/>
                  </a:moveTo>
                  <a:lnTo>
                    <a:pt x="12192" y="156972"/>
                  </a:lnTo>
                  <a:lnTo>
                    <a:pt x="0" y="156972"/>
                  </a:lnTo>
                  <a:lnTo>
                    <a:pt x="0" y="208788"/>
                  </a:lnTo>
                  <a:lnTo>
                    <a:pt x="12192" y="208788"/>
                  </a:lnTo>
                  <a:close/>
                </a:path>
                <a:path w="1290954" h="660400">
                  <a:moveTo>
                    <a:pt x="12192" y="118872"/>
                  </a:moveTo>
                  <a:lnTo>
                    <a:pt x="12192" y="68580"/>
                  </a:lnTo>
                  <a:lnTo>
                    <a:pt x="0" y="68580"/>
                  </a:lnTo>
                  <a:lnTo>
                    <a:pt x="0" y="118872"/>
                  </a:lnTo>
                  <a:lnTo>
                    <a:pt x="12192" y="118872"/>
                  </a:lnTo>
                  <a:close/>
                </a:path>
                <a:path w="1290954" h="660400">
                  <a:moveTo>
                    <a:pt x="33528" y="13716"/>
                  </a:moveTo>
                  <a:lnTo>
                    <a:pt x="33528" y="0"/>
                  </a:lnTo>
                  <a:lnTo>
                    <a:pt x="0" y="0"/>
                  </a:lnTo>
                  <a:lnTo>
                    <a:pt x="0" y="30480"/>
                  </a:lnTo>
                  <a:lnTo>
                    <a:pt x="6096" y="30480"/>
                  </a:lnTo>
                  <a:lnTo>
                    <a:pt x="6096" y="13716"/>
                  </a:lnTo>
                  <a:lnTo>
                    <a:pt x="12192" y="6096"/>
                  </a:lnTo>
                  <a:lnTo>
                    <a:pt x="12192" y="13716"/>
                  </a:lnTo>
                  <a:lnTo>
                    <a:pt x="33528" y="13716"/>
                  </a:lnTo>
                  <a:close/>
                </a:path>
                <a:path w="1290954" h="660400">
                  <a:moveTo>
                    <a:pt x="12192" y="13716"/>
                  </a:moveTo>
                  <a:lnTo>
                    <a:pt x="12192" y="6096"/>
                  </a:lnTo>
                  <a:lnTo>
                    <a:pt x="6096" y="13716"/>
                  </a:lnTo>
                  <a:lnTo>
                    <a:pt x="12192" y="13716"/>
                  </a:lnTo>
                  <a:close/>
                </a:path>
                <a:path w="1290954" h="660400">
                  <a:moveTo>
                    <a:pt x="12192" y="30480"/>
                  </a:moveTo>
                  <a:lnTo>
                    <a:pt x="12192" y="13716"/>
                  </a:lnTo>
                  <a:lnTo>
                    <a:pt x="6096" y="13716"/>
                  </a:lnTo>
                  <a:lnTo>
                    <a:pt x="6096" y="30480"/>
                  </a:lnTo>
                  <a:lnTo>
                    <a:pt x="12192" y="30480"/>
                  </a:lnTo>
                  <a:close/>
                </a:path>
                <a:path w="1290954" h="660400">
                  <a:moveTo>
                    <a:pt x="121920" y="13716"/>
                  </a:moveTo>
                  <a:lnTo>
                    <a:pt x="121920" y="0"/>
                  </a:lnTo>
                  <a:lnTo>
                    <a:pt x="71628" y="0"/>
                  </a:lnTo>
                  <a:lnTo>
                    <a:pt x="71628" y="13716"/>
                  </a:lnTo>
                  <a:lnTo>
                    <a:pt x="121920" y="13716"/>
                  </a:lnTo>
                  <a:close/>
                </a:path>
                <a:path w="1290954" h="660400">
                  <a:moveTo>
                    <a:pt x="211836" y="13716"/>
                  </a:moveTo>
                  <a:lnTo>
                    <a:pt x="211836" y="0"/>
                  </a:lnTo>
                  <a:lnTo>
                    <a:pt x="160020" y="0"/>
                  </a:lnTo>
                  <a:lnTo>
                    <a:pt x="160020" y="13716"/>
                  </a:lnTo>
                  <a:lnTo>
                    <a:pt x="211836" y="13716"/>
                  </a:lnTo>
                  <a:close/>
                </a:path>
                <a:path w="1290954" h="660400">
                  <a:moveTo>
                    <a:pt x="300228" y="13716"/>
                  </a:moveTo>
                  <a:lnTo>
                    <a:pt x="300228" y="0"/>
                  </a:lnTo>
                  <a:lnTo>
                    <a:pt x="249936" y="0"/>
                  </a:lnTo>
                  <a:lnTo>
                    <a:pt x="249936" y="13716"/>
                  </a:lnTo>
                  <a:lnTo>
                    <a:pt x="300228" y="13716"/>
                  </a:lnTo>
                  <a:close/>
                </a:path>
                <a:path w="1290954" h="660400">
                  <a:moveTo>
                    <a:pt x="388620" y="13716"/>
                  </a:moveTo>
                  <a:lnTo>
                    <a:pt x="388620" y="0"/>
                  </a:lnTo>
                  <a:lnTo>
                    <a:pt x="338328" y="0"/>
                  </a:lnTo>
                  <a:lnTo>
                    <a:pt x="338328" y="13716"/>
                  </a:lnTo>
                  <a:lnTo>
                    <a:pt x="388620" y="13716"/>
                  </a:lnTo>
                  <a:close/>
                </a:path>
                <a:path w="1290954" h="660400">
                  <a:moveTo>
                    <a:pt x="478536" y="13716"/>
                  </a:moveTo>
                  <a:lnTo>
                    <a:pt x="478536" y="0"/>
                  </a:lnTo>
                  <a:lnTo>
                    <a:pt x="426720" y="0"/>
                  </a:lnTo>
                  <a:lnTo>
                    <a:pt x="426720" y="13716"/>
                  </a:lnTo>
                  <a:lnTo>
                    <a:pt x="478536" y="13716"/>
                  </a:lnTo>
                  <a:close/>
                </a:path>
                <a:path w="1290954" h="660400">
                  <a:moveTo>
                    <a:pt x="566928" y="13716"/>
                  </a:moveTo>
                  <a:lnTo>
                    <a:pt x="566928" y="0"/>
                  </a:lnTo>
                  <a:lnTo>
                    <a:pt x="516636" y="0"/>
                  </a:lnTo>
                  <a:lnTo>
                    <a:pt x="516636" y="13716"/>
                  </a:lnTo>
                  <a:lnTo>
                    <a:pt x="566928" y="13716"/>
                  </a:lnTo>
                  <a:close/>
                </a:path>
                <a:path w="1290954" h="660400">
                  <a:moveTo>
                    <a:pt x="655320" y="13716"/>
                  </a:moveTo>
                  <a:lnTo>
                    <a:pt x="655320" y="0"/>
                  </a:lnTo>
                  <a:lnTo>
                    <a:pt x="605028" y="0"/>
                  </a:lnTo>
                  <a:lnTo>
                    <a:pt x="605028" y="13716"/>
                  </a:lnTo>
                  <a:lnTo>
                    <a:pt x="655320" y="13716"/>
                  </a:lnTo>
                  <a:close/>
                </a:path>
                <a:path w="1290954" h="660400">
                  <a:moveTo>
                    <a:pt x="745236" y="13716"/>
                  </a:moveTo>
                  <a:lnTo>
                    <a:pt x="745236" y="0"/>
                  </a:lnTo>
                  <a:lnTo>
                    <a:pt x="693420" y="0"/>
                  </a:lnTo>
                  <a:lnTo>
                    <a:pt x="693420" y="13716"/>
                  </a:lnTo>
                  <a:lnTo>
                    <a:pt x="745236" y="13716"/>
                  </a:lnTo>
                  <a:close/>
                </a:path>
                <a:path w="1290954" h="660400">
                  <a:moveTo>
                    <a:pt x="833628" y="13716"/>
                  </a:moveTo>
                  <a:lnTo>
                    <a:pt x="833628" y="0"/>
                  </a:lnTo>
                  <a:lnTo>
                    <a:pt x="783336" y="0"/>
                  </a:lnTo>
                  <a:lnTo>
                    <a:pt x="783336" y="13716"/>
                  </a:lnTo>
                  <a:lnTo>
                    <a:pt x="833628" y="13716"/>
                  </a:lnTo>
                  <a:close/>
                </a:path>
                <a:path w="1290954" h="660400">
                  <a:moveTo>
                    <a:pt x="922020" y="13716"/>
                  </a:moveTo>
                  <a:lnTo>
                    <a:pt x="922020" y="0"/>
                  </a:lnTo>
                  <a:lnTo>
                    <a:pt x="871728" y="0"/>
                  </a:lnTo>
                  <a:lnTo>
                    <a:pt x="871728" y="13716"/>
                  </a:lnTo>
                  <a:lnTo>
                    <a:pt x="922020" y="13716"/>
                  </a:lnTo>
                  <a:close/>
                </a:path>
                <a:path w="1290954" h="660400">
                  <a:moveTo>
                    <a:pt x="1011936" y="13716"/>
                  </a:moveTo>
                  <a:lnTo>
                    <a:pt x="1011936" y="0"/>
                  </a:lnTo>
                  <a:lnTo>
                    <a:pt x="960120" y="0"/>
                  </a:lnTo>
                  <a:lnTo>
                    <a:pt x="960120" y="13716"/>
                  </a:lnTo>
                  <a:lnTo>
                    <a:pt x="1011936" y="13716"/>
                  </a:lnTo>
                  <a:close/>
                </a:path>
                <a:path w="1290954" h="660400">
                  <a:moveTo>
                    <a:pt x="1100328" y="13716"/>
                  </a:moveTo>
                  <a:lnTo>
                    <a:pt x="1100328" y="0"/>
                  </a:lnTo>
                  <a:lnTo>
                    <a:pt x="1050036" y="0"/>
                  </a:lnTo>
                  <a:lnTo>
                    <a:pt x="1050036" y="13716"/>
                  </a:lnTo>
                  <a:lnTo>
                    <a:pt x="1100328" y="13716"/>
                  </a:lnTo>
                  <a:close/>
                </a:path>
                <a:path w="1290954" h="660400">
                  <a:moveTo>
                    <a:pt x="1188720" y="13716"/>
                  </a:moveTo>
                  <a:lnTo>
                    <a:pt x="1188720" y="0"/>
                  </a:lnTo>
                  <a:lnTo>
                    <a:pt x="1138428" y="0"/>
                  </a:lnTo>
                  <a:lnTo>
                    <a:pt x="1138428" y="13716"/>
                  </a:lnTo>
                  <a:lnTo>
                    <a:pt x="1188720" y="13716"/>
                  </a:lnTo>
                  <a:close/>
                </a:path>
                <a:path w="1290954" h="660400">
                  <a:moveTo>
                    <a:pt x="1278636" y="13716"/>
                  </a:moveTo>
                  <a:lnTo>
                    <a:pt x="1278636" y="0"/>
                  </a:lnTo>
                  <a:lnTo>
                    <a:pt x="1226820" y="0"/>
                  </a:lnTo>
                  <a:lnTo>
                    <a:pt x="1226820" y="13716"/>
                  </a:lnTo>
                  <a:lnTo>
                    <a:pt x="1278636" y="13716"/>
                  </a:lnTo>
                  <a:close/>
                </a:path>
                <a:path w="1290954" h="660400">
                  <a:moveTo>
                    <a:pt x="1290828" y="89916"/>
                  </a:moveTo>
                  <a:lnTo>
                    <a:pt x="1290828" y="38100"/>
                  </a:lnTo>
                  <a:lnTo>
                    <a:pt x="1278636" y="38100"/>
                  </a:lnTo>
                  <a:lnTo>
                    <a:pt x="1278636" y="89916"/>
                  </a:lnTo>
                  <a:lnTo>
                    <a:pt x="1290828" y="89916"/>
                  </a:lnTo>
                  <a:close/>
                </a:path>
                <a:path w="1290954" h="660400">
                  <a:moveTo>
                    <a:pt x="1290828" y="178308"/>
                  </a:moveTo>
                  <a:lnTo>
                    <a:pt x="1290828" y="128016"/>
                  </a:lnTo>
                  <a:lnTo>
                    <a:pt x="1278636" y="128016"/>
                  </a:lnTo>
                  <a:lnTo>
                    <a:pt x="1278636" y="178308"/>
                  </a:lnTo>
                  <a:lnTo>
                    <a:pt x="1290828" y="178308"/>
                  </a:lnTo>
                  <a:close/>
                </a:path>
                <a:path w="1290954" h="660400">
                  <a:moveTo>
                    <a:pt x="1290828" y="266700"/>
                  </a:moveTo>
                  <a:lnTo>
                    <a:pt x="1290828" y="216408"/>
                  </a:lnTo>
                  <a:lnTo>
                    <a:pt x="1278636" y="216408"/>
                  </a:lnTo>
                  <a:lnTo>
                    <a:pt x="1278636" y="266700"/>
                  </a:lnTo>
                  <a:lnTo>
                    <a:pt x="1290828" y="266700"/>
                  </a:lnTo>
                  <a:close/>
                </a:path>
                <a:path w="1290954" h="660400">
                  <a:moveTo>
                    <a:pt x="1290828" y="356616"/>
                  </a:moveTo>
                  <a:lnTo>
                    <a:pt x="1290828" y="304800"/>
                  </a:lnTo>
                  <a:lnTo>
                    <a:pt x="1278636" y="304800"/>
                  </a:lnTo>
                  <a:lnTo>
                    <a:pt x="1278636" y="356616"/>
                  </a:lnTo>
                  <a:lnTo>
                    <a:pt x="1290828" y="356616"/>
                  </a:lnTo>
                  <a:close/>
                </a:path>
                <a:path w="1290954" h="660400">
                  <a:moveTo>
                    <a:pt x="1290828" y="445008"/>
                  </a:moveTo>
                  <a:lnTo>
                    <a:pt x="1290828" y="394716"/>
                  </a:lnTo>
                  <a:lnTo>
                    <a:pt x="1278636" y="394716"/>
                  </a:lnTo>
                  <a:lnTo>
                    <a:pt x="1278636" y="445008"/>
                  </a:lnTo>
                  <a:lnTo>
                    <a:pt x="1290828" y="445008"/>
                  </a:lnTo>
                  <a:close/>
                </a:path>
                <a:path w="1290954" h="660400">
                  <a:moveTo>
                    <a:pt x="1290828" y="533400"/>
                  </a:moveTo>
                  <a:lnTo>
                    <a:pt x="1290828" y="483108"/>
                  </a:lnTo>
                  <a:lnTo>
                    <a:pt x="1278636" y="483108"/>
                  </a:lnTo>
                  <a:lnTo>
                    <a:pt x="1278636" y="533400"/>
                  </a:lnTo>
                  <a:lnTo>
                    <a:pt x="1290828" y="533400"/>
                  </a:lnTo>
                  <a:close/>
                </a:path>
                <a:path w="1290954" h="660400">
                  <a:moveTo>
                    <a:pt x="1290828" y="623316"/>
                  </a:moveTo>
                  <a:lnTo>
                    <a:pt x="1290828" y="571500"/>
                  </a:lnTo>
                  <a:lnTo>
                    <a:pt x="1278636" y="571500"/>
                  </a:lnTo>
                  <a:lnTo>
                    <a:pt x="1278636" y="623316"/>
                  </a:lnTo>
                  <a:lnTo>
                    <a:pt x="1290828" y="623316"/>
                  </a:lnTo>
                  <a:close/>
                </a:path>
                <a:path w="1290954" h="660400">
                  <a:moveTo>
                    <a:pt x="1277112" y="659892"/>
                  </a:moveTo>
                  <a:lnTo>
                    <a:pt x="1277112" y="646176"/>
                  </a:lnTo>
                  <a:lnTo>
                    <a:pt x="1225296" y="646176"/>
                  </a:lnTo>
                  <a:lnTo>
                    <a:pt x="1225296" y="659892"/>
                  </a:lnTo>
                  <a:lnTo>
                    <a:pt x="1277112" y="659892"/>
                  </a:lnTo>
                  <a:close/>
                </a:path>
                <a:path w="1290954" h="660400">
                  <a:moveTo>
                    <a:pt x="1187196" y="659892"/>
                  </a:moveTo>
                  <a:lnTo>
                    <a:pt x="1187196" y="646176"/>
                  </a:lnTo>
                  <a:lnTo>
                    <a:pt x="1136904" y="646176"/>
                  </a:lnTo>
                  <a:lnTo>
                    <a:pt x="1136904" y="659892"/>
                  </a:lnTo>
                  <a:lnTo>
                    <a:pt x="1187196" y="659892"/>
                  </a:lnTo>
                  <a:close/>
                </a:path>
                <a:path w="1290954" h="660400">
                  <a:moveTo>
                    <a:pt x="1098804" y="659892"/>
                  </a:moveTo>
                  <a:lnTo>
                    <a:pt x="1098804" y="646176"/>
                  </a:lnTo>
                  <a:lnTo>
                    <a:pt x="1048512" y="646176"/>
                  </a:lnTo>
                  <a:lnTo>
                    <a:pt x="1048512" y="659892"/>
                  </a:lnTo>
                  <a:lnTo>
                    <a:pt x="1098804" y="659892"/>
                  </a:lnTo>
                  <a:close/>
                </a:path>
                <a:path w="1290954" h="660400">
                  <a:moveTo>
                    <a:pt x="1010412" y="659892"/>
                  </a:moveTo>
                  <a:lnTo>
                    <a:pt x="1010412" y="646176"/>
                  </a:lnTo>
                  <a:lnTo>
                    <a:pt x="958596" y="646176"/>
                  </a:lnTo>
                  <a:lnTo>
                    <a:pt x="958596" y="659892"/>
                  </a:lnTo>
                  <a:lnTo>
                    <a:pt x="1010412" y="659892"/>
                  </a:lnTo>
                  <a:close/>
                </a:path>
                <a:path w="1290954" h="660400">
                  <a:moveTo>
                    <a:pt x="920496" y="659892"/>
                  </a:moveTo>
                  <a:lnTo>
                    <a:pt x="920496" y="646176"/>
                  </a:lnTo>
                  <a:lnTo>
                    <a:pt x="870204" y="646176"/>
                  </a:lnTo>
                  <a:lnTo>
                    <a:pt x="870204" y="659892"/>
                  </a:lnTo>
                  <a:lnTo>
                    <a:pt x="920496" y="659892"/>
                  </a:lnTo>
                  <a:close/>
                </a:path>
                <a:path w="1290954" h="660400">
                  <a:moveTo>
                    <a:pt x="832104" y="659892"/>
                  </a:moveTo>
                  <a:lnTo>
                    <a:pt x="832104" y="646176"/>
                  </a:lnTo>
                  <a:lnTo>
                    <a:pt x="781812" y="646176"/>
                  </a:lnTo>
                  <a:lnTo>
                    <a:pt x="781812" y="659892"/>
                  </a:lnTo>
                  <a:lnTo>
                    <a:pt x="832104" y="659892"/>
                  </a:lnTo>
                  <a:close/>
                </a:path>
                <a:path w="1290954" h="660400">
                  <a:moveTo>
                    <a:pt x="743712" y="659892"/>
                  </a:moveTo>
                  <a:lnTo>
                    <a:pt x="743712" y="646176"/>
                  </a:lnTo>
                  <a:lnTo>
                    <a:pt x="691896" y="646176"/>
                  </a:lnTo>
                  <a:lnTo>
                    <a:pt x="691896" y="659892"/>
                  </a:lnTo>
                  <a:lnTo>
                    <a:pt x="743712" y="659892"/>
                  </a:lnTo>
                  <a:close/>
                </a:path>
                <a:path w="1290954" h="660400">
                  <a:moveTo>
                    <a:pt x="653796" y="659892"/>
                  </a:moveTo>
                  <a:lnTo>
                    <a:pt x="653796" y="646176"/>
                  </a:lnTo>
                  <a:lnTo>
                    <a:pt x="603504" y="646176"/>
                  </a:lnTo>
                  <a:lnTo>
                    <a:pt x="603504" y="659892"/>
                  </a:lnTo>
                  <a:lnTo>
                    <a:pt x="653796" y="659892"/>
                  </a:lnTo>
                  <a:close/>
                </a:path>
                <a:path w="1290954" h="660400">
                  <a:moveTo>
                    <a:pt x="565404" y="659892"/>
                  </a:moveTo>
                  <a:lnTo>
                    <a:pt x="565404" y="646176"/>
                  </a:lnTo>
                  <a:lnTo>
                    <a:pt x="515112" y="646176"/>
                  </a:lnTo>
                  <a:lnTo>
                    <a:pt x="515112" y="659892"/>
                  </a:lnTo>
                  <a:lnTo>
                    <a:pt x="565404" y="659892"/>
                  </a:lnTo>
                  <a:close/>
                </a:path>
                <a:path w="1290954" h="660400">
                  <a:moveTo>
                    <a:pt x="477012" y="659892"/>
                  </a:moveTo>
                  <a:lnTo>
                    <a:pt x="477012" y="646176"/>
                  </a:lnTo>
                  <a:lnTo>
                    <a:pt x="425196" y="646176"/>
                  </a:lnTo>
                  <a:lnTo>
                    <a:pt x="425196" y="659892"/>
                  </a:lnTo>
                  <a:lnTo>
                    <a:pt x="477012" y="659892"/>
                  </a:lnTo>
                  <a:close/>
                </a:path>
                <a:path w="1290954" h="660400">
                  <a:moveTo>
                    <a:pt x="387096" y="659892"/>
                  </a:moveTo>
                  <a:lnTo>
                    <a:pt x="387096" y="646176"/>
                  </a:lnTo>
                  <a:lnTo>
                    <a:pt x="336804" y="646176"/>
                  </a:lnTo>
                  <a:lnTo>
                    <a:pt x="336804" y="659892"/>
                  </a:lnTo>
                  <a:lnTo>
                    <a:pt x="387096" y="659892"/>
                  </a:lnTo>
                  <a:close/>
                </a:path>
                <a:path w="1290954" h="660400">
                  <a:moveTo>
                    <a:pt x="298704" y="659892"/>
                  </a:moveTo>
                  <a:lnTo>
                    <a:pt x="298704" y="646176"/>
                  </a:lnTo>
                  <a:lnTo>
                    <a:pt x="248412" y="646176"/>
                  </a:lnTo>
                  <a:lnTo>
                    <a:pt x="248412" y="659892"/>
                  </a:lnTo>
                  <a:lnTo>
                    <a:pt x="298704" y="659892"/>
                  </a:lnTo>
                  <a:close/>
                </a:path>
                <a:path w="1290954" h="660400">
                  <a:moveTo>
                    <a:pt x="210312" y="659892"/>
                  </a:moveTo>
                  <a:lnTo>
                    <a:pt x="210312" y="646176"/>
                  </a:lnTo>
                  <a:lnTo>
                    <a:pt x="158496" y="646176"/>
                  </a:lnTo>
                  <a:lnTo>
                    <a:pt x="158496" y="659892"/>
                  </a:lnTo>
                  <a:lnTo>
                    <a:pt x="210312" y="659892"/>
                  </a:lnTo>
                  <a:close/>
                </a:path>
                <a:path w="1290954" h="660400">
                  <a:moveTo>
                    <a:pt x="120396" y="659892"/>
                  </a:moveTo>
                  <a:lnTo>
                    <a:pt x="120396" y="646176"/>
                  </a:lnTo>
                  <a:lnTo>
                    <a:pt x="70104" y="646176"/>
                  </a:lnTo>
                  <a:lnTo>
                    <a:pt x="70104" y="659892"/>
                  </a:lnTo>
                  <a:lnTo>
                    <a:pt x="120396" y="659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8324986" y="4754370"/>
            <a:ext cx="1090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304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Same </a:t>
            </a:r>
            <a:r>
              <a:rPr sz="1800" spc="-10" dirty="0">
                <a:latin typeface="Arial MT"/>
                <a:cs typeface="Arial MT"/>
              </a:rPr>
              <a:t>magnitude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842633" y="4905755"/>
            <a:ext cx="1390015" cy="498475"/>
          </a:xfrm>
          <a:custGeom>
            <a:avLst/>
            <a:gdLst/>
            <a:ahLst/>
            <a:cxnLst/>
            <a:rect l="l" t="t" r="r" b="b"/>
            <a:pathLst>
              <a:path w="1390015" h="498475">
                <a:moveTo>
                  <a:pt x="1389888" y="150876"/>
                </a:moveTo>
                <a:lnTo>
                  <a:pt x="1388364" y="146304"/>
                </a:lnTo>
                <a:lnTo>
                  <a:pt x="1388364" y="141732"/>
                </a:lnTo>
                <a:lnTo>
                  <a:pt x="1524" y="0"/>
                </a:lnTo>
                <a:lnTo>
                  <a:pt x="0" y="9144"/>
                </a:lnTo>
                <a:lnTo>
                  <a:pt x="1369415" y="148945"/>
                </a:lnTo>
                <a:lnTo>
                  <a:pt x="547116" y="489204"/>
                </a:lnTo>
                <a:lnTo>
                  <a:pt x="550164" y="498348"/>
                </a:lnTo>
                <a:lnTo>
                  <a:pt x="1389888" y="1508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095631" y="6726425"/>
            <a:ext cx="338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 along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positive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x-</a:t>
            </a:r>
            <a:r>
              <a:rPr sz="1800" spc="-10" dirty="0">
                <a:latin typeface="Arial MT"/>
                <a:cs typeface="Arial MT"/>
              </a:rPr>
              <a:t>axis.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95631" y="5630669"/>
            <a:ext cx="39611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electric field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produced 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origin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magnitude </a:t>
            </a:r>
            <a:r>
              <a:rPr sz="1800" spc="-25" dirty="0">
                <a:latin typeface="Arial MT"/>
                <a:cs typeface="Arial MT"/>
              </a:rPr>
              <a:t>of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070989" y="1222260"/>
            <a:ext cx="3385185" cy="1830705"/>
          </a:xfrm>
          <a:custGeom>
            <a:avLst/>
            <a:gdLst/>
            <a:ahLst/>
            <a:cxnLst/>
            <a:rect l="l" t="t" r="r" b="b"/>
            <a:pathLst>
              <a:path w="3385185" h="1830705">
                <a:moveTo>
                  <a:pt x="3384804" y="1775460"/>
                </a:moveTo>
                <a:lnTo>
                  <a:pt x="3294888" y="1722120"/>
                </a:lnTo>
                <a:lnTo>
                  <a:pt x="3290316" y="1719072"/>
                </a:lnTo>
                <a:lnTo>
                  <a:pt x="3284220" y="1720596"/>
                </a:lnTo>
                <a:lnTo>
                  <a:pt x="3282696" y="1725168"/>
                </a:lnTo>
                <a:lnTo>
                  <a:pt x="3279648" y="1729740"/>
                </a:lnTo>
                <a:lnTo>
                  <a:pt x="3281172" y="1735836"/>
                </a:lnTo>
                <a:lnTo>
                  <a:pt x="3285744" y="1738884"/>
                </a:lnTo>
                <a:lnTo>
                  <a:pt x="3332823" y="1766189"/>
                </a:lnTo>
                <a:lnTo>
                  <a:pt x="1667256" y="1760169"/>
                </a:lnTo>
                <a:lnTo>
                  <a:pt x="1667256" y="53276"/>
                </a:lnTo>
                <a:lnTo>
                  <a:pt x="1658112" y="37515"/>
                </a:lnTo>
                <a:lnTo>
                  <a:pt x="1665732" y="50647"/>
                </a:lnTo>
                <a:lnTo>
                  <a:pt x="1667256" y="53276"/>
                </a:lnTo>
                <a:lnTo>
                  <a:pt x="1694688" y="100584"/>
                </a:lnTo>
                <a:lnTo>
                  <a:pt x="1697736" y="105156"/>
                </a:lnTo>
                <a:lnTo>
                  <a:pt x="1702308" y="106680"/>
                </a:lnTo>
                <a:lnTo>
                  <a:pt x="1711452" y="100584"/>
                </a:lnTo>
                <a:lnTo>
                  <a:pt x="1712976" y="96012"/>
                </a:lnTo>
                <a:lnTo>
                  <a:pt x="1711452" y="91440"/>
                </a:lnTo>
                <a:lnTo>
                  <a:pt x="1658112" y="0"/>
                </a:lnTo>
                <a:lnTo>
                  <a:pt x="1604772" y="91440"/>
                </a:lnTo>
                <a:lnTo>
                  <a:pt x="1603248" y="96012"/>
                </a:lnTo>
                <a:lnTo>
                  <a:pt x="1604772" y="100584"/>
                </a:lnTo>
                <a:lnTo>
                  <a:pt x="1613916" y="106680"/>
                </a:lnTo>
                <a:lnTo>
                  <a:pt x="1620012" y="105156"/>
                </a:lnTo>
                <a:lnTo>
                  <a:pt x="1621536" y="100584"/>
                </a:lnTo>
                <a:lnTo>
                  <a:pt x="1648968" y="53276"/>
                </a:lnTo>
                <a:lnTo>
                  <a:pt x="1648968" y="1760093"/>
                </a:lnTo>
                <a:lnTo>
                  <a:pt x="1524" y="1754124"/>
                </a:lnTo>
                <a:lnTo>
                  <a:pt x="0" y="1773936"/>
                </a:lnTo>
                <a:lnTo>
                  <a:pt x="1648968" y="1779168"/>
                </a:lnTo>
                <a:lnTo>
                  <a:pt x="1648968" y="1810512"/>
                </a:lnTo>
                <a:lnTo>
                  <a:pt x="1667256" y="1810512"/>
                </a:lnTo>
                <a:lnTo>
                  <a:pt x="1667256" y="1779219"/>
                </a:lnTo>
                <a:lnTo>
                  <a:pt x="3279648" y="1784324"/>
                </a:lnTo>
                <a:lnTo>
                  <a:pt x="3294888" y="1784375"/>
                </a:lnTo>
                <a:lnTo>
                  <a:pt x="3333216" y="1784489"/>
                </a:lnTo>
                <a:lnTo>
                  <a:pt x="3361944" y="1784578"/>
                </a:lnTo>
                <a:lnTo>
                  <a:pt x="3366516" y="1784604"/>
                </a:lnTo>
                <a:lnTo>
                  <a:pt x="3333216" y="1784489"/>
                </a:lnTo>
                <a:lnTo>
                  <a:pt x="3285744" y="1812036"/>
                </a:lnTo>
                <a:lnTo>
                  <a:pt x="3281172" y="1813560"/>
                </a:lnTo>
                <a:lnTo>
                  <a:pt x="3279648" y="1819656"/>
                </a:lnTo>
                <a:lnTo>
                  <a:pt x="3281172" y="1824228"/>
                </a:lnTo>
                <a:lnTo>
                  <a:pt x="3284220" y="1828800"/>
                </a:lnTo>
                <a:lnTo>
                  <a:pt x="3290316" y="1830324"/>
                </a:lnTo>
                <a:lnTo>
                  <a:pt x="3294888" y="1827276"/>
                </a:lnTo>
                <a:lnTo>
                  <a:pt x="3366516" y="1785988"/>
                </a:lnTo>
                <a:lnTo>
                  <a:pt x="3384804" y="1775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02539" y="281889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11202" y="2848356"/>
            <a:ext cx="3106420" cy="297180"/>
            <a:chOff x="2211202" y="2848356"/>
            <a:chExt cx="3106420" cy="297180"/>
          </a:xfrm>
        </p:grpSpPr>
        <p:sp>
          <p:nvSpPr>
            <p:cNvPr id="6" name="object 6"/>
            <p:cNvSpPr/>
            <p:nvPr/>
          </p:nvSpPr>
          <p:spPr>
            <a:xfrm>
              <a:off x="5019929" y="2848368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80">
                  <a:moveTo>
                    <a:pt x="297180" y="147828"/>
                  </a:moveTo>
                  <a:lnTo>
                    <a:pt x="289560" y="103632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192024" y="6096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3528"/>
                  </a:lnTo>
                  <a:lnTo>
                    <a:pt x="24384" y="65532"/>
                  </a:lnTo>
                  <a:lnTo>
                    <a:pt x="6096" y="105156"/>
                  </a:lnTo>
                  <a:lnTo>
                    <a:pt x="0" y="134112"/>
                  </a:lnTo>
                  <a:lnTo>
                    <a:pt x="0" y="164592"/>
                  </a:lnTo>
                  <a:lnTo>
                    <a:pt x="3048" y="178308"/>
                  </a:lnTo>
                  <a:lnTo>
                    <a:pt x="6096" y="193548"/>
                  </a:lnTo>
                  <a:lnTo>
                    <a:pt x="9144" y="200406"/>
                  </a:lnTo>
                  <a:lnTo>
                    <a:pt x="12192" y="207264"/>
                  </a:lnTo>
                  <a:lnTo>
                    <a:pt x="18288" y="219456"/>
                  </a:lnTo>
                  <a:lnTo>
                    <a:pt x="33528" y="243840"/>
                  </a:lnTo>
                  <a:lnTo>
                    <a:pt x="44196" y="252984"/>
                  </a:lnTo>
                  <a:lnTo>
                    <a:pt x="53340" y="263652"/>
                  </a:lnTo>
                  <a:lnTo>
                    <a:pt x="77724" y="278892"/>
                  </a:lnTo>
                  <a:lnTo>
                    <a:pt x="91440" y="284988"/>
                  </a:lnTo>
                  <a:lnTo>
                    <a:pt x="103632" y="291084"/>
                  </a:lnTo>
                  <a:lnTo>
                    <a:pt x="118872" y="294132"/>
                  </a:lnTo>
                  <a:lnTo>
                    <a:pt x="134112" y="295656"/>
                  </a:lnTo>
                  <a:lnTo>
                    <a:pt x="147828" y="297180"/>
                  </a:lnTo>
                  <a:lnTo>
                    <a:pt x="205740" y="284988"/>
                  </a:lnTo>
                  <a:lnTo>
                    <a:pt x="242316" y="263652"/>
                  </a:lnTo>
                  <a:lnTo>
                    <a:pt x="271272" y="231648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1197" y="2848368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80">
                  <a:moveTo>
                    <a:pt x="297180" y="147828"/>
                  </a:moveTo>
                  <a:lnTo>
                    <a:pt x="291084" y="103632"/>
                  </a:lnTo>
                  <a:lnTo>
                    <a:pt x="263652" y="53340"/>
                  </a:lnTo>
                  <a:lnTo>
                    <a:pt x="231648" y="25908"/>
                  </a:lnTo>
                  <a:lnTo>
                    <a:pt x="192024" y="6096"/>
                  </a:lnTo>
                  <a:lnTo>
                    <a:pt x="147828" y="0"/>
                  </a:lnTo>
                  <a:lnTo>
                    <a:pt x="134112" y="1524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91440" y="12192"/>
                  </a:lnTo>
                  <a:lnTo>
                    <a:pt x="77724" y="18288"/>
                  </a:lnTo>
                  <a:lnTo>
                    <a:pt x="33528" y="54864"/>
                  </a:lnTo>
                  <a:lnTo>
                    <a:pt x="12192" y="91440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7620" y="193548"/>
                  </a:lnTo>
                  <a:lnTo>
                    <a:pt x="9144" y="198120"/>
                  </a:lnTo>
                  <a:lnTo>
                    <a:pt x="12192" y="207264"/>
                  </a:lnTo>
                  <a:lnTo>
                    <a:pt x="35052" y="243840"/>
                  </a:lnTo>
                  <a:lnTo>
                    <a:pt x="65532" y="271272"/>
                  </a:lnTo>
                  <a:lnTo>
                    <a:pt x="105156" y="291084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207264" y="284988"/>
                  </a:lnTo>
                  <a:lnTo>
                    <a:pt x="243840" y="263652"/>
                  </a:lnTo>
                  <a:lnTo>
                    <a:pt x="271272" y="231648"/>
                  </a:lnTo>
                  <a:lnTo>
                    <a:pt x="288036" y="198882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95432" y="99313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5387" y="1352803"/>
            <a:ext cx="394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25" dirty="0">
                <a:latin typeface="Arial MT"/>
                <a:cs typeface="Arial MT"/>
              </a:rPr>
              <a:t>5q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79749" y="1360944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79" h="297180">
                <a:moveTo>
                  <a:pt x="297180" y="147828"/>
                </a:moveTo>
                <a:lnTo>
                  <a:pt x="289560" y="103632"/>
                </a:lnTo>
                <a:lnTo>
                  <a:pt x="263652" y="53340"/>
                </a:lnTo>
                <a:lnTo>
                  <a:pt x="231648" y="25908"/>
                </a:lnTo>
                <a:lnTo>
                  <a:pt x="192024" y="6096"/>
                </a:lnTo>
                <a:lnTo>
                  <a:pt x="147828" y="0"/>
                </a:lnTo>
                <a:lnTo>
                  <a:pt x="132588" y="1524"/>
                </a:lnTo>
                <a:lnTo>
                  <a:pt x="89916" y="12192"/>
                </a:lnTo>
                <a:lnTo>
                  <a:pt x="53340" y="33528"/>
                </a:lnTo>
                <a:lnTo>
                  <a:pt x="44196" y="44196"/>
                </a:lnTo>
                <a:lnTo>
                  <a:pt x="33528" y="54864"/>
                </a:lnTo>
                <a:lnTo>
                  <a:pt x="6096" y="105156"/>
                </a:lnTo>
                <a:lnTo>
                  <a:pt x="0" y="149352"/>
                </a:lnTo>
                <a:lnTo>
                  <a:pt x="1524" y="164592"/>
                </a:lnTo>
                <a:lnTo>
                  <a:pt x="3048" y="178308"/>
                </a:lnTo>
                <a:lnTo>
                  <a:pt x="7620" y="193548"/>
                </a:lnTo>
                <a:lnTo>
                  <a:pt x="9144" y="197612"/>
                </a:lnTo>
                <a:lnTo>
                  <a:pt x="12192" y="205740"/>
                </a:lnTo>
                <a:lnTo>
                  <a:pt x="33528" y="242316"/>
                </a:lnTo>
                <a:lnTo>
                  <a:pt x="65532" y="271272"/>
                </a:lnTo>
                <a:lnTo>
                  <a:pt x="118872" y="294132"/>
                </a:lnTo>
                <a:lnTo>
                  <a:pt x="149352" y="297180"/>
                </a:lnTo>
                <a:lnTo>
                  <a:pt x="164592" y="295656"/>
                </a:lnTo>
                <a:lnTo>
                  <a:pt x="207264" y="284988"/>
                </a:lnTo>
                <a:lnTo>
                  <a:pt x="243840" y="263652"/>
                </a:lnTo>
                <a:lnTo>
                  <a:pt x="252984" y="252984"/>
                </a:lnTo>
                <a:lnTo>
                  <a:pt x="263652" y="242316"/>
                </a:lnTo>
                <a:lnTo>
                  <a:pt x="271272" y="231648"/>
                </a:lnTo>
                <a:lnTo>
                  <a:pt x="278892" y="219456"/>
                </a:lnTo>
                <a:lnTo>
                  <a:pt x="288036" y="198882"/>
                </a:lnTo>
                <a:lnTo>
                  <a:pt x="291084" y="192024"/>
                </a:lnTo>
                <a:lnTo>
                  <a:pt x="294132" y="178308"/>
                </a:lnTo>
                <a:lnTo>
                  <a:pt x="297180" y="14782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53899" y="3152646"/>
            <a:ext cx="394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25" dirty="0">
                <a:latin typeface="Arial MT"/>
                <a:cs typeface="Arial MT"/>
              </a:rPr>
              <a:t>3q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6588" y="3152646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 MT"/>
                <a:cs typeface="Arial MT"/>
              </a:rPr>
              <a:t>2q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41009" y="1222260"/>
            <a:ext cx="3385185" cy="1830705"/>
          </a:xfrm>
          <a:custGeom>
            <a:avLst/>
            <a:gdLst/>
            <a:ahLst/>
            <a:cxnLst/>
            <a:rect l="l" t="t" r="r" b="b"/>
            <a:pathLst>
              <a:path w="3385184" h="1830705">
                <a:moveTo>
                  <a:pt x="3384804" y="1775460"/>
                </a:moveTo>
                <a:lnTo>
                  <a:pt x="3293364" y="1722120"/>
                </a:lnTo>
                <a:lnTo>
                  <a:pt x="3288792" y="1719072"/>
                </a:lnTo>
                <a:lnTo>
                  <a:pt x="3284220" y="1720596"/>
                </a:lnTo>
                <a:lnTo>
                  <a:pt x="3278124" y="1729740"/>
                </a:lnTo>
                <a:lnTo>
                  <a:pt x="3279648" y="1735836"/>
                </a:lnTo>
                <a:lnTo>
                  <a:pt x="3284220" y="1738884"/>
                </a:lnTo>
                <a:lnTo>
                  <a:pt x="3331311" y="1766189"/>
                </a:lnTo>
                <a:lnTo>
                  <a:pt x="1665732" y="1760169"/>
                </a:lnTo>
                <a:lnTo>
                  <a:pt x="1665732" y="53276"/>
                </a:lnTo>
                <a:lnTo>
                  <a:pt x="1693164" y="100584"/>
                </a:lnTo>
                <a:lnTo>
                  <a:pt x="1696212" y="105156"/>
                </a:lnTo>
                <a:lnTo>
                  <a:pt x="1702308" y="106680"/>
                </a:lnTo>
                <a:lnTo>
                  <a:pt x="1705356" y="103632"/>
                </a:lnTo>
                <a:lnTo>
                  <a:pt x="1709928" y="100584"/>
                </a:lnTo>
                <a:lnTo>
                  <a:pt x="1711452" y="96012"/>
                </a:lnTo>
                <a:lnTo>
                  <a:pt x="1709928" y="91440"/>
                </a:lnTo>
                <a:lnTo>
                  <a:pt x="1656588" y="0"/>
                </a:lnTo>
                <a:lnTo>
                  <a:pt x="1604772" y="91440"/>
                </a:lnTo>
                <a:lnTo>
                  <a:pt x="1601724" y="96012"/>
                </a:lnTo>
                <a:lnTo>
                  <a:pt x="1603248" y="100584"/>
                </a:lnTo>
                <a:lnTo>
                  <a:pt x="1612392" y="106680"/>
                </a:lnTo>
                <a:lnTo>
                  <a:pt x="1618488" y="105156"/>
                </a:lnTo>
                <a:lnTo>
                  <a:pt x="1620012" y="100584"/>
                </a:lnTo>
                <a:lnTo>
                  <a:pt x="1647444" y="54864"/>
                </a:lnTo>
                <a:lnTo>
                  <a:pt x="1647444" y="1760093"/>
                </a:lnTo>
                <a:lnTo>
                  <a:pt x="0" y="1754124"/>
                </a:lnTo>
                <a:lnTo>
                  <a:pt x="0" y="1773936"/>
                </a:lnTo>
                <a:lnTo>
                  <a:pt x="1647444" y="1779168"/>
                </a:lnTo>
                <a:lnTo>
                  <a:pt x="1647444" y="1810512"/>
                </a:lnTo>
                <a:lnTo>
                  <a:pt x="1665732" y="1810512"/>
                </a:lnTo>
                <a:lnTo>
                  <a:pt x="1665732" y="1779219"/>
                </a:lnTo>
                <a:lnTo>
                  <a:pt x="3278124" y="1784324"/>
                </a:lnTo>
                <a:lnTo>
                  <a:pt x="3293364" y="1784375"/>
                </a:lnTo>
                <a:lnTo>
                  <a:pt x="3331692" y="1784489"/>
                </a:lnTo>
                <a:lnTo>
                  <a:pt x="3360420" y="1784578"/>
                </a:lnTo>
                <a:lnTo>
                  <a:pt x="3364992" y="1784604"/>
                </a:lnTo>
                <a:lnTo>
                  <a:pt x="3331692" y="1784489"/>
                </a:lnTo>
                <a:lnTo>
                  <a:pt x="3284220" y="1812036"/>
                </a:lnTo>
                <a:lnTo>
                  <a:pt x="3279648" y="1813560"/>
                </a:lnTo>
                <a:lnTo>
                  <a:pt x="3278124" y="1819656"/>
                </a:lnTo>
                <a:lnTo>
                  <a:pt x="3281172" y="1824228"/>
                </a:lnTo>
                <a:lnTo>
                  <a:pt x="3282696" y="1828800"/>
                </a:lnTo>
                <a:lnTo>
                  <a:pt x="3288792" y="1830324"/>
                </a:lnTo>
                <a:lnTo>
                  <a:pt x="3293364" y="1827276"/>
                </a:lnTo>
                <a:lnTo>
                  <a:pt x="3364992" y="1786686"/>
                </a:lnTo>
                <a:lnTo>
                  <a:pt x="3384804" y="1775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72558" y="281889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79698" y="2848356"/>
            <a:ext cx="3106420" cy="297180"/>
            <a:chOff x="6179698" y="2848356"/>
            <a:chExt cx="3106420" cy="297180"/>
          </a:xfrm>
        </p:grpSpPr>
        <p:sp>
          <p:nvSpPr>
            <p:cNvPr id="16" name="object 16"/>
            <p:cNvSpPr/>
            <p:nvPr/>
          </p:nvSpPr>
          <p:spPr>
            <a:xfrm>
              <a:off x="8988425" y="2848368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80">
                  <a:moveTo>
                    <a:pt x="297180" y="147828"/>
                  </a:moveTo>
                  <a:lnTo>
                    <a:pt x="289560" y="103632"/>
                  </a:lnTo>
                  <a:lnTo>
                    <a:pt x="263652" y="53340"/>
                  </a:lnTo>
                  <a:lnTo>
                    <a:pt x="231648" y="25908"/>
                  </a:lnTo>
                  <a:lnTo>
                    <a:pt x="192024" y="6096"/>
                  </a:lnTo>
                  <a:lnTo>
                    <a:pt x="147828" y="0"/>
                  </a:lnTo>
                  <a:lnTo>
                    <a:pt x="132588" y="1524"/>
                  </a:lnTo>
                  <a:lnTo>
                    <a:pt x="89916" y="12192"/>
                  </a:lnTo>
                  <a:lnTo>
                    <a:pt x="53340" y="33528"/>
                  </a:lnTo>
                  <a:lnTo>
                    <a:pt x="25908" y="65532"/>
                  </a:lnTo>
                  <a:lnTo>
                    <a:pt x="6096" y="105156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6096" y="193548"/>
                  </a:lnTo>
                  <a:lnTo>
                    <a:pt x="9144" y="200406"/>
                  </a:lnTo>
                  <a:lnTo>
                    <a:pt x="12192" y="207264"/>
                  </a:lnTo>
                  <a:lnTo>
                    <a:pt x="18288" y="219456"/>
                  </a:lnTo>
                  <a:lnTo>
                    <a:pt x="33528" y="243840"/>
                  </a:lnTo>
                  <a:lnTo>
                    <a:pt x="44196" y="252984"/>
                  </a:lnTo>
                  <a:lnTo>
                    <a:pt x="54864" y="263652"/>
                  </a:lnTo>
                  <a:lnTo>
                    <a:pt x="105156" y="291084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207264" y="284988"/>
                  </a:lnTo>
                  <a:lnTo>
                    <a:pt x="243840" y="263652"/>
                  </a:lnTo>
                  <a:lnTo>
                    <a:pt x="252984" y="252984"/>
                  </a:lnTo>
                  <a:lnTo>
                    <a:pt x="263652" y="242316"/>
                  </a:lnTo>
                  <a:lnTo>
                    <a:pt x="271272" y="231648"/>
                  </a:lnTo>
                  <a:lnTo>
                    <a:pt x="278892" y="219456"/>
                  </a:lnTo>
                  <a:lnTo>
                    <a:pt x="288036" y="198882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79693" y="2848368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80">
                  <a:moveTo>
                    <a:pt x="297180" y="132588"/>
                  </a:moveTo>
                  <a:lnTo>
                    <a:pt x="294132" y="118872"/>
                  </a:lnTo>
                  <a:lnTo>
                    <a:pt x="291084" y="103632"/>
                  </a:lnTo>
                  <a:lnTo>
                    <a:pt x="284988" y="89916"/>
                  </a:lnTo>
                  <a:lnTo>
                    <a:pt x="263652" y="53340"/>
                  </a:lnTo>
                  <a:lnTo>
                    <a:pt x="219456" y="18288"/>
                  </a:lnTo>
                  <a:lnTo>
                    <a:pt x="178308" y="3048"/>
                  </a:lnTo>
                  <a:lnTo>
                    <a:pt x="149352" y="0"/>
                  </a:lnTo>
                  <a:lnTo>
                    <a:pt x="118872" y="3048"/>
                  </a:lnTo>
                  <a:lnTo>
                    <a:pt x="77724" y="18288"/>
                  </a:lnTo>
                  <a:lnTo>
                    <a:pt x="44196" y="44196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9352"/>
                  </a:lnTo>
                  <a:lnTo>
                    <a:pt x="1524" y="164592"/>
                  </a:lnTo>
                  <a:lnTo>
                    <a:pt x="3048" y="178308"/>
                  </a:lnTo>
                  <a:lnTo>
                    <a:pt x="7620" y="193548"/>
                  </a:lnTo>
                  <a:lnTo>
                    <a:pt x="10668" y="202692"/>
                  </a:lnTo>
                  <a:lnTo>
                    <a:pt x="12192" y="207264"/>
                  </a:lnTo>
                  <a:lnTo>
                    <a:pt x="35052" y="243840"/>
                  </a:lnTo>
                  <a:lnTo>
                    <a:pt x="65532" y="271272"/>
                  </a:lnTo>
                  <a:lnTo>
                    <a:pt x="105156" y="291084"/>
                  </a:lnTo>
                  <a:lnTo>
                    <a:pt x="149352" y="297180"/>
                  </a:lnTo>
                  <a:lnTo>
                    <a:pt x="179832" y="294132"/>
                  </a:lnTo>
                  <a:lnTo>
                    <a:pt x="219456" y="278892"/>
                  </a:lnTo>
                  <a:lnTo>
                    <a:pt x="254508" y="252984"/>
                  </a:lnTo>
                  <a:lnTo>
                    <a:pt x="278892" y="219456"/>
                  </a:lnTo>
                  <a:lnTo>
                    <a:pt x="286512" y="205740"/>
                  </a:lnTo>
                  <a:lnTo>
                    <a:pt x="288036" y="201168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63068"/>
                  </a:lnTo>
                  <a:lnTo>
                    <a:pt x="297180" y="13258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63926" y="99313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73882" y="1352803"/>
            <a:ext cx="394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25" dirty="0">
                <a:latin typeface="Arial MT"/>
                <a:cs typeface="Arial MT"/>
              </a:rPr>
              <a:t>5q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48245" y="1360944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79" h="297180">
                <a:moveTo>
                  <a:pt x="297180" y="132588"/>
                </a:moveTo>
                <a:lnTo>
                  <a:pt x="294132" y="118872"/>
                </a:lnTo>
                <a:lnTo>
                  <a:pt x="291084" y="103632"/>
                </a:lnTo>
                <a:lnTo>
                  <a:pt x="284988" y="89916"/>
                </a:lnTo>
                <a:lnTo>
                  <a:pt x="263652" y="53340"/>
                </a:lnTo>
                <a:lnTo>
                  <a:pt x="219456" y="18288"/>
                </a:lnTo>
                <a:lnTo>
                  <a:pt x="178308" y="3048"/>
                </a:lnTo>
                <a:lnTo>
                  <a:pt x="163068" y="1524"/>
                </a:lnTo>
                <a:lnTo>
                  <a:pt x="149352" y="0"/>
                </a:lnTo>
                <a:lnTo>
                  <a:pt x="105156" y="6096"/>
                </a:lnTo>
                <a:lnTo>
                  <a:pt x="65532" y="25908"/>
                </a:lnTo>
                <a:lnTo>
                  <a:pt x="33528" y="54864"/>
                </a:lnTo>
                <a:lnTo>
                  <a:pt x="12192" y="91440"/>
                </a:lnTo>
                <a:lnTo>
                  <a:pt x="0" y="149352"/>
                </a:lnTo>
                <a:lnTo>
                  <a:pt x="1524" y="164592"/>
                </a:lnTo>
                <a:lnTo>
                  <a:pt x="3048" y="178308"/>
                </a:lnTo>
                <a:lnTo>
                  <a:pt x="7620" y="193548"/>
                </a:lnTo>
                <a:lnTo>
                  <a:pt x="10668" y="201676"/>
                </a:lnTo>
                <a:lnTo>
                  <a:pt x="12192" y="205740"/>
                </a:lnTo>
                <a:lnTo>
                  <a:pt x="44196" y="252984"/>
                </a:lnTo>
                <a:lnTo>
                  <a:pt x="77724" y="278892"/>
                </a:lnTo>
                <a:lnTo>
                  <a:pt x="118872" y="294132"/>
                </a:lnTo>
                <a:lnTo>
                  <a:pt x="149352" y="297180"/>
                </a:lnTo>
                <a:lnTo>
                  <a:pt x="164592" y="295656"/>
                </a:lnTo>
                <a:lnTo>
                  <a:pt x="207264" y="284988"/>
                </a:lnTo>
                <a:lnTo>
                  <a:pt x="243840" y="263652"/>
                </a:lnTo>
                <a:lnTo>
                  <a:pt x="271272" y="231648"/>
                </a:lnTo>
                <a:lnTo>
                  <a:pt x="288036" y="201168"/>
                </a:lnTo>
                <a:lnTo>
                  <a:pt x="291084" y="192024"/>
                </a:lnTo>
                <a:lnTo>
                  <a:pt x="294132" y="178308"/>
                </a:lnTo>
                <a:lnTo>
                  <a:pt x="297180" y="163068"/>
                </a:lnTo>
                <a:lnTo>
                  <a:pt x="297180" y="13258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12310" y="3146550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 MT"/>
                <a:cs typeface="Arial MT"/>
              </a:rPr>
              <a:t>2q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02995" y="3152646"/>
            <a:ext cx="394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25" dirty="0">
                <a:latin typeface="Arial MT"/>
                <a:cs typeface="Arial MT"/>
              </a:rPr>
              <a:t>3q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07570" y="2077211"/>
            <a:ext cx="5676265" cy="4871085"/>
            <a:chOff x="2107570" y="2077211"/>
            <a:chExt cx="5676265" cy="4871085"/>
          </a:xfrm>
        </p:grpSpPr>
        <p:sp>
          <p:nvSpPr>
            <p:cNvPr id="24" name="object 24"/>
            <p:cNvSpPr/>
            <p:nvPr/>
          </p:nvSpPr>
          <p:spPr>
            <a:xfrm>
              <a:off x="3643261" y="2077224"/>
              <a:ext cx="4140200" cy="996950"/>
            </a:xfrm>
            <a:custGeom>
              <a:avLst/>
              <a:gdLst/>
              <a:ahLst/>
              <a:cxnLst/>
              <a:rect l="l" t="t" r="r" b="b"/>
              <a:pathLst>
                <a:path w="4140200" h="996950">
                  <a:moveTo>
                    <a:pt x="972807" y="909828"/>
                  </a:moveTo>
                  <a:lnTo>
                    <a:pt x="831075" y="826008"/>
                  </a:lnTo>
                  <a:lnTo>
                    <a:pt x="823810" y="823976"/>
                  </a:lnTo>
                  <a:lnTo>
                    <a:pt x="816406" y="824674"/>
                  </a:lnTo>
                  <a:lnTo>
                    <a:pt x="809853" y="827925"/>
                  </a:lnTo>
                  <a:lnTo>
                    <a:pt x="805167" y="833628"/>
                  </a:lnTo>
                  <a:lnTo>
                    <a:pt x="802259" y="840676"/>
                  </a:lnTo>
                  <a:lnTo>
                    <a:pt x="802500" y="847725"/>
                  </a:lnTo>
                  <a:lnTo>
                    <a:pt x="805599" y="854202"/>
                  </a:lnTo>
                  <a:lnTo>
                    <a:pt x="811263" y="859536"/>
                  </a:lnTo>
                  <a:lnTo>
                    <a:pt x="864425" y="890016"/>
                  </a:lnTo>
                  <a:lnTo>
                    <a:pt x="105651" y="890016"/>
                  </a:lnTo>
                  <a:lnTo>
                    <a:pt x="105651" y="109588"/>
                  </a:lnTo>
                  <a:lnTo>
                    <a:pt x="136131" y="161544"/>
                  </a:lnTo>
                  <a:lnTo>
                    <a:pt x="140817" y="167208"/>
                  </a:lnTo>
                  <a:lnTo>
                    <a:pt x="147370" y="170307"/>
                  </a:lnTo>
                  <a:lnTo>
                    <a:pt x="154774" y="170535"/>
                  </a:lnTo>
                  <a:lnTo>
                    <a:pt x="162039" y="167640"/>
                  </a:lnTo>
                  <a:lnTo>
                    <a:pt x="167728" y="162941"/>
                  </a:lnTo>
                  <a:lnTo>
                    <a:pt x="170992" y="156400"/>
                  </a:lnTo>
                  <a:lnTo>
                    <a:pt x="171678" y="148983"/>
                  </a:lnTo>
                  <a:lnTo>
                    <a:pt x="169659" y="141732"/>
                  </a:lnTo>
                  <a:lnTo>
                    <a:pt x="85839" y="0"/>
                  </a:lnTo>
                  <a:lnTo>
                    <a:pt x="2019" y="141732"/>
                  </a:lnTo>
                  <a:lnTo>
                    <a:pt x="0" y="148983"/>
                  </a:lnTo>
                  <a:lnTo>
                    <a:pt x="685" y="156400"/>
                  </a:lnTo>
                  <a:lnTo>
                    <a:pt x="3949" y="162941"/>
                  </a:lnTo>
                  <a:lnTo>
                    <a:pt x="9639" y="167640"/>
                  </a:lnTo>
                  <a:lnTo>
                    <a:pt x="16903" y="170535"/>
                  </a:lnTo>
                  <a:lnTo>
                    <a:pt x="24307" y="170307"/>
                  </a:lnTo>
                  <a:lnTo>
                    <a:pt x="30861" y="167208"/>
                  </a:lnTo>
                  <a:lnTo>
                    <a:pt x="35547" y="161544"/>
                  </a:lnTo>
                  <a:lnTo>
                    <a:pt x="67551" y="106984"/>
                  </a:lnTo>
                  <a:lnTo>
                    <a:pt x="67551" y="899160"/>
                  </a:lnTo>
                  <a:lnTo>
                    <a:pt x="73647" y="899160"/>
                  </a:lnTo>
                  <a:lnTo>
                    <a:pt x="73647" y="928116"/>
                  </a:lnTo>
                  <a:lnTo>
                    <a:pt x="865809" y="928116"/>
                  </a:lnTo>
                  <a:lnTo>
                    <a:pt x="811263" y="960120"/>
                  </a:lnTo>
                  <a:lnTo>
                    <a:pt x="805599" y="964806"/>
                  </a:lnTo>
                  <a:lnTo>
                    <a:pt x="802500" y="971359"/>
                  </a:lnTo>
                  <a:lnTo>
                    <a:pt x="802259" y="978763"/>
                  </a:lnTo>
                  <a:lnTo>
                    <a:pt x="805167" y="986028"/>
                  </a:lnTo>
                  <a:lnTo>
                    <a:pt x="809853" y="991692"/>
                  </a:lnTo>
                  <a:lnTo>
                    <a:pt x="816406" y="994791"/>
                  </a:lnTo>
                  <a:lnTo>
                    <a:pt x="823810" y="995019"/>
                  </a:lnTo>
                  <a:lnTo>
                    <a:pt x="831075" y="992124"/>
                  </a:lnTo>
                  <a:lnTo>
                    <a:pt x="936231" y="931062"/>
                  </a:lnTo>
                  <a:lnTo>
                    <a:pt x="972807" y="909828"/>
                  </a:lnTo>
                  <a:close/>
                </a:path>
                <a:path w="4140200" h="996950">
                  <a:moveTo>
                    <a:pt x="4140174" y="148983"/>
                  </a:moveTo>
                  <a:lnTo>
                    <a:pt x="4138155" y="141732"/>
                  </a:lnTo>
                  <a:lnTo>
                    <a:pt x="4054335" y="0"/>
                  </a:lnTo>
                  <a:lnTo>
                    <a:pt x="3972039" y="141732"/>
                  </a:lnTo>
                  <a:lnTo>
                    <a:pt x="3969131" y="148983"/>
                  </a:lnTo>
                  <a:lnTo>
                    <a:pt x="3969372" y="156400"/>
                  </a:lnTo>
                  <a:lnTo>
                    <a:pt x="3972471" y="162941"/>
                  </a:lnTo>
                  <a:lnTo>
                    <a:pt x="3978135" y="167640"/>
                  </a:lnTo>
                  <a:lnTo>
                    <a:pt x="3985399" y="170535"/>
                  </a:lnTo>
                  <a:lnTo>
                    <a:pt x="3992803" y="170307"/>
                  </a:lnTo>
                  <a:lnTo>
                    <a:pt x="3999357" y="167208"/>
                  </a:lnTo>
                  <a:lnTo>
                    <a:pt x="4004043" y="161544"/>
                  </a:lnTo>
                  <a:lnTo>
                    <a:pt x="4036047" y="106984"/>
                  </a:lnTo>
                  <a:lnTo>
                    <a:pt x="4036047" y="891540"/>
                  </a:lnTo>
                  <a:lnTo>
                    <a:pt x="3264763" y="891540"/>
                  </a:lnTo>
                  <a:lnTo>
                    <a:pt x="3316719" y="861060"/>
                  </a:lnTo>
                  <a:lnTo>
                    <a:pt x="3322383" y="855726"/>
                  </a:lnTo>
                  <a:lnTo>
                    <a:pt x="3325482" y="849249"/>
                  </a:lnTo>
                  <a:lnTo>
                    <a:pt x="3325723" y="842200"/>
                  </a:lnTo>
                  <a:lnTo>
                    <a:pt x="3322815" y="835152"/>
                  </a:lnTo>
                  <a:lnTo>
                    <a:pt x="3318129" y="829449"/>
                  </a:lnTo>
                  <a:lnTo>
                    <a:pt x="3311575" y="826198"/>
                  </a:lnTo>
                  <a:lnTo>
                    <a:pt x="3304171" y="825500"/>
                  </a:lnTo>
                  <a:lnTo>
                    <a:pt x="3296907" y="827532"/>
                  </a:lnTo>
                  <a:lnTo>
                    <a:pt x="3153651" y="911352"/>
                  </a:lnTo>
                  <a:lnTo>
                    <a:pt x="3191751" y="933234"/>
                  </a:lnTo>
                  <a:lnTo>
                    <a:pt x="3296907" y="993648"/>
                  </a:lnTo>
                  <a:lnTo>
                    <a:pt x="3304171" y="996543"/>
                  </a:lnTo>
                  <a:lnTo>
                    <a:pt x="3311575" y="996315"/>
                  </a:lnTo>
                  <a:lnTo>
                    <a:pt x="3318129" y="993216"/>
                  </a:lnTo>
                  <a:lnTo>
                    <a:pt x="3322815" y="987552"/>
                  </a:lnTo>
                  <a:lnTo>
                    <a:pt x="3325723" y="980287"/>
                  </a:lnTo>
                  <a:lnTo>
                    <a:pt x="3325482" y="972883"/>
                  </a:lnTo>
                  <a:lnTo>
                    <a:pt x="3322383" y="966330"/>
                  </a:lnTo>
                  <a:lnTo>
                    <a:pt x="3316719" y="961644"/>
                  </a:lnTo>
                  <a:lnTo>
                    <a:pt x="3262160" y="929640"/>
                  </a:lnTo>
                  <a:lnTo>
                    <a:pt x="4054335" y="929640"/>
                  </a:lnTo>
                  <a:lnTo>
                    <a:pt x="4054335" y="899160"/>
                  </a:lnTo>
                  <a:lnTo>
                    <a:pt x="4074147" y="899160"/>
                  </a:lnTo>
                  <a:lnTo>
                    <a:pt x="4074147" y="109588"/>
                  </a:lnTo>
                  <a:lnTo>
                    <a:pt x="4104627" y="161544"/>
                  </a:lnTo>
                  <a:lnTo>
                    <a:pt x="4109961" y="167208"/>
                  </a:lnTo>
                  <a:lnTo>
                    <a:pt x="4116438" y="170307"/>
                  </a:lnTo>
                  <a:lnTo>
                    <a:pt x="4123486" y="170535"/>
                  </a:lnTo>
                  <a:lnTo>
                    <a:pt x="4130535" y="167640"/>
                  </a:lnTo>
                  <a:lnTo>
                    <a:pt x="4136225" y="162941"/>
                  </a:lnTo>
                  <a:lnTo>
                    <a:pt x="4139488" y="156400"/>
                  </a:lnTo>
                  <a:lnTo>
                    <a:pt x="4140174" y="148983"/>
                  </a:lnTo>
                  <a:close/>
                </a:path>
              </a:pathLst>
            </a:custGeom>
            <a:solidFill>
              <a:srgbClr val="009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07565" y="3465588"/>
              <a:ext cx="3385185" cy="3482340"/>
            </a:xfrm>
            <a:custGeom>
              <a:avLst/>
              <a:gdLst/>
              <a:ahLst/>
              <a:cxnLst/>
              <a:rect l="l" t="t" r="r" b="b"/>
              <a:pathLst>
                <a:path w="3385185" h="3482340">
                  <a:moveTo>
                    <a:pt x="3384804" y="1775460"/>
                  </a:moveTo>
                  <a:lnTo>
                    <a:pt x="3294888" y="1722120"/>
                  </a:lnTo>
                  <a:lnTo>
                    <a:pt x="3290316" y="1719072"/>
                  </a:lnTo>
                  <a:lnTo>
                    <a:pt x="3284220" y="1720596"/>
                  </a:lnTo>
                  <a:lnTo>
                    <a:pt x="3282696" y="1725168"/>
                  </a:lnTo>
                  <a:lnTo>
                    <a:pt x="3279648" y="1729740"/>
                  </a:lnTo>
                  <a:lnTo>
                    <a:pt x="3281172" y="1735836"/>
                  </a:lnTo>
                  <a:lnTo>
                    <a:pt x="3285744" y="1738884"/>
                  </a:lnTo>
                  <a:lnTo>
                    <a:pt x="3332823" y="1766189"/>
                  </a:lnTo>
                  <a:lnTo>
                    <a:pt x="3366516" y="1766316"/>
                  </a:lnTo>
                  <a:lnTo>
                    <a:pt x="3361944" y="1766316"/>
                  </a:lnTo>
                  <a:lnTo>
                    <a:pt x="3332823" y="1766189"/>
                  </a:lnTo>
                  <a:lnTo>
                    <a:pt x="1667256" y="1760169"/>
                  </a:lnTo>
                  <a:lnTo>
                    <a:pt x="1667256" y="53276"/>
                  </a:lnTo>
                  <a:lnTo>
                    <a:pt x="1658112" y="37515"/>
                  </a:lnTo>
                  <a:lnTo>
                    <a:pt x="1665732" y="50647"/>
                  </a:lnTo>
                  <a:lnTo>
                    <a:pt x="1667256" y="53276"/>
                  </a:lnTo>
                  <a:lnTo>
                    <a:pt x="1694688" y="100584"/>
                  </a:lnTo>
                  <a:lnTo>
                    <a:pt x="1696212" y="105156"/>
                  </a:lnTo>
                  <a:lnTo>
                    <a:pt x="1702308" y="106680"/>
                  </a:lnTo>
                  <a:lnTo>
                    <a:pt x="1711452" y="100584"/>
                  </a:lnTo>
                  <a:lnTo>
                    <a:pt x="1712976" y="94488"/>
                  </a:lnTo>
                  <a:lnTo>
                    <a:pt x="1711452" y="89916"/>
                  </a:lnTo>
                  <a:lnTo>
                    <a:pt x="1658112" y="0"/>
                  </a:lnTo>
                  <a:lnTo>
                    <a:pt x="1604772" y="89916"/>
                  </a:lnTo>
                  <a:lnTo>
                    <a:pt x="1603248" y="94488"/>
                  </a:lnTo>
                  <a:lnTo>
                    <a:pt x="1604772" y="100584"/>
                  </a:lnTo>
                  <a:lnTo>
                    <a:pt x="1613916" y="106680"/>
                  </a:lnTo>
                  <a:lnTo>
                    <a:pt x="1618488" y="105156"/>
                  </a:lnTo>
                  <a:lnTo>
                    <a:pt x="1621536" y="100584"/>
                  </a:lnTo>
                  <a:lnTo>
                    <a:pt x="1648968" y="53276"/>
                  </a:lnTo>
                  <a:lnTo>
                    <a:pt x="1648968" y="1760105"/>
                  </a:lnTo>
                  <a:lnTo>
                    <a:pt x="0" y="1754124"/>
                  </a:lnTo>
                  <a:lnTo>
                    <a:pt x="0" y="1773936"/>
                  </a:lnTo>
                  <a:lnTo>
                    <a:pt x="1648968" y="1779168"/>
                  </a:lnTo>
                  <a:lnTo>
                    <a:pt x="1648968" y="3482340"/>
                  </a:lnTo>
                  <a:lnTo>
                    <a:pt x="1667256" y="3482340"/>
                  </a:lnTo>
                  <a:lnTo>
                    <a:pt x="1667256" y="1779219"/>
                  </a:lnTo>
                  <a:lnTo>
                    <a:pt x="3279648" y="1784324"/>
                  </a:lnTo>
                  <a:lnTo>
                    <a:pt x="3294888" y="1784375"/>
                  </a:lnTo>
                  <a:lnTo>
                    <a:pt x="3330613" y="1784489"/>
                  </a:lnTo>
                  <a:lnTo>
                    <a:pt x="3361944" y="1784578"/>
                  </a:lnTo>
                  <a:lnTo>
                    <a:pt x="3366516" y="1784604"/>
                  </a:lnTo>
                  <a:lnTo>
                    <a:pt x="3330613" y="1784489"/>
                  </a:lnTo>
                  <a:lnTo>
                    <a:pt x="3285744" y="1810512"/>
                  </a:lnTo>
                  <a:lnTo>
                    <a:pt x="3281172" y="1813560"/>
                  </a:lnTo>
                  <a:lnTo>
                    <a:pt x="3279648" y="1819656"/>
                  </a:lnTo>
                  <a:lnTo>
                    <a:pt x="3281172" y="1824228"/>
                  </a:lnTo>
                  <a:lnTo>
                    <a:pt x="3284220" y="1828800"/>
                  </a:lnTo>
                  <a:lnTo>
                    <a:pt x="3290316" y="1830324"/>
                  </a:lnTo>
                  <a:lnTo>
                    <a:pt x="3294888" y="1827276"/>
                  </a:lnTo>
                  <a:lnTo>
                    <a:pt x="3366516" y="1785988"/>
                  </a:lnTo>
                  <a:lnTo>
                    <a:pt x="3384804" y="1775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577215" y="505002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47778" y="5091684"/>
            <a:ext cx="3106420" cy="297180"/>
            <a:chOff x="2247778" y="5091684"/>
            <a:chExt cx="3106420" cy="297180"/>
          </a:xfrm>
        </p:grpSpPr>
        <p:sp>
          <p:nvSpPr>
            <p:cNvPr id="28" name="object 28"/>
            <p:cNvSpPr/>
            <p:nvPr/>
          </p:nvSpPr>
          <p:spPr>
            <a:xfrm>
              <a:off x="5056505" y="5091696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297180" y="147828"/>
                  </a:moveTo>
                  <a:lnTo>
                    <a:pt x="289560" y="103632"/>
                  </a:lnTo>
                  <a:lnTo>
                    <a:pt x="271272" y="65532"/>
                  </a:lnTo>
                  <a:lnTo>
                    <a:pt x="242316" y="33528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53340" y="33528"/>
                  </a:lnTo>
                  <a:lnTo>
                    <a:pt x="24384" y="65532"/>
                  </a:lnTo>
                  <a:lnTo>
                    <a:pt x="18288" y="77724"/>
                  </a:lnTo>
                  <a:lnTo>
                    <a:pt x="10668" y="91440"/>
                  </a:lnTo>
                  <a:lnTo>
                    <a:pt x="6096" y="105156"/>
                  </a:lnTo>
                  <a:lnTo>
                    <a:pt x="3048" y="118872"/>
                  </a:lnTo>
                  <a:lnTo>
                    <a:pt x="0" y="134112"/>
                  </a:lnTo>
                  <a:lnTo>
                    <a:pt x="0" y="16306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18288" y="219456"/>
                  </a:lnTo>
                  <a:lnTo>
                    <a:pt x="42672" y="252984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7828" y="297180"/>
                  </a:lnTo>
                  <a:lnTo>
                    <a:pt x="178308" y="294132"/>
                  </a:lnTo>
                  <a:lnTo>
                    <a:pt x="219456" y="278892"/>
                  </a:lnTo>
                  <a:lnTo>
                    <a:pt x="252984" y="252984"/>
                  </a:lnTo>
                  <a:lnTo>
                    <a:pt x="278892" y="219456"/>
                  </a:lnTo>
                  <a:lnTo>
                    <a:pt x="286512" y="201168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47773" y="5091696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297180" y="147828"/>
                  </a:moveTo>
                  <a:lnTo>
                    <a:pt x="291084" y="103632"/>
                  </a:lnTo>
                  <a:lnTo>
                    <a:pt x="263652" y="53340"/>
                  </a:lnTo>
                  <a:lnTo>
                    <a:pt x="231648" y="25908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91440" y="12192"/>
                  </a:lnTo>
                  <a:lnTo>
                    <a:pt x="77724" y="18288"/>
                  </a:lnTo>
                  <a:lnTo>
                    <a:pt x="53340" y="33528"/>
                  </a:lnTo>
                  <a:lnTo>
                    <a:pt x="44196" y="44196"/>
                  </a:lnTo>
                  <a:lnTo>
                    <a:pt x="33528" y="53340"/>
                  </a:lnTo>
                  <a:lnTo>
                    <a:pt x="18288" y="77724"/>
                  </a:lnTo>
                  <a:lnTo>
                    <a:pt x="6096" y="105156"/>
                  </a:lnTo>
                  <a:lnTo>
                    <a:pt x="3048" y="118872"/>
                  </a:lnTo>
                  <a:lnTo>
                    <a:pt x="0" y="149352"/>
                  </a:lnTo>
                  <a:lnTo>
                    <a:pt x="1524" y="163068"/>
                  </a:lnTo>
                  <a:lnTo>
                    <a:pt x="3048" y="178308"/>
                  </a:lnTo>
                  <a:lnTo>
                    <a:pt x="9144" y="196596"/>
                  </a:lnTo>
                  <a:lnTo>
                    <a:pt x="12192" y="205740"/>
                  </a:lnTo>
                  <a:lnTo>
                    <a:pt x="18288" y="219456"/>
                  </a:lnTo>
                  <a:lnTo>
                    <a:pt x="44196" y="252984"/>
                  </a:lnTo>
                  <a:lnTo>
                    <a:pt x="77724" y="278892"/>
                  </a:lnTo>
                  <a:lnTo>
                    <a:pt x="118872" y="294132"/>
                  </a:lnTo>
                  <a:lnTo>
                    <a:pt x="149352" y="297180"/>
                  </a:lnTo>
                  <a:lnTo>
                    <a:pt x="164592" y="295656"/>
                  </a:lnTo>
                  <a:lnTo>
                    <a:pt x="207264" y="284988"/>
                  </a:lnTo>
                  <a:lnTo>
                    <a:pt x="243840" y="262128"/>
                  </a:lnTo>
                  <a:lnTo>
                    <a:pt x="271272" y="231648"/>
                  </a:lnTo>
                  <a:lnTo>
                    <a:pt x="288036" y="198882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525912" y="3309618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38916" y="651458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 MT"/>
                <a:cs typeface="Arial MT"/>
              </a:rPr>
              <a:t>5q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16325" y="6547116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79" h="297179">
                <a:moveTo>
                  <a:pt x="297180" y="147828"/>
                </a:moveTo>
                <a:lnTo>
                  <a:pt x="289560" y="103632"/>
                </a:lnTo>
                <a:lnTo>
                  <a:pt x="263652" y="53340"/>
                </a:lnTo>
                <a:lnTo>
                  <a:pt x="252984" y="44196"/>
                </a:lnTo>
                <a:lnTo>
                  <a:pt x="242316" y="33528"/>
                </a:lnTo>
                <a:lnTo>
                  <a:pt x="192024" y="6096"/>
                </a:lnTo>
                <a:lnTo>
                  <a:pt x="147828" y="0"/>
                </a:lnTo>
                <a:lnTo>
                  <a:pt x="132588" y="1524"/>
                </a:lnTo>
                <a:lnTo>
                  <a:pt x="89916" y="12192"/>
                </a:lnTo>
                <a:lnTo>
                  <a:pt x="53340" y="35052"/>
                </a:lnTo>
                <a:lnTo>
                  <a:pt x="25908" y="65532"/>
                </a:lnTo>
                <a:lnTo>
                  <a:pt x="6096" y="105156"/>
                </a:lnTo>
                <a:lnTo>
                  <a:pt x="0" y="149352"/>
                </a:lnTo>
                <a:lnTo>
                  <a:pt x="1524" y="164592"/>
                </a:lnTo>
                <a:lnTo>
                  <a:pt x="3048" y="178308"/>
                </a:lnTo>
                <a:lnTo>
                  <a:pt x="6096" y="193548"/>
                </a:lnTo>
                <a:lnTo>
                  <a:pt x="9144" y="200406"/>
                </a:lnTo>
                <a:lnTo>
                  <a:pt x="12192" y="207264"/>
                </a:lnTo>
                <a:lnTo>
                  <a:pt x="33528" y="243840"/>
                </a:lnTo>
                <a:lnTo>
                  <a:pt x="65532" y="271272"/>
                </a:lnTo>
                <a:lnTo>
                  <a:pt x="105156" y="291084"/>
                </a:lnTo>
                <a:lnTo>
                  <a:pt x="149352" y="297180"/>
                </a:lnTo>
                <a:lnTo>
                  <a:pt x="164592" y="295656"/>
                </a:lnTo>
                <a:lnTo>
                  <a:pt x="207264" y="284988"/>
                </a:lnTo>
                <a:lnTo>
                  <a:pt x="243840" y="263652"/>
                </a:lnTo>
                <a:lnTo>
                  <a:pt x="252984" y="252984"/>
                </a:lnTo>
                <a:lnTo>
                  <a:pt x="263652" y="242316"/>
                </a:lnTo>
                <a:lnTo>
                  <a:pt x="271272" y="231648"/>
                </a:lnTo>
                <a:lnTo>
                  <a:pt x="278892" y="219456"/>
                </a:lnTo>
                <a:lnTo>
                  <a:pt x="288036" y="198882"/>
                </a:lnTo>
                <a:lnTo>
                  <a:pt x="291084" y="192024"/>
                </a:lnTo>
                <a:lnTo>
                  <a:pt x="294132" y="178308"/>
                </a:lnTo>
                <a:lnTo>
                  <a:pt x="297180" y="14782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097155" y="5373113"/>
            <a:ext cx="2527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50" dirty="0">
                <a:latin typeface="Arial MT"/>
                <a:cs typeface="Arial MT"/>
              </a:rPr>
              <a:t>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57944" y="5362445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 MT"/>
                <a:cs typeface="Arial MT"/>
              </a:rPr>
              <a:t>4q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076061" y="3454920"/>
            <a:ext cx="3383279" cy="3481070"/>
          </a:xfrm>
          <a:custGeom>
            <a:avLst/>
            <a:gdLst/>
            <a:ahLst/>
            <a:cxnLst/>
            <a:rect l="l" t="t" r="r" b="b"/>
            <a:pathLst>
              <a:path w="3383279" h="3481070">
                <a:moveTo>
                  <a:pt x="3383280" y="1775460"/>
                </a:moveTo>
                <a:lnTo>
                  <a:pt x="3293364" y="1722120"/>
                </a:lnTo>
                <a:lnTo>
                  <a:pt x="3288792" y="1719072"/>
                </a:lnTo>
                <a:lnTo>
                  <a:pt x="3284220" y="1720596"/>
                </a:lnTo>
                <a:lnTo>
                  <a:pt x="3278124" y="1729740"/>
                </a:lnTo>
                <a:lnTo>
                  <a:pt x="3279648" y="1735836"/>
                </a:lnTo>
                <a:lnTo>
                  <a:pt x="3284220" y="1738884"/>
                </a:lnTo>
                <a:lnTo>
                  <a:pt x="3328695" y="1764665"/>
                </a:lnTo>
                <a:lnTo>
                  <a:pt x="1665732" y="1759407"/>
                </a:lnTo>
                <a:lnTo>
                  <a:pt x="1665732" y="51752"/>
                </a:lnTo>
                <a:lnTo>
                  <a:pt x="1656588" y="35991"/>
                </a:lnTo>
                <a:lnTo>
                  <a:pt x="1664208" y="49123"/>
                </a:lnTo>
                <a:lnTo>
                  <a:pt x="1665732" y="51752"/>
                </a:lnTo>
                <a:lnTo>
                  <a:pt x="1693164" y="99060"/>
                </a:lnTo>
                <a:lnTo>
                  <a:pt x="1696212" y="103632"/>
                </a:lnTo>
                <a:lnTo>
                  <a:pt x="1700784" y="105156"/>
                </a:lnTo>
                <a:lnTo>
                  <a:pt x="1705356" y="103632"/>
                </a:lnTo>
                <a:lnTo>
                  <a:pt x="1709928" y="100584"/>
                </a:lnTo>
                <a:lnTo>
                  <a:pt x="1711452" y="94488"/>
                </a:lnTo>
                <a:lnTo>
                  <a:pt x="1709928" y="89916"/>
                </a:lnTo>
                <a:lnTo>
                  <a:pt x="1656588" y="0"/>
                </a:lnTo>
                <a:lnTo>
                  <a:pt x="1604772" y="89916"/>
                </a:lnTo>
                <a:lnTo>
                  <a:pt x="1601724" y="94488"/>
                </a:lnTo>
                <a:lnTo>
                  <a:pt x="1603248" y="100584"/>
                </a:lnTo>
                <a:lnTo>
                  <a:pt x="1607820" y="103632"/>
                </a:lnTo>
                <a:lnTo>
                  <a:pt x="1612392" y="105156"/>
                </a:lnTo>
                <a:lnTo>
                  <a:pt x="1618488" y="103632"/>
                </a:lnTo>
                <a:lnTo>
                  <a:pt x="1620012" y="99060"/>
                </a:lnTo>
                <a:lnTo>
                  <a:pt x="1647444" y="51752"/>
                </a:lnTo>
                <a:lnTo>
                  <a:pt x="1647444" y="1759343"/>
                </a:lnTo>
                <a:lnTo>
                  <a:pt x="0" y="1754124"/>
                </a:lnTo>
                <a:lnTo>
                  <a:pt x="0" y="1773936"/>
                </a:lnTo>
                <a:lnTo>
                  <a:pt x="1647444" y="1779168"/>
                </a:lnTo>
                <a:lnTo>
                  <a:pt x="1647444" y="3480816"/>
                </a:lnTo>
                <a:lnTo>
                  <a:pt x="1665732" y="3480816"/>
                </a:lnTo>
                <a:lnTo>
                  <a:pt x="1665732" y="1779219"/>
                </a:lnTo>
                <a:lnTo>
                  <a:pt x="3278124" y="1784324"/>
                </a:lnTo>
                <a:lnTo>
                  <a:pt x="3293364" y="1784375"/>
                </a:lnTo>
                <a:lnTo>
                  <a:pt x="3329089" y="1784489"/>
                </a:lnTo>
                <a:lnTo>
                  <a:pt x="3360420" y="1784578"/>
                </a:lnTo>
                <a:lnTo>
                  <a:pt x="3364992" y="1784604"/>
                </a:lnTo>
                <a:lnTo>
                  <a:pt x="3329089" y="1784489"/>
                </a:lnTo>
                <a:lnTo>
                  <a:pt x="3284220" y="1810512"/>
                </a:lnTo>
                <a:lnTo>
                  <a:pt x="3279648" y="1813560"/>
                </a:lnTo>
                <a:lnTo>
                  <a:pt x="3278124" y="1819656"/>
                </a:lnTo>
                <a:lnTo>
                  <a:pt x="3281172" y="1824228"/>
                </a:lnTo>
                <a:lnTo>
                  <a:pt x="3282696" y="1828800"/>
                </a:lnTo>
                <a:lnTo>
                  <a:pt x="3288792" y="1830324"/>
                </a:lnTo>
                <a:lnTo>
                  <a:pt x="3293364" y="1827276"/>
                </a:lnTo>
                <a:lnTo>
                  <a:pt x="3364992" y="1785988"/>
                </a:lnTo>
                <a:lnTo>
                  <a:pt x="3383280" y="1775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545709" y="5037833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14750" y="5081016"/>
            <a:ext cx="3106420" cy="295910"/>
            <a:chOff x="6214750" y="5081016"/>
            <a:chExt cx="3106420" cy="295910"/>
          </a:xfrm>
        </p:grpSpPr>
        <p:sp>
          <p:nvSpPr>
            <p:cNvPr id="38" name="object 38"/>
            <p:cNvSpPr/>
            <p:nvPr/>
          </p:nvSpPr>
          <p:spPr>
            <a:xfrm>
              <a:off x="9023477" y="5081028"/>
              <a:ext cx="297180" cy="295910"/>
            </a:xfrm>
            <a:custGeom>
              <a:avLst/>
              <a:gdLst/>
              <a:ahLst/>
              <a:cxnLst/>
              <a:rect l="l" t="t" r="r" b="b"/>
              <a:pathLst>
                <a:path w="297179" h="295910">
                  <a:moveTo>
                    <a:pt x="297180" y="147828"/>
                  </a:moveTo>
                  <a:lnTo>
                    <a:pt x="284988" y="89916"/>
                  </a:lnTo>
                  <a:lnTo>
                    <a:pt x="252984" y="42672"/>
                  </a:lnTo>
                  <a:lnTo>
                    <a:pt x="219456" y="16764"/>
                  </a:lnTo>
                  <a:lnTo>
                    <a:pt x="178308" y="3048"/>
                  </a:lnTo>
                  <a:lnTo>
                    <a:pt x="163068" y="0"/>
                  </a:lnTo>
                  <a:lnTo>
                    <a:pt x="132588" y="0"/>
                  </a:lnTo>
                  <a:lnTo>
                    <a:pt x="118872" y="3048"/>
                  </a:lnTo>
                  <a:lnTo>
                    <a:pt x="103632" y="6096"/>
                  </a:lnTo>
                  <a:lnTo>
                    <a:pt x="65532" y="24384"/>
                  </a:lnTo>
                  <a:lnTo>
                    <a:pt x="33528" y="53340"/>
                  </a:lnTo>
                  <a:lnTo>
                    <a:pt x="12192" y="89916"/>
                  </a:lnTo>
                  <a:lnTo>
                    <a:pt x="3048" y="118872"/>
                  </a:lnTo>
                  <a:lnTo>
                    <a:pt x="0" y="132588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6096" y="192024"/>
                  </a:lnTo>
                  <a:lnTo>
                    <a:pt x="9144" y="198882"/>
                  </a:lnTo>
                  <a:lnTo>
                    <a:pt x="18288" y="219456"/>
                  </a:lnTo>
                  <a:lnTo>
                    <a:pt x="44196" y="252984"/>
                  </a:lnTo>
                  <a:lnTo>
                    <a:pt x="77724" y="278892"/>
                  </a:lnTo>
                  <a:lnTo>
                    <a:pt x="118872" y="292608"/>
                  </a:lnTo>
                  <a:lnTo>
                    <a:pt x="134112" y="295656"/>
                  </a:lnTo>
                  <a:lnTo>
                    <a:pt x="164592" y="295656"/>
                  </a:lnTo>
                  <a:lnTo>
                    <a:pt x="205740" y="284988"/>
                  </a:lnTo>
                  <a:lnTo>
                    <a:pt x="252984" y="252984"/>
                  </a:lnTo>
                  <a:lnTo>
                    <a:pt x="278892" y="217932"/>
                  </a:lnTo>
                  <a:lnTo>
                    <a:pt x="288036" y="196596"/>
                  </a:lnTo>
                  <a:lnTo>
                    <a:pt x="294132" y="178308"/>
                  </a:lnTo>
                  <a:lnTo>
                    <a:pt x="297180" y="147828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14745" y="5081028"/>
              <a:ext cx="297180" cy="295910"/>
            </a:xfrm>
            <a:custGeom>
              <a:avLst/>
              <a:gdLst/>
              <a:ahLst/>
              <a:cxnLst/>
              <a:rect l="l" t="t" r="r" b="b"/>
              <a:pathLst>
                <a:path w="297179" h="295910">
                  <a:moveTo>
                    <a:pt x="297180" y="132588"/>
                  </a:moveTo>
                  <a:lnTo>
                    <a:pt x="284988" y="89916"/>
                  </a:lnTo>
                  <a:lnTo>
                    <a:pt x="263652" y="53340"/>
                  </a:lnTo>
                  <a:lnTo>
                    <a:pt x="231648" y="24384"/>
                  </a:lnTo>
                  <a:lnTo>
                    <a:pt x="192024" y="6096"/>
                  </a:lnTo>
                  <a:lnTo>
                    <a:pt x="163068" y="0"/>
                  </a:lnTo>
                  <a:lnTo>
                    <a:pt x="134112" y="0"/>
                  </a:lnTo>
                  <a:lnTo>
                    <a:pt x="91440" y="10668"/>
                  </a:lnTo>
                  <a:lnTo>
                    <a:pt x="44196" y="42672"/>
                  </a:lnTo>
                  <a:lnTo>
                    <a:pt x="18288" y="77724"/>
                  </a:lnTo>
                  <a:lnTo>
                    <a:pt x="3048" y="118872"/>
                  </a:lnTo>
                  <a:lnTo>
                    <a:pt x="0" y="147828"/>
                  </a:lnTo>
                  <a:lnTo>
                    <a:pt x="3048" y="178308"/>
                  </a:lnTo>
                  <a:lnTo>
                    <a:pt x="10668" y="201168"/>
                  </a:lnTo>
                  <a:lnTo>
                    <a:pt x="12192" y="205740"/>
                  </a:lnTo>
                  <a:lnTo>
                    <a:pt x="44196" y="252984"/>
                  </a:lnTo>
                  <a:lnTo>
                    <a:pt x="77724" y="278892"/>
                  </a:lnTo>
                  <a:lnTo>
                    <a:pt x="118872" y="292608"/>
                  </a:lnTo>
                  <a:lnTo>
                    <a:pt x="134112" y="295656"/>
                  </a:lnTo>
                  <a:lnTo>
                    <a:pt x="164592" y="295656"/>
                  </a:lnTo>
                  <a:lnTo>
                    <a:pt x="178308" y="292608"/>
                  </a:lnTo>
                  <a:lnTo>
                    <a:pt x="193548" y="289560"/>
                  </a:lnTo>
                  <a:lnTo>
                    <a:pt x="231648" y="271272"/>
                  </a:lnTo>
                  <a:lnTo>
                    <a:pt x="263652" y="242316"/>
                  </a:lnTo>
                  <a:lnTo>
                    <a:pt x="286512" y="205740"/>
                  </a:lnTo>
                  <a:lnTo>
                    <a:pt x="288036" y="201168"/>
                  </a:lnTo>
                  <a:lnTo>
                    <a:pt x="291084" y="192024"/>
                  </a:lnTo>
                  <a:lnTo>
                    <a:pt x="294132" y="178308"/>
                  </a:lnTo>
                  <a:lnTo>
                    <a:pt x="297180" y="163068"/>
                  </a:lnTo>
                  <a:lnTo>
                    <a:pt x="297180" y="132588"/>
                  </a:lnTo>
                  <a:close/>
                </a:path>
              </a:pathLst>
            </a:custGeom>
            <a:solidFill>
              <a:srgbClr val="FF3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916554" y="653744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 MT"/>
                <a:cs typeface="Arial MT"/>
              </a:rPr>
              <a:t>4q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83297" y="6536448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79" h="297179">
                <a:moveTo>
                  <a:pt x="297180" y="147828"/>
                </a:moveTo>
                <a:lnTo>
                  <a:pt x="291084" y="103632"/>
                </a:lnTo>
                <a:lnTo>
                  <a:pt x="263652" y="53340"/>
                </a:lnTo>
                <a:lnTo>
                  <a:pt x="231648" y="24384"/>
                </a:lnTo>
                <a:lnTo>
                  <a:pt x="219456" y="18288"/>
                </a:lnTo>
                <a:lnTo>
                  <a:pt x="205740" y="10668"/>
                </a:lnTo>
                <a:lnTo>
                  <a:pt x="192024" y="6096"/>
                </a:lnTo>
                <a:lnTo>
                  <a:pt x="178308" y="3048"/>
                </a:lnTo>
                <a:lnTo>
                  <a:pt x="163068" y="0"/>
                </a:lnTo>
                <a:lnTo>
                  <a:pt x="134112" y="0"/>
                </a:lnTo>
                <a:lnTo>
                  <a:pt x="103632" y="6096"/>
                </a:lnTo>
                <a:lnTo>
                  <a:pt x="91440" y="12192"/>
                </a:lnTo>
                <a:lnTo>
                  <a:pt x="77724" y="18288"/>
                </a:lnTo>
                <a:lnTo>
                  <a:pt x="44196" y="42672"/>
                </a:lnTo>
                <a:lnTo>
                  <a:pt x="18288" y="77724"/>
                </a:lnTo>
                <a:lnTo>
                  <a:pt x="3048" y="118872"/>
                </a:lnTo>
                <a:lnTo>
                  <a:pt x="0" y="147828"/>
                </a:lnTo>
                <a:lnTo>
                  <a:pt x="3048" y="178308"/>
                </a:lnTo>
                <a:lnTo>
                  <a:pt x="9144" y="196596"/>
                </a:lnTo>
                <a:lnTo>
                  <a:pt x="12192" y="205740"/>
                </a:lnTo>
                <a:lnTo>
                  <a:pt x="44196" y="252984"/>
                </a:lnTo>
                <a:lnTo>
                  <a:pt x="77724" y="278892"/>
                </a:lnTo>
                <a:lnTo>
                  <a:pt x="118872" y="294132"/>
                </a:lnTo>
                <a:lnTo>
                  <a:pt x="149352" y="297180"/>
                </a:lnTo>
                <a:lnTo>
                  <a:pt x="164592" y="295656"/>
                </a:lnTo>
                <a:lnTo>
                  <a:pt x="207264" y="284988"/>
                </a:lnTo>
                <a:lnTo>
                  <a:pt x="243840" y="262128"/>
                </a:lnTo>
                <a:lnTo>
                  <a:pt x="271272" y="231648"/>
                </a:lnTo>
                <a:lnTo>
                  <a:pt x="288036" y="198882"/>
                </a:lnTo>
                <a:lnTo>
                  <a:pt x="291084" y="192024"/>
                </a:lnTo>
                <a:lnTo>
                  <a:pt x="294132" y="178308"/>
                </a:lnTo>
                <a:lnTo>
                  <a:pt x="297180" y="147828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9006213" y="5373113"/>
            <a:ext cx="394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25" dirty="0">
                <a:latin typeface="Arial MT"/>
                <a:cs typeface="Arial MT"/>
              </a:rPr>
              <a:t>4q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52347" y="535177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584821" y="3631704"/>
            <a:ext cx="297180" cy="295910"/>
          </a:xfrm>
          <a:custGeom>
            <a:avLst/>
            <a:gdLst/>
            <a:ahLst/>
            <a:cxnLst/>
            <a:rect l="l" t="t" r="r" b="b"/>
            <a:pathLst>
              <a:path w="297179" h="295910">
                <a:moveTo>
                  <a:pt x="297180" y="147828"/>
                </a:moveTo>
                <a:lnTo>
                  <a:pt x="291084" y="103632"/>
                </a:lnTo>
                <a:lnTo>
                  <a:pt x="271272" y="64008"/>
                </a:lnTo>
                <a:lnTo>
                  <a:pt x="231648" y="24384"/>
                </a:lnTo>
                <a:lnTo>
                  <a:pt x="192024" y="6096"/>
                </a:lnTo>
                <a:lnTo>
                  <a:pt x="163068" y="0"/>
                </a:lnTo>
                <a:lnTo>
                  <a:pt x="134112" y="0"/>
                </a:lnTo>
                <a:lnTo>
                  <a:pt x="91440" y="10668"/>
                </a:lnTo>
                <a:lnTo>
                  <a:pt x="44196" y="42672"/>
                </a:lnTo>
                <a:lnTo>
                  <a:pt x="18288" y="77724"/>
                </a:lnTo>
                <a:lnTo>
                  <a:pt x="3048" y="118872"/>
                </a:lnTo>
                <a:lnTo>
                  <a:pt x="0" y="147828"/>
                </a:lnTo>
                <a:lnTo>
                  <a:pt x="3048" y="178308"/>
                </a:lnTo>
                <a:lnTo>
                  <a:pt x="9144" y="196596"/>
                </a:lnTo>
                <a:lnTo>
                  <a:pt x="12192" y="205740"/>
                </a:lnTo>
                <a:lnTo>
                  <a:pt x="44196" y="252984"/>
                </a:lnTo>
                <a:lnTo>
                  <a:pt x="77724" y="278892"/>
                </a:lnTo>
                <a:lnTo>
                  <a:pt x="118872" y="292608"/>
                </a:lnTo>
                <a:lnTo>
                  <a:pt x="134112" y="295656"/>
                </a:lnTo>
                <a:lnTo>
                  <a:pt x="164592" y="295656"/>
                </a:lnTo>
                <a:lnTo>
                  <a:pt x="178308" y="292608"/>
                </a:lnTo>
                <a:lnTo>
                  <a:pt x="193548" y="289560"/>
                </a:lnTo>
                <a:lnTo>
                  <a:pt x="231648" y="271272"/>
                </a:lnTo>
                <a:lnTo>
                  <a:pt x="263652" y="242316"/>
                </a:lnTo>
                <a:lnTo>
                  <a:pt x="284988" y="205740"/>
                </a:lnTo>
                <a:lnTo>
                  <a:pt x="288036" y="198882"/>
                </a:lnTo>
                <a:lnTo>
                  <a:pt x="291084" y="192024"/>
                </a:lnTo>
                <a:lnTo>
                  <a:pt x="294132" y="178308"/>
                </a:lnTo>
                <a:lnTo>
                  <a:pt x="297180" y="163068"/>
                </a:lnTo>
                <a:lnTo>
                  <a:pt x="297180" y="147828"/>
                </a:lnTo>
                <a:close/>
              </a:path>
            </a:pathLst>
          </a:custGeom>
          <a:solidFill>
            <a:srgbClr val="32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908934" y="3620514"/>
            <a:ext cx="2527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50" dirty="0">
                <a:latin typeface="Arial MT"/>
                <a:cs typeface="Arial MT"/>
              </a:rPr>
              <a:t>q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82214" y="3309618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676789" y="4319028"/>
            <a:ext cx="4921885" cy="996950"/>
          </a:xfrm>
          <a:custGeom>
            <a:avLst/>
            <a:gdLst/>
            <a:ahLst/>
            <a:cxnLst/>
            <a:rect l="l" t="t" r="r" b="b"/>
            <a:pathLst>
              <a:path w="4921884" h="996950">
                <a:moveTo>
                  <a:pt x="989571" y="911352"/>
                </a:moveTo>
                <a:lnTo>
                  <a:pt x="846315" y="827532"/>
                </a:lnTo>
                <a:lnTo>
                  <a:pt x="839266" y="825500"/>
                </a:lnTo>
                <a:lnTo>
                  <a:pt x="832218" y="826198"/>
                </a:lnTo>
                <a:lnTo>
                  <a:pt x="825741" y="829449"/>
                </a:lnTo>
                <a:lnTo>
                  <a:pt x="820407" y="835152"/>
                </a:lnTo>
                <a:lnTo>
                  <a:pt x="818388" y="841552"/>
                </a:lnTo>
                <a:lnTo>
                  <a:pt x="819073" y="848677"/>
                </a:lnTo>
                <a:lnTo>
                  <a:pt x="822337" y="855510"/>
                </a:lnTo>
                <a:lnTo>
                  <a:pt x="828027" y="861060"/>
                </a:lnTo>
                <a:lnTo>
                  <a:pt x="881189" y="891540"/>
                </a:lnTo>
                <a:lnTo>
                  <a:pt x="104127" y="891540"/>
                </a:lnTo>
                <a:lnTo>
                  <a:pt x="104127" y="106984"/>
                </a:lnTo>
                <a:lnTo>
                  <a:pt x="136131" y="161544"/>
                </a:lnTo>
                <a:lnTo>
                  <a:pt x="140817" y="167208"/>
                </a:lnTo>
                <a:lnTo>
                  <a:pt x="147370" y="170307"/>
                </a:lnTo>
                <a:lnTo>
                  <a:pt x="154774" y="170535"/>
                </a:lnTo>
                <a:lnTo>
                  <a:pt x="162039" y="167640"/>
                </a:lnTo>
                <a:lnTo>
                  <a:pt x="167703" y="162941"/>
                </a:lnTo>
                <a:lnTo>
                  <a:pt x="170802" y="156400"/>
                </a:lnTo>
                <a:lnTo>
                  <a:pt x="171043" y="148983"/>
                </a:lnTo>
                <a:lnTo>
                  <a:pt x="168135" y="141732"/>
                </a:lnTo>
                <a:lnTo>
                  <a:pt x="85839" y="0"/>
                </a:lnTo>
                <a:lnTo>
                  <a:pt x="2019" y="141732"/>
                </a:lnTo>
                <a:lnTo>
                  <a:pt x="0" y="148983"/>
                </a:lnTo>
                <a:lnTo>
                  <a:pt x="685" y="156400"/>
                </a:lnTo>
                <a:lnTo>
                  <a:pt x="3949" y="162941"/>
                </a:lnTo>
                <a:lnTo>
                  <a:pt x="9639" y="167640"/>
                </a:lnTo>
                <a:lnTo>
                  <a:pt x="16687" y="170535"/>
                </a:lnTo>
                <a:lnTo>
                  <a:pt x="23736" y="170307"/>
                </a:lnTo>
                <a:lnTo>
                  <a:pt x="30213" y="167208"/>
                </a:lnTo>
                <a:lnTo>
                  <a:pt x="35547" y="161544"/>
                </a:lnTo>
                <a:lnTo>
                  <a:pt x="66027" y="109588"/>
                </a:lnTo>
                <a:lnTo>
                  <a:pt x="66027" y="899160"/>
                </a:lnTo>
                <a:lnTo>
                  <a:pt x="88887" y="899160"/>
                </a:lnTo>
                <a:lnTo>
                  <a:pt x="88887" y="929640"/>
                </a:lnTo>
                <a:lnTo>
                  <a:pt x="882573" y="929640"/>
                </a:lnTo>
                <a:lnTo>
                  <a:pt x="828027" y="961644"/>
                </a:lnTo>
                <a:lnTo>
                  <a:pt x="822337" y="966330"/>
                </a:lnTo>
                <a:lnTo>
                  <a:pt x="819073" y="972883"/>
                </a:lnTo>
                <a:lnTo>
                  <a:pt x="818388" y="980287"/>
                </a:lnTo>
                <a:lnTo>
                  <a:pt x="820407" y="987552"/>
                </a:lnTo>
                <a:lnTo>
                  <a:pt x="825741" y="993216"/>
                </a:lnTo>
                <a:lnTo>
                  <a:pt x="832218" y="996315"/>
                </a:lnTo>
                <a:lnTo>
                  <a:pt x="839266" y="996543"/>
                </a:lnTo>
                <a:lnTo>
                  <a:pt x="846315" y="993648"/>
                </a:lnTo>
                <a:lnTo>
                  <a:pt x="951471" y="933234"/>
                </a:lnTo>
                <a:lnTo>
                  <a:pt x="989571" y="911352"/>
                </a:lnTo>
                <a:close/>
              </a:path>
              <a:path w="4921884" h="996950">
                <a:moveTo>
                  <a:pt x="4921491" y="899160"/>
                </a:moveTo>
                <a:lnTo>
                  <a:pt x="4778235" y="816864"/>
                </a:lnTo>
                <a:lnTo>
                  <a:pt x="4771187" y="813955"/>
                </a:lnTo>
                <a:lnTo>
                  <a:pt x="4764138" y="814197"/>
                </a:lnTo>
                <a:lnTo>
                  <a:pt x="4757661" y="817283"/>
                </a:lnTo>
                <a:lnTo>
                  <a:pt x="4752327" y="822960"/>
                </a:lnTo>
                <a:lnTo>
                  <a:pt x="4750308" y="830211"/>
                </a:lnTo>
                <a:lnTo>
                  <a:pt x="4750994" y="837628"/>
                </a:lnTo>
                <a:lnTo>
                  <a:pt x="4754257" y="844169"/>
                </a:lnTo>
                <a:lnTo>
                  <a:pt x="4759947" y="848868"/>
                </a:lnTo>
                <a:lnTo>
                  <a:pt x="4814494" y="880872"/>
                </a:lnTo>
                <a:lnTo>
                  <a:pt x="4077195" y="880872"/>
                </a:lnTo>
                <a:lnTo>
                  <a:pt x="4077195" y="109588"/>
                </a:lnTo>
                <a:lnTo>
                  <a:pt x="4107675" y="161544"/>
                </a:lnTo>
                <a:lnTo>
                  <a:pt x="4113009" y="167208"/>
                </a:lnTo>
                <a:lnTo>
                  <a:pt x="4119486" y="170307"/>
                </a:lnTo>
                <a:lnTo>
                  <a:pt x="4126534" y="170535"/>
                </a:lnTo>
                <a:lnTo>
                  <a:pt x="4133583" y="167640"/>
                </a:lnTo>
                <a:lnTo>
                  <a:pt x="4139273" y="162941"/>
                </a:lnTo>
                <a:lnTo>
                  <a:pt x="4142536" y="156400"/>
                </a:lnTo>
                <a:lnTo>
                  <a:pt x="4143222" y="148983"/>
                </a:lnTo>
                <a:lnTo>
                  <a:pt x="4141203" y="141732"/>
                </a:lnTo>
                <a:lnTo>
                  <a:pt x="4057383" y="0"/>
                </a:lnTo>
                <a:lnTo>
                  <a:pt x="3975087" y="141732"/>
                </a:lnTo>
                <a:lnTo>
                  <a:pt x="3972179" y="148983"/>
                </a:lnTo>
                <a:lnTo>
                  <a:pt x="3972420" y="156400"/>
                </a:lnTo>
                <a:lnTo>
                  <a:pt x="3975519" y="162941"/>
                </a:lnTo>
                <a:lnTo>
                  <a:pt x="3981183" y="167640"/>
                </a:lnTo>
                <a:lnTo>
                  <a:pt x="3988447" y="170535"/>
                </a:lnTo>
                <a:lnTo>
                  <a:pt x="3995851" y="170307"/>
                </a:lnTo>
                <a:lnTo>
                  <a:pt x="4002405" y="167208"/>
                </a:lnTo>
                <a:lnTo>
                  <a:pt x="4007091" y="161544"/>
                </a:lnTo>
                <a:lnTo>
                  <a:pt x="4039095" y="106984"/>
                </a:lnTo>
                <a:lnTo>
                  <a:pt x="4039095" y="880872"/>
                </a:lnTo>
                <a:lnTo>
                  <a:pt x="4020807" y="880872"/>
                </a:lnTo>
                <a:lnTo>
                  <a:pt x="4020807" y="918972"/>
                </a:lnTo>
                <a:lnTo>
                  <a:pt x="4811903" y="918972"/>
                </a:lnTo>
                <a:lnTo>
                  <a:pt x="4759947" y="949452"/>
                </a:lnTo>
                <a:lnTo>
                  <a:pt x="4754257" y="954786"/>
                </a:lnTo>
                <a:lnTo>
                  <a:pt x="4750994" y="961263"/>
                </a:lnTo>
                <a:lnTo>
                  <a:pt x="4750308" y="968311"/>
                </a:lnTo>
                <a:lnTo>
                  <a:pt x="4752327" y="975360"/>
                </a:lnTo>
                <a:lnTo>
                  <a:pt x="4757661" y="981049"/>
                </a:lnTo>
                <a:lnTo>
                  <a:pt x="4764138" y="984313"/>
                </a:lnTo>
                <a:lnTo>
                  <a:pt x="4771187" y="984999"/>
                </a:lnTo>
                <a:lnTo>
                  <a:pt x="4778235" y="982980"/>
                </a:lnTo>
                <a:lnTo>
                  <a:pt x="4883391" y="921448"/>
                </a:lnTo>
                <a:lnTo>
                  <a:pt x="4921491" y="899160"/>
                </a:lnTo>
                <a:close/>
              </a:path>
            </a:pathLst>
          </a:custGeom>
          <a:solidFill>
            <a:srgbClr val="00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043312" y="1064767"/>
            <a:ext cx="2131060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Rank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magnitude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net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field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at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origin,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greatest first.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64876" y="6470393"/>
            <a:ext cx="718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916820" y="438403"/>
            <a:ext cx="5981065" cy="613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740"/>
              </a:spcBef>
            </a:pPr>
            <a:r>
              <a:rPr spc="-20" dirty="0"/>
              <a:t>22-</a:t>
            </a:r>
            <a:r>
              <a:rPr dirty="0"/>
              <a:t>2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Electric</a:t>
            </a:r>
            <a:r>
              <a:rPr spc="-30" dirty="0"/>
              <a:t> </a:t>
            </a:r>
            <a:r>
              <a:rPr dirty="0"/>
              <a:t>Field</a:t>
            </a:r>
            <a:r>
              <a:rPr spc="-10" dirty="0"/>
              <a:t> </a:t>
            </a:r>
            <a:r>
              <a:rPr dirty="0"/>
              <a:t>Due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Point</a:t>
            </a:r>
            <a:r>
              <a:rPr spc="-25" dirty="0"/>
              <a:t> </a:t>
            </a:r>
            <a:r>
              <a:rPr spc="-10" dirty="0"/>
              <a:t>Charge </a:t>
            </a:r>
            <a:r>
              <a:rPr dirty="0">
                <a:solidFill>
                  <a:srgbClr val="E10000"/>
                </a:solidFill>
              </a:rPr>
              <a:t>Checkpoint</a:t>
            </a:r>
            <a:r>
              <a:rPr spc="-95" dirty="0">
                <a:solidFill>
                  <a:srgbClr val="E10000"/>
                </a:solidFill>
              </a:rPr>
              <a:t> </a:t>
            </a:r>
            <a:r>
              <a:rPr spc="-50" dirty="0">
                <a:solidFill>
                  <a:srgbClr val="E10000"/>
                </a:solidFill>
              </a:rPr>
              <a:t>2</a:t>
            </a:r>
          </a:p>
        </p:txBody>
      </p:sp>
      <p:sp>
        <p:nvSpPr>
          <p:cNvPr id="51" name="object 51"/>
          <p:cNvSpPr/>
          <p:nvPr/>
        </p:nvSpPr>
        <p:spPr>
          <a:xfrm>
            <a:off x="793877" y="368820"/>
            <a:ext cx="9105900" cy="6819900"/>
          </a:xfrm>
          <a:custGeom>
            <a:avLst/>
            <a:gdLst/>
            <a:ahLst/>
            <a:cxnLst/>
            <a:rect l="l" t="t" r="r" b="b"/>
            <a:pathLst>
              <a:path w="9105900" h="6819900">
                <a:moveTo>
                  <a:pt x="8947404" y="702564"/>
                </a:moveTo>
                <a:lnTo>
                  <a:pt x="8938260" y="702564"/>
                </a:lnTo>
                <a:lnTo>
                  <a:pt x="8938260" y="713232"/>
                </a:lnTo>
                <a:lnTo>
                  <a:pt x="8938260" y="6691884"/>
                </a:lnTo>
                <a:lnTo>
                  <a:pt x="167640" y="6691884"/>
                </a:lnTo>
                <a:lnTo>
                  <a:pt x="167640" y="713232"/>
                </a:lnTo>
                <a:lnTo>
                  <a:pt x="8938260" y="713232"/>
                </a:lnTo>
                <a:lnTo>
                  <a:pt x="8938260" y="702564"/>
                </a:lnTo>
                <a:lnTo>
                  <a:pt x="158496" y="702564"/>
                </a:lnTo>
                <a:lnTo>
                  <a:pt x="158496" y="6701028"/>
                </a:lnTo>
                <a:lnTo>
                  <a:pt x="163068" y="6701028"/>
                </a:lnTo>
                <a:lnTo>
                  <a:pt x="167640" y="6701028"/>
                </a:lnTo>
                <a:lnTo>
                  <a:pt x="8938260" y="6701028"/>
                </a:lnTo>
                <a:lnTo>
                  <a:pt x="8942832" y="6701028"/>
                </a:lnTo>
                <a:lnTo>
                  <a:pt x="8947404" y="6701028"/>
                </a:lnTo>
                <a:lnTo>
                  <a:pt x="8947404" y="702564"/>
                </a:lnTo>
                <a:close/>
              </a:path>
              <a:path w="9105900" h="6819900">
                <a:moveTo>
                  <a:pt x="9105900" y="0"/>
                </a:moveTo>
                <a:lnTo>
                  <a:pt x="9093708" y="0"/>
                </a:lnTo>
                <a:lnTo>
                  <a:pt x="9093708" y="12192"/>
                </a:lnTo>
                <a:lnTo>
                  <a:pt x="9093708" y="6807708"/>
                </a:lnTo>
                <a:lnTo>
                  <a:pt x="12192" y="6807708"/>
                </a:lnTo>
                <a:lnTo>
                  <a:pt x="12192" y="12192"/>
                </a:lnTo>
                <a:lnTo>
                  <a:pt x="9093708" y="12192"/>
                </a:lnTo>
                <a:lnTo>
                  <a:pt x="9093708" y="0"/>
                </a:lnTo>
                <a:lnTo>
                  <a:pt x="0" y="0"/>
                </a:lnTo>
                <a:lnTo>
                  <a:pt x="0" y="6819900"/>
                </a:lnTo>
                <a:lnTo>
                  <a:pt x="6096" y="6819900"/>
                </a:lnTo>
                <a:lnTo>
                  <a:pt x="12192" y="6819900"/>
                </a:lnTo>
                <a:lnTo>
                  <a:pt x="9093708" y="6819900"/>
                </a:lnTo>
                <a:lnTo>
                  <a:pt x="9099804" y="6819900"/>
                </a:lnTo>
                <a:lnTo>
                  <a:pt x="9105900" y="6819900"/>
                </a:lnTo>
                <a:lnTo>
                  <a:pt x="9105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233812" y="5994905"/>
            <a:ext cx="94424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7F00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6305" y="5964936"/>
            <a:ext cx="1478280" cy="922019"/>
          </a:xfrm>
          <a:custGeom>
            <a:avLst/>
            <a:gdLst/>
            <a:ahLst/>
            <a:cxnLst/>
            <a:rect l="l" t="t" r="r" b="b"/>
            <a:pathLst>
              <a:path w="1478280" h="922020">
                <a:moveTo>
                  <a:pt x="1478276" y="922020"/>
                </a:moveTo>
                <a:lnTo>
                  <a:pt x="1478276" y="0"/>
                </a:lnTo>
                <a:lnTo>
                  <a:pt x="0" y="0"/>
                </a:lnTo>
                <a:lnTo>
                  <a:pt x="0" y="922020"/>
                </a:lnTo>
                <a:lnTo>
                  <a:pt x="4572" y="922020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1469132" y="9144"/>
                </a:lnTo>
                <a:lnTo>
                  <a:pt x="1469132" y="4572"/>
                </a:lnTo>
                <a:lnTo>
                  <a:pt x="1473704" y="9144"/>
                </a:lnTo>
                <a:lnTo>
                  <a:pt x="1473704" y="922020"/>
                </a:lnTo>
                <a:lnTo>
                  <a:pt x="1478276" y="922020"/>
                </a:lnTo>
                <a:close/>
              </a:path>
              <a:path w="1478280" h="92202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1478280" h="922020">
                <a:moveTo>
                  <a:pt x="9144" y="912876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912876"/>
                </a:lnTo>
                <a:lnTo>
                  <a:pt x="9144" y="912876"/>
                </a:lnTo>
                <a:close/>
              </a:path>
              <a:path w="1478280" h="922020">
                <a:moveTo>
                  <a:pt x="1473704" y="912876"/>
                </a:moveTo>
                <a:lnTo>
                  <a:pt x="4572" y="912876"/>
                </a:lnTo>
                <a:lnTo>
                  <a:pt x="9144" y="917448"/>
                </a:lnTo>
                <a:lnTo>
                  <a:pt x="9144" y="922020"/>
                </a:lnTo>
                <a:lnTo>
                  <a:pt x="1469132" y="922020"/>
                </a:lnTo>
                <a:lnTo>
                  <a:pt x="1469132" y="917448"/>
                </a:lnTo>
                <a:lnTo>
                  <a:pt x="1473704" y="912876"/>
                </a:lnTo>
                <a:close/>
              </a:path>
              <a:path w="1478280" h="922020">
                <a:moveTo>
                  <a:pt x="9144" y="922020"/>
                </a:moveTo>
                <a:lnTo>
                  <a:pt x="9144" y="917448"/>
                </a:lnTo>
                <a:lnTo>
                  <a:pt x="4572" y="912876"/>
                </a:lnTo>
                <a:lnTo>
                  <a:pt x="4572" y="922020"/>
                </a:lnTo>
                <a:lnTo>
                  <a:pt x="9144" y="922020"/>
                </a:lnTo>
                <a:close/>
              </a:path>
              <a:path w="1478280" h="922020">
                <a:moveTo>
                  <a:pt x="1473704" y="9144"/>
                </a:moveTo>
                <a:lnTo>
                  <a:pt x="1469132" y="4572"/>
                </a:lnTo>
                <a:lnTo>
                  <a:pt x="1469132" y="9144"/>
                </a:lnTo>
                <a:lnTo>
                  <a:pt x="1473704" y="9144"/>
                </a:lnTo>
                <a:close/>
              </a:path>
              <a:path w="1478280" h="922020">
                <a:moveTo>
                  <a:pt x="1473704" y="912876"/>
                </a:moveTo>
                <a:lnTo>
                  <a:pt x="1473704" y="9144"/>
                </a:lnTo>
                <a:lnTo>
                  <a:pt x="1469132" y="9144"/>
                </a:lnTo>
                <a:lnTo>
                  <a:pt x="1469132" y="912876"/>
                </a:lnTo>
                <a:lnTo>
                  <a:pt x="1473704" y="912876"/>
                </a:lnTo>
                <a:close/>
              </a:path>
              <a:path w="1478280" h="922020">
                <a:moveTo>
                  <a:pt x="1473704" y="922020"/>
                </a:moveTo>
                <a:lnTo>
                  <a:pt x="1473704" y="912876"/>
                </a:lnTo>
                <a:lnTo>
                  <a:pt x="1469132" y="917448"/>
                </a:lnTo>
                <a:lnTo>
                  <a:pt x="1469132" y="922020"/>
                </a:lnTo>
                <a:lnTo>
                  <a:pt x="1473704" y="922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1489</TotalTime>
  <Words>968</Words>
  <Application>Microsoft Office PowerPoint</Application>
  <PresentationFormat>Custom</PresentationFormat>
  <Paragraphs>254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Calibri</vt:lpstr>
      <vt:lpstr>Courier New</vt:lpstr>
      <vt:lpstr>Symbol</vt:lpstr>
      <vt:lpstr>Times New Roman</vt:lpstr>
      <vt:lpstr>Office Theme</vt:lpstr>
      <vt:lpstr>Chapter 22</vt:lpstr>
      <vt:lpstr>PowerPoint Presentation</vt:lpstr>
      <vt:lpstr>PowerPoint Presentation</vt:lpstr>
      <vt:lpstr>PowerPoint Presentation</vt:lpstr>
      <vt:lpstr>PowerPoint Presentation</vt:lpstr>
      <vt:lpstr>22-2 The Electric Field Lines Representing electric field strength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22-2 The Electric Field Due to a Point Charge Checkpoint 1</vt:lpstr>
      <vt:lpstr>PowerPoint Presentation</vt:lpstr>
      <vt:lpstr>22-2 The Electric Field Due to a Point Charge Checkpoint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Phys102-ch22(1) [Read-Only] [Compatibility Mode]</dc:title>
  <dc:creator>Iqra</dc:creator>
  <cp:lastModifiedBy>Asad javed</cp:lastModifiedBy>
  <cp:revision>4</cp:revision>
  <dcterms:created xsi:type="dcterms:W3CDTF">2026-05-24T18:52:06Z</dcterms:created>
  <dcterms:modified xsi:type="dcterms:W3CDTF">2026-06-11T06:57:35Z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2026-05-24T00:00:00Z</vt:filetime>
  </property>
  <property fmtid="{D5CDD505-2E9C-101B-9397-08002B2CF9AE}" pid="5" name="Producer">
    <vt:lpwstr>GPL Ghostscript 9.06</vt:lpwstr>
  </property>
</Properties>
</file>