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61" autoAdjust="0"/>
    <p:restoredTop sz="94660"/>
  </p:normalViewPr>
  <p:slideViewPr>
    <p:cSldViewPr>
      <p:cViewPr varScale="1">
        <p:scale>
          <a:sx n="62" d="100"/>
          <a:sy n="62" d="100"/>
        </p:scale>
        <p:origin x="67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E1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E1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E1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E1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820" y="438403"/>
            <a:ext cx="3724275" cy="613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E1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80553" y="3765294"/>
            <a:ext cx="7732292" cy="2599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04091" y="1666747"/>
            <a:ext cx="2287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Chapter</a:t>
            </a:r>
            <a:r>
              <a:rPr sz="36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spc="-25" dirty="0">
                <a:solidFill>
                  <a:srgbClr val="000000"/>
                </a:solidFill>
                <a:latin typeface="Arial MT"/>
                <a:cs typeface="Arial MT"/>
              </a:rPr>
              <a:t>21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1276" y="2764026"/>
            <a:ext cx="3152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MT"/>
                <a:cs typeface="Arial MT"/>
              </a:rPr>
              <a:t>Electric</a:t>
            </a:r>
            <a:r>
              <a:rPr sz="3600" spc="-4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Charge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641" y="4538084"/>
            <a:ext cx="4198620" cy="162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35"/>
              </a:lnSpc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2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Electromagnetism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Charge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Conductors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Insulators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Charge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Conserved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88601" y="4268724"/>
            <a:ext cx="8213090" cy="1953895"/>
            <a:chOff x="1188601" y="4268724"/>
            <a:chExt cx="8213090" cy="19538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2756" y="4275520"/>
              <a:ext cx="6206557" cy="19428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88601" y="4268724"/>
              <a:ext cx="6213475" cy="1953895"/>
            </a:xfrm>
            <a:custGeom>
              <a:avLst/>
              <a:gdLst/>
              <a:ahLst/>
              <a:cxnLst/>
              <a:rect l="l" t="t" r="r" b="b"/>
              <a:pathLst>
                <a:path w="6213475" h="1953895">
                  <a:moveTo>
                    <a:pt x="6213345" y="1950720"/>
                  </a:moveTo>
                  <a:lnTo>
                    <a:pt x="6213345" y="3048"/>
                  </a:lnTo>
                  <a:lnTo>
                    <a:pt x="6211821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1950720"/>
                  </a:lnTo>
                  <a:lnTo>
                    <a:pt x="3048" y="1953768"/>
                  </a:lnTo>
                  <a:lnTo>
                    <a:pt x="4572" y="19537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lnTo>
                    <a:pt x="6204201" y="10668"/>
                  </a:lnTo>
                  <a:lnTo>
                    <a:pt x="6204201" y="4572"/>
                  </a:lnTo>
                  <a:lnTo>
                    <a:pt x="6208773" y="10668"/>
                  </a:lnTo>
                  <a:lnTo>
                    <a:pt x="6208773" y="1953768"/>
                  </a:lnTo>
                  <a:lnTo>
                    <a:pt x="6211821" y="1953768"/>
                  </a:lnTo>
                  <a:lnTo>
                    <a:pt x="6213345" y="1950720"/>
                  </a:lnTo>
                  <a:close/>
                </a:path>
                <a:path w="6213475" h="1953895">
                  <a:moveTo>
                    <a:pt x="10668" y="10668"/>
                  </a:move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close/>
                </a:path>
                <a:path w="6213475" h="1953895">
                  <a:moveTo>
                    <a:pt x="10668" y="1943100"/>
                  </a:moveTo>
                  <a:lnTo>
                    <a:pt x="10668" y="10668"/>
                  </a:lnTo>
                  <a:lnTo>
                    <a:pt x="4572" y="10668"/>
                  </a:lnTo>
                  <a:lnTo>
                    <a:pt x="4572" y="1943100"/>
                  </a:lnTo>
                  <a:lnTo>
                    <a:pt x="10668" y="1943100"/>
                  </a:lnTo>
                  <a:close/>
                </a:path>
                <a:path w="6213475" h="1953895">
                  <a:moveTo>
                    <a:pt x="6208773" y="1943100"/>
                  </a:moveTo>
                  <a:lnTo>
                    <a:pt x="4572" y="1943100"/>
                  </a:lnTo>
                  <a:lnTo>
                    <a:pt x="10668" y="1947672"/>
                  </a:lnTo>
                  <a:lnTo>
                    <a:pt x="10668" y="1953768"/>
                  </a:lnTo>
                  <a:lnTo>
                    <a:pt x="6204201" y="1953768"/>
                  </a:lnTo>
                  <a:lnTo>
                    <a:pt x="6204201" y="1947672"/>
                  </a:lnTo>
                  <a:lnTo>
                    <a:pt x="6208773" y="1943100"/>
                  </a:lnTo>
                  <a:close/>
                </a:path>
                <a:path w="6213475" h="1953895">
                  <a:moveTo>
                    <a:pt x="10668" y="1953768"/>
                  </a:moveTo>
                  <a:lnTo>
                    <a:pt x="10668" y="1947672"/>
                  </a:lnTo>
                  <a:lnTo>
                    <a:pt x="4572" y="1943100"/>
                  </a:lnTo>
                  <a:lnTo>
                    <a:pt x="4572" y="1953768"/>
                  </a:lnTo>
                  <a:lnTo>
                    <a:pt x="10668" y="1953768"/>
                  </a:lnTo>
                  <a:close/>
                </a:path>
                <a:path w="6213475" h="1953895">
                  <a:moveTo>
                    <a:pt x="6208773" y="10668"/>
                  </a:moveTo>
                  <a:lnTo>
                    <a:pt x="6204201" y="4572"/>
                  </a:lnTo>
                  <a:lnTo>
                    <a:pt x="6204201" y="10668"/>
                  </a:lnTo>
                  <a:lnTo>
                    <a:pt x="6208773" y="10668"/>
                  </a:lnTo>
                  <a:close/>
                </a:path>
                <a:path w="6213475" h="1953895">
                  <a:moveTo>
                    <a:pt x="6208773" y="1943100"/>
                  </a:moveTo>
                  <a:lnTo>
                    <a:pt x="6208773" y="10668"/>
                  </a:lnTo>
                  <a:lnTo>
                    <a:pt x="6204201" y="10668"/>
                  </a:lnTo>
                  <a:lnTo>
                    <a:pt x="6204201" y="1943100"/>
                  </a:lnTo>
                  <a:lnTo>
                    <a:pt x="6208773" y="1943100"/>
                  </a:lnTo>
                  <a:close/>
                </a:path>
                <a:path w="6213475" h="1953895">
                  <a:moveTo>
                    <a:pt x="6208773" y="1953768"/>
                  </a:moveTo>
                  <a:lnTo>
                    <a:pt x="6208773" y="1943100"/>
                  </a:lnTo>
                  <a:lnTo>
                    <a:pt x="6204201" y="1947672"/>
                  </a:lnTo>
                  <a:lnTo>
                    <a:pt x="6204201" y="1953768"/>
                  </a:lnTo>
                  <a:lnTo>
                    <a:pt x="6208773" y="1953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94198" y="4687824"/>
              <a:ext cx="1507490" cy="410209"/>
            </a:xfrm>
            <a:custGeom>
              <a:avLst/>
              <a:gdLst/>
              <a:ahLst/>
              <a:cxnLst/>
              <a:rect l="l" t="t" r="r" b="b"/>
              <a:pathLst>
                <a:path w="1507490" h="410210">
                  <a:moveTo>
                    <a:pt x="1507236" y="409956"/>
                  </a:moveTo>
                  <a:lnTo>
                    <a:pt x="1507236" y="0"/>
                  </a:lnTo>
                  <a:lnTo>
                    <a:pt x="0" y="0"/>
                  </a:lnTo>
                  <a:lnTo>
                    <a:pt x="0" y="409956"/>
                  </a:lnTo>
                  <a:lnTo>
                    <a:pt x="4572" y="409956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lnTo>
                    <a:pt x="1498092" y="10668"/>
                  </a:lnTo>
                  <a:lnTo>
                    <a:pt x="1498092" y="4572"/>
                  </a:lnTo>
                  <a:lnTo>
                    <a:pt x="1502664" y="10668"/>
                  </a:lnTo>
                  <a:lnTo>
                    <a:pt x="1502664" y="409956"/>
                  </a:lnTo>
                  <a:lnTo>
                    <a:pt x="1507236" y="409956"/>
                  </a:lnTo>
                  <a:close/>
                </a:path>
                <a:path w="1507490" h="410210">
                  <a:moveTo>
                    <a:pt x="10668" y="10668"/>
                  </a:move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close/>
                </a:path>
                <a:path w="1507490" h="410210">
                  <a:moveTo>
                    <a:pt x="10668" y="400812"/>
                  </a:moveTo>
                  <a:lnTo>
                    <a:pt x="10668" y="10668"/>
                  </a:lnTo>
                  <a:lnTo>
                    <a:pt x="4572" y="10668"/>
                  </a:lnTo>
                  <a:lnTo>
                    <a:pt x="4572" y="400812"/>
                  </a:lnTo>
                  <a:lnTo>
                    <a:pt x="10668" y="400812"/>
                  </a:lnTo>
                  <a:close/>
                </a:path>
                <a:path w="1507490" h="410210">
                  <a:moveTo>
                    <a:pt x="1502664" y="400812"/>
                  </a:moveTo>
                  <a:lnTo>
                    <a:pt x="4572" y="400812"/>
                  </a:lnTo>
                  <a:lnTo>
                    <a:pt x="10668" y="405384"/>
                  </a:lnTo>
                  <a:lnTo>
                    <a:pt x="10668" y="409956"/>
                  </a:lnTo>
                  <a:lnTo>
                    <a:pt x="1498092" y="409956"/>
                  </a:lnTo>
                  <a:lnTo>
                    <a:pt x="1498092" y="405384"/>
                  </a:lnTo>
                  <a:lnTo>
                    <a:pt x="1502664" y="400812"/>
                  </a:lnTo>
                  <a:close/>
                </a:path>
                <a:path w="1507490" h="410210">
                  <a:moveTo>
                    <a:pt x="10668" y="409956"/>
                  </a:moveTo>
                  <a:lnTo>
                    <a:pt x="10668" y="405384"/>
                  </a:lnTo>
                  <a:lnTo>
                    <a:pt x="4572" y="400812"/>
                  </a:lnTo>
                  <a:lnTo>
                    <a:pt x="4572" y="409956"/>
                  </a:lnTo>
                  <a:lnTo>
                    <a:pt x="10668" y="409956"/>
                  </a:lnTo>
                  <a:close/>
                </a:path>
                <a:path w="1507490" h="410210">
                  <a:moveTo>
                    <a:pt x="1502664" y="10668"/>
                  </a:moveTo>
                  <a:lnTo>
                    <a:pt x="1498092" y="4572"/>
                  </a:lnTo>
                  <a:lnTo>
                    <a:pt x="1498092" y="10668"/>
                  </a:lnTo>
                  <a:lnTo>
                    <a:pt x="1502664" y="10668"/>
                  </a:lnTo>
                  <a:close/>
                </a:path>
                <a:path w="1507490" h="410210">
                  <a:moveTo>
                    <a:pt x="1502664" y="400812"/>
                  </a:moveTo>
                  <a:lnTo>
                    <a:pt x="1502664" y="10668"/>
                  </a:lnTo>
                  <a:lnTo>
                    <a:pt x="1498092" y="10668"/>
                  </a:lnTo>
                  <a:lnTo>
                    <a:pt x="1498092" y="400812"/>
                  </a:lnTo>
                  <a:lnTo>
                    <a:pt x="1502664" y="400812"/>
                  </a:lnTo>
                  <a:close/>
                </a:path>
                <a:path w="1507490" h="410210">
                  <a:moveTo>
                    <a:pt x="1502664" y="409956"/>
                  </a:moveTo>
                  <a:lnTo>
                    <a:pt x="1502664" y="400812"/>
                  </a:lnTo>
                  <a:lnTo>
                    <a:pt x="1498092" y="405384"/>
                  </a:lnTo>
                  <a:lnTo>
                    <a:pt x="1498092" y="409956"/>
                  </a:lnTo>
                  <a:lnTo>
                    <a:pt x="1502664" y="409956"/>
                  </a:lnTo>
                  <a:close/>
                </a:path>
              </a:pathLst>
            </a:custGeom>
            <a:solidFill>
              <a:srgbClr val="006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979038" y="4719318"/>
            <a:ext cx="1168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Objective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95850" y="4888991"/>
            <a:ext cx="506095" cy="361315"/>
          </a:xfrm>
          <a:custGeom>
            <a:avLst/>
            <a:gdLst/>
            <a:ahLst/>
            <a:cxnLst/>
            <a:rect l="l" t="t" r="r" b="b"/>
            <a:pathLst>
              <a:path w="506095" h="361314">
                <a:moveTo>
                  <a:pt x="505967" y="7619"/>
                </a:moveTo>
                <a:lnTo>
                  <a:pt x="501395" y="0"/>
                </a:lnTo>
                <a:lnTo>
                  <a:pt x="0" y="352043"/>
                </a:lnTo>
                <a:lnTo>
                  <a:pt x="4571" y="361187"/>
                </a:lnTo>
                <a:lnTo>
                  <a:pt x="505967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97697" y="1938019"/>
            <a:ext cx="1766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CC"/>
                </a:solidFill>
                <a:latin typeface="Arial MT"/>
                <a:cs typeface="Arial MT"/>
              </a:rPr>
              <a:t>Magnetism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82645" y="1242059"/>
            <a:ext cx="1295400" cy="431800"/>
            <a:chOff x="5382645" y="1242059"/>
            <a:chExt cx="1295400" cy="431800"/>
          </a:xfrm>
        </p:grpSpPr>
        <p:sp>
          <p:nvSpPr>
            <p:cNvPr id="5" name="object 5"/>
            <p:cNvSpPr/>
            <p:nvPr/>
          </p:nvSpPr>
          <p:spPr>
            <a:xfrm>
              <a:off x="5382645" y="1242059"/>
              <a:ext cx="866140" cy="431800"/>
            </a:xfrm>
            <a:custGeom>
              <a:avLst/>
              <a:gdLst/>
              <a:ahLst/>
              <a:cxnLst/>
              <a:rect l="l" t="t" r="r" b="b"/>
              <a:pathLst>
                <a:path w="866139" h="431800">
                  <a:moveTo>
                    <a:pt x="865631" y="431291"/>
                  </a:moveTo>
                  <a:lnTo>
                    <a:pt x="865631" y="0"/>
                  </a:lnTo>
                  <a:lnTo>
                    <a:pt x="0" y="0"/>
                  </a:lnTo>
                  <a:lnTo>
                    <a:pt x="0" y="431291"/>
                  </a:lnTo>
                  <a:lnTo>
                    <a:pt x="865631" y="431291"/>
                  </a:lnTo>
                  <a:close/>
                </a:path>
              </a:pathLst>
            </a:custGeom>
            <a:solidFill>
              <a:srgbClr val="BA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90845" y="1278635"/>
              <a:ext cx="1187450" cy="325120"/>
            </a:xfrm>
            <a:custGeom>
              <a:avLst/>
              <a:gdLst/>
              <a:ahLst/>
              <a:cxnLst/>
              <a:rect l="l" t="t" r="r" b="b"/>
              <a:pathLst>
                <a:path w="1187450" h="325119">
                  <a:moveTo>
                    <a:pt x="144780" y="91440"/>
                  </a:moveTo>
                  <a:lnTo>
                    <a:pt x="85344" y="91440"/>
                  </a:lnTo>
                  <a:lnTo>
                    <a:pt x="85344" y="35052"/>
                  </a:lnTo>
                  <a:lnTo>
                    <a:pt x="56388" y="35052"/>
                  </a:lnTo>
                  <a:lnTo>
                    <a:pt x="56388" y="91440"/>
                  </a:lnTo>
                  <a:lnTo>
                    <a:pt x="0" y="91440"/>
                  </a:lnTo>
                  <a:lnTo>
                    <a:pt x="0" y="120396"/>
                  </a:lnTo>
                  <a:lnTo>
                    <a:pt x="56388" y="120396"/>
                  </a:lnTo>
                  <a:lnTo>
                    <a:pt x="56388" y="179832"/>
                  </a:lnTo>
                  <a:lnTo>
                    <a:pt x="85344" y="179832"/>
                  </a:lnTo>
                  <a:lnTo>
                    <a:pt x="85344" y="120396"/>
                  </a:lnTo>
                  <a:lnTo>
                    <a:pt x="144780" y="120396"/>
                  </a:lnTo>
                  <a:lnTo>
                    <a:pt x="144780" y="91440"/>
                  </a:lnTo>
                  <a:close/>
                </a:path>
                <a:path w="1187450" h="325119">
                  <a:moveTo>
                    <a:pt x="434340" y="163068"/>
                  </a:moveTo>
                  <a:lnTo>
                    <a:pt x="374904" y="163068"/>
                  </a:lnTo>
                  <a:lnTo>
                    <a:pt x="374904" y="106680"/>
                  </a:lnTo>
                  <a:lnTo>
                    <a:pt x="345948" y="106680"/>
                  </a:lnTo>
                  <a:lnTo>
                    <a:pt x="345948" y="163068"/>
                  </a:lnTo>
                  <a:lnTo>
                    <a:pt x="289560" y="163068"/>
                  </a:lnTo>
                  <a:lnTo>
                    <a:pt x="289560" y="192024"/>
                  </a:lnTo>
                  <a:lnTo>
                    <a:pt x="345948" y="192024"/>
                  </a:lnTo>
                  <a:lnTo>
                    <a:pt x="345948" y="251460"/>
                  </a:lnTo>
                  <a:lnTo>
                    <a:pt x="374904" y="251460"/>
                  </a:lnTo>
                  <a:lnTo>
                    <a:pt x="374904" y="192024"/>
                  </a:lnTo>
                  <a:lnTo>
                    <a:pt x="434340" y="192024"/>
                  </a:lnTo>
                  <a:lnTo>
                    <a:pt x="434340" y="163068"/>
                  </a:lnTo>
                  <a:close/>
                </a:path>
                <a:path w="1187450" h="325119">
                  <a:moveTo>
                    <a:pt x="647700" y="236220"/>
                  </a:moveTo>
                  <a:lnTo>
                    <a:pt x="588264" y="236220"/>
                  </a:lnTo>
                  <a:lnTo>
                    <a:pt x="588264" y="179832"/>
                  </a:lnTo>
                  <a:lnTo>
                    <a:pt x="559308" y="179832"/>
                  </a:lnTo>
                  <a:lnTo>
                    <a:pt x="559308" y="236220"/>
                  </a:lnTo>
                  <a:lnTo>
                    <a:pt x="502920" y="236220"/>
                  </a:lnTo>
                  <a:lnTo>
                    <a:pt x="502920" y="265176"/>
                  </a:lnTo>
                  <a:lnTo>
                    <a:pt x="559308" y="265176"/>
                  </a:lnTo>
                  <a:lnTo>
                    <a:pt x="559308" y="324612"/>
                  </a:lnTo>
                  <a:lnTo>
                    <a:pt x="588264" y="324612"/>
                  </a:lnTo>
                  <a:lnTo>
                    <a:pt x="588264" y="265176"/>
                  </a:lnTo>
                  <a:lnTo>
                    <a:pt x="647700" y="265176"/>
                  </a:lnTo>
                  <a:lnTo>
                    <a:pt x="647700" y="236220"/>
                  </a:lnTo>
                  <a:close/>
                </a:path>
                <a:path w="1187450" h="325119">
                  <a:moveTo>
                    <a:pt x="649224" y="56388"/>
                  </a:moveTo>
                  <a:lnTo>
                    <a:pt x="589788" y="56388"/>
                  </a:lnTo>
                  <a:lnTo>
                    <a:pt x="589788" y="0"/>
                  </a:lnTo>
                  <a:lnTo>
                    <a:pt x="560832" y="0"/>
                  </a:lnTo>
                  <a:lnTo>
                    <a:pt x="560832" y="56388"/>
                  </a:lnTo>
                  <a:lnTo>
                    <a:pt x="505968" y="56388"/>
                  </a:lnTo>
                  <a:lnTo>
                    <a:pt x="505968" y="85344"/>
                  </a:lnTo>
                  <a:lnTo>
                    <a:pt x="560832" y="85344"/>
                  </a:lnTo>
                  <a:lnTo>
                    <a:pt x="560832" y="144780"/>
                  </a:lnTo>
                  <a:lnTo>
                    <a:pt x="589788" y="144780"/>
                  </a:lnTo>
                  <a:lnTo>
                    <a:pt x="589788" y="85344"/>
                  </a:lnTo>
                  <a:lnTo>
                    <a:pt x="649224" y="85344"/>
                  </a:lnTo>
                  <a:lnTo>
                    <a:pt x="649224" y="56388"/>
                  </a:lnTo>
                  <a:close/>
                </a:path>
                <a:path w="1187450" h="325119">
                  <a:moveTo>
                    <a:pt x="1187196" y="179844"/>
                  </a:moveTo>
                  <a:lnTo>
                    <a:pt x="1045464" y="96024"/>
                  </a:lnTo>
                  <a:lnTo>
                    <a:pt x="1038199" y="93992"/>
                  </a:lnTo>
                  <a:lnTo>
                    <a:pt x="1030795" y="94691"/>
                  </a:lnTo>
                  <a:lnTo>
                    <a:pt x="1024242" y="97942"/>
                  </a:lnTo>
                  <a:lnTo>
                    <a:pt x="1019556" y="103644"/>
                  </a:lnTo>
                  <a:lnTo>
                    <a:pt x="1016647" y="110045"/>
                  </a:lnTo>
                  <a:lnTo>
                    <a:pt x="1016889" y="117170"/>
                  </a:lnTo>
                  <a:lnTo>
                    <a:pt x="1019987" y="124002"/>
                  </a:lnTo>
                  <a:lnTo>
                    <a:pt x="1025652" y="129552"/>
                  </a:lnTo>
                  <a:lnTo>
                    <a:pt x="1078814" y="160032"/>
                  </a:lnTo>
                  <a:lnTo>
                    <a:pt x="755904" y="160032"/>
                  </a:lnTo>
                  <a:lnTo>
                    <a:pt x="755904" y="198132"/>
                  </a:lnTo>
                  <a:lnTo>
                    <a:pt x="1080198" y="198132"/>
                  </a:lnTo>
                  <a:lnTo>
                    <a:pt x="1025652" y="230136"/>
                  </a:lnTo>
                  <a:lnTo>
                    <a:pt x="1019987" y="234823"/>
                  </a:lnTo>
                  <a:lnTo>
                    <a:pt x="1016889" y="241376"/>
                  </a:lnTo>
                  <a:lnTo>
                    <a:pt x="1016647" y="248780"/>
                  </a:lnTo>
                  <a:lnTo>
                    <a:pt x="1019556" y="256044"/>
                  </a:lnTo>
                  <a:lnTo>
                    <a:pt x="1024242" y="261708"/>
                  </a:lnTo>
                  <a:lnTo>
                    <a:pt x="1030795" y="264807"/>
                  </a:lnTo>
                  <a:lnTo>
                    <a:pt x="1038199" y="265036"/>
                  </a:lnTo>
                  <a:lnTo>
                    <a:pt x="1045464" y="262140"/>
                  </a:lnTo>
                  <a:lnTo>
                    <a:pt x="1150620" y="201079"/>
                  </a:lnTo>
                  <a:lnTo>
                    <a:pt x="1187196" y="1798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786250" y="1242059"/>
            <a:ext cx="1262380" cy="431800"/>
            <a:chOff x="6786250" y="1242059"/>
            <a:chExt cx="1262380" cy="431800"/>
          </a:xfrm>
        </p:grpSpPr>
        <p:sp>
          <p:nvSpPr>
            <p:cNvPr id="8" name="object 8"/>
            <p:cNvSpPr/>
            <p:nvPr/>
          </p:nvSpPr>
          <p:spPr>
            <a:xfrm>
              <a:off x="7184013" y="1242059"/>
              <a:ext cx="864235" cy="431800"/>
            </a:xfrm>
            <a:custGeom>
              <a:avLst/>
              <a:gdLst/>
              <a:ahLst/>
              <a:cxnLst/>
              <a:rect l="l" t="t" r="r" b="b"/>
              <a:pathLst>
                <a:path w="864234" h="431800">
                  <a:moveTo>
                    <a:pt x="864107" y="431291"/>
                  </a:moveTo>
                  <a:lnTo>
                    <a:pt x="864107" y="0"/>
                  </a:lnTo>
                  <a:lnTo>
                    <a:pt x="0" y="0"/>
                  </a:lnTo>
                  <a:lnTo>
                    <a:pt x="0" y="431291"/>
                  </a:lnTo>
                  <a:lnTo>
                    <a:pt x="864107" y="431291"/>
                  </a:lnTo>
                  <a:close/>
                </a:path>
              </a:pathLst>
            </a:custGeom>
            <a:solidFill>
              <a:srgbClr val="98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86245" y="1298447"/>
              <a:ext cx="1082040" cy="245745"/>
            </a:xfrm>
            <a:custGeom>
              <a:avLst/>
              <a:gdLst/>
              <a:ahLst/>
              <a:cxnLst/>
              <a:rect l="l" t="t" r="r" b="b"/>
              <a:pathLst>
                <a:path w="1082040" h="245744">
                  <a:moveTo>
                    <a:pt x="397764" y="140220"/>
                  </a:moveTo>
                  <a:lnTo>
                    <a:pt x="108381" y="140220"/>
                  </a:lnTo>
                  <a:lnTo>
                    <a:pt x="161544" y="109740"/>
                  </a:lnTo>
                  <a:lnTo>
                    <a:pt x="167233" y="104190"/>
                  </a:lnTo>
                  <a:lnTo>
                    <a:pt x="170497" y="97358"/>
                  </a:lnTo>
                  <a:lnTo>
                    <a:pt x="171183" y="90233"/>
                  </a:lnTo>
                  <a:lnTo>
                    <a:pt x="169164" y="83832"/>
                  </a:lnTo>
                  <a:lnTo>
                    <a:pt x="163830" y="78130"/>
                  </a:lnTo>
                  <a:lnTo>
                    <a:pt x="157353" y="74879"/>
                  </a:lnTo>
                  <a:lnTo>
                    <a:pt x="150304" y="74180"/>
                  </a:lnTo>
                  <a:lnTo>
                    <a:pt x="143256" y="76212"/>
                  </a:lnTo>
                  <a:lnTo>
                    <a:pt x="0" y="160032"/>
                  </a:lnTo>
                  <a:lnTo>
                    <a:pt x="38100" y="181914"/>
                  </a:lnTo>
                  <a:lnTo>
                    <a:pt x="143256" y="242328"/>
                  </a:lnTo>
                  <a:lnTo>
                    <a:pt x="150304" y="245224"/>
                  </a:lnTo>
                  <a:lnTo>
                    <a:pt x="157353" y="244995"/>
                  </a:lnTo>
                  <a:lnTo>
                    <a:pt x="163830" y="241896"/>
                  </a:lnTo>
                  <a:lnTo>
                    <a:pt x="169164" y="236232"/>
                  </a:lnTo>
                  <a:lnTo>
                    <a:pt x="171183" y="228968"/>
                  </a:lnTo>
                  <a:lnTo>
                    <a:pt x="170497" y="221564"/>
                  </a:lnTo>
                  <a:lnTo>
                    <a:pt x="167233" y="215011"/>
                  </a:lnTo>
                  <a:lnTo>
                    <a:pt x="161544" y="210324"/>
                  </a:lnTo>
                  <a:lnTo>
                    <a:pt x="106984" y="178320"/>
                  </a:lnTo>
                  <a:lnTo>
                    <a:pt x="397764" y="178320"/>
                  </a:lnTo>
                  <a:lnTo>
                    <a:pt x="397764" y="140220"/>
                  </a:lnTo>
                  <a:close/>
                </a:path>
                <a:path w="1082040" h="245744">
                  <a:moveTo>
                    <a:pt x="720852" y="216408"/>
                  </a:moveTo>
                  <a:lnTo>
                    <a:pt x="576072" y="216408"/>
                  </a:lnTo>
                  <a:lnTo>
                    <a:pt x="576072" y="245364"/>
                  </a:lnTo>
                  <a:lnTo>
                    <a:pt x="720852" y="245364"/>
                  </a:lnTo>
                  <a:lnTo>
                    <a:pt x="720852" y="216408"/>
                  </a:lnTo>
                  <a:close/>
                </a:path>
                <a:path w="1082040" h="245744">
                  <a:moveTo>
                    <a:pt x="720852" y="0"/>
                  </a:moveTo>
                  <a:lnTo>
                    <a:pt x="576072" y="0"/>
                  </a:lnTo>
                  <a:lnTo>
                    <a:pt x="576072" y="28956"/>
                  </a:lnTo>
                  <a:lnTo>
                    <a:pt x="720852" y="28956"/>
                  </a:lnTo>
                  <a:lnTo>
                    <a:pt x="720852" y="0"/>
                  </a:lnTo>
                  <a:close/>
                </a:path>
                <a:path w="1082040" h="245744">
                  <a:moveTo>
                    <a:pt x="829056" y="108204"/>
                  </a:moveTo>
                  <a:lnTo>
                    <a:pt x="684276" y="108204"/>
                  </a:lnTo>
                  <a:lnTo>
                    <a:pt x="684276" y="137160"/>
                  </a:lnTo>
                  <a:lnTo>
                    <a:pt x="829056" y="137160"/>
                  </a:lnTo>
                  <a:lnTo>
                    <a:pt x="829056" y="108204"/>
                  </a:lnTo>
                  <a:close/>
                </a:path>
                <a:path w="1082040" h="245744">
                  <a:moveTo>
                    <a:pt x="1082040" y="216408"/>
                  </a:moveTo>
                  <a:lnTo>
                    <a:pt x="937260" y="216408"/>
                  </a:lnTo>
                  <a:lnTo>
                    <a:pt x="937260" y="245364"/>
                  </a:lnTo>
                  <a:lnTo>
                    <a:pt x="1082040" y="245364"/>
                  </a:lnTo>
                  <a:lnTo>
                    <a:pt x="1082040" y="216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6281806" y="2096523"/>
            <a:ext cx="431800" cy="171450"/>
          </a:xfrm>
          <a:custGeom>
            <a:avLst/>
            <a:gdLst/>
            <a:ahLst/>
            <a:cxnLst/>
            <a:rect l="l" t="t" r="r" b="b"/>
            <a:pathLst>
              <a:path w="431800" h="171450">
                <a:moveTo>
                  <a:pt x="356458" y="85265"/>
                </a:moveTo>
                <a:lnTo>
                  <a:pt x="322910" y="66032"/>
                </a:lnTo>
                <a:lnTo>
                  <a:pt x="0" y="66032"/>
                </a:lnTo>
                <a:lnTo>
                  <a:pt x="0" y="104132"/>
                </a:lnTo>
                <a:lnTo>
                  <a:pt x="324300" y="104132"/>
                </a:lnTo>
                <a:lnTo>
                  <a:pt x="356458" y="85265"/>
                </a:lnTo>
                <a:close/>
              </a:path>
              <a:path w="431800" h="171450">
                <a:moveTo>
                  <a:pt x="431292" y="85844"/>
                </a:moveTo>
                <a:lnTo>
                  <a:pt x="289560" y="2024"/>
                </a:lnTo>
                <a:lnTo>
                  <a:pt x="282297" y="0"/>
                </a:lnTo>
                <a:lnTo>
                  <a:pt x="274891" y="690"/>
                </a:lnTo>
                <a:lnTo>
                  <a:pt x="268343" y="3952"/>
                </a:lnTo>
                <a:lnTo>
                  <a:pt x="263652" y="9644"/>
                </a:lnTo>
                <a:lnTo>
                  <a:pt x="260746" y="16049"/>
                </a:lnTo>
                <a:lnTo>
                  <a:pt x="260985" y="23169"/>
                </a:lnTo>
                <a:lnTo>
                  <a:pt x="264080" y="30003"/>
                </a:lnTo>
                <a:lnTo>
                  <a:pt x="269748" y="35552"/>
                </a:lnTo>
                <a:lnTo>
                  <a:pt x="322910" y="66032"/>
                </a:lnTo>
                <a:lnTo>
                  <a:pt x="394716" y="66032"/>
                </a:lnTo>
                <a:lnTo>
                  <a:pt x="394716" y="107081"/>
                </a:lnTo>
                <a:lnTo>
                  <a:pt x="431292" y="85844"/>
                </a:lnTo>
                <a:close/>
              </a:path>
              <a:path w="431800" h="171450">
                <a:moveTo>
                  <a:pt x="394716" y="107081"/>
                </a:moveTo>
                <a:lnTo>
                  <a:pt x="394716" y="104132"/>
                </a:lnTo>
                <a:lnTo>
                  <a:pt x="324300" y="104132"/>
                </a:lnTo>
                <a:lnTo>
                  <a:pt x="269748" y="136136"/>
                </a:lnTo>
                <a:lnTo>
                  <a:pt x="264080" y="140827"/>
                </a:lnTo>
                <a:lnTo>
                  <a:pt x="260985" y="147375"/>
                </a:lnTo>
                <a:lnTo>
                  <a:pt x="260746" y="154781"/>
                </a:lnTo>
                <a:lnTo>
                  <a:pt x="263652" y="162044"/>
                </a:lnTo>
                <a:lnTo>
                  <a:pt x="268343" y="167711"/>
                </a:lnTo>
                <a:lnTo>
                  <a:pt x="274891" y="170807"/>
                </a:lnTo>
                <a:lnTo>
                  <a:pt x="282297" y="171045"/>
                </a:lnTo>
                <a:lnTo>
                  <a:pt x="289560" y="168140"/>
                </a:lnTo>
                <a:lnTo>
                  <a:pt x="394716" y="107081"/>
                </a:lnTo>
                <a:close/>
              </a:path>
              <a:path w="431800" h="171450">
                <a:moveTo>
                  <a:pt x="394716" y="104132"/>
                </a:moveTo>
                <a:lnTo>
                  <a:pt x="394716" y="66032"/>
                </a:lnTo>
                <a:lnTo>
                  <a:pt x="322910" y="66032"/>
                </a:lnTo>
                <a:lnTo>
                  <a:pt x="356458" y="85265"/>
                </a:lnTo>
                <a:lnTo>
                  <a:pt x="384048" y="69080"/>
                </a:lnTo>
                <a:lnTo>
                  <a:pt x="384048" y="104132"/>
                </a:lnTo>
                <a:lnTo>
                  <a:pt x="394716" y="104132"/>
                </a:lnTo>
                <a:close/>
              </a:path>
              <a:path w="431800" h="171450">
                <a:moveTo>
                  <a:pt x="384048" y="104132"/>
                </a:moveTo>
                <a:lnTo>
                  <a:pt x="384048" y="101084"/>
                </a:lnTo>
                <a:lnTo>
                  <a:pt x="356458" y="85265"/>
                </a:lnTo>
                <a:lnTo>
                  <a:pt x="324300" y="104132"/>
                </a:lnTo>
                <a:lnTo>
                  <a:pt x="384048" y="104132"/>
                </a:lnTo>
                <a:close/>
              </a:path>
              <a:path w="431800" h="171450">
                <a:moveTo>
                  <a:pt x="384048" y="101084"/>
                </a:moveTo>
                <a:lnTo>
                  <a:pt x="384048" y="69080"/>
                </a:lnTo>
                <a:lnTo>
                  <a:pt x="356458" y="85265"/>
                </a:lnTo>
                <a:lnTo>
                  <a:pt x="384048" y="101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21302" y="2096523"/>
            <a:ext cx="398145" cy="171450"/>
          </a:xfrm>
          <a:custGeom>
            <a:avLst/>
            <a:gdLst/>
            <a:ahLst/>
            <a:cxnLst/>
            <a:rect l="l" t="t" r="r" b="b"/>
            <a:pathLst>
              <a:path w="398145" h="171450">
                <a:moveTo>
                  <a:pt x="171188" y="16049"/>
                </a:moveTo>
                <a:lnTo>
                  <a:pt x="169164" y="9644"/>
                </a:lnTo>
                <a:lnTo>
                  <a:pt x="163830" y="3952"/>
                </a:lnTo>
                <a:lnTo>
                  <a:pt x="157353" y="690"/>
                </a:lnTo>
                <a:lnTo>
                  <a:pt x="150304" y="0"/>
                </a:lnTo>
                <a:lnTo>
                  <a:pt x="143256" y="2024"/>
                </a:lnTo>
                <a:lnTo>
                  <a:pt x="0" y="85844"/>
                </a:lnTo>
                <a:lnTo>
                  <a:pt x="38100" y="107731"/>
                </a:lnTo>
                <a:lnTo>
                  <a:pt x="38100" y="66032"/>
                </a:lnTo>
                <a:lnTo>
                  <a:pt x="108381" y="66032"/>
                </a:lnTo>
                <a:lnTo>
                  <a:pt x="161544" y="35552"/>
                </a:lnTo>
                <a:lnTo>
                  <a:pt x="167235" y="30003"/>
                </a:lnTo>
                <a:lnTo>
                  <a:pt x="170497" y="23169"/>
                </a:lnTo>
                <a:lnTo>
                  <a:pt x="171188" y="16049"/>
                </a:lnTo>
                <a:close/>
              </a:path>
              <a:path w="398145" h="171450">
                <a:moveTo>
                  <a:pt x="108381" y="66032"/>
                </a:moveTo>
                <a:lnTo>
                  <a:pt x="38100" y="66032"/>
                </a:lnTo>
                <a:lnTo>
                  <a:pt x="38100" y="104132"/>
                </a:lnTo>
                <a:lnTo>
                  <a:pt x="47244" y="104132"/>
                </a:lnTo>
                <a:lnTo>
                  <a:pt x="47244" y="69080"/>
                </a:lnTo>
                <a:lnTo>
                  <a:pt x="74833" y="85265"/>
                </a:lnTo>
                <a:lnTo>
                  <a:pt x="108381" y="66032"/>
                </a:lnTo>
                <a:close/>
              </a:path>
              <a:path w="398145" h="171450">
                <a:moveTo>
                  <a:pt x="171188" y="154781"/>
                </a:moveTo>
                <a:lnTo>
                  <a:pt x="170497" y="147375"/>
                </a:lnTo>
                <a:lnTo>
                  <a:pt x="167235" y="140827"/>
                </a:lnTo>
                <a:lnTo>
                  <a:pt x="161544" y="136136"/>
                </a:lnTo>
                <a:lnTo>
                  <a:pt x="106991" y="104132"/>
                </a:lnTo>
                <a:lnTo>
                  <a:pt x="38100" y="104132"/>
                </a:lnTo>
                <a:lnTo>
                  <a:pt x="38100" y="107731"/>
                </a:lnTo>
                <a:lnTo>
                  <a:pt x="143256" y="168140"/>
                </a:lnTo>
                <a:lnTo>
                  <a:pt x="150304" y="171045"/>
                </a:lnTo>
                <a:lnTo>
                  <a:pt x="157353" y="170807"/>
                </a:lnTo>
                <a:lnTo>
                  <a:pt x="163830" y="167711"/>
                </a:lnTo>
                <a:lnTo>
                  <a:pt x="169164" y="162044"/>
                </a:lnTo>
                <a:lnTo>
                  <a:pt x="171188" y="154781"/>
                </a:lnTo>
                <a:close/>
              </a:path>
              <a:path w="398145" h="171450">
                <a:moveTo>
                  <a:pt x="74833" y="85265"/>
                </a:moveTo>
                <a:lnTo>
                  <a:pt x="47244" y="69080"/>
                </a:lnTo>
                <a:lnTo>
                  <a:pt x="47244" y="101084"/>
                </a:lnTo>
                <a:lnTo>
                  <a:pt x="74833" y="85265"/>
                </a:lnTo>
                <a:close/>
              </a:path>
              <a:path w="398145" h="171450">
                <a:moveTo>
                  <a:pt x="106991" y="104132"/>
                </a:moveTo>
                <a:lnTo>
                  <a:pt x="74833" y="85265"/>
                </a:lnTo>
                <a:lnTo>
                  <a:pt x="47244" y="101084"/>
                </a:lnTo>
                <a:lnTo>
                  <a:pt x="47244" y="104132"/>
                </a:lnTo>
                <a:lnTo>
                  <a:pt x="106991" y="104132"/>
                </a:lnTo>
                <a:close/>
              </a:path>
              <a:path w="398145" h="171450">
                <a:moveTo>
                  <a:pt x="397764" y="104132"/>
                </a:moveTo>
                <a:lnTo>
                  <a:pt x="397764" y="66032"/>
                </a:lnTo>
                <a:lnTo>
                  <a:pt x="108381" y="66032"/>
                </a:lnTo>
                <a:lnTo>
                  <a:pt x="74833" y="85265"/>
                </a:lnTo>
                <a:lnTo>
                  <a:pt x="106991" y="104132"/>
                </a:lnTo>
                <a:lnTo>
                  <a:pt x="397764" y="10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59557" y="1965960"/>
            <a:ext cx="1224280" cy="457200"/>
          </a:xfrm>
          <a:prstGeom prst="rect">
            <a:avLst/>
          </a:prstGeom>
          <a:solidFill>
            <a:srgbClr val="EB6DE2"/>
          </a:solidFill>
        </p:spPr>
        <p:txBody>
          <a:bodyPr vert="horz" wrap="square" lIns="0" tIns="3619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latin typeface="Arial MT"/>
                <a:cs typeface="Arial MT"/>
              </a:rPr>
              <a:t>Magnet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19065" y="1940051"/>
            <a:ext cx="1224280" cy="457200"/>
          </a:xfrm>
          <a:prstGeom prst="rect">
            <a:avLst/>
          </a:prstGeom>
          <a:solidFill>
            <a:srgbClr val="009898"/>
          </a:solidFill>
        </p:spPr>
        <p:txBody>
          <a:bodyPr vert="horz" wrap="square" lIns="0" tIns="38100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300"/>
              </a:spcBef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Iron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94113" y="2570988"/>
            <a:ext cx="4078604" cy="3322320"/>
          </a:xfrm>
          <a:custGeom>
            <a:avLst/>
            <a:gdLst/>
            <a:ahLst/>
            <a:cxnLst/>
            <a:rect l="l" t="t" r="r" b="b"/>
            <a:pathLst>
              <a:path w="4078604" h="3322320">
                <a:moveTo>
                  <a:pt x="4078221" y="3322320"/>
                </a:moveTo>
                <a:lnTo>
                  <a:pt x="4078221" y="0"/>
                </a:lnTo>
                <a:lnTo>
                  <a:pt x="0" y="0"/>
                </a:lnTo>
                <a:lnTo>
                  <a:pt x="0" y="3322320"/>
                </a:lnTo>
                <a:lnTo>
                  <a:pt x="4572" y="3322320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4069077" y="9144"/>
                </a:lnTo>
                <a:lnTo>
                  <a:pt x="4069077" y="4572"/>
                </a:lnTo>
                <a:lnTo>
                  <a:pt x="4073649" y="9144"/>
                </a:lnTo>
                <a:lnTo>
                  <a:pt x="4073649" y="3322320"/>
                </a:lnTo>
                <a:lnTo>
                  <a:pt x="4078221" y="3322320"/>
                </a:lnTo>
                <a:close/>
              </a:path>
              <a:path w="4078604" h="332232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4078604" h="3322320">
                <a:moveTo>
                  <a:pt x="9144" y="3313176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3313176"/>
                </a:lnTo>
                <a:lnTo>
                  <a:pt x="9144" y="3313176"/>
                </a:lnTo>
                <a:close/>
              </a:path>
              <a:path w="4078604" h="3322320">
                <a:moveTo>
                  <a:pt x="4073649" y="3313176"/>
                </a:moveTo>
                <a:lnTo>
                  <a:pt x="4572" y="3313176"/>
                </a:lnTo>
                <a:lnTo>
                  <a:pt x="9144" y="3317748"/>
                </a:lnTo>
                <a:lnTo>
                  <a:pt x="9144" y="3322320"/>
                </a:lnTo>
                <a:lnTo>
                  <a:pt x="4069077" y="3322320"/>
                </a:lnTo>
                <a:lnTo>
                  <a:pt x="4069077" y="3317748"/>
                </a:lnTo>
                <a:lnTo>
                  <a:pt x="4073649" y="3313176"/>
                </a:lnTo>
                <a:close/>
              </a:path>
              <a:path w="4078604" h="3322320">
                <a:moveTo>
                  <a:pt x="9144" y="3322320"/>
                </a:moveTo>
                <a:lnTo>
                  <a:pt x="9144" y="3317748"/>
                </a:lnTo>
                <a:lnTo>
                  <a:pt x="4572" y="3313176"/>
                </a:lnTo>
                <a:lnTo>
                  <a:pt x="4572" y="3322320"/>
                </a:lnTo>
                <a:lnTo>
                  <a:pt x="9144" y="3322320"/>
                </a:lnTo>
                <a:close/>
              </a:path>
              <a:path w="4078604" h="3322320">
                <a:moveTo>
                  <a:pt x="4073649" y="9144"/>
                </a:moveTo>
                <a:lnTo>
                  <a:pt x="4069077" y="4572"/>
                </a:lnTo>
                <a:lnTo>
                  <a:pt x="4069077" y="9144"/>
                </a:lnTo>
                <a:lnTo>
                  <a:pt x="4073649" y="9144"/>
                </a:lnTo>
                <a:close/>
              </a:path>
              <a:path w="4078604" h="3322320">
                <a:moveTo>
                  <a:pt x="4073649" y="3313176"/>
                </a:moveTo>
                <a:lnTo>
                  <a:pt x="4073649" y="9144"/>
                </a:lnTo>
                <a:lnTo>
                  <a:pt x="4069077" y="9144"/>
                </a:lnTo>
                <a:lnTo>
                  <a:pt x="4069077" y="3313176"/>
                </a:lnTo>
                <a:lnTo>
                  <a:pt x="4073649" y="3313176"/>
                </a:lnTo>
                <a:close/>
              </a:path>
              <a:path w="4078604" h="3322320">
                <a:moveTo>
                  <a:pt x="4073649" y="3322320"/>
                </a:moveTo>
                <a:lnTo>
                  <a:pt x="4073649" y="3313176"/>
                </a:lnTo>
                <a:lnTo>
                  <a:pt x="4069077" y="3317748"/>
                </a:lnTo>
                <a:lnTo>
                  <a:pt x="4069077" y="3322320"/>
                </a:lnTo>
                <a:lnTo>
                  <a:pt x="4073649" y="3322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5341498" y="2570988"/>
            <a:ext cx="4078604" cy="3322320"/>
            <a:chOff x="5341498" y="2570988"/>
            <a:chExt cx="4078604" cy="3322320"/>
          </a:xfrm>
        </p:grpSpPr>
        <p:sp>
          <p:nvSpPr>
            <p:cNvPr id="16" name="object 16"/>
            <p:cNvSpPr/>
            <p:nvPr/>
          </p:nvSpPr>
          <p:spPr>
            <a:xfrm>
              <a:off x="6966082" y="2692907"/>
              <a:ext cx="216535" cy="2403475"/>
            </a:xfrm>
            <a:custGeom>
              <a:avLst/>
              <a:gdLst/>
              <a:ahLst/>
              <a:cxnLst/>
              <a:rect l="l" t="t" r="r" b="b"/>
              <a:pathLst>
                <a:path w="216534" h="2403475">
                  <a:moveTo>
                    <a:pt x="216407" y="2322575"/>
                  </a:moveTo>
                  <a:lnTo>
                    <a:pt x="216407" y="0"/>
                  </a:lnTo>
                  <a:lnTo>
                    <a:pt x="207859" y="31265"/>
                  </a:lnTo>
                  <a:lnTo>
                    <a:pt x="184594" y="56959"/>
                  </a:lnTo>
                  <a:lnTo>
                    <a:pt x="150185" y="74366"/>
                  </a:lnTo>
                  <a:lnTo>
                    <a:pt x="108203" y="80771"/>
                  </a:lnTo>
                  <a:lnTo>
                    <a:pt x="66222" y="74366"/>
                  </a:lnTo>
                  <a:lnTo>
                    <a:pt x="31813" y="56959"/>
                  </a:lnTo>
                  <a:lnTo>
                    <a:pt x="8548" y="31265"/>
                  </a:lnTo>
                  <a:lnTo>
                    <a:pt x="0" y="0"/>
                  </a:lnTo>
                  <a:lnTo>
                    <a:pt x="0" y="2322575"/>
                  </a:lnTo>
                  <a:lnTo>
                    <a:pt x="8548" y="2353841"/>
                  </a:lnTo>
                  <a:lnTo>
                    <a:pt x="31813" y="2379535"/>
                  </a:lnTo>
                  <a:lnTo>
                    <a:pt x="66222" y="2396942"/>
                  </a:lnTo>
                  <a:lnTo>
                    <a:pt x="108203" y="2403347"/>
                  </a:lnTo>
                  <a:lnTo>
                    <a:pt x="150185" y="2396942"/>
                  </a:lnTo>
                  <a:lnTo>
                    <a:pt x="184594" y="2379535"/>
                  </a:lnTo>
                  <a:lnTo>
                    <a:pt x="207859" y="2353841"/>
                  </a:lnTo>
                  <a:lnTo>
                    <a:pt x="216407" y="2322575"/>
                  </a:lnTo>
                  <a:close/>
                </a:path>
              </a:pathLst>
            </a:custGeom>
            <a:solidFill>
              <a:srgbClr val="BA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6082" y="2612135"/>
              <a:ext cx="216407" cy="16154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41493" y="2571000"/>
              <a:ext cx="4078604" cy="3322320"/>
            </a:xfrm>
            <a:custGeom>
              <a:avLst/>
              <a:gdLst/>
              <a:ahLst/>
              <a:cxnLst/>
              <a:rect l="l" t="t" r="r" b="b"/>
              <a:pathLst>
                <a:path w="4078604" h="3322320">
                  <a:moveTo>
                    <a:pt x="1819516" y="1307020"/>
                  </a:moveTo>
                  <a:lnTo>
                    <a:pt x="1816608" y="1299972"/>
                  </a:lnTo>
                  <a:lnTo>
                    <a:pt x="1734312" y="1156716"/>
                  </a:lnTo>
                  <a:lnTo>
                    <a:pt x="1650492" y="1299972"/>
                  </a:lnTo>
                  <a:lnTo>
                    <a:pt x="1648472" y="1307020"/>
                  </a:lnTo>
                  <a:lnTo>
                    <a:pt x="1649158" y="1314069"/>
                  </a:lnTo>
                  <a:lnTo>
                    <a:pt x="1652422" y="1320546"/>
                  </a:lnTo>
                  <a:lnTo>
                    <a:pt x="1658112" y="1325880"/>
                  </a:lnTo>
                  <a:lnTo>
                    <a:pt x="1665160" y="1327899"/>
                  </a:lnTo>
                  <a:lnTo>
                    <a:pt x="1672209" y="1327213"/>
                  </a:lnTo>
                  <a:lnTo>
                    <a:pt x="1678686" y="1323949"/>
                  </a:lnTo>
                  <a:lnTo>
                    <a:pt x="1684020" y="1318260"/>
                  </a:lnTo>
                  <a:lnTo>
                    <a:pt x="1714500" y="1266304"/>
                  </a:lnTo>
                  <a:lnTo>
                    <a:pt x="1714500" y="1661160"/>
                  </a:lnTo>
                  <a:lnTo>
                    <a:pt x="1752600" y="1661160"/>
                  </a:lnTo>
                  <a:lnTo>
                    <a:pt x="1752600" y="1263700"/>
                  </a:lnTo>
                  <a:lnTo>
                    <a:pt x="1784604" y="1318260"/>
                  </a:lnTo>
                  <a:lnTo>
                    <a:pt x="1789290" y="1323949"/>
                  </a:lnTo>
                  <a:lnTo>
                    <a:pt x="1795843" y="1327213"/>
                  </a:lnTo>
                  <a:lnTo>
                    <a:pt x="1803247" y="1327899"/>
                  </a:lnTo>
                  <a:lnTo>
                    <a:pt x="1810512" y="1325880"/>
                  </a:lnTo>
                  <a:lnTo>
                    <a:pt x="1816176" y="1320546"/>
                  </a:lnTo>
                  <a:lnTo>
                    <a:pt x="1819275" y="1314069"/>
                  </a:lnTo>
                  <a:lnTo>
                    <a:pt x="1819516" y="1307020"/>
                  </a:lnTo>
                  <a:close/>
                </a:path>
                <a:path w="4078604" h="3322320">
                  <a:moveTo>
                    <a:pt x="1845564" y="121920"/>
                  </a:moveTo>
                  <a:lnTo>
                    <a:pt x="1842516" y="103632"/>
                  </a:lnTo>
                  <a:lnTo>
                    <a:pt x="1836420" y="88392"/>
                  </a:lnTo>
                  <a:lnTo>
                    <a:pt x="1836420" y="121920"/>
                  </a:lnTo>
                  <a:lnTo>
                    <a:pt x="1836420" y="155448"/>
                  </a:lnTo>
                  <a:lnTo>
                    <a:pt x="1836420" y="2444496"/>
                  </a:lnTo>
                  <a:lnTo>
                    <a:pt x="1831848" y="2467356"/>
                  </a:lnTo>
                  <a:lnTo>
                    <a:pt x="1827276" y="2473452"/>
                  </a:lnTo>
                  <a:lnTo>
                    <a:pt x="1822704" y="2481072"/>
                  </a:lnTo>
                  <a:lnTo>
                    <a:pt x="1818132" y="2487168"/>
                  </a:lnTo>
                  <a:lnTo>
                    <a:pt x="1812036" y="2491740"/>
                  </a:lnTo>
                  <a:lnTo>
                    <a:pt x="1805940" y="2497836"/>
                  </a:lnTo>
                  <a:lnTo>
                    <a:pt x="1763268" y="2517648"/>
                  </a:lnTo>
                  <a:lnTo>
                    <a:pt x="1743456" y="2520696"/>
                  </a:lnTo>
                  <a:lnTo>
                    <a:pt x="1722120" y="2520696"/>
                  </a:lnTo>
                  <a:lnTo>
                    <a:pt x="1682496" y="2511552"/>
                  </a:lnTo>
                  <a:lnTo>
                    <a:pt x="1645920" y="2485644"/>
                  </a:lnTo>
                  <a:lnTo>
                    <a:pt x="1633728" y="2465832"/>
                  </a:lnTo>
                  <a:lnTo>
                    <a:pt x="1630680" y="2459736"/>
                  </a:lnTo>
                  <a:lnTo>
                    <a:pt x="1629156" y="2452116"/>
                  </a:lnTo>
                  <a:lnTo>
                    <a:pt x="1629156" y="155448"/>
                  </a:lnTo>
                  <a:lnTo>
                    <a:pt x="1633728" y="163068"/>
                  </a:lnTo>
                  <a:lnTo>
                    <a:pt x="1639824" y="170688"/>
                  </a:lnTo>
                  <a:lnTo>
                    <a:pt x="1679448" y="198120"/>
                  </a:lnTo>
                  <a:lnTo>
                    <a:pt x="1720596" y="207264"/>
                  </a:lnTo>
                  <a:lnTo>
                    <a:pt x="1743456" y="207264"/>
                  </a:lnTo>
                  <a:lnTo>
                    <a:pt x="1755648" y="205740"/>
                  </a:lnTo>
                  <a:lnTo>
                    <a:pt x="1766316" y="204216"/>
                  </a:lnTo>
                  <a:lnTo>
                    <a:pt x="1775460" y="201168"/>
                  </a:lnTo>
                  <a:lnTo>
                    <a:pt x="1786128" y="198120"/>
                  </a:lnTo>
                  <a:lnTo>
                    <a:pt x="1819656" y="176784"/>
                  </a:lnTo>
                  <a:lnTo>
                    <a:pt x="1836420" y="155448"/>
                  </a:lnTo>
                  <a:lnTo>
                    <a:pt x="1836420" y="121920"/>
                  </a:lnTo>
                  <a:lnTo>
                    <a:pt x="1831848" y="144780"/>
                  </a:lnTo>
                  <a:lnTo>
                    <a:pt x="1827276" y="150876"/>
                  </a:lnTo>
                  <a:lnTo>
                    <a:pt x="1822704" y="158496"/>
                  </a:lnTo>
                  <a:lnTo>
                    <a:pt x="1818132" y="164592"/>
                  </a:lnTo>
                  <a:lnTo>
                    <a:pt x="1812036" y="170688"/>
                  </a:lnTo>
                  <a:lnTo>
                    <a:pt x="1805940" y="175260"/>
                  </a:lnTo>
                  <a:lnTo>
                    <a:pt x="1798320" y="181356"/>
                  </a:lnTo>
                  <a:lnTo>
                    <a:pt x="1790700" y="184404"/>
                  </a:lnTo>
                  <a:lnTo>
                    <a:pt x="1781556" y="188976"/>
                  </a:lnTo>
                  <a:lnTo>
                    <a:pt x="1763268" y="195072"/>
                  </a:lnTo>
                  <a:lnTo>
                    <a:pt x="1754124" y="196596"/>
                  </a:lnTo>
                  <a:lnTo>
                    <a:pt x="1743456" y="198120"/>
                  </a:lnTo>
                  <a:lnTo>
                    <a:pt x="1722120" y="198120"/>
                  </a:lnTo>
                  <a:lnTo>
                    <a:pt x="1682496" y="188976"/>
                  </a:lnTo>
                  <a:lnTo>
                    <a:pt x="1652016" y="169164"/>
                  </a:lnTo>
                  <a:lnTo>
                    <a:pt x="1645920" y="164592"/>
                  </a:lnTo>
                  <a:lnTo>
                    <a:pt x="1641348" y="156972"/>
                  </a:lnTo>
                  <a:lnTo>
                    <a:pt x="1636776" y="150876"/>
                  </a:lnTo>
                  <a:lnTo>
                    <a:pt x="1633728" y="143256"/>
                  </a:lnTo>
                  <a:lnTo>
                    <a:pt x="1630680" y="137160"/>
                  </a:lnTo>
                  <a:lnTo>
                    <a:pt x="1629156" y="129540"/>
                  </a:lnTo>
                  <a:lnTo>
                    <a:pt x="1629156" y="121920"/>
                  </a:lnTo>
                  <a:lnTo>
                    <a:pt x="1629156" y="114300"/>
                  </a:lnTo>
                  <a:lnTo>
                    <a:pt x="1647444" y="79248"/>
                  </a:lnTo>
                  <a:lnTo>
                    <a:pt x="1652016" y="73152"/>
                  </a:lnTo>
                  <a:lnTo>
                    <a:pt x="1691640" y="51816"/>
                  </a:lnTo>
                  <a:lnTo>
                    <a:pt x="1722120" y="45720"/>
                  </a:lnTo>
                  <a:lnTo>
                    <a:pt x="1743456" y="45720"/>
                  </a:lnTo>
                  <a:lnTo>
                    <a:pt x="1783080" y="54864"/>
                  </a:lnTo>
                  <a:lnTo>
                    <a:pt x="1824228" y="86868"/>
                  </a:lnTo>
                  <a:lnTo>
                    <a:pt x="1827276" y="92964"/>
                  </a:lnTo>
                  <a:lnTo>
                    <a:pt x="1831848" y="100584"/>
                  </a:lnTo>
                  <a:lnTo>
                    <a:pt x="1833372" y="106680"/>
                  </a:lnTo>
                  <a:lnTo>
                    <a:pt x="1836420" y="121920"/>
                  </a:lnTo>
                  <a:lnTo>
                    <a:pt x="1836420" y="88392"/>
                  </a:lnTo>
                  <a:lnTo>
                    <a:pt x="1831848" y="80772"/>
                  </a:lnTo>
                  <a:lnTo>
                    <a:pt x="1825752" y="73152"/>
                  </a:lnTo>
                  <a:lnTo>
                    <a:pt x="1818132" y="67056"/>
                  </a:lnTo>
                  <a:lnTo>
                    <a:pt x="1812036" y="60960"/>
                  </a:lnTo>
                  <a:lnTo>
                    <a:pt x="1764792" y="39624"/>
                  </a:lnTo>
                  <a:lnTo>
                    <a:pt x="1743456" y="36576"/>
                  </a:lnTo>
                  <a:lnTo>
                    <a:pt x="1720596" y="36576"/>
                  </a:lnTo>
                  <a:lnTo>
                    <a:pt x="1679448" y="45720"/>
                  </a:lnTo>
                  <a:lnTo>
                    <a:pt x="1645920" y="67056"/>
                  </a:lnTo>
                  <a:lnTo>
                    <a:pt x="1621536" y="105156"/>
                  </a:lnTo>
                  <a:lnTo>
                    <a:pt x="1620012" y="112776"/>
                  </a:lnTo>
                  <a:lnTo>
                    <a:pt x="1620012" y="121920"/>
                  </a:lnTo>
                  <a:lnTo>
                    <a:pt x="1620012" y="131064"/>
                  </a:lnTo>
                  <a:lnTo>
                    <a:pt x="1620012" y="2453640"/>
                  </a:lnTo>
                  <a:lnTo>
                    <a:pt x="1621536" y="2462784"/>
                  </a:lnTo>
                  <a:lnTo>
                    <a:pt x="1645920" y="2499360"/>
                  </a:lnTo>
                  <a:lnTo>
                    <a:pt x="1679448" y="2520696"/>
                  </a:lnTo>
                  <a:lnTo>
                    <a:pt x="1720596" y="2529840"/>
                  </a:lnTo>
                  <a:lnTo>
                    <a:pt x="1743456" y="2529840"/>
                  </a:lnTo>
                  <a:lnTo>
                    <a:pt x="1755648" y="2528316"/>
                  </a:lnTo>
                  <a:lnTo>
                    <a:pt x="1766316" y="2526792"/>
                  </a:lnTo>
                  <a:lnTo>
                    <a:pt x="1775460" y="2523744"/>
                  </a:lnTo>
                  <a:lnTo>
                    <a:pt x="1786128" y="2520696"/>
                  </a:lnTo>
                  <a:lnTo>
                    <a:pt x="1819656" y="2499360"/>
                  </a:lnTo>
                  <a:lnTo>
                    <a:pt x="1842516" y="2461260"/>
                  </a:lnTo>
                  <a:lnTo>
                    <a:pt x="1845564" y="2444496"/>
                  </a:lnTo>
                  <a:lnTo>
                    <a:pt x="1845564" y="121920"/>
                  </a:lnTo>
                  <a:close/>
                </a:path>
                <a:path w="4078604" h="3322320">
                  <a:moveTo>
                    <a:pt x="4078224" y="0"/>
                  </a:moveTo>
                  <a:lnTo>
                    <a:pt x="4069080" y="0"/>
                  </a:lnTo>
                  <a:lnTo>
                    <a:pt x="4069080" y="9144"/>
                  </a:lnTo>
                  <a:lnTo>
                    <a:pt x="4069080" y="3313176"/>
                  </a:lnTo>
                  <a:lnTo>
                    <a:pt x="10668" y="3313176"/>
                  </a:lnTo>
                  <a:lnTo>
                    <a:pt x="10668" y="9144"/>
                  </a:lnTo>
                  <a:lnTo>
                    <a:pt x="4069080" y="9144"/>
                  </a:lnTo>
                  <a:lnTo>
                    <a:pt x="4069080" y="0"/>
                  </a:lnTo>
                  <a:lnTo>
                    <a:pt x="0" y="0"/>
                  </a:lnTo>
                  <a:lnTo>
                    <a:pt x="0" y="3322320"/>
                  </a:lnTo>
                  <a:lnTo>
                    <a:pt x="4572" y="3322320"/>
                  </a:lnTo>
                  <a:lnTo>
                    <a:pt x="10668" y="3322320"/>
                  </a:lnTo>
                  <a:lnTo>
                    <a:pt x="4069080" y="3322320"/>
                  </a:lnTo>
                  <a:lnTo>
                    <a:pt x="4073652" y="3322320"/>
                  </a:lnTo>
                  <a:lnTo>
                    <a:pt x="4078224" y="3322320"/>
                  </a:lnTo>
                  <a:lnTo>
                    <a:pt x="4078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09077" y="5136894"/>
            <a:ext cx="34963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not </a:t>
            </a:r>
            <a:r>
              <a:rPr sz="2000" dirty="0">
                <a:latin typeface="Arial MT"/>
                <a:cs typeface="Arial MT"/>
              </a:rPr>
              <a:t>influence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magnetic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needle.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605918" y="2607564"/>
            <a:ext cx="1734820" cy="2493645"/>
            <a:chOff x="2605918" y="2607564"/>
            <a:chExt cx="1734820" cy="2493645"/>
          </a:xfrm>
        </p:grpSpPr>
        <p:sp>
          <p:nvSpPr>
            <p:cNvPr id="21" name="object 21"/>
            <p:cNvSpPr/>
            <p:nvPr/>
          </p:nvSpPr>
          <p:spPr>
            <a:xfrm>
              <a:off x="2610489" y="2692907"/>
              <a:ext cx="215265" cy="2403475"/>
            </a:xfrm>
            <a:custGeom>
              <a:avLst/>
              <a:gdLst/>
              <a:ahLst/>
              <a:cxnLst/>
              <a:rect l="l" t="t" r="r" b="b"/>
              <a:pathLst>
                <a:path w="215264" h="2403475">
                  <a:moveTo>
                    <a:pt x="214883" y="2322575"/>
                  </a:moveTo>
                  <a:lnTo>
                    <a:pt x="214883" y="0"/>
                  </a:lnTo>
                  <a:lnTo>
                    <a:pt x="206549" y="31265"/>
                  </a:lnTo>
                  <a:lnTo>
                    <a:pt x="183641" y="56959"/>
                  </a:lnTo>
                  <a:lnTo>
                    <a:pt x="149304" y="74366"/>
                  </a:lnTo>
                  <a:lnTo>
                    <a:pt x="106679" y="80771"/>
                  </a:lnTo>
                  <a:lnTo>
                    <a:pt x="64936" y="74366"/>
                  </a:lnTo>
                  <a:lnTo>
                    <a:pt x="31051" y="56959"/>
                  </a:lnTo>
                  <a:lnTo>
                    <a:pt x="8310" y="31265"/>
                  </a:lnTo>
                  <a:lnTo>
                    <a:pt x="0" y="0"/>
                  </a:lnTo>
                  <a:lnTo>
                    <a:pt x="0" y="2322575"/>
                  </a:lnTo>
                  <a:lnTo>
                    <a:pt x="8310" y="2353841"/>
                  </a:lnTo>
                  <a:lnTo>
                    <a:pt x="31051" y="2379535"/>
                  </a:lnTo>
                  <a:lnTo>
                    <a:pt x="64936" y="2396942"/>
                  </a:lnTo>
                  <a:lnTo>
                    <a:pt x="106679" y="2403347"/>
                  </a:lnTo>
                  <a:lnTo>
                    <a:pt x="149304" y="2396942"/>
                  </a:lnTo>
                  <a:lnTo>
                    <a:pt x="183641" y="2379535"/>
                  </a:lnTo>
                  <a:lnTo>
                    <a:pt x="206549" y="2353841"/>
                  </a:lnTo>
                  <a:lnTo>
                    <a:pt x="214883" y="2322575"/>
                  </a:lnTo>
                  <a:close/>
                </a:path>
              </a:pathLst>
            </a:custGeom>
            <a:solidFill>
              <a:srgbClr val="BA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0489" y="2612135"/>
              <a:ext cx="214883" cy="16154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605918" y="2607564"/>
              <a:ext cx="224154" cy="2493645"/>
            </a:xfrm>
            <a:custGeom>
              <a:avLst/>
              <a:gdLst/>
              <a:ahLst/>
              <a:cxnLst/>
              <a:rect l="l" t="t" r="r" b="b"/>
              <a:pathLst>
                <a:path w="224155" h="2493645">
                  <a:moveTo>
                    <a:pt x="224028" y="85344"/>
                  </a:moveTo>
                  <a:lnTo>
                    <a:pt x="224028" y="76200"/>
                  </a:lnTo>
                  <a:lnTo>
                    <a:pt x="222504" y="67056"/>
                  </a:lnTo>
                  <a:lnTo>
                    <a:pt x="198120" y="30480"/>
                  </a:lnTo>
                  <a:lnTo>
                    <a:pt x="164592" y="9144"/>
                  </a:lnTo>
                  <a:lnTo>
                    <a:pt x="123444" y="0"/>
                  </a:lnTo>
                  <a:lnTo>
                    <a:pt x="100584" y="0"/>
                  </a:lnTo>
                  <a:lnTo>
                    <a:pt x="57912" y="9144"/>
                  </a:lnTo>
                  <a:lnTo>
                    <a:pt x="25908" y="30480"/>
                  </a:lnTo>
                  <a:lnTo>
                    <a:pt x="18288" y="36576"/>
                  </a:lnTo>
                  <a:lnTo>
                    <a:pt x="13716" y="44196"/>
                  </a:lnTo>
                  <a:lnTo>
                    <a:pt x="7620" y="51816"/>
                  </a:lnTo>
                  <a:lnTo>
                    <a:pt x="4572" y="59436"/>
                  </a:lnTo>
                  <a:lnTo>
                    <a:pt x="1524" y="68580"/>
                  </a:lnTo>
                  <a:lnTo>
                    <a:pt x="0" y="76200"/>
                  </a:lnTo>
                  <a:lnTo>
                    <a:pt x="0" y="85344"/>
                  </a:lnTo>
                  <a:lnTo>
                    <a:pt x="9144" y="85344"/>
                  </a:lnTo>
                  <a:lnTo>
                    <a:pt x="9144" y="77724"/>
                  </a:lnTo>
                  <a:lnTo>
                    <a:pt x="10668" y="70104"/>
                  </a:lnTo>
                  <a:lnTo>
                    <a:pt x="32004" y="36576"/>
                  </a:lnTo>
                  <a:lnTo>
                    <a:pt x="80772" y="12192"/>
                  </a:lnTo>
                  <a:lnTo>
                    <a:pt x="102108" y="9144"/>
                  </a:lnTo>
                  <a:lnTo>
                    <a:pt x="123444" y="9144"/>
                  </a:lnTo>
                  <a:lnTo>
                    <a:pt x="132588" y="10668"/>
                  </a:lnTo>
                  <a:lnTo>
                    <a:pt x="143256" y="12192"/>
                  </a:lnTo>
                  <a:lnTo>
                    <a:pt x="185928" y="32004"/>
                  </a:lnTo>
                  <a:lnTo>
                    <a:pt x="210312" y="64008"/>
                  </a:lnTo>
                  <a:lnTo>
                    <a:pt x="213360" y="70104"/>
                  </a:lnTo>
                  <a:lnTo>
                    <a:pt x="214884" y="77724"/>
                  </a:lnTo>
                  <a:lnTo>
                    <a:pt x="214884" y="85344"/>
                  </a:lnTo>
                  <a:lnTo>
                    <a:pt x="224028" y="85344"/>
                  </a:lnTo>
                  <a:close/>
                </a:path>
                <a:path w="224155" h="2493645">
                  <a:moveTo>
                    <a:pt x="224028" y="94488"/>
                  </a:moveTo>
                  <a:lnTo>
                    <a:pt x="224028" y="85344"/>
                  </a:lnTo>
                  <a:lnTo>
                    <a:pt x="214884" y="85344"/>
                  </a:lnTo>
                  <a:lnTo>
                    <a:pt x="214884" y="92964"/>
                  </a:lnTo>
                  <a:lnTo>
                    <a:pt x="213360" y="100584"/>
                  </a:lnTo>
                  <a:lnTo>
                    <a:pt x="192024" y="134112"/>
                  </a:lnTo>
                  <a:lnTo>
                    <a:pt x="185928" y="138684"/>
                  </a:lnTo>
                  <a:lnTo>
                    <a:pt x="178308" y="144780"/>
                  </a:lnTo>
                  <a:lnTo>
                    <a:pt x="170688" y="147828"/>
                  </a:lnTo>
                  <a:lnTo>
                    <a:pt x="161544" y="152400"/>
                  </a:lnTo>
                  <a:lnTo>
                    <a:pt x="143256" y="158496"/>
                  </a:lnTo>
                  <a:lnTo>
                    <a:pt x="121920" y="161544"/>
                  </a:lnTo>
                  <a:lnTo>
                    <a:pt x="100584" y="161544"/>
                  </a:lnTo>
                  <a:lnTo>
                    <a:pt x="91440" y="160020"/>
                  </a:lnTo>
                  <a:lnTo>
                    <a:pt x="80772" y="158496"/>
                  </a:lnTo>
                  <a:lnTo>
                    <a:pt x="62484" y="152400"/>
                  </a:lnTo>
                  <a:lnTo>
                    <a:pt x="53340" y="147828"/>
                  </a:lnTo>
                  <a:lnTo>
                    <a:pt x="38100" y="138684"/>
                  </a:lnTo>
                  <a:lnTo>
                    <a:pt x="32004" y="132588"/>
                  </a:lnTo>
                  <a:lnTo>
                    <a:pt x="25908" y="128016"/>
                  </a:lnTo>
                  <a:lnTo>
                    <a:pt x="21336" y="120396"/>
                  </a:lnTo>
                  <a:lnTo>
                    <a:pt x="16764" y="114300"/>
                  </a:lnTo>
                  <a:lnTo>
                    <a:pt x="13716" y="106680"/>
                  </a:lnTo>
                  <a:lnTo>
                    <a:pt x="10668" y="100584"/>
                  </a:lnTo>
                  <a:lnTo>
                    <a:pt x="9144" y="92964"/>
                  </a:lnTo>
                  <a:lnTo>
                    <a:pt x="9144" y="85344"/>
                  </a:lnTo>
                  <a:lnTo>
                    <a:pt x="0" y="85344"/>
                  </a:lnTo>
                  <a:lnTo>
                    <a:pt x="0" y="94488"/>
                  </a:lnTo>
                  <a:lnTo>
                    <a:pt x="1524" y="103632"/>
                  </a:lnTo>
                  <a:lnTo>
                    <a:pt x="25908" y="140208"/>
                  </a:lnTo>
                  <a:lnTo>
                    <a:pt x="59436" y="161544"/>
                  </a:lnTo>
                  <a:lnTo>
                    <a:pt x="100584" y="170688"/>
                  </a:lnTo>
                  <a:lnTo>
                    <a:pt x="123444" y="170688"/>
                  </a:lnTo>
                  <a:lnTo>
                    <a:pt x="166116" y="161544"/>
                  </a:lnTo>
                  <a:lnTo>
                    <a:pt x="198120" y="140208"/>
                  </a:lnTo>
                  <a:lnTo>
                    <a:pt x="205740" y="134112"/>
                  </a:lnTo>
                  <a:lnTo>
                    <a:pt x="210312" y="126492"/>
                  </a:lnTo>
                  <a:lnTo>
                    <a:pt x="216408" y="118872"/>
                  </a:lnTo>
                  <a:lnTo>
                    <a:pt x="219456" y="111252"/>
                  </a:lnTo>
                  <a:lnTo>
                    <a:pt x="222504" y="102108"/>
                  </a:lnTo>
                  <a:lnTo>
                    <a:pt x="224028" y="94488"/>
                  </a:lnTo>
                  <a:close/>
                </a:path>
                <a:path w="224155" h="2493645">
                  <a:moveTo>
                    <a:pt x="224028" y="2417064"/>
                  </a:moveTo>
                  <a:lnTo>
                    <a:pt x="224028" y="94488"/>
                  </a:lnTo>
                  <a:lnTo>
                    <a:pt x="222504" y="102108"/>
                  </a:lnTo>
                  <a:lnTo>
                    <a:pt x="219456" y="111252"/>
                  </a:lnTo>
                  <a:lnTo>
                    <a:pt x="216408" y="118872"/>
                  </a:lnTo>
                  <a:lnTo>
                    <a:pt x="214884" y="120777"/>
                  </a:lnTo>
                  <a:lnTo>
                    <a:pt x="214884" y="2415540"/>
                  </a:lnTo>
                  <a:lnTo>
                    <a:pt x="198120" y="2450592"/>
                  </a:lnTo>
                  <a:lnTo>
                    <a:pt x="192024" y="2455164"/>
                  </a:lnTo>
                  <a:lnTo>
                    <a:pt x="185928" y="2461260"/>
                  </a:lnTo>
                  <a:lnTo>
                    <a:pt x="170688" y="2470404"/>
                  </a:lnTo>
                  <a:lnTo>
                    <a:pt x="161544" y="2474976"/>
                  </a:lnTo>
                  <a:lnTo>
                    <a:pt x="143256" y="2481072"/>
                  </a:lnTo>
                  <a:lnTo>
                    <a:pt x="121920" y="2484120"/>
                  </a:lnTo>
                  <a:lnTo>
                    <a:pt x="100584" y="2484120"/>
                  </a:lnTo>
                  <a:lnTo>
                    <a:pt x="91440" y="2482596"/>
                  </a:lnTo>
                  <a:lnTo>
                    <a:pt x="80772" y="2481072"/>
                  </a:lnTo>
                  <a:lnTo>
                    <a:pt x="38100" y="2461260"/>
                  </a:lnTo>
                  <a:lnTo>
                    <a:pt x="13716" y="2429256"/>
                  </a:lnTo>
                  <a:lnTo>
                    <a:pt x="10668" y="2423160"/>
                  </a:lnTo>
                  <a:lnTo>
                    <a:pt x="9144" y="2415540"/>
                  </a:lnTo>
                  <a:lnTo>
                    <a:pt x="9144" y="118872"/>
                  </a:lnTo>
                  <a:lnTo>
                    <a:pt x="4572" y="111252"/>
                  </a:lnTo>
                  <a:lnTo>
                    <a:pt x="1524" y="103632"/>
                  </a:lnTo>
                  <a:lnTo>
                    <a:pt x="0" y="94488"/>
                  </a:lnTo>
                  <a:lnTo>
                    <a:pt x="0" y="2417064"/>
                  </a:lnTo>
                  <a:lnTo>
                    <a:pt x="19812" y="2456688"/>
                  </a:lnTo>
                  <a:lnTo>
                    <a:pt x="59436" y="2484120"/>
                  </a:lnTo>
                  <a:lnTo>
                    <a:pt x="100584" y="2493264"/>
                  </a:lnTo>
                  <a:lnTo>
                    <a:pt x="123444" y="2493264"/>
                  </a:lnTo>
                  <a:lnTo>
                    <a:pt x="166116" y="2484120"/>
                  </a:lnTo>
                  <a:lnTo>
                    <a:pt x="198120" y="2462784"/>
                  </a:lnTo>
                  <a:lnTo>
                    <a:pt x="205740" y="2456688"/>
                  </a:lnTo>
                  <a:lnTo>
                    <a:pt x="210312" y="2449068"/>
                  </a:lnTo>
                  <a:lnTo>
                    <a:pt x="216408" y="2441448"/>
                  </a:lnTo>
                  <a:lnTo>
                    <a:pt x="219456" y="2433828"/>
                  </a:lnTo>
                  <a:lnTo>
                    <a:pt x="222504" y="2424684"/>
                  </a:lnTo>
                  <a:lnTo>
                    <a:pt x="224028" y="24170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43305" y="3799331"/>
              <a:ext cx="1278890" cy="289560"/>
            </a:xfrm>
            <a:custGeom>
              <a:avLst/>
              <a:gdLst/>
              <a:ahLst/>
              <a:cxnLst/>
              <a:rect l="l" t="t" r="r" b="b"/>
              <a:pathLst>
                <a:path w="1278889" h="289560">
                  <a:moveTo>
                    <a:pt x="1278635" y="0"/>
                  </a:moveTo>
                  <a:lnTo>
                    <a:pt x="563879" y="0"/>
                  </a:lnTo>
                  <a:lnTo>
                    <a:pt x="0" y="289559"/>
                  </a:lnTo>
                  <a:lnTo>
                    <a:pt x="714755" y="289559"/>
                  </a:lnTo>
                  <a:lnTo>
                    <a:pt x="1278635" y="0"/>
                  </a:lnTo>
                  <a:close/>
                </a:path>
              </a:pathLst>
            </a:custGeom>
            <a:solidFill>
              <a:srgbClr val="98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23494" y="3794760"/>
              <a:ext cx="1316990" cy="299085"/>
            </a:xfrm>
            <a:custGeom>
              <a:avLst/>
              <a:gdLst/>
              <a:ahLst/>
              <a:cxnLst/>
              <a:rect l="l" t="t" r="r" b="b"/>
              <a:pathLst>
                <a:path w="1316989" h="299085">
                  <a:moveTo>
                    <a:pt x="39236" y="288036"/>
                  </a:moveTo>
                  <a:lnTo>
                    <a:pt x="20791" y="288036"/>
                  </a:lnTo>
                  <a:lnTo>
                    <a:pt x="0" y="298704"/>
                  </a:lnTo>
                  <a:lnTo>
                    <a:pt x="19812" y="298704"/>
                  </a:lnTo>
                  <a:lnTo>
                    <a:pt x="19812" y="288036"/>
                  </a:lnTo>
                  <a:lnTo>
                    <a:pt x="21336" y="297180"/>
                  </a:lnTo>
                  <a:lnTo>
                    <a:pt x="39236" y="288036"/>
                  </a:lnTo>
                  <a:close/>
                </a:path>
                <a:path w="1316989" h="299085">
                  <a:moveTo>
                    <a:pt x="20791" y="288036"/>
                  </a:moveTo>
                  <a:lnTo>
                    <a:pt x="19812" y="288036"/>
                  </a:lnTo>
                  <a:lnTo>
                    <a:pt x="19812" y="288538"/>
                  </a:lnTo>
                  <a:lnTo>
                    <a:pt x="20791" y="288036"/>
                  </a:lnTo>
                  <a:close/>
                </a:path>
                <a:path w="1316989" h="299085">
                  <a:moveTo>
                    <a:pt x="734568" y="288036"/>
                  </a:moveTo>
                  <a:lnTo>
                    <a:pt x="39236" y="288036"/>
                  </a:lnTo>
                  <a:lnTo>
                    <a:pt x="21336" y="297180"/>
                  </a:lnTo>
                  <a:lnTo>
                    <a:pt x="19812" y="288036"/>
                  </a:lnTo>
                  <a:lnTo>
                    <a:pt x="19812" y="298704"/>
                  </a:lnTo>
                  <a:lnTo>
                    <a:pt x="733044" y="298704"/>
                  </a:lnTo>
                  <a:lnTo>
                    <a:pt x="733044" y="289560"/>
                  </a:lnTo>
                  <a:lnTo>
                    <a:pt x="734568" y="288036"/>
                  </a:lnTo>
                  <a:close/>
                </a:path>
                <a:path w="1316989" h="299085">
                  <a:moveTo>
                    <a:pt x="1295400" y="0"/>
                  </a:moveTo>
                  <a:lnTo>
                    <a:pt x="582168" y="0"/>
                  </a:lnTo>
                  <a:lnTo>
                    <a:pt x="20791" y="288036"/>
                  </a:lnTo>
                  <a:lnTo>
                    <a:pt x="39236" y="288036"/>
                  </a:lnTo>
                  <a:lnTo>
                    <a:pt x="583692" y="9922"/>
                  </a:lnTo>
                  <a:lnTo>
                    <a:pt x="583692" y="9144"/>
                  </a:lnTo>
                  <a:lnTo>
                    <a:pt x="1277641" y="9144"/>
                  </a:lnTo>
                  <a:lnTo>
                    <a:pt x="1295400" y="0"/>
                  </a:lnTo>
                  <a:close/>
                </a:path>
                <a:path w="1316989" h="299085">
                  <a:moveTo>
                    <a:pt x="585216" y="9144"/>
                  </a:moveTo>
                  <a:lnTo>
                    <a:pt x="583692" y="9144"/>
                  </a:lnTo>
                  <a:lnTo>
                    <a:pt x="583692" y="9922"/>
                  </a:lnTo>
                  <a:lnTo>
                    <a:pt x="585216" y="9144"/>
                  </a:lnTo>
                  <a:close/>
                </a:path>
                <a:path w="1316989" h="299085">
                  <a:moveTo>
                    <a:pt x="1298448" y="9408"/>
                  </a:moveTo>
                  <a:lnTo>
                    <a:pt x="1298448" y="9144"/>
                  </a:lnTo>
                  <a:lnTo>
                    <a:pt x="1277641" y="9144"/>
                  </a:lnTo>
                  <a:lnTo>
                    <a:pt x="733044" y="289560"/>
                  </a:lnTo>
                  <a:lnTo>
                    <a:pt x="733044" y="298704"/>
                  </a:lnTo>
                  <a:lnTo>
                    <a:pt x="736092" y="298704"/>
                  </a:lnTo>
                  <a:lnTo>
                    <a:pt x="1298448" y="9408"/>
                  </a:lnTo>
                  <a:close/>
                </a:path>
                <a:path w="1316989" h="299085">
                  <a:moveTo>
                    <a:pt x="1298448" y="9144"/>
                  </a:moveTo>
                  <a:lnTo>
                    <a:pt x="1295400" y="0"/>
                  </a:lnTo>
                  <a:lnTo>
                    <a:pt x="1277641" y="9144"/>
                  </a:lnTo>
                  <a:lnTo>
                    <a:pt x="1298448" y="9144"/>
                  </a:lnTo>
                  <a:close/>
                </a:path>
                <a:path w="1316989" h="299085">
                  <a:moveTo>
                    <a:pt x="1316736" y="0"/>
                  </a:moveTo>
                  <a:lnTo>
                    <a:pt x="1295400" y="0"/>
                  </a:lnTo>
                  <a:lnTo>
                    <a:pt x="1298448" y="9144"/>
                  </a:lnTo>
                  <a:lnTo>
                    <a:pt x="1298448" y="9408"/>
                  </a:lnTo>
                  <a:lnTo>
                    <a:pt x="13167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955936" y="2724402"/>
            <a:ext cx="4933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wire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02824" y="4184394"/>
            <a:ext cx="187578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8305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Magnetic </a:t>
            </a:r>
            <a:r>
              <a:rPr sz="2000" dirty="0">
                <a:latin typeface="Arial MT"/>
                <a:cs typeface="Arial MT"/>
              </a:rPr>
              <a:t>compass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needle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07695" y="5121654"/>
            <a:ext cx="33286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wire </a:t>
            </a:r>
            <a:r>
              <a:rPr sz="2000" dirty="0">
                <a:latin typeface="Arial MT"/>
                <a:cs typeface="Arial MT"/>
              </a:rPr>
              <a:t>deflects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magnetic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needle.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69225" y="5946921"/>
            <a:ext cx="8618855" cy="97091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1882,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Oersted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connection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magnetism.</a:t>
            </a:r>
            <a:endParaRPr sz="2000">
              <a:latin typeface="Arial MT"/>
              <a:cs typeface="Arial MT"/>
            </a:endParaRPr>
          </a:p>
          <a:p>
            <a:pPr marR="131445" algn="ctr">
              <a:lnSpc>
                <a:spcPct val="100000"/>
              </a:lnSpc>
              <a:spcBef>
                <a:spcPts val="975"/>
              </a:spcBef>
            </a:pPr>
            <a:r>
              <a:rPr sz="2800" spc="-10" dirty="0">
                <a:solidFill>
                  <a:srgbClr val="FF3200"/>
                </a:solidFill>
                <a:latin typeface="Arial MT"/>
                <a:cs typeface="Arial MT"/>
              </a:rPr>
              <a:t>Electro</a:t>
            </a:r>
            <a:r>
              <a:rPr sz="2800" spc="-10" dirty="0">
                <a:solidFill>
                  <a:srgbClr val="0000CC"/>
                </a:solidFill>
                <a:latin typeface="Arial MT"/>
                <a:cs typeface="Arial MT"/>
              </a:rPr>
              <a:t>magnetism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19094" y="3521964"/>
            <a:ext cx="2204085" cy="800100"/>
          </a:xfrm>
          <a:custGeom>
            <a:avLst/>
            <a:gdLst/>
            <a:ahLst/>
            <a:cxnLst/>
            <a:rect l="l" t="t" r="r" b="b"/>
            <a:pathLst>
              <a:path w="2204084" h="800100">
                <a:moveTo>
                  <a:pt x="1040892" y="9144"/>
                </a:moveTo>
                <a:lnTo>
                  <a:pt x="1040892" y="0"/>
                </a:lnTo>
                <a:lnTo>
                  <a:pt x="1002792" y="0"/>
                </a:lnTo>
                <a:lnTo>
                  <a:pt x="1002792" y="10668"/>
                </a:lnTo>
                <a:lnTo>
                  <a:pt x="1040892" y="9144"/>
                </a:lnTo>
                <a:close/>
              </a:path>
              <a:path w="2204084" h="800100">
                <a:moveTo>
                  <a:pt x="973836" y="10668"/>
                </a:moveTo>
                <a:lnTo>
                  <a:pt x="973836" y="1524"/>
                </a:lnTo>
                <a:lnTo>
                  <a:pt x="935736" y="3048"/>
                </a:lnTo>
                <a:lnTo>
                  <a:pt x="935736" y="13716"/>
                </a:lnTo>
                <a:lnTo>
                  <a:pt x="973836" y="10668"/>
                </a:lnTo>
                <a:close/>
              </a:path>
              <a:path w="2204084" h="800100">
                <a:moveTo>
                  <a:pt x="908304" y="15240"/>
                </a:moveTo>
                <a:lnTo>
                  <a:pt x="906780" y="4572"/>
                </a:lnTo>
                <a:lnTo>
                  <a:pt x="880872" y="7620"/>
                </a:lnTo>
                <a:lnTo>
                  <a:pt x="868680" y="7620"/>
                </a:lnTo>
                <a:lnTo>
                  <a:pt x="870204" y="16764"/>
                </a:lnTo>
                <a:lnTo>
                  <a:pt x="880872" y="16764"/>
                </a:lnTo>
                <a:lnTo>
                  <a:pt x="906780" y="15324"/>
                </a:lnTo>
                <a:lnTo>
                  <a:pt x="908304" y="15240"/>
                </a:lnTo>
                <a:close/>
              </a:path>
              <a:path w="2204084" h="800100">
                <a:moveTo>
                  <a:pt x="841248" y="19812"/>
                </a:moveTo>
                <a:lnTo>
                  <a:pt x="839724" y="10668"/>
                </a:lnTo>
                <a:lnTo>
                  <a:pt x="829056" y="10668"/>
                </a:lnTo>
                <a:lnTo>
                  <a:pt x="801624" y="13716"/>
                </a:lnTo>
                <a:lnTo>
                  <a:pt x="803148" y="22860"/>
                </a:lnTo>
                <a:lnTo>
                  <a:pt x="829056" y="21336"/>
                </a:lnTo>
                <a:lnTo>
                  <a:pt x="841248" y="19812"/>
                </a:lnTo>
                <a:close/>
              </a:path>
              <a:path w="2204084" h="800100">
                <a:moveTo>
                  <a:pt x="775716" y="25908"/>
                </a:moveTo>
                <a:lnTo>
                  <a:pt x="774192" y="16764"/>
                </a:lnTo>
                <a:lnTo>
                  <a:pt x="736092" y="21336"/>
                </a:lnTo>
                <a:lnTo>
                  <a:pt x="737616" y="30480"/>
                </a:lnTo>
                <a:lnTo>
                  <a:pt x="775716" y="25908"/>
                </a:lnTo>
                <a:close/>
              </a:path>
              <a:path w="2204084" h="800100">
                <a:moveTo>
                  <a:pt x="708660" y="35052"/>
                </a:moveTo>
                <a:lnTo>
                  <a:pt x="707136" y="25908"/>
                </a:lnTo>
                <a:lnTo>
                  <a:pt x="679704" y="28956"/>
                </a:lnTo>
                <a:lnTo>
                  <a:pt x="670560" y="30480"/>
                </a:lnTo>
                <a:lnTo>
                  <a:pt x="672084" y="39624"/>
                </a:lnTo>
                <a:lnTo>
                  <a:pt x="681228" y="38100"/>
                </a:lnTo>
                <a:lnTo>
                  <a:pt x="708660" y="35052"/>
                </a:lnTo>
                <a:close/>
              </a:path>
              <a:path w="2204084" h="800100">
                <a:moveTo>
                  <a:pt x="643128" y="44196"/>
                </a:moveTo>
                <a:lnTo>
                  <a:pt x="641604" y="35052"/>
                </a:lnTo>
                <a:lnTo>
                  <a:pt x="632460" y="36576"/>
                </a:lnTo>
                <a:lnTo>
                  <a:pt x="603504" y="41148"/>
                </a:lnTo>
                <a:lnTo>
                  <a:pt x="605028" y="51816"/>
                </a:lnTo>
                <a:lnTo>
                  <a:pt x="633984" y="45720"/>
                </a:lnTo>
                <a:lnTo>
                  <a:pt x="643128" y="44196"/>
                </a:lnTo>
                <a:close/>
              </a:path>
              <a:path w="2204084" h="800100">
                <a:moveTo>
                  <a:pt x="577596" y="56388"/>
                </a:moveTo>
                <a:lnTo>
                  <a:pt x="576072" y="47244"/>
                </a:lnTo>
                <a:lnTo>
                  <a:pt x="541020" y="54864"/>
                </a:lnTo>
                <a:lnTo>
                  <a:pt x="537972" y="54864"/>
                </a:lnTo>
                <a:lnTo>
                  <a:pt x="541020" y="64008"/>
                </a:lnTo>
                <a:lnTo>
                  <a:pt x="542544" y="64008"/>
                </a:lnTo>
                <a:lnTo>
                  <a:pt x="577596" y="56388"/>
                </a:lnTo>
                <a:close/>
              </a:path>
              <a:path w="2204084" h="800100">
                <a:moveTo>
                  <a:pt x="512064" y="70104"/>
                </a:moveTo>
                <a:lnTo>
                  <a:pt x="510540" y="60960"/>
                </a:lnTo>
                <a:lnTo>
                  <a:pt x="473964" y="70104"/>
                </a:lnTo>
                <a:lnTo>
                  <a:pt x="475488" y="79248"/>
                </a:lnTo>
                <a:lnTo>
                  <a:pt x="512064" y="70104"/>
                </a:lnTo>
                <a:close/>
              </a:path>
              <a:path w="2204084" h="800100">
                <a:moveTo>
                  <a:pt x="448056" y="86868"/>
                </a:moveTo>
                <a:lnTo>
                  <a:pt x="445008" y="77724"/>
                </a:lnTo>
                <a:lnTo>
                  <a:pt x="408432" y="86868"/>
                </a:lnTo>
                <a:lnTo>
                  <a:pt x="411480" y="96012"/>
                </a:lnTo>
                <a:lnTo>
                  <a:pt x="448056" y="86868"/>
                </a:lnTo>
                <a:close/>
              </a:path>
              <a:path w="2204084" h="800100">
                <a:moveTo>
                  <a:pt x="384048" y="105156"/>
                </a:moveTo>
                <a:lnTo>
                  <a:pt x="381000" y="96012"/>
                </a:lnTo>
                <a:lnTo>
                  <a:pt x="344424" y="108204"/>
                </a:lnTo>
                <a:lnTo>
                  <a:pt x="347472" y="117348"/>
                </a:lnTo>
                <a:lnTo>
                  <a:pt x="377952" y="106680"/>
                </a:lnTo>
                <a:lnTo>
                  <a:pt x="384048" y="105156"/>
                </a:lnTo>
                <a:close/>
              </a:path>
              <a:path w="2204084" h="800100">
                <a:moveTo>
                  <a:pt x="321564" y="126492"/>
                </a:moveTo>
                <a:lnTo>
                  <a:pt x="318516" y="117348"/>
                </a:lnTo>
                <a:lnTo>
                  <a:pt x="301752" y="123444"/>
                </a:lnTo>
                <a:lnTo>
                  <a:pt x="281940" y="131064"/>
                </a:lnTo>
                <a:lnTo>
                  <a:pt x="286512" y="140208"/>
                </a:lnTo>
                <a:lnTo>
                  <a:pt x="306324" y="132588"/>
                </a:lnTo>
                <a:lnTo>
                  <a:pt x="321564" y="126492"/>
                </a:lnTo>
                <a:close/>
              </a:path>
              <a:path w="2204084" h="800100">
                <a:moveTo>
                  <a:pt x="259080" y="150876"/>
                </a:moveTo>
                <a:lnTo>
                  <a:pt x="256032" y="141732"/>
                </a:lnTo>
                <a:lnTo>
                  <a:pt x="236220" y="150876"/>
                </a:lnTo>
                <a:lnTo>
                  <a:pt x="220980" y="158496"/>
                </a:lnTo>
                <a:lnTo>
                  <a:pt x="225552" y="166116"/>
                </a:lnTo>
                <a:lnTo>
                  <a:pt x="239268" y="160020"/>
                </a:lnTo>
                <a:lnTo>
                  <a:pt x="259080" y="150876"/>
                </a:lnTo>
                <a:close/>
              </a:path>
              <a:path w="2204084" h="800100">
                <a:moveTo>
                  <a:pt x="199644" y="179832"/>
                </a:moveTo>
                <a:lnTo>
                  <a:pt x="195072" y="170688"/>
                </a:lnTo>
                <a:lnTo>
                  <a:pt x="176784" y="181356"/>
                </a:lnTo>
                <a:lnTo>
                  <a:pt x="161544" y="188976"/>
                </a:lnTo>
                <a:lnTo>
                  <a:pt x="166116" y="198120"/>
                </a:lnTo>
                <a:lnTo>
                  <a:pt x="181356" y="188976"/>
                </a:lnTo>
                <a:lnTo>
                  <a:pt x="199644" y="179832"/>
                </a:lnTo>
                <a:close/>
              </a:path>
              <a:path w="2204084" h="800100">
                <a:moveTo>
                  <a:pt x="143256" y="213360"/>
                </a:moveTo>
                <a:lnTo>
                  <a:pt x="137160" y="204216"/>
                </a:lnTo>
                <a:lnTo>
                  <a:pt x="106680" y="227076"/>
                </a:lnTo>
                <a:lnTo>
                  <a:pt x="111252" y="234696"/>
                </a:lnTo>
                <a:lnTo>
                  <a:pt x="129540" y="220980"/>
                </a:lnTo>
                <a:lnTo>
                  <a:pt x="143256" y="213360"/>
                </a:lnTo>
                <a:close/>
              </a:path>
              <a:path w="2204084" h="800100">
                <a:moveTo>
                  <a:pt x="89916" y="252984"/>
                </a:moveTo>
                <a:lnTo>
                  <a:pt x="83820" y="245364"/>
                </a:lnTo>
                <a:lnTo>
                  <a:pt x="80772" y="246888"/>
                </a:lnTo>
                <a:lnTo>
                  <a:pt x="56388" y="271272"/>
                </a:lnTo>
                <a:lnTo>
                  <a:pt x="62484" y="278892"/>
                </a:lnTo>
                <a:lnTo>
                  <a:pt x="68580" y="271272"/>
                </a:lnTo>
                <a:lnTo>
                  <a:pt x="86868" y="254508"/>
                </a:lnTo>
                <a:lnTo>
                  <a:pt x="89916" y="252984"/>
                </a:lnTo>
                <a:close/>
              </a:path>
              <a:path w="2204084" h="800100">
                <a:moveTo>
                  <a:pt x="44196" y="300228"/>
                </a:moveTo>
                <a:lnTo>
                  <a:pt x="36576" y="294132"/>
                </a:lnTo>
                <a:lnTo>
                  <a:pt x="32004" y="301752"/>
                </a:lnTo>
                <a:lnTo>
                  <a:pt x="19812" y="320040"/>
                </a:lnTo>
                <a:lnTo>
                  <a:pt x="16764" y="327660"/>
                </a:lnTo>
                <a:lnTo>
                  <a:pt x="25908" y="332232"/>
                </a:lnTo>
                <a:lnTo>
                  <a:pt x="28956" y="324612"/>
                </a:lnTo>
                <a:lnTo>
                  <a:pt x="33528" y="315468"/>
                </a:lnTo>
                <a:lnTo>
                  <a:pt x="39624" y="306324"/>
                </a:lnTo>
                <a:lnTo>
                  <a:pt x="44196" y="300228"/>
                </a:lnTo>
                <a:close/>
              </a:path>
              <a:path w="2204084" h="800100">
                <a:moveTo>
                  <a:pt x="15240" y="356616"/>
                </a:moveTo>
                <a:lnTo>
                  <a:pt x="6096" y="355092"/>
                </a:lnTo>
                <a:lnTo>
                  <a:pt x="1524" y="368808"/>
                </a:lnTo>
                <a:lnTo>
                  <a:pt x="0" y="379476"/>
                </a:lnTo>
                <a:lnTo>
                  <a:pt x="0" y="393192"/>
                </a:lnTo>
                <a:lnTo>
                  <a:pt x="9144" y="393192"/>
                </a:lnTo>
                <a:lnTo>
                  <a:pt x="9144" y="390144"/>
                </a:lnTo>
                <a:lnTo>
                  <a:pt x="12192" y="371856"/>
                </a:lnTo>
                <a:lnTo>
                  <a:pt x="13716" y="361188"/>
                </a:lnTo>
                <a:lnTo>
                  <a:pt x="15240" y="356616"/>
                </a:lnTo>
                <a:close/>
              </a:path>
              <a:path w="2204084" h="800100">
                <a:moveTo>
                  <a:pt x="21336" y="457200"/>
                </a:moveTo>
                <a:lnTo>
                  <a:pt x="16764" y="448056"/>
                </a:lnTo>
                <a:lnTo>
                  <a:pt x="13716" y="438912"/>
                </a:lnTo>
                <a:lnTo>
                  <a:pt x="12192" y="428244"/>
                </a:lnTo>
                <a:lnTo>
                  <a:pt x="10668" y="420624"/>
                </a:lnTo>
                <a:lnTo>
                  <a:pt x="1524" y="422148"/>
                </a:lnTo>
                <a:lnTo>
                  <a:pt x="4572" y="440436"/>
                </a:lnTo>
                <a:lnTo>
                  <a:pt x="7620" y="451104"/>
                </a:lnTo>
                <a:lnTo>
                  <a:pt x="12192" y="460248"/>
                </a:lnTo>
                <a:lnTo>
                  <a:pt x="21336" y="457200"/>
                </a:lnTo>
                <a:close/>
              </a:path>
              <a:path w="2204084" h="800100">
                <a:moveTo>
                  <a:pt x="54864" y="512064"/>
                </a:moveTo>
                <a:lnTo>
                  <a:pt x="48768" y="504444"/>
                </a:lnTo>
                <a:lnTo>
                  <a:pt x="33528" y="481584"/>
                </a:lnTo>
                <a:lnTo>
                  <a:pt x="24384" y="486156"/>
                </a:lnTo>
                <a:lnTo>
                  <a:pt x="27432" y="490728"/>
                </a:lnTo>
                <a:lnTo>
                  <a:pt x="35052" y="501396"/>
                </a:lnTo>
                <a:lnTo>
                  <a:pt x="41148" y="510540"/>
                </a:lnTo>
                <a:lnTo>
                  <a:pt x="47244" y="518160"/>
                </a:lnTo>
                <a:lnTo>
                  <a:pt x="54864" y="512064"/>
                </a:lnTo>
                <a:close/>
              </a:path>
              <a:path w="2204084" h="800100">
                <a:moveTo>
                  <a:pt x="102108" y="557784"/>
                </a:moveTo>
                <a:lnTo>
                  <a:pt x="92964" y="550164"/>
                </a:lnTo>
                <a:lnTo>
                  <a:pt x="74676" y="531876"/>
                </a:lnTo>
                <a:lnTo>
                  <a:pt x="67056" y="539496"/>
                </a:lnTo>
                <a:lnTo>
                  <a:pt x="76200" y="547116"/>
                </a:lnTo>
                <a:lnTo>
                  <a:pt x="86868" y="556260"/>
                </a:lnTo>
                <a:lnTo>
                  <a:pt x="96012" y="563880"/>
                </a:lnTo>
                <a:lnTo>
                  <a:pt x="102108" y="557784"/>
                </a:lnTo>
                <a:close/>
              </a:path>
              <a:path w="2204084" h="800100">
                <a:moveTo>
                  <a:pt x="156972" y="594360"/>
                </a:moveTo>
                <a:lnTo>
                  <a:pt x="138684" y="583692"/>
                </a:lnTo>
                <a:lnTo>
                  <a:pt x="124968" y="574548"/>
                </a:lnTo>
                <a:lnTo>
                  <a:pt x="118872" y="582168"/>
                </a:lnTo>
                <a:lnTo>
                  <a:pt x="134112" y="591312"/>
                </a:lnTo>
                <a:lnTo>
                  <a:pt x="150876" y="603504"/>
                </a:lnTo>
                <a:lnTo>
                  <a:pt x="156972" y="594360"/>
                </a:lnTo>
                <a:close/>
              </a:path>
              <a:path w="2204084" h="800100">
                <a:moveTo>
                  <a:pt x="214884" y="626364"/>
                </a:moveTo>
                <a:lnTo>
                  <a:pt x="181356" y="609600"/>
                </a:lnTo>
                <a:lnTo>
                  <a:pt x="176784" y="617220"/>
                </a:lnTo>
                <a:lnTo>
                  <a:pt x="188976" y="624840"/>
                </a:lnTo>
                <a:lnTo>
                  <a:pt x="210312" y="635508"/>
                </a:lnTo>
                <a:lnTo>
                  <a:pt x="214884" y="626364"/>
                </a:lnTo>
                <a:close/>
              </a:path>
              <a:path w="2204084" h="800100">
                <a:moveTo>
                  <a:pt x="274320" y="653796"/>
                </a:moveTo>
                <a:lnTo>
                  <a:pt x="256032" y="646176"/>
                </a:lnTo>
                <a:lnTo>
                  <a:pt x="240792" y="638556"/>
                </a:lnTo>
                <a:lnTo>
                  <a:pt x="236220" y="647700"/>
                </a:lnTo>
                <a:lnTo>
                  <a:pt x="252984" y="655320"/>
                </a:lnTo>
                <a:lnTo>
                  <a:pt x="271272" y="662940"/>
                </a:lnTo>
                <a:lnTo>
                  <a:pt x="274320" y="653796"/>
                </a:lnTo>
                <a:close/>
              </a:path>
              <a:path w="2204084" h="800100">
                <a:moveTo>
                  <a:pt x="336804" y="678180"/>
                </a:moveTo>
                <a:lnTo>
                  <a:pt x="327660" y="675132"/>
                </a:lnTo>
                <a:lnTo>
                  <a:pt x="301752" y="664464"/>
                </a:lnTo>
                <a:lnTo>
                  <a:pt x="298704" y="673608"/>
                </a:lnTo>
                <a:lnTo>
                  <a:pt x="323088" y="684276"/>
                </a:lnTo>
                <a:lnTo>
                  <a:pt x="333756" y="687324"/>
                </a:lnTo>
                <a:lnTo>
                  <a:pt x="336804" y="678180"/>
                </a:lnTo>
                <a:close/>
              </a:path>
              <a:path w="2204084" h="800100">
                <a:moveTo>
                  <a:pt x="400812" y="697992"/>
                </a:moveTo>
                <a:lnTo>
                  <a:pt x="365760" y="687324"/>
                </a:lnTo>
                <a:lnTo>
                  <a:pt x="364236" y="687324"/>
                </a:lnTo>
                <a:lnTo>
                  <a:pt x="361188" y="696468"/>
                </a:lnTo>
                <a:lnTo>
                  <a:pt x="362712" y="696468"/>
                </a:lnTo>
                <a:lnTo>
                  <a:pt x="397764" y="707136"/>
                </a:lnTo>
                <a:lnTo>
                  <a:pt x="400812" y="697992"/>
                </a:lnTo>
                <a:close/>
              </a:path>
              <a:path w="2204084" h="800100">
                <a:moveTo>
                  <a:pt x="464820" y="716280"/>
                </a:moveTo>
                <a:lnTo>
                  <a:pt x="428244" y="707136"/>
                </a:lnTo>
                <a:lnTo>
                  <a:pt x="425196" y="716280"/>
                </a:lnTo>
                <a:lnTo>
                  <a:pt x="461772" y="725424"/>
                </a:lnTo>
                <a:lnTo>
                  <a:pt x="464820" y="716280"/>
                </a:lnTo>
                <a:close/>
              </a:path>
              <a:path w="2204084" h="800100">
                <a:moveTo>
                  <a:pt x="528828" y="731520"/>
                </a:moveTo>
                <a:lnTo>
                  <a:pt x="492252" y="723900"/>
                </a:lnTo>
                <a:lnTo>
                  <a:pt x="489204" y="733044"/>
                </a:lnTo>
                <a:lnTo>
                  <a:pt x="527304" y="740664"/>
                </a:lnTo>
                <a:lnTo>
                  <a:pt x="528828" y="731520"/>
                </a:lnTo>
                <a:close/>
              </a:path>
              <a:path w="2204084" h="800100">
                <a:moveTo>
                  <a:pt x="594360" y="745236"/>
                </a:moveTo>
                <a:lnTo>
                  <a:pt x="556260" y="737616"/>
                </a:lnTo>
                <a:lnTo>
                  <a:pt x="554736" y="746760"/>
                </a:lnTo>
                <a:lnTo>
                  <a:pt x="592836" y="754380"/>
                </a:lnTo>
                <a:lnTo>
                  <a:pt x="594360" y="745236"/>
                </a:lnTo>
                <a:close/>
              </a:path>
              <a:path w="2204084" h="800100">
                <a:moveTo>
                  <a:pt x="659892" y="755904"/>
                </a:moveTo>
                <a:lnTo>
                  <a:pt x="626364" y="751332"/>
                </a:lnTo>
                <a:lnTo>
                  <a:pt x="621792" y="749808"/>
                </a:lnTo>
                <a:lnTo>
                  <a:pt x="620268" y="760476"/>
                </a:lnTo>
                <a:lnTo>
                  <a:pt x="624840" y="760476"/>
                </a:lnTo>
                <a:lnTo>
                  <a:pt x="658368" y="766572"/>
                </a:lnTo>
                <a:lnTo>
                  <a:pt x="659892" y="755904"/>
                </a:lnTo>
                <a:close/>
              </a:path>
              <a:path w="2204084" h="800100">
                <a:moveTo>
                  <a:pt x="725424" y="766572"/>
                </a:moveTo>
                <a:lnTo>
                  <a:pt x="687324" y="760476"/>
                </a:lnTo>
                <a:lnTo>
                  <a:pt x="685800" y="771144"/>
                </a:lnTo>
                <a:lnTo>
                  <a:pt x="723900" y="775716"/>
                </a:lnTo>
                <a:lnTo>
                  <a:pt x="725424" y="766572"/>
                </a:lnTo>
                <a:close/>
              </a:path>
              <a:path w="2204084" h="800100">
                <a:moveTo>
                  <a:pt x="790956" y="783336"/>
                </a:moveTo>
                <a:lnTo>
                  <a:pt x="790956" y="774192"/>
                </a:lnTo>
                <a:lnTo>
                  <a:pt x="775716" y="772668"/>
                </a:lnTo>
                <a:lnTo>
                  <a:pt x="754380" y="769620"/>
                </a:lnTo>
                <a:lnTo>
                  <a:pt x="752856" y="778764"/>
                </a:lnTo>
                <a:lnTo>
                  <a:pt x="774192" y="781812"/>
                </a:lnTo>
                <a:lnTo>
                  <a:pt x="790956" y="783336"/>
                </a:lnTo>
                <a:close/>
              </a:path>
              <a:path w="2204084" h="800100">
                <a:moveTo>
                  <a:pt x="858012" y="780288"/>
                </a:moveTo>
                <a:lnTo>
                  <a:pt x="827532" y="777240"/>
                </a:lnTo>
                <a:lnTo>
                  <a:pt x="819912" y="777240"/>
                </a:lnTo>
                <a:lnTo>
                  <a:pt x="818388" y="786384"/>
                </a:lnTo>
                <a:lnTo>
                  <a:pt x="826008" y="787908"/>
                </a:lnTo>
                <a:lnTo>
                  <a:pt x="856488" y="789432"/>
                </a:lnTo>
                <a:lnTo>
                  <a:pt x="858012" y="780288"/>
                </a:lnTo>
                <a:close/>
              </a:path>
              <a:path w="2204084" h="800100">
                <a:moveTo>
                  <a:pt x="923544" y="794004"/>
                </a:moveTo>
                <a:lnTo>
                  <a:pt x="923544" y="784860"/>
                </a:lnTo>
                <a:lnTo>
                  <a:pt x="886968" y="783336"/>
                </a:lnTo>
                <a:lnTo>
                  <a:pt x="885444" y="792480"/>
                </a:lnTo>
                <a:lnTo>
                  <a:pt x="923544" y="794004"/>
                </a:lnTo>
                <a:close/>
              </a:path>
              <a:path w="2204084" h="800100">
                <a:moveTo>
                  <a:pt x="990600" y="797052"/>
                </a:moveTo>
                <a:lnTo>
                  <a:pt x="990600" y="787908"/>
                </a:lnTo>
                <a:lnTo>
                  <a:pt x="989076" y="787908"/>
                </a:lnTo>
                <a:lnTo>
                  <a:pt x="952500" y="786384"/>
                </a:lnTo>
                <a:lnTo>
                  <a:pt x="952500" y="795528"/>
                </a:lnTo>
                <a:lnTo>
                  <a:pt x="989076" y="797052"/>
                </a:lnTo>
                <a:lnTo>
                  <a:pt x="990600" y="797052"/>
                </a:lnTo>
                <a:close/>
              </a:path>
              <a:path w="2204084" h="800100">
                <a:moveTo>
                  <a:pt x="1057656" y="800100"/>
                </a:moveTo>
                <a:lnTo>
                  <a:pt x="1057656" y="789432"/>
                </a:lnTo>
                <a:lnTo>
                  <a:pt x="1019556" y="789432"/>
                </a:lnTo>
                <a:lnTo>
                  <a:pt x="1019556" y="798576"/>
                </a:lnTo>
                <a:lnTo>
                  <a:pt x="1045464" y="798576"/>
                </a:lnTo>
                <a:lnTo>
                  <a:pt x="1057656" y="800100"/>
                </a:lnTo>
                <a:close/>
              </a:path>
              <a:path w="2204084" h="800100">
                <a:moveTo>
                  <a:pt x="1123188" y="800100"/>
                </a:moveTo>
                <a:lnTo>
                  <a:pt x="1123188" y="789432"/>
                </a:lnTo>
                <a:lnTo>
                  <a:pt x="1101852" y="790956"/>
                </a:lnTo>
                <a:lnTo>
                  <a:pt x="1085088" y="789432"/>
                </a:lnTo>
                <a:lnTo>
                  <a:pt x="1085088" y="800100"/>
                </a:lnTo>
                <a:lnTo>
                  <a:pt x="1123188" y="800100"/>
                </a:lnTo>
                <a:close/>
              </a:path>
              <a:path w="2204084" h="800100">
                <a:moveTo>
                  <a:pt x="1190244" y="798576"/>
                </a:moveTo>
                <a:lnTo>
                  <a:pt x="1190244" y="789432"/>
                </a:lnTo>
                <a:lnTo>
                  <a:pt x="1152144" y="789432"/>
                </a:lnTo>
                <a:lnTo>
                  <a:pt x="1152144" y="798576"/>
                </a:lnTo>
                <a:lnTo>
                  <a:pt x="1190244" y="798576"/>
                </a:lnTo>
                <a:close/>
              </a:path>
              <a:path w="2204084" h="800100">
                <a:moveTo>
                  <a:pt x="1257300" y="795528"/>
                </a:moveTo>
                <a:lnTo>
                  <a:pt x="1257300" y="786384"/>
                </a:lnTo>
                <a:lnTo>
                  <a:pt x="1219200" y="787908"/>
                </a:lnTo>
                <a:lnTo>
                  <a:pt x="1219200" y="797052"/>
                </a:lnTo>
                <a:lnTo>
                  <a:pt x="1257300" y="795528"/>
                </a:lnTo>
                <a:close/>
              </a:path>
              <a:path w="2204084" h="800100">
                <a:moveTo>
                  <a:pt x="1324356" y="790956"/>
                </a:moveTo>
                <a:lnTo>
                  <a:pt x="1322832" y="781812"/>
                </a:lnTo>
                <a:lnTo>
                  <a:pt x="1286256" y="784738"/>
                </a:lnTo>
                <a:lnTo>
                  <a:pt x="1284732" y="784860"/>
                </a:lnTo>
                <a:lnTo>
                  <a:pt x="1286256" y="794004"/>
                </a:lnTo>
                <a:lnTo>
                  <a:pt x="1322832" y="790956"/>
                </a:lnTo>
                <a:lnTo>
                  <a:pt x="1324356" y="790956"/>
                </a:lnTo>
                <a:close/>
              </a:path>
              <a:path w="2204084" h="800100">
                <a:moveTo>
                  <a:pt x="1389888" y="786384"/>
                </a:moveTo>
                <a:lnTo>
                  <a:pt x="1389888" y="775716"/>
                </a:lnTo>
                <a:lnTo>
                  <a:pt x="1376172" y="777240"/>
                </a:lnTo>
                <a:lnTo>
                  <a:pt x="1351788" y="780288"/>
                </a:lnTo>
                <a:lnTo>
                  <a:pt x="1353312" y="789432"/>
                </a:lnTo>
                <a:lnTo>
                  <a:pt x="1376172" y="787908"/>
                </a:lnTo>
                <a:lnTo>
                  <a:pt x="1389888" y="786384"/>
                </a:lnTo>
                <a:close/>
              </a:path>
              <a:path w="2204084" h="800100">
                <a:moveTo>
                  <a:pt x="1456944" y="778764"/>
                </a:moveTo>
                <a:lnTo>
                  <a:pt x="1455420" y="769620"/>
                </a:lnTo>
                <a:lnTo>
                  <a:pt x="1427988" y="772668"/>
                </a:lnTo>
                <a:lnTo>
                  <a:pt x="1417320" y="772668"/>
                </a:lnTo>
                <a:lnTo>
                  <a:pt x="1418844" y="783336"/>
                </a:lnTo>
                <a:lnTo>
                  <a:pt x="1427988" y="781812"/>
                </a:lnTo>
                <a:lnTo>
                  <a:pt x="1456944" y="778764"/>
                </a:lnTo>
                <a:close/>
              </a:path>
              <a:path w="2204084" h="800100">
                <a:moveTo>
                  <a:pt x="1522476" y="769620"/>
                </a:moveTo>
                <a:lnTo>
                  <a:pt x="1522476" y="760476"/>
                </a:lnTo>
                <a:lnTo>
                  <a:pt x="1484376" y="765048"/>
                </a:lnTo>
                <a:lnTo>
                  <a:pt x="1485900" y="774192"/>
                </a:lnTo>
                <a:lnTo>
                  <a:pt x="1522476" y="769620"/>
                </a:lnTo>
                <a:close/>
              </a:path>
              <a:path w="2204084" h="800100">
                <a:moveTo>
                  <a:pt x="1589532" y="758952"/>
                </a:moveTo>
                <a:lnTo>
                  <a:pt x="1588008" y="749808"/>
                </a:lnTo>
                <a:lnTo>
                  <a:pt x="1577340" y="751332"/>
                </a:lnTo>
                <a:lnTo>
                  <a:pt x="1549908" y="755904"/>
                </a:lnTo>
                <a:lnTo>
                  <a:pt x="1551432" y="765048"/>
                </a:lnTo>
                <a:lnTo>
                  <a:pt x="1578864" y="760476"/>
                </a:lnTo>
                <a:lnTo>
                  <a:pt x="1589532" y="758952"/>
                </a:lnTo>
                <a:close/>
              </a:path>
              <a:path w="2204084" h="800100">
                <a:moveTo>
                  <a:pt x="1655064" y="745236"/>
                </a:moveTo>
                <a:lnTo>
                  <a:pt x="1652016" y="736092"/>
                </a:lnTo>
                <a:lnTo>
                  <a:pt x="1624584" y="742188"/>
                </a:lnTo>
                <a:lnTo>
                  <a:pt x="1615440" y="743712"/>
                </a:lnTo>
                <a:lnTo>
                  <a:pt x="1616964" y="752856"/>
                </a:lnTo>
                <a:lnTo>
                  <a:pt x="1626108" y="751332"/>
                </a:lnTo>
                <a:lnTo>
                  <a:pt x="1655064" y="745236"/>
                </a:lnTo>
                <a:close/>
              </a:path>
              <a:path w="2204084" h="800100">
                <a:moveTo>
                  <a:pt x="1720596" y="731520"/>
                </a:moveTo>
                <a:lnTo>
                  <a:pt x="1717548" y="722376"/>
                </a:lnTo>
                <a:lnTo>
                  <a:pt x="1714500" y="722376"/>
                </a:lnTo>
                <a:lnTo>
                  <a:pt x="1680972" y="729996"/>
                </a:lnTo>
                <a:lnTo>
                  <a:pt x="1682496" y="739140"/>
                </a:lnTo>
                <a:lnTo>
                  <a:pt x="1716024" y="731520"/>
                </a:lnTo>
                <a:lnTo>
                  <a:pt x="1720596" y="731520"/>
                </a:lnTo>
                <a:close/>
              </a:path>
              <a:path w="2204084" h="800100">
                <a:moveTo>
                  <a:pt x="1784604" y="713232"/>
                </a:moveTo>
                <a:lnTo>
                  <a:pt x="1781556" y="704088"/>
                </a:lnTo>
                <a:lnTo>
                  <a:pt x="1757172" y="711708"/>
                </a:lnTo>
                <a:lnTo>
                  <a:pt x="1744980" y="714756"/>
                </a:lnTo>
                <a:lnTo>
                  <a:pt x="1748028" y="723900"/>
                </a:lnTo>
                <a:lnTo>
                  <a:pt x="1760220" y="720852"/>
                </a:lnTo>
                <a:lnTo>
                  <a:pt x="1784604" y="713232"/>
                </a:lnTo>
                <a:close/>
              </a:path>
              <a:path w="2204084" h="800100">
                <a:moveTo>
                  <a:pt x="1848612" y="694944"/>
                </a:moveTo>
                <a:lnTo>
                  <a:pt x="1845564" y="685800"/>
                </a:lnTo>
                <a:lnTo>
                  <a:pt x="1837944" y="687324"/>
                </a:lnTo>
                <a:lnTo>
                  <a:pt x="1808988" y="696468"/>
                </a:lnTo>
                <a:lnTo>
                  <a:pt x="1812036" y="705612"/>
                </a:lnTo>
                <a:lnTo>
                  <a:pt x="1840992" y="696468"/>
                </a:lnTo>
                <a:lnTo>
                  <a:pt x="1848612" y="694944"/>
                </a:lnTo>
                <a:close/>
              </a:path>
              <a:path w="2204084" h="800100">
                <a:moveTo>
                  <a:pt x="1911096" y="672084"/>
                </a:moveTo>
                <a:lnTo>
                  <a:pt x="1908048" y="662940"/>
                </a:lnTo>
                <a:lnTo>
                  <a:pt x="1876044" y="675132"/>
                </a:lnTo>
                <a:lnTo>
                  <a:pt x="1872996" y="675132"/>
                </a:lnTo>
                <a:lnTo>
                  <a:pt x="1876044" y="684276"/>
                </a:lnTo>
                <a:lnTo>
                  <a:pt x="1879092" y="682752"/>
                </a:lnTo>
                <a:lnTo>
                  <a:pt x="1911096" y="672084"/>
                </a:lnTo>
                <a:close/>
              </a:path>
              <a:path w="2204084" h="800100">
                <a:moveTo>
                  <a:pt x="1972056" y="644652"/>
                </a:moveTo>
                <a:lnTo>
                  <a:pt x="1969008" y="637032"/>
                </a:lnTo>
                <a:lnTo>
                  <a:pt x="1947672" y="646176"/>
                </a:lnTo>
                <a:lnTo>
                  <a:pt x="1933956" y="652272"/>
                </a:lnTo>
                <a:lnTo>
                  <a:pt x="1938528" y="659892"/>
                </a:lnTo>
                <a:lnTo>
                  <a:pt x="1950720" y="655320"/>
                </a:lnTo>
                <a:lnTo>
                  <a:pt x="1972056" y="644652"/>
                </a:lnTo>
                <a:close/>
              </a:path>
              <a:path w="2204084" h="800100">
                <a:moveTo>
                  <a:pt x="2033016" y="614172"/>
                </a:moveTo>
                <a:lnTo>
                  <a:pt x="2028444" y="606552"/>
                </a:lnTo>
                <a:lnTo>
                  <a:pt x="1994916" y="623316"/>
                </a:lnTo>
                <a:lnTo>
                  <a:pt x="1997964" y="632460"/>
                </a:lnTo>
                <a:lnTo>
                  <a:pt x="2014728" y="624840"/>
                </a:lnTo>
                <a:lnTo>
                  <a:pt x="2033016" y="614172"/>
                </a:lnTo>
                <a:close/>
              </a:path>
              <a:path w="2204084" h="800100">
                <a:moveTo>
                  <a:pt x="2089404" y="577596"/>
                </a:moveTo>
                <a:lnTo>
                  <a:pt x="2083308" y="569976"/>
                </a:lnTo>
                <a:lnTo>
                  <a:pt x="2065020" y="583692"/>
                </a:lnTo>
                <a:lnTo>
                  <a:pt x="2051304" y="591312"/>
                </a:lnTo>
                <a:lnTo>
                  <a:pt x="2057400" y="598932"/>
                </a:lnTo>
                <a:lnTo>
                  <a:pt x="2069592" y="591312"/>
                </a:lnTo>
                <a:lnTo>
                  <a:pt x="2089404" y="577596"/>
                </a:lnTo>
                <a:close/>
              </a:path>
              <a:path w="2204084" h="800100">
                <a:moveTo>
                  <a:pt x="2139696" y="534924"/>
                </a:moveTo>
                <a:lnTo>
                  <a:pt x="2133600" y="527304"/>
                </a:lnTo>
                <a:lnTo>
                  <a:pt x="2110740" y="550164"/>
                </a:lnTo>
                <a:lnTo>
                  <a:pt x="2106168" y="553212"/>
                </a:lnTo>
                <a:lnTo>
                  <a:pt x="2112264" y="560832"/>
                </a:lnTo>
                <a:lnTo>
                  <a:pt x="2125980" y="547116"/>
                </a:lnTo>
                <a:lnTo>
                  <a:pt x="2136648" y="537972"/>
                </a:lnTo>
                <a:lnTo>
                  <a:pt x="2139696" y="534924"/>
                </a:lnTo>
                <a:close/>
              </a:path>
              <a:path w="2204084" h="800100">
                <a:moveTo>
                  <a:pt x="2182368" y="480060"/>
                </a:moveTo>
                <a:lnTo>
                  <a:pt x="2173224" y="477012"/>
                </a:lnTo>
                <a:lnTo>
                  <a:pt x="2161032" y="495300"/>
                </a:lnTo>
                <a:lnTo>
                  <a:pt x="2153412" y="504444"/>
                </a:lnTo>
                <a:lnTo>
                  <a:pt x="2151888" y="507492"/>
                </a:lnTo>
                <a:lnTo>
                  <a:pt x="2159508" y="513588"/>
                </a:lnTo>
                <a:lnTo>
                  <a:pt x="2161032" y="510540"/>
                </a:lnTo>
                <a:lnTo>
                  <a:pt x="2168652" y="501396"/>
                </a:lnTo>
                <a:lnTo>
                  <a:pt x="2174748" y="490728"/>
                </a:lnTo>
                <a:lnTo>
                  <a:pt x="2180844" y="481584"/>
                </a:lnTo>
                <a:lnTo>
                  <a:pt x="2182368" y="480060"/>
                </a:lnTo>
                <a:close/>
              </a:path>
              <a:path w="2204084" h="800100">
                <a:moveTo>
                  <a:pt x="2203704" y="416052"/>
                </a:moveTo>
                <a:lnTo>
                  <a:pt x="2193036" y="414528"/>
                </a:lnTo>
                <a:lnTo>
                  <a:pt x="2193036" y="419100"/>
                </a:lnTo>
                <a:lnTo>
                  <a:pt x="2191512" y="428244"/>
                </a:lnTo>
                <a:lnTo>
                  <a:pt x="2188464" y="438912"/>
                </a:lnTo>
                <a:lnTo>
                  <a:pt x="2185416" y="448056"/>
                </a:lnTo>
                <a:lnTo>
                  <a:pt x="2185416" y="451104"/>
                </a:lnTo>
                <a:lnTo>
                  <a:pt x="2194560" y="454152"/>
                </a:lnTo>
                <a:lnTo>
                  <a:pt x="2194560" y="451104"/>
                </a:lnTo>
                <a:lnTo>
                  <a:pt x="2197608" y="440436"/>
                </a:lnTo>
                <a:lnTo>
                  <a:pt x="2200656" y="431292"/>
                </a:lnTo>
                <a:lnTo>
                  <a:pt x="2202180" y="420624"/>
                </a:lnTo>
                <a:lnTo>
                  <a:pt x="2203704" y="416052"/>
                </a:lnTo>
                <a:close/>
              </a:path>
              <a:path w="2204084" h="800100">
                <a:moveTo>
                  <a:pt x="2203704" y="387096"/>
                </a:moveTo>
                <a:lnTo>
                  <a:pt x="2203704" y="381000"/>
                </a:lnTo>
                <a:lnTo>
                  <a:pt x="2199132" y="362712"/>
                </a:lnTo>
                <a:lnTo>
                  <a:pt x="2194560" y="348996"/>
                </a:lnTo>
                <a:lnTo>
                  <a:pt x="2186940" y="352044"/>
                </a:lnTo>
                <a:lnTo>
                  <a:pt x="2189988" y="364236"/>
                </a:lnTo>
                <a:lnTo>
                  <a:pt x="2193036" y="381000"/>
                </a:lnTo>
                <a:lnTo>
                  <a:pt x="2194560" y="387096"/>
                </a:lnTo>
                <a:lnTo>
                  <a:pt x="2203704" y="387096"/>
                </a:lnTo>
                <a:close/>
              </a:path>
              <a:path w="2204084" h="800100">
                <a:moveTo>
                  <a:pt x="2183892" y="321564"/>
                </a:moveTo>
                <a:lnTo>
                  <a:pt x="2176272" y="307848"/>
                </a:lnTo>
                <a:lnTo>
                  <a:pt x="2164080" y="291084"/>
                </a:lnTo>
                <a:lnTo>
                  <a:pt x="2162556" y="289560"/>
                </a:lnTo>
                <a:lnTo>
                  <a:pt x="2154936" y="295656"/>
                </a:lnTo>
                <a:lnTo>
                  <a:pt x="2156460" y="295656"/>
                </a:lnTo>
                <a:lnTo>
                  <a:pt x="2167128" y="312420"/>
                </a:lnTo>
                <a:lnTo>
                  <a:pt x="2174748" y="326136"/>
                </a:lnTo>
                <a:lnTo>
                  <a:pt x="2183892" y="321564"/>
                </a:lnTo>
                <a:close/>
              </a:path>
              <a:path w="2204084" h="800100">
                <a:moveTo>
                  <a:pt x="2142744" y="266700"/>
                </a:moveTo>
                <a:lnTo>
                  <a:pt x="2133600" y="257556"/>
                </a:lnTo>
                <a:lnTo>
                  <a:pt x="2115312" y="240792"/>
                </a:lnTo>
                <a:lnTo>
                  <a:pt x="2109216" y="248412"/>
                </a:lnTo>
                <a:lnTo>
                  <a:pt x="2125980" y="263652"/>
                </a:lnTo>
                <a:lnTo>
                  <a:pt x="2136648" y="274320"/>
                </a:lnTo>
                <a:lnTo>
                  <a:pt x="2142744" y="266700"/>
                </a:lnTo>
                <a:close/>
              </a:path>
              <a:path w="2204084" h="800100">
                <a:moveTo>
                  <a:pt x="2092452" y="222504"/>
                </a:moveTo>
                <a:lnTo>
                  <a:pt x="2072640" y="208788"/>
                </a:lnTo>
                <a:lnTo>
                  <a:pt x="2060448" y="201168"/>
                </a:lnTo>
                <a:lnTo>
                  <a:pt x="2055876" y="208788"/>
                </a:lnTo>
                <a:lnTo>
                  <a:pt x="2068068" y="216408"/>
                </a:lnTo>
                <a:lnTo>
                  <a:pt x="2086356" y="230124"/>
                </a:lnTo>
                <a:lnTo>
                  <a:pt x="2092452" y="222504"/>
                </a:lnTo>
                <a:close/>
              </a:path>
              <a:path w="2204084" h="800100">
                <a:moveTo>
                  <a:pt x="2036064" y="185928"/>
                </a:moveTo>
                <a:lnTo>
                  <a:pt x="2023872" y="179832"/>
                </a:lnTo>
                <a:lnTo>
                  <a:pt x="2002536" y="167640"/>
                </a:lnTo>
                <a:lnTo>
                  <a:pt x="1997964" y="176784"/>
                </a:lnTo>
                <a:lnTo>
                  <a:pt x="2019300" y="187452"/>
                </a:lnTo>
                <a:lnTo>
                  <a:pt x="2031492" y="195072"/>
                </a:lnTo>
                <a:lnTo>
                  <a:pt x="2036064" y="185928"/>
                </a:lnTo>
                <a:close/>
              </a:path>
              <a:path w="2204084" h="800100">
                <a:moveTo>
                  <a:pt x="1976628" y="155448"/>
                </a:moveTo>
                <a:lnTo>
                  <a:pt x="1969008" y="150876"/>
                </a:lnTo>
                <a:lnTo>
                  <a:pt x="1941576" y="140208"/>
                </a:lnTo>
                <a:lnTo>
                  <a:pt x="1938528" y="147828"/>
                </a:lnTo>
                <a:lnTo>
                  <a:pt x="1964436" y="160020"/>
                </a:lnTo>
                <a:lnTo>
                  <a:pt x="1972056" y="164592"/>
                </a:lnTo>
                <a:lnTo>
                  <a:pt x="1976628" y="155448"/>
                </a:lnTo>
                <a:close/>
              </a:path>
              <a:path w="2204084" h="800100">
                <a:moveTo>
                  <a:pt x="1915668" y="128016"/>
                </a:moveTo>
                <a:lnTo>
                  <a:pt x="1879092" y="115824"/>
                </a:lnTo>
                <a:lnTo>
                  <a:pt x="1876044" y="123444"/>
                </a:lnTo>
                <a:lnTo>
                  <a:pt x="1901952" y="134112"/>
                </a:lnTo>
                <a:lnTo>
                  <a:pt x="1911096" y="137160"/>
                </a:lnTo>
                <a:lnTo>
                  <a:pt x="1915668" y="128016"/>
                </a:lnTo>
                <a:close/>
              </a:path>
              <a:path w="2204084" h="800100">
                <a:moveTo>
                  <a:pt x="1851660" y="105156"/>
                </a:moveTo>
                <a:lnTo>
                  <a:pt x="1837944" y="100584"/>
                </a:lnTo>
                <a:lnTo>
                  <a:pt x="1816608" y="94488"/>
                </a:lnTo>
                <a:lnTo>
                  <a:pt x="1813560" y="103632"/>
                </a:lnTo>
                <a:lnTo>
                  <a:pt x="1834896" y="109728"/>
                </a:lnTo>
                <a:lnTo>
                  <a:pt x="1848612" y="114300"/>
                </a:lnTo>
                <a:lnTo>
                  <a:pt x="1851660" y="105156"/>
                </a:lnTo>
                <a:close/>
              </a:path>
              <a:path w="2204084" h="800100">
                <a:moveTo>
                  <a:pt x="1789176" y="85344"/>
                </a:moveTo>
                <a:lnTo>
                  <a:pt x="1764792" y="79248"/>
                </a:lnTo>
                <a:lnTo>
                  <a:pt x="1751076" y="76200"/>
                </a:lnTo>
                <a:lnTo>
                  <a:pt x="1749552" y="85344"/>
                </a:lnTo>
                <a:lnTo>
                  <a:pt x="1786128" y="94488"/>
                </a:lnTo>
                <a:lnTo>
                  <a:pt x="1789176" y="85344"/>
                </a:lnTo>
                <a:close/>
              </a:path>
              <a:path w="2204084" h="800100">
                <a:moveTo>
                  <a:pt x="1723644" y="68580"/>
                </a:moveTo>
                <a:lnTo>
                  <a:pt x="1687068" y="59436"/>
                </a:lnTo>
                <a:lnTo>
                  <a:pt x="1684020" y="68580"/>
                </a:lnTo>
                <a:lnTo>
                  <a:pt x="1722120" y="77724"/>
                </a:lnTo>
                <a:lnTo>
                  <a:pt x="1723644" y="68580"/>
                </a:lnTo>
                <a:close/>
              </a:path>
              <a:path w="2204084" h="800100">
                <a:moveTo>
                  <a:pt x="1658112" y="53340"/>
                </a:moveTo>
                <a:lnTo>
                  <a:pt x="1642872" y="50292"/>
                </a:lnTo>
                <a:lnTo>
                  <a:pt x="1621536" y="45720"/>
                </a:lnTo>
                <a:lnTo>
                  <a:pt x="1620012" y="54864"/>
                </a:lnTo>
                <a:lnTo>
                  <a:pt x="1641348" y="59436"/>
                </a:lnTo>
                <a:lnTo>
                  <a:pt x="1656588" y="62484"/>
                </a:lnTo>
                <a:lnTo>
                  <a:pt x="1658112" y="53340"/>
                </a:lnTo>
                <a:close/>
              </a:path>
              <a:path w="2204084" h="800100">
                <a:moveTo>
                  <a:pt x="1592580" y="41148"/>
                </a:moveTo>
                <a:lnTo>
                  <a:pt x="1557528" y="35052"/>
                </a:lnTo>
                <a:lnTo>
                  <a:pt x="1556004" y="35052"/>
                </a:lnTo>
                <a:lnTo>
                  <a:pt x="1554480" y="44196"/>
                </a:lnTo>
                <a:lnTo>
                  <a:pt x="1556004" y="44196"/>
                </a:lnTo>
                <a:lnTo>
                  <a:pt x="1591056" y="50292"/>
                </a:lnTo>
                <a:lnTo>
                  <a:pt x="1592580" y="41148"/>
                </a:lnTo>
                <a:close/>
              </a:path>
              <a:path w="2204084" h="800100">
                <a:moveTo>
                  <a:pt x="1527048" y="30480"/>
                </a:moveTo>
                <a:lnTo>
                  <a:pt x="1511808" y="27432"/>
                </a:lnTo>
                <a:lnTo>
                  <a:pt x="1488948" y="24384"/>
                </a:lnTo>
                <a:lnTo>
                  <a:pt x="1488948" y="33528"/>
                </a:lnTo>
                <a:lnTo>
                  <a:pt x="1510284" y="36576"/>
                </a:lnTo>
                <a:lnTo>
                  <a:pt x="1525524" y="39624"/>
                </a:lnTo>
                <a:lnTo>
                  <a:pt x="1527048" y="30480"/>
                </a:lnTo>
                <a:close/>
              </a:path>
              <a:path w="2204084" h="800100">
                <a:moveTo>
                  <a:pt x="1461516" y="21336"/>
                </a:moveTo>
                <a:lnTo>
                  <a:pt x="1423416" y="16764"/>
                </a:lnTo>
                <a:lnTo>
                  <a:pt x="1421892" y="25908"/>
                </a:lnTo>
                <a:lnTo>
                  <a:pt x="1459992" y="30480"/>
                </a:lnTo>
                <a:lnTo>
                  <a:pt x="1461516" y="21336"/>
                </a:lnTo>
                <a:close/>
              </a:path>
              <a:path w="2204084" h="800100">
                <a:moveTo>
                  <a:pt x="1394460" y="22860"/>
                </a:moveTo>
                <a:lnTo>
                  <a:pt x="1394460" y="13716"/>
                </a:lnTo>
                <a:lnTo>
                  <a:pt x="1371600" y="10668"/>
                </a:lnTo>
                <a:lnTo>
                  <a:pt x="1356360" y="10668"/>
                </a:lnTo>
                <a:lnTo>
                  <a:pt x="1356360" y="19812"/>
                </a:lnTo>
                <a:lnTo>
                  <a:pt x="1370076" y="21336"/>
                </a:lnTo>
                <a:lnTo>
                  <a:pt x="1394460" y="22860"/>
                </a:lnTo>
                <a:close/>
              </a:path>
              <a:path w="2204084" h="800100">
                <a:moveTo>
                  <a:pt x="1328928" y="7620"/>
                </a:moveTo>
                <a:lnTo>
                  <a:pt x="1322832" y="7620"/>
                </a:lnTo>
                <a:lnTo>
                  <a:pt x="1290828" y="4572"/>
                </a:lnTo>
                <a:lnTo>
                  <a:pt x="1289304" y="15240"/>
                </a:lnTo>
                <a:lnTo>
                  <a:pt x="1321308" y="16764"/>
                </a:lnTo>
                <a:lnTo>
                  <a:pt x="1327404" y="16764"/>
                </a:lnTo>
                <a:lnTo>
                  <a:pt x="1328928" y="7620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16820" y="438403"/>
            <a:ext cx="3490595" cy="12414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2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Electromagnetism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Electricity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and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magnetism</a:t>
            </a:r>
            <a:endParaRPr sz="2200">
              <a:latin typeface="Arial"/>
              <a:cs typeface="Arial"/>
            </a:endParaRPr>
          </a:p>
          <a:p>
            <a:pPr marL="929640">
              <a:lnSpc>
                <a:spcPct val="100000"/>
              </a:lnSpc>
              <a:spcBef>
                <a:spcPts val="1585"/>
              </a:spcBef>
            </a:pP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Electricity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93885" y="368808"/>
            <a:ext cx="9105900" cy="6819900"/>
            <a:chOff x="793885" y="368808"/>
            <a:chExt cx="9105900" cy="6819900"/>
          </a:xfrm>
        </p:grpSpPr>
        <p:sp>
          <p:nvSpPr>
            <p:cNvPr id="33" name="object 33"/>
            <p:cNvSpPr/>
            <p:nvPr/>
          </p:nvSpPr>
          <p:spPr>
            <a:xfrm>
              <a:off x="793885" y="368808"/>
              <a:ext cx="9105900" cy="6819900"/>
            </a:xfrm>
            <a:custGeom>
              <a:avLst/>
              <a:gdLst/>
              <a:ahLst/>
              <a:cxnLst/>
              <a:rect l="l" t="t" r="r" b="b"/>
              <a:pathLst>
                <a:path w="9105900" h="6819900">
                  <a:moveTo>
                    <a:pt x="9105897" y="6819900"/>
                  </a:moveTo>
                  <a:lnTo>
                    <a:pt x="9105897" y="0"/>
                  </a:lnTo>
                  <a:lnTo>
                    <a:pt x="0" y="0"/>
                  </a:lnTo>
                  <a:lnTo>
                    <a:pt x="0" y="6819900"/>
                  </a:lnTo>
                  <a:lnTo>
                    <a:pt x="6096" y="6819900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lnTo>
                    <a:pt x="9093705" y="12192"/>
                  </a:lnTo>
                  <a:lnTo>
                    <a:pt x="9093705" y="6096"/>
                  </a:lnTo>
                  <a:lnTo>
                    <a:pt x="9099801" y="12192"/>
                  </a:lnTo>
                  <a:lnTo>
                    <a:pt x="9099801" y="6819900"/>
                  </a:lnTo>
                  <a:lnTo>
                    <a:pt x="9105897" y="6819900"/>
                  </a:lnTo>
                  <a:close/>
                </a:path>
                <a:path w="9105900" h="6819900">
                  <a:moveTo>
                    <a:pt x="12192" y="12192"/>
                  </a:move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close/>
                </a:path>
                <a:path w="9105900" h="6819900">
                  <a:moveTo>
                    <a:pt x="12192" y="6807708"/>
                  </a:moveTo>
                  <a:lnTo>
                    <a:pt x="12192" y="12192"/>
                  </a:lnTo>
                  <a:lnTo>
                    <a:pt x="6096" y="12192"/>
                  </a:lnTo>
                  <a:lnTo>
                    <a:pt x="6096" y="6807708"/>
                  </a:lnTo>
                  <a:lnTo>
                    <a:pt x="12192" y="6807708"/>
                  </a:lnTo>
                  <a:close/>
                </a:path>
                <a:path w="9105900" h="6819900">
                  <a:moveTo>
                    <a:pt x="9099801" y="6807708"/>
                  </a:moveTo>
                  <a:lnTo>
                    <a:pt x="6096" y="6807708"/>
                  </a:lnTo>
                  <a:lnTo>
                    <a:pt x="12192" y="6813804"/>
                  </a:lnTo>
                  <a:lnTo>
                    <a:pt x="12192" y="6819900"/>
                  </a:lnTo>
                  <a:lnTo>
                    <a:pt x="9093705" y="6819900"/>
                  </a:lnTo>
                  <a:lnTo>
                    <a:pt x="9093705" y="6813804"/>
                  </a:lnTo>
                  <a:lnTo>
                    <a:pt x="9099801" y="6807708"/>
                  </a:lnTo>
                  <a:close/>
                </a:path>
                <a:path w="9105900" h="6819900">
                  <a:moveTo>
                    <a:pt x="12192" y="6819900"/>
                  </a:moveTo>
                  <a:lnTo>
                    <a:pt x="12192" y="6813804"/>
                  </a:lnTo>
                  <a:lnTo>
                    <a:pt x="6096" y="6807708"/>
                  </a:lnTo>
                  <a:lnTo>
                    <a:pt x="6096" y="6819900"/>
                  </a:lnTo>
                  <a:lnTo>
                    <a:pt x="12192" y="6819900"/>
                  </a:lnTo>
                  <a:close/>
                </a:path>
                <a:path w="9105900" h="6819900">
                  <a:moveTo>
                    <a:pt x="9099801" y="12192"/>
                  </a:moveTo>
                  <a:lnTo>
                    <a:pt x="9093705" y="6096"/>
                  </a:lnTo>
                  <a:lnTo>
                    <a:pt x="9093705" y="12192"/>
                  </a:lnTo>
                  <a:lnTo>
                    <a:pt x="9099801" y="12192"/>
                  </a:lnTo>
                  <a:close/>
                </a:path>
                <a:path w="9105900" h="6819900">
                  <a:moveTo>
                    <a:pt x="9099801" y="6807708"/>
                  </a:moveTo>
                  <a:lnTo>
                    <a:pt x="9099801" y="12192"/>
                  </a:lnTo>
                  <a:lnTo>
                    <a:pt x="9093705" y="12192"/>
                  </a:lnTo>
                  <a:lnTo>
                    <a:pt x="9093705" y="6807708"/>
                  </a:lnTo>
                  <a:lnTo>
                    <a:pt x="9099801" y="6807708"/>
                  </a:lnTo>
                  <a:close/>
                </a:path>
                <a:path w="9105900" h="6819900">
                  <a:moveTo>
                    <a:pt x="9099801" y="6819900"/>
                  </a:moveTo>
                  <a:lnTo>
                    <a:pt x="9099801" y="6807708"/>
                  </a:lnTo>
                  <a:lnTo>
                    <a:pt x="9093705" y="6813804"/>
                  </a:lnTo>
                  <a:lnTo>
                    <a:pt x="9093705" y="6819900"/>
                  </a:lnTo>
                  <a:lnTo>
                    <a:pt x="9099801" y="68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11317" y="3515867"/>
              <a:ext cx="753110" cy="879475"/>
            </a:xfrm>
            <a:custGeom>
              <a:avLst/>
              <a:gdLst/>
              <a:ahLst/>
              <a:cxnLst/>
              <a:rect l="l" t="t" r="r" b="b"/>
              <a:pathLst>
                <a:path w="753109" h="879475">
                  <a:moveTo>
                    <a:pt x="752855" y="0"/>
                  </a:moveTo>
                  <a:lnTo>
                    <a:pt x="249935" y="371855"/>
                  </a:lnTo>
                  <a:lnTo>
                    <a:pt x="0" y="879347"/>
                  </a:lnTo>
                  <a:lnTo>
                    <a:pt x="502919" y="507491"/>
                  </a:lnTo>
                  <a:lnTo>
                    <a:pt x="752855" y="0"/>
                  </a:lnTo>
                  <a:close/>
                </a:path>
              </a:pathLst>
            </a:custGeom>
            <a:solidFill>
              <a:srgbClr val="98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97602" y="3500628"/>
              <a:ext cx="780415" cy="909955"/>
            </a:xfrm>
            <a:custGeom>
              <a:avLst/>
              <a:gdLst/>
              <a:ahLst/>
              <a:cxnLst/>
              <a:rect l="l" t="t" r="r" b="b"/>
              <a:pathLst>
                <a:path w="780415" h="909954">
                  <a:moveTo>
                    <a:pt x="780288" y="0"/>
                  </a:moveTo>
                  <a:lnTo>
                    <a:pt x="260604" y="384048"/>
                  </a:lnTo>
                  <a:lnTo>
                    <a:pt x="0" y="909828"/>
                  </a:lnTo>
                  <a:lnTo>
                    <a:pt x="10668" y="901944"/>
                  </a:lnTo>
                  <a:lnTo>
                    <a:pt x="10668" y="891540"/>
                  </a:lnTo>
                  <a:lnTo>
                    <a:pt x="23929" y="881694"/>
                  </a:lnTo>
                  <a:lnTo>
                    <a:pt x="266700" y="393210"/>
                  </a:lnTo>
                  <a:lnTo>
                    <a:pt x="266700" y="391668"/>
                  </a:lnTo>
                  <a:lnTo>
                    <a:pt x="268224" y="390144"/>
                  </a:lnTo>
                  <a:lnTo>
                    <a:pt x="268224" y="390541"/>
                  </a:lnTo>
                  <a:lnTo>
                    <a:pt x="752914" y="32163"/>
                  </a:lnTo>
                  <a:lnTo>
                    <a:pt x="762000" y="13716"/>
                  </a:lnTo>
                  <a:lnTo>
                    <a:pt x="769620" y="19812"/>
                  </a:lnTo>
                  <a:lnTo>
                    <a:pt x="769620" y="21523"/>
                  </a:lnTo>
                  <a:lnTo>
                    <a:pt x="780288" y="0"/>
                  </a:lnTo>
                  <a:close/>
                </a:path>
                <a:path w="780415" h="909954">
                  <a:moveTo>
                    <a:pt x="23929" y="881694"/>
                  </a:moveTo>
                  <a:lnTo>
                    <a:pt x="10668" y="891540"/>
                  </a:lnTo>
                  <a:lnTo>
                    <a:pt x="16764" y="896112"/>
                  </a:lnTo>
                  <a:lnTo>
                    <a:pt x="23929" y="881694"/>
                  </a:lnTo>
                  <a:close/>
                </a:path>
                <a:path w="780415" h="909954">
                  <a:moveTo>
                    <a:pt x="769620" y="21523"/>
                  </a:moveTo>
                  <a:lnTo>
                    <a:pt x="769620" y="19812"/>
                  </a:lnTo>
                  <a:lnTo>
                    <a:pt x="752914" y="32163"/>
                  </a:lnTo>
                  <a:lnTo>
                    <a:pt x="512064" y="521208"/>
                  </a:lnTo>
                  <a:lnTo>
                    <a:pt x="512064" y="519291"/>
                  </a:lnTo>
                  <a:lnTo>
                    <a:pt x="23929" y="881694"/>
                  </a:lnTo>
                  <a:lnTo>
                    <a:pt x="16764" y="896112"/>
                  </a:lnTo>
                  <a:lnTo>
                    <a:pt x="10668" y="891540"/>
                  </a:lnTo>
                  <a:lnTo>
                    <a:pt x="10668" y="901944"/>
                  </a:lnTo>
                  <a:lnTo>
                    <a:pt x="512064" y="531411"/>
                  </a:lnTo>
                  <a:lnTo>
                    <a:pt x="512064" y="521208"/>
                  </a:lnTo>
                  <a:lnTo>
                    <a:pt x="513551" y="518232"/>
                  </a:lnTo>
                  <a:lnTo>
                    <a:pt x="513551" y="530311"/>
                  </a:lnTo>
                  <a:lnTo>
                    <a:pt x="519684" y="525780"/>
                  </a:lnTo>
                  <a:lnTo>
                    <a:pt x="769620" y="21523"/>
                  </a:lnTo>
                  <a:close/>
                </a:path>
                <a:path w="780415" h="909954">
                  <a:moveTo>
                    <a:pt x="268224" y="390144"/>
                  </a:moveTo>
                  <a:lnTo>
                    <a:pt x="266700" y="391668"/>
                  </a:lnTo>
                  <a:lnTo>
                    <a:pt x="267911" y="390771"/>
                  </a:lnTo>
                  <a:lnTo>
                    <a:pt x="268224" y="390144"/>
                  </a:lnTo>
                  <a:close/>
                </a:path>
                <a:path w="780415" h="909954">
                  <a:moveTo>
                    <a:pt x="267911" y="390771"/>
                  </a:moveTo>
                  <a:lnTo>
                    <a:pt x="266700" y="391668"/>
                  </a:lnTo>
                  <a:lnTo>
                    <a:pt x="266700" y="393210"/>
                  </a:lnTo>
                  <a:lnTo>
                    <a:pt x="267911" y="390771"/>
                  </a:lnTo>
                  <a:close/>
                </a:path>
                <a:path w="780415" h="909954">
                  <a:moveTo>
                    <a:pt x="268224" y="390541"/>
                  </a:moveTo>
                  <a:lnTo>
                    <a:pt x="268224" y="390144"/>
                  </a:lnTo>
                  <a:lnTo>
                    <a:pt x="267911" y="390771"/>
                  </a:lnTo>
                  <a:lnTo>
                    <a:pt x="268224" y="390541"/>
                  </a:lnTo>
                  <a:close/>
                </a:path>
                <a:path w="780415" h="909954">
                  <a:moveTo>
                    <a:pt x="769620" y="19812"/>
                  </a:moveTo>
                  <a:lnTo>
                    <a:pt x="762000" y="13716"/>
                  </a:lnTo>
                  <a:lnTo>
                    <a:pt x="752914" y="32163"/>
                  </a:lnTo>
                  <a:lnTo>
                    <a:pt x="769620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32748" y="5203949"/>
            <a:ext cx="1900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Faraday’s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law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9512" y="5938517"/>
            <a:ext cx="2908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Ampere–</a:t>
            </a:r>
            <a:r>
              <a:rPr sz="2400" dirty="0">
                <a:latin typeface="Arial MT"/>
                <a:cs typeface="Arial MT"/>
              </a:rPr>
              <a:t>Maxwell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law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0239" y="4590540"/>
            <a:ext cx="6356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0855" algn="l"/>
              </a:tabLst>
            </a:pPr>
            <a:r>
              <a:rPr sz="1050" spc="-50" dirty="0">
                <a:latin typeface="Symbol"/>
                <a:cs typeface="Symbol"/>
              </a:rPr>
              <a:t>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Symbol"/>
                <a:cs typeface="Symbol"/>
              </a:rPr>
              <a:t></a:t>
            </a:r>
            <a:endParaRPr sz="10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0239" y="3929124"/>
            <a:ext cx="6356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0855" algn="l"/>
              </a:tabLst>
            </a:pPr>
            <a:r>
              <a:rPr sz="1050" spc="-50" dirty="0">
                <a:latin typeface="Symbol"/>
                <a:cs typeface="Symbol"/>
              </a:rPr>
              <a:t>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Symbol"/>
                <a:cs typeface="Symbol"/>
              </a:rPr>
              <a:t></a:t>
            </a:r>
            <a:endParaRPr sz="10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2015" y="3917694"/>
            <a:ext cx="142049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4050" spc="-1080" baseline="-13374" dirty="0">
                <a:latin typeface="Courier New"/>
                <a:cs typeface="Courier New"/>
              </a:rPr>
              <a:t>□</a:t>
            </a:r>
            <a:r>
              <a:rPr sz="4050" spc="-1080" baseline="-13374" dirty="0">
                <a:latin typeface="Symbol"/>
                <a:cs typeface="Symbol"/>
              </a:rPr>
              <a:t></a:t>
            </a:r>
            <a:r>
              <a:rPr sz="4050" spc="127" baseline="-1337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.d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964"/>
              </a:spcBef>
            </a:pPr>
            <a:r>
              <a:rPr sz="4050" spc="-1080" baseline="-13374" dirty="0">
                <a:latin typeface="Courier New"/>
                <a:cs typeface="Courier New"/>
              </a:rPr>
              <a:t>□</a:t>
            </a:r>
            <a:r>
              <a:rPr sz="4050" spc="-1080" baseline="-13374" dirty="0">
                <a:latin typeface="Symbol"/>
                <a:cs typeface="Symbol"/>
              </a:rPr>
              <a:t></a:t>
            </a:r>
            <a:r>
              <a:rPr sz="4050" spc="127" baseline="-1337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B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.d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2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= </a:t>
            </a:r>
            <a:r>
              <a:rPr sz="1800" spc="-50" dirty="0"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2082" y="4076891"/>
            <a:ext cx="8070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Arial MT"/>
                <a:cs typeface="Arial MT"/>
              </a:rPr>
              <a:t>=</a:t>
            </a:r>
            <a:r>
              <a:rPr sz="2700" spc="-7" baseline="13888" dirty="0">
                <a:latin typeface="Arial MT"/>
                <a:cs typeface="Arial MT"/>
              </a:rPr>
              <a:t> </a:t>
            </a:r>
            <a:r>
              <a:rPr sz="2700" spc="-15" baseline="13888" dirty="0">
                <a:latin typeface="Arial MT"/>
                <a:cs typeface="Arial MT"/>
              </a:rPr>
              <a:t>q</a:t>
            </a:r>
            <a:r>
              <a:rPr sz="1050" spc="-10" dirty="0">
                <a:latin typeface="Arial MT"/>
                <a:cs typeface="Arial MT"/>
              </a:rPr>
              <a:t>enc</a:t>
            </a:r>
            <a:r>
              <a:rPr sz="2850" spc="-15" baseline="13157" dirty="0">
                <a:latin typeface="Symbol"/>
                <a:cs typeface="Symbol"/>
              </a:rPr>
              <a:t></a:t>
            </a:r>
            <a:r>
              <a:rPr sz="1050" spc="-10" dirty="0"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05926" y="5471157"/>
            <a:ext cx="447040" cy="0"/>
          </a:xfrm>
          <a:custGeom>
            <a:avLst/>
            <a:gdLst/>
            <a:ahLst/>
            <a:cxnLst/>
            <a:rect l="l" t="t" r="r" b="b"/>
            <a:pathLst>
              <a:path w="447040">
                <a:moveTo>
                  <a:pt x="0" y="0"/>
                </a:moveTo>
                <a:lnTo>
                  <a:pt x="446529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55167" y="5256212"/>
            <a:ext cx="14414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-755" dirty="0">
                <a:latin typeface="Courier New"/>
                <a:cs typeface="Courier New"/>
              </a:rPr>
              <a:t>□</a:t>
            </a:r>
            <a:r>
              <a:rPr sz="2700" spc="-755" dirty="0">
                <a:latin typeface="Symbol"/>
                <a:cs typeface="Symbol"/>
              </a:rPr>
              <a:t>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80030" y="5144811"/>
            <a:ext cx="46609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Arial MT"/>
                <a:cs typeface="Arial MT"/>
              </a:rPr>
              <a:t>d</a:t>
            </a:r>
            <a:r>
              <a:rPr sz="1800" spc="-25" dirty="0">
                <a:latin typeface="Symbol"/>
                <a:cs typeface="Symbol"/>
              </a:rPr>
              <a:t></a:t>
            </a:r>
            <a:r>
              <a:rPr sz="1575" i="1" spc="-37" baseline="-23809" dirty="0">
                <a:latin typeface="Courier New"/>
                <a:cs typeface="Courier New"/>
              </a:rPr>
              <a:t>B</a:t>
            </a:r>
            <a:endParaRPr sz="1575" baseline="-23809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0055" y="5186596"/>
            <a:ext cx="993140" cy="40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05">
              <a:lnSpc>
                <a:spcPts val="1030"/>
              </a:lnSpc>
              <a:spcBef>
                <a:spcPts val="95"/>
              </a:spcBef>
              <a:tabLst>
                <a:tab pos="489584" algn="l"/>
              </a:tabLst>
            </a:pPr>
            <a:r>
              <a:rPr sz="1050" spc="-50" dirty="0">
                <a:latin typeface="Symbol"/>
                <a:cs typeface="Symbol"/>
              </a:rPr>
              <a:t>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Symbol"/>
                <a:cs typeface="Symbol"/>
              </a:rPr>
              <a:t></a:t>
            </a:r>
            <a:endParaRPr sz="1050">
              <a:latin typeface="Symbol"/>
              <a:cs typeface="Symbol"/>
            </a:endParaRPr>
          </a:p>
          <a:p>
            <a:pPr marL="12700">
              <a:lnSpc>
                <a:spcPts val="1930"/>
              </a:lnSpc>
            </a:pPr>
            <a:r>
              <a:rPr sz="1800" dirty="0">
                <a:latin typeface="Arial MT"/>
                <a:cs typeface="Arial MT"/>
              </a:rPr>
              <a:t>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.d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</a:t>
            </a:r>
            <a:r>
              <a:rPr sz="1800" spc="114" dirty="0">
                <a:latin typeface="Arial MT"/>
                <a:cs typeface="Arial MT"/>
              </a:rPr>
              <a:t>  </a:t>
            </a:r>
            <a:r>
              <a:rPr sz="1800" spc="-25" dirty="0">
                <a:latin typeface="Arial MT"/>
                <a:cs typeface="Arial MT"/>
              </a:rPr>
              <a:t>=-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19730" y="5466375"/>
            <a:ext cx="2171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Arial MT"/>
                <a:cs typeface="Arial MT"/>
              </a:rPr>
              <a:t>dt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40629" y="6192011"/>
            <a:ext cx="443865" cy="0"/>
          </a:xfrm>
          <a:custGeom>
            <a:avLst/>
            <a:gdLst/>
            <a:ahLst/>
            <a:cxnLst/>
            <a:rect l="l" t="t" r="r" b="b"/>
            <a:pathLst>
              <a:path w="443865">
                <a:moveTo>
                  <a:pt x="0" y="0"/>
                </a:moveTo>
                <a:lnTo>
                  <a:pt x="443483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516250" y="5865662"/>
            <a:ext cx="47180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Arial MT"/>
                <a:cs typeface="Arial MT"/>
              </a:rPr>
              <a:t>d</a:t>
            </a:r>
            <a:r>
              <a:rPr sz="1800" spc="-25" dirty="0">
                <a:latin typeface="Microsoft Sans Serif"/>
                <a:cs typeface="Microsoft Sans Serif"/>
              </a:rPr>
              <a:t>Φ</a:t>
            </a:r>
            <a:r>
              <a:rPr sz="1575" spc="-37" baseline="-23809" dirty="0">
                <a:latin typeface="Arial MT"/>
                <a:cs typeface="Arial MT"/>
              </a:rPr>
              <a:t>E</a:t>
            </a:r>
            <a:endParaRPr sz="1575" baseline="-23809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82015" y="5894768"/>
            <a:ext cx="916940" cy="4368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80670">
              <a:lnSpc>
                <a:spcPts val="580"/>
              </a:lnSpc>
              <a:spcBef>
                <a:spcPts val="195"/>
              </a:spcBef>
              <a:tabLst>
                <a:tab pos="742315" algn="l"/>
              </a:tabLst>
            </a:pPr>
            <a:r>
              <a:rPr sz="1050" spc="-50" dirty="0">
                <a:latin typeface="Symbol"/>
                <a:cs typeface="Symbol"/>
              </a:rPr>
              <a:t>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Symbol"/>
                <a:cs typeface="Symbol"/>
              </a:rPr>
              <a:t></a:t>
            </a:r>
            <a:endParaRPr sz="1050">
              <a:latin typeface="Symbol"/>
              <a:cs typeface="Symbol"/>
            </a:endParaRPr>
          </a:p>
          <a:p>
            <a:pPr marL="50800">
              <a:lnSpc>
                <a:spcPts val="2560"/>
              </a:lnSpc>
            </a:pPr>
            <a:r>
              <a:rPr sz="4050" spc="-1080" baseline="-13374" dirty="0">
                <a:latin typeface="Courier New"/>
                <a:cs typeface="Courier New"/>
              </a:rPr>
              <a:t>□</a:t>
            </a:r>
            <a:r>
              <a:rPr sz="4050" spc="-1080" baseline="-13374" dirty="0">
                <a:latin typeface="Symbol"/>
                <a:cs typeface="Symbol"/>
              </a:rPr>
              <a:t></a:t>
            </a:r>
            <a:r>
              <a:rPr sz="4050" spc="127" baseline="-1337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B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.d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68549" y="6008918"/>
            <a:ext cx="60325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=</a:t>
            </a:r>
            <a:r>
              <a:rPr sz="1800" spc="-10" dirty="0">
                <a:latin typeface="Microsoft Sans Serif"/>
                <a:cs typeface="Microsoft Sans Serif"/>
              </a:rPr>
              <a:t>μ</a:t>
            </a:r>
            <a:r>
              <a:rPr sz="1575" spc="-15" baseline="-23809" dirty="0">
                <a:latin typeface="Arial MT"/>
                <a:cs typeface="Arial MT"/>
              </a:rPr>
              <a:t>0</a:t>
            </a:r>
            <a:r>
              <a:rPr sz="1800" spc="-10" dirty="0">
                <a:latin typeface="Microsoft Sans Serif"/>
                <a:cs typeface="Microsoft Sans Serif"/>
              </a:rPr>
              <a:t>ε</a:t>
            </a:r>
            <a:r>
              <a:rPr sz="1575" spc="-15" baseline="-23809" dirty="0">
                <a:latin typeface="Arial MT"/>
                <a:cs typeface="Arial MT"/>
              </a:rPr>
              <a:t>0</a:t>
            </a:r>
            <a:endParaRPr sz="1575" baseline="-23809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3634" y="6008918"/>
            <a:ext cx="40957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Arial MT"/>
                <a:cs typeface="Arial MT"/>
              </a:rPr>
              <a:t>+</a:t>
            </a:r>
            <a:r>
              <a:rPr sz="1800" spc="-25" dirty="0">
                <a:latin typeface="Microsoft Sans Serif"/>
                <a:cs typeface="Microsoft Sans Serif"/>
              </a:rPr>
              <a:t>μ</a:t>
            </a:r>
            <a:r>
              <a:rPr sz="1575" spc="-37" baseline="-23809" dirty="0">
                <a:latin typeface="Arial MT"/>
                <a:cs typeface="Arial MT"/>
              </a:rPr>
              <a:t>0</a:t>
            </a:r>
            <a:endParaRPr sz="1575" baseline="-23809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83400" y="6066830"/>
            <a:ext cx="3429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00" spc="-30" baseline="13888" dirty="0">
                <a:latin typeface="Arial MT"/>
                <a:cs typeface="Arial MT"/>
              </a:rPr>
              <a:t>i</a:t>
            </a:r>
            <a:r>
              <a:rPr sz="1050" spc="-20" dirty="0">
                <a:latin typeface="Arial MT"/>
                <a:cs typeface="Arial MT"/>
              </a:rPr>
              <a:t>enc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52902" y="6187226"/>
            <a:ext cx="2171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Arial MT"/>
                <a:cs typeface="Arial MT"/>
              </a:rPr>
              <a:t>dt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32748" y="3977130"/>
            <a:ext cx="33007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Gauss’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electricity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67800" y="4615686"/>
            <a:ext cx="3521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Gauss’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magnetism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25456" y="6575549"/>
            <a:ext cx="4842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You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do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need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know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them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now.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1420" y="438403"/>
            <a:ext cx="8348980" cy="33661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100" marR="5243195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2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Electromagnetism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Maxwell's</a:t>
            </a:r>
            <a:r>
              <a:rPr sz="2200" b="1" spc="-9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equations</a:t>
            </a:r>
            <a:endParaRPr sz="2200" dirty="0">
              <a:latin typeface="Arial"/>
              <a:cs typeface="Arial"/>
            </a:endParaRPr>
          </a:p>
          <a:p>
            <a:pPr marL="553085" algn="ctr">
              <a:lnSpc>
                <a:spcPct val="100000"/>
              </a:lnSpc>
              <a:spcBef>
                <a:spcPts val="1795"/>
              </a:spcBef>
            </a:pPr>
            <a:r>
              <a:rPr sz="2000" dirty="0">
                <a:latin typeface="Arial MT"/>
                <a:cs typeface="Arial MT"/>
              </a:rPr>
              <a:t>Michael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Faraday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experiments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electromagnetism.</a:t>
            </a:r>
            <a:endParaRPr sz="2000" dirty="0">
              <a:latin typeface="Arial MT"/>
              <a:cs typeface="Arial MT"/>
            </a:endParaRPr>
          </a:p>
          <a:p>
            <a:pPr marL="732790" marR="55880" algn="ctr">
              <a:lnSpc>
                <a:spcPct val="100000"/>
              </a:lnSpc>
              <a:spcBef>
                <a:spcPts val="1860"/>
              </a:spcBef>
            </a:pPr>
            <a:r>
              <a:rPr sz="2000" dirty="0">
                <a:latin typeface="Arial MT"/>
                <a:cs typeface="Arial MT"/>
              </a:rPr>
              <a:t>Clark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Maxwell,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mid-</a:t>
            </a:r>
            <a:r>
              <a:rPr sz="2000" dirty="0">
                <a:latin typeface="Arial MT"/>
                <a:cs typeface="Arial MT"/>
              </a:rPr>
              <a:t>19</a:t>
            </a:r>
            <a:r>
              <a:rPr sz="1950" baseline="25641" dirty="0">
                <a:latin typeface="Arial MT"/>
                <a:cs typeface="Arial MT"/>
              </a:rPr>
              <a:t>th</a:t>
            </a:r>
            <a:r>
              <a:rPr sz="1950" spc="225" baseline="25641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century,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Faraday’s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four </a:t>
            </a:r>
            <a:r>
              <a:rPr sz="2000" dirty="0">
                <a:latin typeface="Arial MT"/>
                <a:cs typeface="Arial MT"/>
              </a:rPr>
              <a:t>equations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fully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describe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electromagnetism.</a:t>
            </a:r>
            <a:endParaRPr sz="2000" dirty="0">
              <a:latin typeface="Arial MT"/>
              <a:cs typeface="Arial MT"/>
            </a:endParaRPr>
          </a:p>
          <a:p>
            <a:pPr marL="521334" algn="ctr">
              <a:lnSpc>
                <a:spcPct val="100000"/>
              </a:lnSpc>
              <a:spcBef>
                <a:spcPts val="1175"/>
              </a:spcBef>
            </a:pPr>
            <a:endParaRPr sz="2400" dirty="0">
              <a:latin typeface="Arial MT"/>
              <a:cs typeface="Arial MT"/>
            </a:endParaRPr>
          </a:p>
          <a:p>
            <a:pPr marL="2549525" marR="1946275" algn="ctr">
              <a:lnSpc>
                <a:spcPct val="100000"/>
              </a:lnSpc>
              <a:spcBef>
                <a:spcPts val="1005"/>
              </a:spcBef>
            </a:pPr>
            <a:r>
              <a:rPr sz="2400" spc="-10" dirty="0">
                <a:latin typeface="Arial MT"/>
                <a:cs typeface="Arial MT"/>
              </a:rPr>
              <a:t>Electromagnetism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equations </a:t>
            </a:r>
            <a:r>
              <a:rPr sz="2400" dirty="0">
                <a:latin typeface="Arial MT"/>
                <a:cs typeface="Arial MT"/>
              </a:rPr>
              <a:t>(Maxwell’s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equations)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17252" y="1538731"/>
            <a:ext cx="50571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huge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number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07286" y="2353055"/>
            <a:ext cx="1807845" cy="1233170"/>
            <a:chOff x="4407286" y="2353055"/>
            <a:chExt cx="1807845" cy="1233170"/>
          </a:xfrm>
        </p:grpSpPr>
        <p:sp>
          <p:nvSpPr>
            <p:cNvPr id="5" name="object 5"/>
            <p:cNvSpPr/>
            <p:nvPr/>
          </p:nvSpPr>
          <p:spPr>
            <a:xfrm>
              <a:off x="5096134" y="2630423"/>
              <a:ext cx="144780" cy="29209"/>
            </a:xfrm>
            <a:custGeom>
              <a:avLst/>
              <a:gdLst/>
              <a:ahLst/>
              <a:cxnLst/>
              <a:rect l="l" t="t" r="r" b="b"/>
              <a:pathLst>
                <a:path w="144779" h="29210">
                  <a:moveTo>
                    <a:pt x="144779" y="28955"/>
                  </a:moveTo>
                  <a:lnTo>
                    <a:pt x="144779" y="0"/>
                  </a:lnTo>
                  <a:lnTo>
                    <a:pt x="0" y="0"/>
                  </a:lnTo>
                  <a:lnTo>
                    <a:pt x="0" y="28955"/>
                  </a:lnTo>
                  <a:lnTo>
                    <a:pt x="144779" y="28955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39385" y="2647187"/>
              <a:ext cx="143510" cy="144780"/>
            </a:xfrm>
            <a:custGeom>
              <a:avLst/>
              <a:gdLst/>
              <a:ahLst/>
              <a:cxnLst/>
              <a:rect l="l" t="t" r="r" b="b"/>
              <a:pathLst>
                <a:path w="143510" h="144780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3820" y="144780"/>
                  </a:lnTo>
                  <a:lnTo>
                    <a:pt x="83820" y="85344"/>
                  </a:lnTo>
                  <a:lnTo>
                    <a:pt x="143256" y="85344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88614" y="2956559"/>
              <a:ext cx="143510" cy="29209"/>
            </a:xfrm>
            <a:custGeom>
              <a:avLst/>
              <a:gdLst/>
              <a:ahLst/>
              <a:cxnLst/>
              <a:rect l="l" t="t" r="r" b="b"/>
              <a:pathLst>
                <a:path w="143510" h="29210">
                  <a:moveTo>
                    <a:pt x="143255" y="28955"/>
                  </a:moveTo>
                  <a:lnTo>
                    <a:pt x="143255" y="0"/>
                  </a:lnTo>
                  <a:lnTo>
                    <a:pt x="0" y="0"/>
                  </a:lnTo>
                  <a:lnTo>
                    <a:pt x="0" y="28955"/>
                  </a:lnTo>
                  <a:lnTo>
                    <a:pt x="143255" y="28955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3829" y="2827019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28266" y="2666999"/>
              <a:ext cx="143510" cy="29209"/>
            </a:xfrm>
            <a:custGeom>
              <a:avLst/>
              <a:gdLst/>
              <a:ahLst/>
              <a:cxnLst/>
              <a:rect l="l" t="t" r="r" b="b"/>
              <a:pathLst>
                <a:path w="143510" h="29210">
                  <a:moveTo>
                    <a:pt x="143255" y="28955"/>
                  </a:moveTo>
                  <a:lnTo>
                    <a:pt x="143255" y="0"/>
                  </a:lnTo>
                  <a:lnTo>
                    <a:pt x="0" y="0"/>
                  </a:lnTo>
                  <a:lnTo>
                    <a:pt x="0" y="28955"/>
                  </a:lnTo>
                  <a:lnTo>
                    <a:pt x="143255" y="28955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26737" y="2756915"/>
              <a:ext cx="143510" cy="144780"/>
            </a:xfrm>
            <a:custGeom>
              <a:avLst/>
              <a:gdLst/>
              <a:ahLst/>
              <a:cxnLst/>
              <a:rect l="l" t="t" r="r" b="b"/>
              <a:pathLst>
                <a:path w="143510" h="144780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3820" y="144780"/>
                  </a:lnTo>
                  <a:lnTo>
                    <a:pt x="83820" y="85344"/>
                  </a:lnTo>
                  <a:lnTo>
                    <a:pt x="143256" y="85344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51354" y="3243071"/>
              <a:ext cx="144780" cy="29209"/>
            </a:xfrm>
            <a:custGeom>
              <a:avLst/>
              <a:gdLst/>
              <a:ahLst/>
              <a:cxnLst/>
              <a:rect l="l" t="t" r="r" b="b"/>
              <a:pathLst>
                <a:path w="144779" h="29210">
                  <a:moveTo>
                    <a:pt x="144779" y="28955"/>
                  </a:moveTo>
                  <a:lnTo>
                    <a:pt x="144779" y="0"/>
                  </a:lnTo>
                  <a:lnTo>
                    <a:pt x="0" y="0"/>
                  </a:lnTo>
                  <a:lnTo>
                    <a:pt x="0" y="28955"/>
                  </a:lnTo>
                  <a:lnTo>
                    <a:pt x="144779" y="28955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14773" y="3080003"/>
              <a:ext cx="144780" cy="143510"/>
            </a:xfrm>
            <a:custGeom>
              <a:avLst/>
              <a:gdLst/>
              <a:ahLst/>
              <a:cxnLst/>
              <a:rect l="l" t="t" r="r" b="b"/>
              <a:pathLst>
                <a:path w="144779" h="143510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3820"/>
                  </a:lnTo>
                  <a:lnTo>
                    <a:pt x="56388" y="83820"/>
                  </a:lnTo>
                  <a:lnTo>
                    <a:pt x="56388" y="143256"/>
                  </a:lnTo>
                  <a:lnTo>
                    <a:pt x="85344" y="143256"/>
                  </a:lnTo>
                  <a:lnTo>
                    <a:pt x="85344" y="83820"/>
                  </a:lnTo>
                  <a:lnTo>
                    <a:pt x="144780" y="83820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43834" y="3171443"/>
              <a:ext cx="144780" cy="27940"/>
            </a:xfrm>
            <a:custGeom>
              <a:avLst/>
              <a:gdLst/>
              <a:ahLst/>
              <a:cxnLst/>
              <a:rect l="l" t="t" r="r" b="b"/>
              <a:pathLst>
                <a:path w="144779" h="27939">
                  <a:moveTo>
                    <a:pt x="144779" y="27431"/>
                  </a:moveTo>
                  <a:lnTo>
                    <a:pt x="144779" y="0"/>
                  </a:lnTo>
                  <a:lnTo>
                    <a:pt x="0" y="0"/>
                  </a:lnTo>
                  <a:lnTo>
                    <a:pt x="0" y="27431"/>
                  </a:lnTo>
                  <a:lnTo>
                    <a:pt x="144779" y="27431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2473" y="3186683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07286" y="2353055"/>
              <a:ext cx="1807845" cy="1233170"/>
            </a:xfrm>
            <a:custGeom>
              <a:avLst/>
              <a:gdLst/>
              <a:ahLst/>
              <a:cxnLst/>
              <a:rect l="l" t="t" r="r" b="b"/>
              <a:pathLst>
                <a:path w="1807845" h="1233170">
                  <a:moveTo>
                    <a:pt x="1807464" y="649224"/>
                  </a:moveTo>
                  <a:lnTo>
                    <a:pt x="1807464" y="600456"/>
                  </a:lnTo>
                  <a:lnTo>
                    <a:pt x="1805940" y="585216"/>
                  </a:lnTo>
                  <a:lnTo>
                    <a:pt x="1805940" y="568452"/>
                  </a:lnTo>
                  <a:lnTo>
                    <a:pt x="1796796" y="522732"/>
                  </a:lnTo>
                  <a:lnTo>
                    <a:pt x="1778508" y="461772"/>
                  </a:lnTo>
                  <a:lnTo>
                    <a:pt x="1752600" y="403860"/>
                  </a:lnTo>
                  <a:lnTo>
                    <a:pt x="1717548" y="348996"/>
                  </a:lnTo>
                  <a:lnTo>
                    <a:pt x="1676400" y="295656"/>
                  </a:lnTo>
                  <a:lnTo>
                    <a:pt x="1627632" y="246888"/>
                  </a:lnTo>
                  <a:lnTo>
                    <a:pt x="1572768" y="201168"/>
                  </a:lnTo>
                  <a:lnTo>
                    <a:pt x="1478280" y="140208"/>
                  </a:lnTo>
                  <a:lnTo>
                    <a:pt x="1443228" y="121920"/>
                  </a:lnTo>
                  <a:lnTo>
                    <a:pt x="1408176" y="105156"/>
                  </a:lnTo>
                  <a:lnTo>
                    <a:pt x="1371600" y="88392"/>
                  </a:lnTo>
                  <a:lnTo>
                    <a:pt x="1295400" y="60960"/>
                  </a:lnTo>
                  <a:lnTo>
                    <a:pt x="1255776" y="48768"/>
                  </a:lnTo>
                  <a:lnTo>
                    <a:pt x="1214628" y="38100"/>
                  </a:lnTo>
                  <a:lnTo>
                    <a:pt x="1171956" y="27432"/>
                  </a:lnTo>
                  <a:lnTo>
                    <a:pt x="1129284" y="19812"/>
                  </a:lnTo>
                  <a:lnTo>
                    <a:pt x="1085088" y="12192"/>
                  </a:lnTo>
                  <a:lnTo>
                    <a:pt x="996696" y="3048"/>
                  </a:lnTo>
                  <a:lnTo>
                    <a:pt x="949452" y="1524"/>
                  </a:lnTo>
                  <a:lnTo>
                    <a:pt x="903732" y="0"/>
                  </a:lnTo>
                  <a:lnTo>
                    <a:pt x="858012" y="0"/>
                  </a:lnTo>
                  <a:lnTo>
                    <a:pt x="812292" y="2949"/>
                  </a:lnTo>
                  <a:lnTo>
                    <a:pt x="810768" y="3048"/>
                  </a:lnTo>
                  <a:lnTo>
                    <a:pt x="722376" y="12192"/>
                  </a:lnTo>
                  <a:lnTo>
                    <a:pt x="678180" y="19812"/>
                  </a:lnTo>
                  <a:lnTo>
                    <a:pt x="635508" y="27432"/>
                  </a:lnTo>
                  <a:lnTo>
                    <a:pt x="592836" y="36576"/>
                  </a:lnTo>
                  <a:lnTo>
                    <a:pt x="551688" y="48768"/>
                  </a:lnTo>
                  <a:lnTo>
                    <a:pt x="512064" y="60960"/>
                  </a:lnTo>
                  <a:lnTo>
                    <a:pt x="435864" y="88392"/>
                  </a:lnTo>
                  <a:lnTo>
                    <a:pt x="399288" y="105156"/>
                  </a:lnTo>
                  <a:lnTo>
                    <a:pt x="364236" y="121920"/>
                  </a:lnTo>
                  <a:lnTo>
                    <a:pt x="329184" y="140208"/>
                  </a:lnTo>
                  <a:lnTo>
                    <a:pt x="265176" y="179832"/>
                  </a:lnTo>
                  <a:lnTo>
                    <a:pt x="179832" y="246888"/>
                  </a:lnTo>
                  <a:lnTo>
                    <a:pt x="131064" y="295656"/>
                  </a:lnTo>
                  <a:lnTo>
                    <a:pt x="89916" y="348996"/>
                  </a:lnTo>
                  <a:lnTo>
                    <a:pt x="54864" y="403860"/>
                  </a:lnTo>
                  <a:lnTo>
                    <a:pt x="28956" y="461772"/>
                  </a:lnTo>
                  <a:lnTo>
                    <a:pt x="10668" y="522732"/>
                  </a:lnTo>
                  <a:lnTo>
                    <a:pt x="0" y="600456"/>
                  </a:lnTo>
                  <a:lnTo>
                    <a:pt x="0" y="632460"/>
                  </a:lnTo>
                  <a:lnTo>
                    <a:pt x="4572" y="679704"/>
                  </a:lnTo>
                  <a:lnTo>
                    <a:pt x="9144" y="703707"/>
                  </a:lnTo>
                  <a:lnTo>
                    <a:pt x="9144" y="600456"/>
                  </a:lnTo>
                  <a:lnTo>
                    <a:pt x="13716" y="554736"/>
                  </a:lnTo>
                  <a:lnTo>
                    <a:pt x="27432" y="495300"/>
                  </a:lnTo>
                  <a:lnTo>
                    <a:pt x="48768" y="437388"/>
                  </a:lnTo>
                  <a:lnTo>
                    <a:pt x="79248" y="381000"/>
                  </a:lnTo>
                  <a:lnTo>
                    <a:pt x="117348" y="327660"/>
                  </a:lnTo>
                  <a:lnTo>
                    <a:pt x="161544" y="277368"/>
                  </a:lnTo>
                  <a:lnTo>
                    <a:pt x="240792" y="208788"/>
                  </a:lnTo>
                  <a:lnTo>
                    <a:pt x="301752" y="167640"/>
                  </a:lnTo>
                  <a:lnTo>
                    <a:pt x="367284" y="131064"/>
                  </a:lnTo>
                  <a:lnTo>
                    <a:pt x="402336" y="114300"/>
                  </a:lnTo>
                  <a:lnTo>
                    <a:pt x="438912" y="97536"/>
                  </a:lnTo>
                  <a:lnTo>
                    <a:pt x="477012" y="82296"/>
                  </a:lnTo>
                  <a:lnTo>
                    <a:pt x="515112" y="70104"/>
                  </a:lnTo>
                  <a:lnTo>
                    <a:pt x="554736" y="57912"/>
                  </a:lnTo>
                  <a:lnTo>
                    <a:pt x="595884" y="45720"/>
                  </a:lnTo>
                  <a:lnTo>
                    <a:pt x="637032" y="36576"/>
                  </a:lnTo>
                  <a:lnTo>
                    <a:pt x="679704" y="28956"/>
                  </a:lnTo>
                  <a:lnTo>
                    <a:pt x="723900" y="21336"/>
                  </a:lnTo>
                  <a:lnTo>
                    <a:pt x="812292" y="12192"/>
                  </a:lnTo>
                  <a:lnTo>
                    <a:pt x="903732" y="9144"/>
                  </a:lnTo>
                  <a:lnTo>
                    <a:pt x="995172" y="12192"/>
                  </a:lnTo>
                  <a:lnTo>
                    <a:pt x="1040892" y="16764"/>
                  </a:lnTo>
                  <a:lnTo>
                    <a:pt x="1085088" y="21336"/>
                  </a:lnTo>
                  <a:lnTo>
                    <a:pt x="1170432" y="36576"/>
                  </a:lnTo>
                  <a:lnTo>
                    <a:pt x="1252728" y="57912"/>
                  </a:lnTo>
                  <a:lnTo>
                    <a:pt x="1292352" y="70104"/>
                  </a:lnTo>
                  <a:lnTo>
                    <a:pt x="1368552" y="97536"/>
                  </a:lnTo>
                  <a:lnTo>
                    <a:pt x="1405128" y="114300"/>
                  </a:lnTo>
                  <a:lnTo>
                    <a:pt x="1440180" y="131064"/>
                  </a:lnTo>
                  <a:lnTo>
                    <a:pt x="1473708" y="149352"/>
                  </a:lnTo>
                  <a:lnTo>
                    <a:pt x="1537716" y="187452"/>
                  </a:lnTo>
                  <a:lnTo>
                    <a:pt x="1621536" y="254508"/>
                  </a:lnTo>
                  <a:lnTo>
                    <a:pt x="1668780" y="303276"/>
                  </a:lnTo>
                  <a:lnTo>
                    <a:pt x="1691640" y="327660"/>
                  </a:lnTo>
                  <a:lnTo>
                    <a:pt x="1709928" y="355092"/>
                  </a:lnTo>
                  <a:lnTo>
                    <a:pt x="1728216" y="381000"/>
                  </a:lnTo>
                  <a:lnTo>
                    <a:pt x="1744980" y="408432"/>
                  </a:lnTo>
                  <a:lnTo>
                    <a:pt x="1770888" y="466344"/>
                  </a:lnTo>
                  <a:lnTo>
                    <a:pt x="1787652" y="524256"/>
                  </a:lnTo>
                  <a:lnTo>
                    <a:pt x="1798320" y="601980"/>
                  </a:lnTo>
                  <a:lnTo>
                    <a:pt x="1798320" y="702564"/>
                  </a:lnTo>
                  <a:lnTo>
                    <a:pt x="1805940" y="664464"/>
                  </a:lnTo>
                  <a:lnTo>
                    <a:pt x="1807464" y="649224"/>
                  </a:lnTo>
                  <a:close/>
                </a:path>
                <a:path w="1807845" h="1233170">
                  <a:moveTo>
                    <a:pt x="1798320" y="702564"/>
                  </a:moveTo>
                  <a:lnTo>
                    <a:pt x="1798320" y="632460"/>
                  </a:lnTo>
                  <a:lnTo>
                    <a:pt x="1793748" y="678180"/>
                  </a:lnTo>
                  <a:lnTo>
                    <a:pt x="1787652" y="708660"/>
                  </a:lnTo>
                  <a:lnTo>
                    <a:pt x="1770888" y="768096"/>
                  </a:lnTo>
                  <a:lnTo>
                    <a:pt x="1744980" y="824484"/>
                  </a:lnTo>
                  <a:lnTo>
                    <a:pt x="1709928" y="879348"/>
                  </a:lnTo>
                  <a:lnTo>
                    <a:pt x="1668780" y="931164"/>
                  </a:lnTo>
                  <a:lnTo>
                    <a:pt x="1621536" y="979932"/>
                  </a:lnTo>
                  <a:lnTo>
                    <a:pt x="1566672" y="1024128"/>
                  </a:lnTo>
                  <a:lnTo>
                    <a:pt x="1505712" y="1065276"/>
                  </a:lnTo>
                  <a:lnTo>
                    <a:pt x="1440180" y="1103376"/>
                  </a:lnTo>
                  <a:lnTo>
                    <a:pt x="1405128" y="1120140"/>
                  </a:lnTo>
                  <a:lnTo>
                    <a:pt x="1368552" y="1135380"/>
                  </a:lnTo>
                  <a:lnTo>
                    <a:pt x="1330452" y="1150620"/>
                  </a:lnTo>
                  <a:lnTo>
                    <a:pt x="1292352" y="1164336"/>
                  </a:lnTo>
                  <a:lnTo>
                    <a:pt x="1252728" y="1176528"/>
                  </a:lnTo>
                  <a:lnTo>
                    <a:pt x="1211580" y="1187196"/>
                  </a:lnTo>
                  <a:lnTo>
                    <a:pt x="1170432" y="1196340"/>
                  </a:lnTo>
                  <a:lnTo>
                    <a:pt x="1127760" y="1203960"/>
                  </a:lnTo>
                  <a:lnTo>
                    <a:pt x="1083564" y="1211580"/>
                  </a:lnTo>
                  <a:lnTo>
                    <a:pt x="995172" y="1220724"/>
                  </a:lnTo>
                  <a:lnTo>
                    <a:pt x="903732" y="1223772"/>
                  </a:lnTo>
                  <a:lnTo>
                    <a:pt x="858012" y="1223772"/>
                  </a:lnTo>
                  <a:lnTo>
                    <a:pt x="766572" y="1217676"/>
                  </a:lnTo>
                  <a:lnTo>
                    <a:pt x="722376" y="1211580"/>
                  </a:lnTo>
                  <a:lnTo>
                    <a:pt x="679704" y="1205484"/>
                  </a:lnTo>
                  <a:lnTo>
                    <a:pt x="637032" y="1196340"/>
                  </a:lnTo>
                  <a:lnTo>
                    <a:pt x="595884" y="1187196"/>
                  </a:lnTo>
                  <a:lnTo>
                    <a:pt x="554736" y="1176528"/>
                  </a:lnTo>
                  <a:lnTo>
                    <a:pt x="515112" y="1164336"/>
                  </a:lnTo>
                  <a:lnTo>
                    <a:pt x="477012" y="1150620"/>
                  </a:lnTo>
                  <a:lnTo>
                    <a:pt x="438912" y="1135380"/>
                  </a:lnTo>
                  <a:lnTo>
                    <a:pt x="402336" y="1120140"/>
                  </a:lnTo>
                  <a:lnTo>
                    <a:pt x="367284" y="1103376"/>
                  </a:lnTo>
                  <a:lnTo>
                    <a:pt x="333756" y="1085088"/>
                  </a:lnTo>
                  <a:lnTo>
                    <a:pt x="271272" y="1045464"/>
                  </a:lnTo>
                  <a:lnTo>
                    <a:pt x="213360" y="1002792"/>
                  </a:lnTo>
                  <a:lnTo>
                    <a:pt x="161544" y="955548"/>
                  </a:lnTo>
                  <a:lnTo>
                    <a:pt x="117348" y="905256"/>
                  </a:lnTo>
                  <a:lnTo>
                    <a:pt x="79248" y="851916"/>
                  </a:lnTo>
                  <a:lnTo>
                    <a:pt x="48768" y="797052"/>
                  </a:lnTo>
                  <a:lnTo>
                    <a:pt x="27432" y="739140"/>
                  </a:lnTo>
                  <a:lnTo>
                    <a:pt x="13716" y="678180"/>
                  </a:lnTo>
                  <a:lnTo>
                    <a:pt x="9144" y="632460"/>
                  </a:lnTo>
                  <a:lnTo>
                    <a:pt x="9144" y="703707"/>
                  </a:lnTo>
                  <a:lnTo>
                    <a:pt x="18288" y="742188"/>
                  </a:lnTo>
                  <a:lnTo>
                    <a:pt x="41148" y="801624"/>
                  </a:lnTo>
                  <a:lnTo>
                    <a:pt x="71628" y="858012"/>
                  </a:lnTo>
                  <a:lnTo>
                    <a:pt x="109728" y="911352"/>
                  </a:lnTo>
                  <a:lnTo>
                    <a:pt x="179832" y="986028"/>
                  </a:lnTo>
                  <a:lnTo>
                    <a:pt x="234696" y="1031748"/>
                  </a:lnTo>
                  <a:lnTo>
                    <a:pt x="297180" y="1074420"/>
                  </a:lnTo>
                  <a:lnTo>
                    <a:pt x="399288" y="1129284"/>
                  </a:lnTo>
                  <a:lnTo>
                    <a:pt x="435864" y="1144524"/>
                  </a:lnTo>
                  <a:lnTo>
                    <a:pt x="473964" y="1159764"/>
                  </a:lnTo>
                  <a:lnTo>
                    <a:pt x="512064" y="1173480"/>
                  </a:lnTo>
                  <a:lnTo>
                    <a:pt x="553212" y="1185672"/>
                  </a:lnTo>
                  <a:lnTo>
                    <a:pt x="592836" y="1196340"/>
                  </a:lnTo>
                  <a:lnTo>
                    <a:pt x="678180" y="1214628"/>
                  </a:lnTo>
                  <a:lnTo>
                    <a:pt x="766572" y="1226820"/>
                  </a:lnTo>
                  <a:lnTo>
                    <a:pt x="858012" y="1232916"/>
                  </a:lnTo>
                  <a:lnTo>
                    <a:pt x="949452" y="1232916"/>
                  </a:lnTo>
                  <a:lnTo>
                    <a:pt x="995172" y="1229966"/>
                  </a:lnTo>
                  <a:lnTo>
                    <a:pt x="1040892" y="1226820"/>
                  </a:lnTo>
                  <a:lnTo>
                    <a:pt x="1129284" y="1214628"/>
                  </a:lnTo>
                  <a:lnTo>
                    <a:pt x="1214628" y="1196340"/>
                  </a:lnTo>
                  <a:lnTo>
                    <a:pt x="1255776" y="1185672"/>
                  </a:lnTo>
                  <a:lnTo>
                    <a:pt x="1295400" y="1173480"/>
                  </a:lnTo>
                  <a:lnTo>
                    <a:pt x="1333500" y="1159764"/>
                  </a:lnTo>
                  <a:lnTo>
                    <a:pt x="1371600" y="1144524"/>
                  </a:lnTo>
                  <a:lnTo>
                    <a:pt x="1444752" y="1110996"/>
                  </a:lnTo>
                  <a:lnTo>
                    <a:pt x="1478280" y="1092708"/>
                  </a:lnTo>
                  <a:lnTo>
                    <a:pt x="1542288" y="1053084"/>
                  </a:lnTo>
                  <a:lnTo>
                    <a:pt x="1600200" y="1010412"/>
                  </a:lnTo>
                  <a:lnTo>
                    <a:pt x="1653540" y="961644"/>
                  </a:lnTo>
                  <a:lnTo>
                    <a:pt x="1719072" y="885444"/>
                  </a:lnTo>
                  <a:lnTo>
                    <a:pt x="1767840" y="800100"/>
                  </a:lnTo>
                  <a:lnTo>
                    <a:pt x="1789176" y="740664"/>
                  </a:lnTo>
                  <a:lnTo>
                    <a:pt x="1796796" y="710184"/>
                  </a:lnTo>
                  <a:lnTo>
                    <a:pt x="1798320" y="7025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If</a:t>
            </a:r>
            <a:r>
              <a:rPr spc="-7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number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positive</a:t>
            </a:r>
            <a:r>
              <a:rPr spc="-3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negative</a:t>
            </a:r>
            <a:r>
              <a:rPr spc="-35" dirty="0"/>
              <a:t> </a:t>
            </a:r>
            <a:r>
              <a:rPr dirty="0"/>
              <a:t>charges</a:t>
            </a:r>
            <a:r>
              <a:rPr spc="-55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spc="-10" dirty="0"/>
              <a:t>equal, </a:t>
            </a:r>
            <a:r>
              <a:rPr dirty="0"/>
              <a:t>we</a:t>
            </a:r>
            <a:r>
              <a:rPr spc="-35" dirty="0"/>
              <a:t> </a:t>
            </a:r>
            <a:r>
              <a:rPr dirty="0"/>
              <a:t>say</a:t>
            </a:r>
            <a:r>
              <a:rPr spc="-30" dirty="0"/>
              <a:t> </a:t>
            </a:r>
            <a:r>
              <a:rPr spc="-20" dirty="0"/>
              <a:t>that</a:t>
            </a:r>
          </a:p>
          <a:p>
            <a:pPr marL="12700" marR="76835" algn="ctr">
              <a:lnSpc>
                <a:spcPct val="100000"/>
              </a:lnSpc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object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>
                <a:solidFill>
                  <a:srgbClr val="0000CC"/>
                </a:solidFill>
              </a:rPr>
              <a:t>electrically</a:t>
            </a:r>
            <a:r>
              <a:rPr spc="-15" dirty="0">
                <a:solidFill>
                  <a:srgbClr val="0000CC"/>
                </a:solidFill>
              </a:rPr>
              <a:t> </a:t>
            </a:r>
            <a:r>
              <a:rPr spc="-10" dirty="0">
                <a:solidFill>
                  <a:srgbClr val="0000CC"/>
                </a:solidFill>
              </a:rPr>
              <a:t>neutral,</a:t>
            </a:r>
          </a:p>
          <a:p>
            <a:pPr marL="80010" algn="ctr">
              <a:lnSpc>
                <a:spcPct val="100000"/>
              </a:lnSpc>
            </a:pPr>
            <a:r>
              <a:rPr spc="-25" dirty="0"/>
              <a:t>or</a:t>
            </a:r>
          </a:p>
          <a:p>
            <a:pPr marL="1575435" marR="1572895" algn="ctr">
              <a:lnSpc>
                <a:spcPts val="2990"/>
              </a:lnSpc>
              <a:spcBef>
                <a:spcPts val="5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object</a:t>
            </a:r>
            <a:r>
              <a:rPr spc="-45" dirty="0"/>
              <a:t> </a:t>
            </a:r>
            <a:r>
              <a:rPr dirty="0"/>
              <a:t>contains</a:t>
            </a:r>
            <a:r>
              <a:rPr spc="-35" dirty="0"/>
              <a:t> </a:t>
            </a:r>
            <a:r>
              <a:rPr dirty="0">
                <a:solidFill>
                  <a:srgbClr val="0000CC"/>
                </a:solidFill>
              </a:rPr>
              <a:t>no</a:t>
            </a:r>
            <a:r>
              <a:rPr spc="-50" dirty="0">
                <a:solidFill>
                  <a:srgbClr val="0000CC"/>
                </a:solidFill>
              </a:rPr>
              <a:t> </a:t>
            </a:r>
            <a:r>
              <a:rPr dirty="0">
                <a:solidFill>
                  <a:srgbClr val="0000CC"/>
                </a:solidFill>
              </a:rPr>
              <a:t>net</a:t>
            </a:r>
            <a:r>
              <a:rPr spc="-55" dirty="0">
                <a:solidFill>
                  <a:srgbClr val="0000CC"/>
                </a:solidFill>
              </a:rPr>
              <a:t> </a:t>
            </a:r>
            <a:r>
              <a:rPr spc="-10" dirty="0">
                <a:solidFill>
                  <a:srgbClr val="0000CC"/>
                </a:solidFill>
              </a:rPr>
              <a:t>charge, </a:t>
            </a:r>
            <a:r>
              <a:rPr spc="-25" dirty="0"/>
              <a:t>or</a:t>
            </a:r>
          </a:p>
          <a:p>
            <a:pPr marL="13335" marR="46355" algn="ctr">
              <a:lnSpc>
                <a:spcPts val="2760"/>
              </a:lnSpc>
            </a:pPr>
            <a:r>
              <a:rPr dirty="0"/>
              <a:t>positive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negative</a:t>
            </a:r>
            <a:r>
              <a:rPr spc="-65" dirty="0"/>
              <a:t> </a:t>
            </a:r>
            <a:r>
              <a:rPr dirty="0"/>
              <a:t>charges</a:t>
            </a:r>
            <a:r>
              <a:rPr spc="-65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spc="-10" dirty="0">
                <a:solidFill>
                  <a:srgbClr val="0000CC"/>
                </a:solidFill>
              </a:rPr>
              <a:t>balanced.</a:t>
            </a: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2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Electric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Charge </a:t>
            </a:r>
            <a:r>
              <a:rPr dirty="0"/>
              <a:t>Electrically</a:t>
            </a:r>
            <a:r>
              <a:rPr spc="-75" dirty="0"/>
              <a:t> </a:t>
            </a:r>
            <a:r>
              <a:rPr dirty="0"/>
              <a:t>neutral</a:t>
            </a:r>
            <a:r>
              <a:rPr spc="-75" dirty="0"/>
              <a:t> </a:t>
            </a:r>
            <a:r>
              <a:rPr spc="-10" dirty="0"/>
              <a:t>objects</a:t>
            </a:r>
          </a:p>
        </p:txBody>
      </p:sp>
      <p:sp>
        <p:nvSpPr>
          <p:cNvPr id="18" name="object 18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30769" y="1386331"/>
            <a:ext cx="8227059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2004" marR="5080" indent="-33299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equal,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marL="2097405" marR="2004060" indent="38989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CC"/>
                </a:solidFill>
                <a:latin typeface="Arial MT"/>
                <a:cs typeface="Arial MT"/>
              </a:rPr>
              <a:t>charged,</a:t>
            </a:r>
            <a:r>
              <a:rPr sz="2400" spc="-4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CC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CC"/>
                </a:solidFill>
                <a:latin typeface="Arial MT"/>
                <a:cs typeface="Arial MT"/>
              </a:rPr>
              <a:t>net</a:t>
            </a:r>
            <a:r>
              <a:rPr sz="2400" spc="-5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CC"/>
                </a:solidFill>
                <a:latin typeface="Arial MT"/>
                <a:cs typeface="Arial MT"/>
              </a:rPr>
              <a:t>charge,</a:t>
            </a:r>
            <a:r>
              <a:rPr sz="2400" spc="-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</a:t>
            </a:r>
            <a:endParaRPr sz="2400">
              <a:latin typeface="Arial MT"/>
              <a:cs typeface="Arial MT"/>
            </a:endParaRPr>
          </a:p>
          <a:p>
            <a:pPr marL="925194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Arial MT"/>
                <a:cs typeface="Arial MT"/>
              </a:rPr>
              <a:t>imbalanced.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5402" y="3465576"/>
            <a:ext cx="1809114" cy="1233170"/>
            <a:chOff x="1525402" y="3465576"/>
            <a:chExt cx="1809114" cy="1233170"/>
          </a:xfrm>
        </p:grpSpPr>
        <p:sp>
          <p:nvSpPr>
            <p:cNvPr id="5" name="object 5"/>
            <p:cNvSpPr/>
            <p:nvPr/>
          </p:nvSpPr>
          <p:spPr>
            <a:xfrm>
              <a:off x="2357501" y="3759707"/>
              <a:ext cx="649605" cy="325120"/>
            </a:xfrm>
            <a:custGeom>
              <a:avLst/>
              <a:gdLst/>
              <a:ahLst/>
              <a:cxnLst/>
              <a:rect l="l" t="t" r="r" b="b"/>
              <a:pathLst>
                <a:path w="649605" h="325120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  <a:path w="649605" h="325120">
                  <a:moveTo>
                    <a:pt x="649224" y="236220"/>
                  </a:moveTo>
                  <a:lnTo>
                    <a:pt x="589788" y="236220"/>
                  </a:lnTo>
                  <a:lnTo>
                    <a:pt x="589788" y="179832"/>
                  </a:lnTo>
                  <a:lnTo>
                    <a:pt x="560832" y="179832"/>
                  </a:lnTo>
                  <a:lnTo>
                    <a:pt x="560832" y="236220"/>
                  </a:lnTo>
                  <a:lnTo>
                    <a:pt x="504444" y="236220"/>
                  </a:lnTo>
                  <a:lnTo>
                    <a:pt x="504444" y="265176"/>
                  </a:lnTo>
                  <a:lnTo>
                    <a:pt x="560832" y="265176"/>
                  </a:lnTo>
                  <a:lnTo>
                    <a:pt x="560832" y="324612"/>
                  </a:lnTo>
                  <a:lnTo>
                    <a:pt x="589788" y="324612"/>
                  </a:lnTo>
                  <a:lnTo>
                    <a:pt x="589788" y="265176"/>
                  </a:lnTo>
                  <a:lnTo>
                    <a:pt x="649224" y="265176"/>
                  </a:lnTo>
                  <a:lnTo>
                    <a:pt x="649224" y="236220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46382" y="3781043"/>
              <a:ext cx="144780" cy="27940"/>
            </a:xfrm>
            <a:custGeom>
              <a:avLst/>
              <a:gdLst/>
              <a:ahLst/>
              <a:cxnLst/>
              <a:rect l="l" t="t" r="r" b="b"/>
              <a:pathLst>
                <a:path w="144780" h="27939">
                  <a:moveTo>
                    <a:pt x="144779" y="27431"/>
                  </a:moveTo>
                  <a:lnTo>
                    <a:pt x="144779" y="0"/>
                  </a:lnTo>
                  <a:lnTo>
                    <a:pt x="0" y="0"/>
                  </a:lnTo>
                  <a:lnTo>
                    <a:pt x="0" y="27431"/>
                  </a:lnTo>
                  <a:lnTo>
                    <a:pt x="144779" y="27431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44853" y="3869435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80" h="144779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69470" y="4357115"/>
              <a:ext cx="144780" cy="27940"/>
            </a:xfrm>
            <a:custGeom>
              <a:avLst/>
              <a:gdLst/>
              <a:ahLst/>
              <a:cxnLst/>
              <a:rect l="l" t="t" r="r" b="b"/>
              <a:pathLst>
                <a:path w="144780" h="27939">
                  <a:moveTo>
                    <a:pt x="144779" y="27431"/>
                  </a:moveTo>
                  <a:lnTo>
                    <a:pt x="144779" y="0"/>
                  </a:lnTo>
                  <a:lnTo>
                    <a:pt x="0" y="0"/>
                  </a:lnTo>
                  <a:lnTo>
                    <a:pt x="0" y="27431"/>
                  </a:lnTo>
                  <a:lnTo>
                    <a:pt x="144779" y="27431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34413" y="4192523"/>
              <a:ext cx="143510" cy="144780"/>
            </a:xfrm>
            <a:custGeom>
              <a:avLst/>
              <a:gdLst/>
              <a:ahLst/>
              <a:cxnLst/>
              <a:rect l="l" t="t" r="r" b="b"/>
              <a:pathLst>
                <a:path w="143510" h="144779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4864" y="0"/>
                  </a:lnTo>
                  <a:lnTo>
                    <a:pt x="54864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4864" y="85344"/>
                  </a:lnTo>
                  <a:lnTo>
                    <a:pt x="54864" y="144780"/>
                  </a:lnTo>
                  <a:lnTo>
                    <a:pt x="83820" y="144780"/>
                  </a:lnTo>
                  <a:lnTo>
                    <a:pt x="83820" y="85344"/>
                  </a:lnTo>
                  <a:lnTo>
                    <a:pt x="143256" y="85344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61950" y="4283963"/>
              <a:ext cx="144780" cy="27940"/>
            </a:xfrm>
            <a:custGeom>
              <a:avLst/>
              <a:gdLst/>
              <a:ahLst/>
              <a:cxnLst/>
              <a:rect l="l" t="t" r="r" b="b"/>
              <a:pathLst>
                <a:path w="144780" h="27939">
                  <a:moveTo>
                    <a:pt x="144779" y="27431"/>
                  </a:moveTo>
                  <a:lnTo>
                    <a:pt x="144779" y="0"/>
                  </a:lnTo>
                  <a:lnTo>
                    <a:pt x="0" y="0"/>
                  </a:lnTo>
                  <a:lnTo>
                    <a:pt x="0" y="27431"/>
                  </a:lnTo>
                  <a:lnTo>
                    <a:pt x="144779" y="27431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82113" y="4300727"/>
              <a:ext cx="143510" cy="143510"/>
            </a:xfrm>
            <a:custGeom>
              <a:avLst/>
              <a:gdLst/>
              <a:ahLst/>
              <a:cxnLst/>
              <a:rect l="l" t="t" r="r" b="b"/>
              <a:pathLst>
                <a:path w="143510" h="143510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4864" y="0"/>
                  </a:lnTo>
                  <a:lnTo>
                    <a:pt x="54864" y="56388"/>
                  </a:lnTo>
                  <a:lnTo>
                    <a:pt x="0" y="56388"/>
                  </a:lnTo>
                  <a:lnTo>
                    <a:pt x="0" y="83820"/>
                  </a:lnTo>
                  <a:lnTo>
                    <a:pt x="54864" y="83820"/>
                  </a:lnTo>
                  <a:lnTo>
                    <a:pt x="54864" y="143256"/>
                  </a:lnTo>
                  <a:lnTo>
                    <a:pt x="83820" y="143256"/>
                  </a:lnTo>
                  <a:lnTo>
                    <a:pt x="83820" y="83820"/>
                  </a:lnTo>
                  <a:lnTo>
                    <a:pt x="143256" y="83820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5402" y="3465576"/>
              <a:ext cx="1809114" cy="1233170"/>
            </a:xfrm>
            <a:custGeom>
              <a:avLst/>
              <a:gdLst/>
              <a:ahLst/>
              <a:cxnLst/>
              <a:rect l="l" t="t" r="r" b="b"/>
              <a:pathLst>
                <a:path w="1809114" h="1233170">
                  <a:moveTo>
                    <a:pt x="1807464" y="649224"/>
                  </a:moveTo>
                  <a:lnTo>
                    <a:pt x="1807464" y="585216"/>
                  </a:lnTo>
                  <a:lnTo>
                    <a:pt x="1804416" y="553212"/>
                  </a:lnTo>
                  <a:lnTo>
                    <a:pt x="1790700" y="492252"/>
                  </a:lnTo>
                  <a:lnTo>
                    <a:pt x="1767840" y="432816"/>
                  </a:lnTo>
                  <a:lnTo>
                    <a:pt x="1737360" y="376428"/>
                  </a:lnTo>
                  <a:lnTo>
                    <a:pt x="1699260" y="323088"/>
                  </a:lnTo>
                  <a:lnTo>
                    <a:pt x="1653540" y="271272"/>
                  </a:lnTo>
                  <a:lnTo>
                    <a:pt x="1601724" y="224028"/>
                  </a:lnTo>
                  <a:lnTo>
                    <a:pt x="1542288" y="179832"/>
                  </a:lnTo>
                  <a:lnTo>
                    <a:pt x="1478280" y="140208"/>
                  </a:lnTo>
                  <a:lnTo>
                    <a:pt x="1444752" y="121920"/>
                  </a:lnTo>
                  <a:lnTo>
                    <a:pt x="1409700" y="105156"/>
                  </a:lnTo>
                  <a:lnTo>
                    <a:pt x="1373124" y="89916"/>
                  </a:lnTo>
                  <a:lnTo>
                    <a:pt x="1335024" y="74676"/>
                  </a:lnTo>
                  <a:lnTo>
                    <a:pt x="1295400" y="60960"/>
                  </a:lnTo>
                  <a:lnTo>
                    <a:pt x="1255776" y="48768"/>
                  </a:lnTo>
                  <a:lnTo>
                    <a:pt x="1173480" y="27432"/>
                  </a:lnTo>
                  <a:lnTo>
                    <a:pt x="1129284" y="19812"/>
                  </a:lnTo>
                  <a:lnTo>
                    <a:pt x="1086612" y="12192"/>
                  </a:lnTo>
                  <a:lnTo>
                    <a:pt x="1042416" y="7620"/>
                  </a:lnTo>
                  <a:lnTo>
                    <a:pt x="996696" y="3048"/>
                  </a:lnTo>
                  <a:lnTo>
                    <a:pt x="950976" y="1524"/>
                  </a:lnTo>
                  <a:lnTo>
                    <a:pt x="903732" y="0"/>
                  </a:lnTo>
                  <a:lnTo>
                    <a:pt x="812292" y="3048"/>
                  </a:lnTo>
                  <a:lnTo>
                    <a:pt x="766572" y="7620"/>
                  </a:lnTo>
                  <a:lnTo>
                    <a:pt x="722376" y="12192"/>
                  </a:lnTo>
                  <a:lnTo>
                    <a:pt x="678180" y="19812"/>
                  </a:lnTo>
                  <a:lnTo>
                    <a:pt x="635508" y="27432"/>
                  </a:lnTo>
                  <a:lnTo>
                    <a:pt x="553212" y="48768"/>
                  </a:lnTo>
                  <a:lnTo>
                    <a:pt x="513588" y="60960"/>
                  </a:lnTo>
                  <a:lnTo>
                    <a:pt x="473964" y="74676"/>
                  </a:lnTo>
                  <a:lnTo>
                    <a:pt x="435864" y="89916"/>
                  </a:lnTo>
                  <a:lnTo>
                    <a:pt x="399288" y="105156"/>
                  </a:lnTo>
                  <a:lnTo>
                    <a:pt x="364236" y="121920"/>
                  </a:lnTo>
                  <a:lnTo>
                    <a:pt x="329184" y="140208"/>
                  </a:lnTo>
                  <a:lnTo>
                    <a:pt x="265176" y="179832"/>
                  </a:lnTo>
                  <a:lnTo>
                    <a:pt x="207264" y="224028"/>
                  </a:lnTo>
                  <a:lnTo>
                    <a:pt x="155448" y="271272"/>
                  </a:lnTo>
                  <a:lnTo>
                    <a:pt x="109728" y="323088"/>
                  </a:lnTo>
                  <a:lnTo>
                    <a:pt x="71628" y="376428"/>
                  </a:lnTo>
                  <a:lnTo>
                    <a:pt x="41148" y="432816"/>
                  </a:lnTo>
                  <a:lnTo>
                    <a:pt x="18288" y="492252"/>
                  </a:lnTo>
                  <a:lnTo>
                    <a:pt x="4572" y="553212"/>
                  </a:lnTo>
                  <a:lnTo>
                    <a:pt x="0" y="601980"/>
                  </a:lnTo>
                  <a:lnTo>
                    <a:pt x="0" y="632460"/>
                  </a:lnTo>
                  <a:lnTo>
                    <a:pt x="4572" y="681228"/>
                  </a:lnTo>
                  <a:lnTo>
                    <a:pt x="9144" y="704088"/>
                  </a:lnTo>
                  <a:lnTo>
                    <a:pt x="9144" y="617220"/>
                  </a:lnTo>
                  <a:lnTo>
                    <a:pt x="10668" y="601980"/>
                  </a:lnTo>
                  <a:lnTo>
                    <a:pt x="10668" y="585216"/>
                  </a:lnTo>
                  <a:lnTo>
                    <a:pt x="13716" y="554736"/>
                  </a:lnTo>
                  <a:lnTo>
                    <a:pt x="27432" y="495300"/>
                  </a:lnTo>
                  <a:lnTo>
                    <a:pt x="50292" y="437388"/>
                  </a:lnTo>
                  <a:lnTo>
                    <a:pt x="79248" y="381000"/>
                  </a:lnTo>
                  <a:lnTo>
                    <a:pt x="117348" y="327660"/>
                  </a:lnTo>
                  <a:lnTo>
                    <a:pt x="161544" y="278892"/>
                  </a:lnTo>
                  <a:lnTo>
                    <a:pt x="213360" y="231648"/>
                  </a:lnTo>
                  <a:lnTo>
                    <a:pt x="271272" y="188976"/>
                  </a:lnTo>
                  <a:lnTo>
                    <a:pt x="301752" y="167640"/>
                  </a:lnTo>
                  <a:lnTo>
                    <a:pt x="368808" y="131064"/>
                  </a:lnTo>
                  <a:lnTo>
                    <a:pt x="403860" y="114300"/>
                  </a:lnTo>
                  <a:lnTo>
                    <a:pt x="440436" y="97536"/>
                  </a:lnTo>
                  <a:lnTo>
                    <a:pt x="477012" y="83820"/>
                  </a:lnTo>
                  <a:lnTo>
                    <a:pt x="516636" y="70104"/>
                  </a:lnTo>
                  <a:lnTo>
                    <a:pt x="556260" y="57912"/>
                  </a:lnTo>
                  <a:lnTo>
                    <a:pt x="595884" y="47244"/>
                  </a:lnTo>
                  <a:lnTo>
                    <a:pt x="638556" y="36576"/>
                  </a:lnTo>
                  <a:lnTo>
                    <a:pt x="723900" y="21336"/>
                  </a:lnTo>
                  <a:lnTo>
                    <a:pt x="812292" y="12192"/>
                  </a:lnTo>
                  <a:lnTo>
                    <a:pt x="903732" y="9144"/>
                  </a:lnTo>
                  <a:lnTo>
                    <a:pt x="950976" y="10668"/>
                  </a:lnTo>
                  <a:lnTo>
                    <a:pt x="995172" y="13614"/>
                  </a:lnTo>
                  <a:lnTo>
                    <a:pt x="1040892" y="16764"/>
                  </a:lnTo>
                  <a:lnTo>
                    <a:pt x="1085088" y="22860"/>
                  </a:lnTo>
                  <a:lnTo>
                    <a:pt x="1127760" y="28956"/>
                  </a:lnTo>
                  <a:lnTo>
                    <a:pt x="1213104" y="47244"/>
                  </a:lnTo>
                  <a:lnTo>
                    <a:pt x="1252728" y="57912"/>
                  </a:lnTo>
                  <a:lnTo>
                    <a:pt x="1292352" y="70104"/>
                  </a:lnTo>
                  <a:lnTo>
                    <a:pt x="1331976" y="83820"/>
                  </a:lnTo>
                  <a:lnTo>
                    <a:pt x="1368552" y="97536"/>
                  </a:lnTo>
                  <a:lnTo>
                    <a:pt x="1405128" y="114300"/>
                  </a:lnTo>
                  <a:lnTo>
                    <a:pt x="1440180" y="131064"/>
                  </a:lnTo>
                  <a:lnTo>
                    <a:pt x="1507236" y="167640"/>
                  </a:lnTo>
                  <a:lnTo>
                    <a:pt x="1537716" y="188976"/>
                  </a:lnTo>
                  <a:lnTo>
                    <a:pt x="1566672" y="208788"/>
                  </a:lnTo>
                  <a:lnTo>
                    <a:pt x="1621536" y="254508"/>
                  </a:lnTo>
                  <a:lnTo>
                    <a:pt x="1670304" y="303276"/>
                  </a:lnTo>
                  <a:lnTo>
                    <a:pt x="1711452" y="355092"/>
                  </a:lnTo>
                  <a:lnTo>
                    <a:pt x="1744980" y="408432"/>
                  </a:lnTo>
                  <a:lnTo>
                    <a:pt x="1770888" y="466344"/>
                  </a:lnTo>
                  <a:lnTo>
                    <a:pt x="1789176" y="525780"/>
                  </a:lnTo>
                  <a:lnTo>
                    <a:pt x="1793748" y="554736"/>
                  </a:lnTo>
                  <a:lnTo>
                    <a:pt x="1796796" y="569976"/>
                  </a:lnTo>
                  <a:lnTo>
                    <a:pt x="1798320" y="586740"/>
                  </a:lnTo>
                  <a:lnTo>
                    <a:pt x="1798320" y="711708"/>
                  </a:lnTo>
                  <a:lnTo>
                    <a:pt x="1804416" y="679704"/>
                  </a:lnTo>
                  <a:lnTo>
                    <a:pt x="1807464" y="649224"/>
                  </a:lnTo>
                  <a:close/>
                </a:path>
                <a:path w="1809114" h="1233170">
                  <a:moveTo>
                    <a:pt x="1798320" y="711708"/>
                  </a:moveTo>
                  <a:lnTo>
                    <a:pt x="1798320" y="647700"/>
                  </a:lnTo>
                  <a:lnTo>
                    <a:pt x="1796796" y="664464"/>
                  </a:lnTo>
                  <a:lnTo>
                    <a:pt x="1793748" y="679704"/>
                  </a:lnTo>
                  <a:lnTo>
                    <a:pt x="1781556" y="739140"/>
                  </a:lnTo>
                  <a:lnTo>
                    <a:pt x="1758696" y="797052"/>
                  </a:lnTo>
                  <a:lnTo>
                    <a:pt x="1728216" y="853440"/>
                  </a:lnTo>
                  <a:lnTo>
                    <a:pt x="1691640" y="906780"/>
                  </a:lnTo>
                  <a:lnTo>
                    <a:pt x="1621536" y="979932"/>
                  </a:lnTo>
                  <a:lnTo>
                    <a:pt x="1537716" y="1045464"/>
                  </a:lnTo>
                  <a:lnTo>
                    <a:pt x="1505712" y="1066800"/>
                  </a:lnTo>
                  <a:lnTo>
                    <a:pt x="1440180" y="1103376"/>
                  </a:lnTo>
                  <a:lnTo>
                    <a:pt x="1405128" y="1120140"/>
                  </a:lnTo>
                  <a:lnTo>
                    <a:pt x="1331976" y="1150620"/>
                  </a:lnTo>
                  <a:lnTo>
                    <a:pt x="1292352" y="1164336"/>
                  </a:lnTo>
                  <a:lnTo>
                    <a:pt x="1252728" y="1176528"/>
                  </a:lnTo>
                  <a:lnTo>
                    <a:pt x="1211580" y="1187196"/>
                  </a:lnTo>
                  <a:lnTo>
                    <a:pt x="1170432" y="1196340"/>
                  </a:lnTo>
                  <a:lnTo>
                    <a:pt x="1127760" y="1205484"/>
                  </a:lnTo>
                  <a:lnTo>
                    <a:pt x="1085088" y="1211580"/>
                  </a:lnTo>
                  <a:lnTo>
                    <a:pt x="1040892" y="1217676"/>
                  </a:lnTo>
                  <a:lnTo>
                    <a:pt x="996696" y="1220622"/>
                  </a:lnTo>
                  <a:lnTo>
                    <a:pt x="950976" y="1223772"/>
                  </a:lnTo>
                  <a:lnTo>
                    <a:pt x="858012" y="1223772"/>
                  </a:lnTo>
                  <a:lnTo>
                    <a:pt x="812292" y="1220724"/>
                  </a:lnTo>
                  <a:lnTo>
                    <a:pt x="768096" y="1217676"/>
                  </a:lnTo>
                  <a:lnTo>
                    <a:pt x="679704" y="1205484"/>
                  </a:lnTo>
                  <a:lnTo>
                    <a:pt x="638556" y="1196340"/>
                  </a:lnTo>
                  <a:lnTo>
                    <a:pt x="595884" y="1187196"/>
                  </a:lnTo>
                  <a:lnTo>
                    <a:pt x="556260" y="1176528"/>
                  </a:lnTo>
                  <a:lnTo>
                    <a:pt x="516636" y="1164336"/>
                  </a:lnTo>
                  <a:lnTo>
                    <a:pt x="477012" y="1150620"/>
                  </a:lnTo>
                  <a:lnTo>
                    <a:pt x="403860" y="1120140"/>
                  </a:lnTo>
                  <a:lnTo>
                    <a:pt x="368808" y="1103376"/>
                  </a:lnTo>
                  <a:lnTo>
                    <a:pt x="301752" y="1066800"/>
                  </a:lnTo>
                  <a:lnTo>
                    <a:pt x="240792" y="1024128"/>
                  </a:lnTo>
                  <a:lnTo>
                    <a:pt x="187452" y="979932"/>
                  </a:lnTo>
                  <a:lnTo>
                    <a:pt x="138684" y="931164"/>
                  </a:lnTo>
                  <a:lnTo>
                    <a:pt x="97536" y="879348"/>
                  </a:lnTo>
                  <a:lnTo>
                    <a:pt x="64008" y="824484"/>
                  </a:lnTo>
                  <a:lnTo>
                    <a:pt x="38100" y="768096"/>
                  </a:lnTo>
                  <a:lnTo>
                    <a:pt x="19812" y="708660"/>
                  </a:lnTo>
                  <a:lnTo>
                    <a:pt x="10668" y="647700"/>
                  </a:lnTo>
                  <a:lnTo>
                    <a:pt x="10668" y="632460"/>
                  </a:lnTo>
                  <a:lnTo>
                    <a:pt x="9144" y="617220"/>
                  </a:lnTo>
                  <a:lnTo>
                    <a:pt x="9144" y="704088"/>
                  </a:lnTo>
                  <a:lnTo>
                    <a:pt x="10668" y="711708"/>
                  </a:lnTo>
                  <a:lnTo>
                    <a:pt x="28956" y="772668"/>
                  </a:lnTo>
                  <a:lnTo>
                    <a:pt x="54864" y="830580"/>
                  </a:lnTo>
                  <a:lnTo>
                    <a:pt x="89916" y="885444"/>
                  </a:lnTo>
                  <a:lnTo>
                    <a:pt x="131064" y="937260"/>
                  </a:lnTo>
                  <a:lnTo>
                    <a:pt x="181356" y="987552"/>
                  </a:lnTo>
                  <a:lnTo>
                    <a:pt x="236220" y="1031748"/>
                  </a:lnTo>
                  <a:lnTo>
                    <a:pt x="265176" y="1054608"/>
                  </a:lnTo>
                  <a:lnTo>
                    <a:pt x="330708" y="1094232"/>
                  </a:lnTo>
                  <a:lnTo>
                    <a:pt x="364236" y="1112520"/>
                  </a:lnTo>
                  <a:lnTo>
                    <a:pt x="399288" y="1129284"/>
                  </a:lnTo>
                  <a:lnTo>
                    <a:pt x="435864" y="1144524"/>
                  </a:lnTo>
                  <a:lnTo>
                    <a:pt x="473964" y="1159764"/>
                  </a:lnTo>
                  <a:lnTo>
                    <a:pt x="513588" y="1173480"/>
                  </a:lnTo>
                  <a:lnTo>
                    <a:pt x="553212" y="1185672"/>
                  </a:lnTo>
                  <a:lnTo>
                    <a:pt x="635508" y="1207008"/>
                  </a:lnTo>
                  <a:lnTo>
                    <a:pt x="679704" y="1214628"/>
                  </a:lnTo>
                  <a:lnTo>
                    <a:pt x="722376" y="1220724"/>
                  </a:lnTo>
                  <a:lnTo>
                    <a:pt x="766572" y="1226820"/>
                  </a:lnTo>
                  <a:lnTo>
                    <a:pt x="812292" y="1231392"/>
                  </a:lnTo>
                  <a:lnTo>
                    <a:pt x="858012" y="1232916"/>
                  </a:lnTo>
                  <a:lnTo>
                    <a:pt x="950976" y="1232916"/>
                  </a:lnTo>
                  <a:lnTo>
                    <a:pt x="1040892" y="1226921"/>
                  </a:lnTo>
                  <a:lnTo>
                    <a:pt x="1086612" y="1220724"/>
                  </a:lnTo>
                  <a:lnTo>
                    <a:pt x="1129284" y="1214628"/>
                  </a:lnTo>
                  <a:lnTo>
                    <a:pt x="1173480" y="1205484"/>
                  </a:lnTo>
                  <a:lnTo>
                    <a:pt x="1214628" y="1196340"/>
                  </a:lnTo>
                  <a:lnTo>
                    <a:pt x="1255776" y="1185672"/>
                  </a:lnTo>
                  <a:lnTo>
                    <a:pt x="1295400" y="1173480"/>
                  </a:lnTo>
                  <a:lnTo>
                    <a:pt x="1335024" y="1159764"/>
                  </a:lnTo>
                  <a:lnTo>
                    <a:pt x="1373124" y="1144524"/>
                  </a:lnTo>
                  <a:lnTo>
                    <a:pt x="1409700" y="1129284"/>
                  </a:lnTo>
                  <a:lnTo>
                    <a:pt x="1444752" y="1110996"/>
                  </a:lnTo>
                  <a:lnTo>
                    <a:pt x="1511808" y="1074420"/>
                  </a:lnTo>
                  <a:lnTo>
                    <a:pt x="1572768" y="1031748"/>
                  </a:lnTo>
                  <a:lnTo>
                    <a:pt x="1627632" y="986028"/>
                  </a:lnTo>
                  <a:lnTo>
                    <a:pt x="1653540" y="963168"/>
                  </a:lnTo>
                  <a:lnTo>
                    <a:pt x="1699260" y="911352"/>
                  </a:lnTo>
                  <a:lnTo>
                    <a:pt x="1737360" y="858012"/>
                  </a:lnTo>
                  <a:lnTo>
                    <a:pt x="1767840" y="801624"/>
                  </a:lnTo>
                  <a:lnTo>
                    <a:pt x="1790700" y="742188"/>
                  </a:lnTo>
                  <a:lnTo>
                    <a:pt x="1798320" y="711708"/>
                  </a:lnTo>
                  <a:close/>
                </a:path>
                <a:path w="1809114" h="1233170">
                  <a:moveTo>
                    <a:pt x="1808988" y="617220"/>
                  </a:moveTo>
                  <a:lnTo>
                    <a:pt x="1807464" y="600456"/>
                  </a:lnTo>
                  <a:lnTo>
                    <a:pt x="1807464" y="632460"/>
                  </a:lnTo>
                  <a:lnTo>
                    <a:pt x="1808988" y="617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321174" y="3502152"/>
            <a:ext cx="1809114" cy="1233170"/>
            <a:chOff x="7321174" y="3502152"/>
            <a:chExt cx="1809114" cy="1233170"/>
          </a:xfrm>
        </p:grpSpPr>
        <p:sp>
          <p:nvSpPr>
            <p:cNvPr id="14" name="object 14"/>
            <p:cNvSpPr/>
            <p:nvPr/>
          </p:nvSpPr>
          <p:spPr>
            <a:xfrm>
              <a:off x="8010017" y="3781043"/>
              <a:ext cx="937260" cy="353695"/>
            </a:xfrm>
            <a:custGeom>
              <a:avLst/>
              <a:gdLst/>
              <a:ahLst/>
              <a:cxnLst/>
              <a:rect l="l" t="t" r="r" b="b"/>
              <a:pathLst>
                <a:path w="937259" h="353695">
                  <a:moveTo>
                    <a:pt x="14478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144780" y="27432"/>
                  </a:lnTo>
                  <a:lnTo>
                    <a:pt x="144780" y="0"/>
                  </a:lnTo>
                  <a:close/>
                </a:path>
                <a:path w="937259" h="353695">
                  <a:moveTo>
                    <a:pt x="937260" y="324612"/>
                  </a:moveTo>
                  <a:lnTo>
                    <a:pt x="792480" y="324612"/>
                  </a:lnTo>
                  <a:lnTo>
                    <a:pt x="792480" y="353568"/>
                  </a:lnTo>
                  <a:lnTo>
                    <a:pt x="937260" y="353568"/>
                  </a:lnTo>
                  <a:lnTo>
                    <a:pt x="937260" y="324612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57717" y="3976115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42149" y="3816095"/>
              <a:ext cx="1260475" cy="605155"/>
            </a:xfrm>
            <a:custGeom>
              <a:avLst/>
              <a:gdLst/>
              <a:ahLst/>
              <a:cxnLst/>
              <a:rect l="l" t="t" r="r" b="b"/>
              <a:pathLst>
                <a:path w="1260475" h="605154">
                  <a:moveTo>
                    <a:pt x="144780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144780" y="28956"/>
                  </a:lnTo>
                  <a:lnTo>
                    <a:pt x="144780" y="0"/>
                  </a:lnTo>
                  <a:close/>
                </a:path>
                <a:path w="1260475" h="605154">
                  <a:moveTo>
                    <a:pt x="467868" y="577596"/>
                  </a:moveTo>
                  <a:lnTo>
                    <a:pt x="324612" y="577596"/>
                  </a:lnTo>
                  <a:lnTo>
                    <a:pt x="324612" y="605028"/>
                  </a:lnTo>
                  <a:lnTo>
                    <a:pt x="467868" y="605028"/>
                  </a:lnTo>
                  <a:lnTo>
                    <a:pt x="467868" y="577596"/>
                  </a:lnTo>
                  <a:close/>
                </a:path>
                <a:path w="1260475" h="605154">
                  <a:moveTo>
                    <a:pt x="1260348" y="504444"/>
                  </a:moveTo>
                  <a:lnTo>
                    <a:pt x="1115568" y="504444"/>
                  </a:lnTo>
                  <a:lnTo>
                    <a:pt x="1115568" y="531876"/>
                  </a:lnTo>
                  <a:lnTo>
                    <a:pt x="1260348" y="531876"/>
                  </a:lnTo>
                  <a:lnTo>
                    <a:pt x="1260348" y="504444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77885" y="4337303"/>
              <a:ext cx="143510" cy="143510"/>
            </a:xfrm>
            <a:custGeom>
              <a:avLst/>
              <a:gdLst/>
              <a:ahLst/>
              <a:cxnLst/>
              <a:rect l="l" t="t" r="r" b="b"/>
              <a:pathLst>
                <a:path w="143509" h="143510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3820"/>
                  </a:lnTo>
                  <a:lnTo>
                    <a:pt x="56388" y="83820"/>
                  </a:lnTo>
                  <a:lnTo>
                    <a:pt x="56388" y="143256"/>
                  </a:lnTo>
                  <a:lnTo>
                    <a:pt x="83820" y="143256"/>
                  </a:lnTo>
                  <a:lnTo>
                    <a:pt x="83820" y="83820"/>
                  </a:lnTo>
                  <a:lnTo>
                    <a:pt x="143256" y="83820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21174" y="3502152"/>
              <a:ext cx="1809114" cy="1233170"/>
            </a:xfrm>
            <a:custGeom>
              <a:avLst/>
              <a:gdLst/>
              <a:ahLst/>
              <a:cxnLst/>
              <a:rect l="l" t="t" r="r" b="b"/>
              <a:pathLst>
                <a:path w="1809115" h="1233170">
                  <a:moveTo>
                    <a:pt x="1808988" y="632460"/>
                  </a:moveTo>
                  <a:lnTo>
                    <a:pt x="1808988" y="600456"/>
                  </a:lnTo>
                  <a:lnTo>
                    <a:pt x="1804416" y="553212"/>
                  </a:lnTo>
                  <a:lnTo>
                    <a:pt x="1790700" y="492252"/>
                  </a:lnTo>
                  <a:lnTo>
                    <a:pt x="1767840" y="432816"/>
                  </a:lnTo>
                  <a:lnTo>
                    <a:pt x="1737360" y="376428"/>
                  </a:lnTo>
                  <a:lnTo>
                    <a:pt x="1699260" y="323088"/>
                  </a:lnTo>
                  <a:lnTo>
                    <a:pt x="1653540" y="271272"/>
                  </a:lnTo>
                  <a:lnTo>
                    <a:pt x="1601724" y="224028"/>
                  </a:lnTo>
                  <a:lnTo>
                    <a:pt x="1543812" y="179832"/>
                  </a:lnTo>
                  <a:lnTo>
                    <a:pt x="1478280" y="140208"/>
                  </a:lnTo>
                  <a:lnTo>
                    <a:pt x="1444752" y="121920"/>
                  </a:lnTo>
                  <a:lnTo>
                    <a:pt x="1409700" y="105156"/>
                  </a:lnTo>
                  <a:lnTo>
                    <a:pt x="1373124" y="89916"/>
                  </a:lnTo>
                  <a:lnTo>
                    <a:pt x="1335024" y="74676"/>
                  </a:lnTo>
                  <a:lnTo>
                    <a:pt x="1295400" y="60960"/>
                  </a:lnTo>
                  <a:lnTo>
                    <a:pt x="1255776" y="48768"/>
                  </a:lnTo>
                  <a:lnTo>
                    <a:pt x="1173480" y="27432"/>
                  </a:lnTo>
                  <a:lnTo>
                    <a:pt x="1130808" y="19812"/>
                  </a:lnTo>
                  <a:lnTo>
                    <a:pt x="1086612" y="12192"/>
                  </a:lnTo>
                  <a:lnTo>
                    <a:pt x="1042416" y="7620"/>
                  </a:lnTo>
                  <a:lnTo>
                    <a:pt x="996696" y="3048"/>
                  </a:lnTo>
                  <a:lnTo>
                    <a:pt x="950976" y="1524"/>
                  </a:lnTo>
                  <a:lnTo>
                    <a:pt x="905256" y="49"/>
                  </a:lnTo>
                  <a:lnTo>
                    <a:pt x="903732" y="0"/>
                  </a:lnTo>
                  <a:lnTo>
                    <a:pt x="812292" y="3048"/>
                  </a:lnTo>
                  <a:lnTo>
                    <a:pt x="766572" y="7620"/>
                  </a:lnTo>
                  <a:lnTo>
                    <a:pt x="722376" y="12192"/>
                  </a:lnTo>
                  <a:lnTo>
                    <a:pt x="678180" y="19812"/>
                  </a:lnTo>
                  <a:lnTo>
                    <a:pt x="635508" y="27432"/>
                  </a:lnTo>
                  <a:lnTo>
                    <a:pt x="553212" y="48768"/>
                  </a:lnTo>
                  <a:lnTo>
                    <a:pt x="513588" y="60960"/>
                  </a:lnTo>
                  <a:lnTo>
                    <a:pt x="473964" y="74676"/>
                  </a:lnTo>
                  <a:lnTo>
                    <a:pt x="435864" y="89916"/>
                  </a:lnTo>
                  <a:lnTo>
                    <a:pt x="399288" y="105156"/>
                  </a:lnTo>
                  <a:lnTo>
                    <a:pt x="364236" y="121920"/>
                  </a:lnTo>
                  <a:lnTo>
                    <a:pt x="330708" y="140208"/>
                  </a:lnTo>
                  <a:lnTo>
                    <a:pt x="297180" y="160020"/>
                  </a:lnTo>
                  <a:lnTo>
                    <a:pt x="236220" y="201168"/>
                  </a:lnTo>
                  <a:lnTo>
                    <a:pt x="181356" y="246888"/>
                  </a:lnTo>
                  <a:lnTo>
                    <a:pt x="131064" y="297180"/>
                  </a:lnTo>
                  <a:lnTo>
                    <a:pt x="89916" y="348996"/>
                  </a:lnTo>
                  <a:lnTo>
                    <a:pt x="54864" y="403860"/>
                  </a:lnTo>
                  <a:lnTo>
                    <a:pt x="28956" y="463296"/>
                  </a:lnTo>
                  <a:lnTo>
                    <a:pt x="10668" y="522732"/>
                  </a:lnTo>
                  <a:lnTo>
                    <a:pt x="0" y="600456"/>
                  </a:lnTo>
                  <a:lnTo>
                    <a:pt x="0" y="632460"/>
                  </a:lnTo>
                  <a:lnTo>
                    <a:pt x="4572" y="681228"/>
                  </a:lnTo>
                  <a:lnTo>
                    <a:pt x="10668" y="711708"/>
                  </a:lnTo>
                  <a:lnTo>
                    <a:pt x="10668" y="585216"/>
                  </a:lnTo>
                  <a:lnTo>
                    <a:pt x="12192" y="569976"/>
                  </a:lnTo>
                  <a:lnTo>
                    <a:pt x="15240" y="554736"/>
                  </a:lnTo>
                  <a:lnTo>
                    <a:pt x="19812" y="524256"/>
                  </a:lnTo>
                  <a:lnTo>
                    <a:pt x="27432" y="495300"/>
                  </a:lnTo>
                  <a:lnTo>
                    <a:pt x="50292" y="437388"/>
                  </a:lnTo>
                  <a:lnTo>
                    <a:pt x="80772" y="381000"/>
                  </a:lnTo>
                  <a:lnTo>
                    <a:pt x="117348" y="327660"/>
                  </a:lnTo>
                  <a:lnTo>
                    <a:pt x="187452" y="254508"/>
                  </a:lnTo>
                  <a:lnTo>
                    <a:pt x="242316" y="208788"/>
                  </a:lnTo>
                  <a:lnTo>
                    <a:pt x="303276" y="167640"/>
                  </a:lnTo>
                  <a:lnTo>
                    <a:pt x="368808" y="131064"/>
                  </a:lnTo>
                  <a:lnTo>
                    <a:pt x="403860" y="114300"/>
                  </a:lnTo>
                  <a:lnTo>
                    <a:pt x="440436" y="97536"/>
                  </a:lnTo>
                  <a:lnTo>
                    <a:pt x="477012" y="83820"/>
                  </a:lnTo>
                  <a:lnTo>
                    <a:pt x="516636" y="70104"/>
                  </a:lnTo>
                  <a:lnTo>
                    <a:pt x="556260" y="57912"/>
                  </a:lnTo>
                  <a:lnTo>
                    <a:pt x="595884" y="47244"/>
                  </a:lnTo>
                  <a:lnTo>
                    <a:pt x="638556" y="36576"/>
                  </a:lnTo>
                  <a:lnTo>
                    <a:pt x="723900" y="21336"/>
                  </a:lnTo>
                  <a:lnTo>
                    <a:pt x="812292" y="12192"/>
                  </a:lnTo>
                  <a:lnTo>
                    <a:pt x="858012" y="10668"/>
                  </a:lnTo>
                  <a:lnTo>
                    <a:pt x="903732" y="9193"/>
                  </a:lnTo>
                  <a:lnTo>
                    <a:pt x="905256" y="9144"/>
                  </a:lnTo>
                  <a:lnTo>
                    <a:pt x="950976" y="10668"/>
                  </a:lnTo>
                  <a:lnTo>
                    <a:pt x="996696" y="13716"/>
                  </a:lnTo>
                  <a:lnTo>
                    <a:pt x="1040892" y="16764"/>
                  </a:lnTo>
                  <a:lnTo>
                    <a:pt x="1129284" y="28956"/>
                  </a:lnTo>
                  <a:lnTo>
                    <a:pt x="1170432" y="36576"/>
                  </a:lnTo>
                  <a:lnTo>
                    <a:pt x="1213104" y="47244"/>
                  </a:lnTo>
                  <a:lnTo>
                    <a:pt x="1252728" y="57912"/>
                  </a:lnTo>
                  <a:lnTo>
                    <a:pt x="1293876" y="70104"/>
                  </a:lnTo>
                  <a:lnTo>
                    <a:pt x="1331976" y="83820"/>
                  </a:lnTo>
                  <a:lnTo>
                    <a:pt x="1368552" y="97536"/>
                  </a:lnTo>
                  <a:lnTo>
                    <a:pt x="1405128" y="114300"/>
                  </a:lnTo>
                  <a:lnTo>
                    <a:pt x="1440180" y="131064"/>
                  </a:lnTo>
                  <a:lnTo>
                    <a:pt x="1507236" y="167640"/>
                  </a:lnTo>
                  <a:lnTo>
                    <a:pt x="1537716" y="188976"/>
                  </a:lnTo>
                  <a:lnTo>
                    <a:pt x="1568196" y="208788"/>
                  </a:lnTo>
                  <a:lnTo>
                    <a:pt x="1621536" y="254508"/>
                  </a:lnTo>
                  <a:lnTo>
                    <a:pt x="1670304" y="303276"/>
                  </a:lnTo>
                  <a:lnTo>
                    <a:pt x="1711452" y="355092"/>
                  </a:lnTo>
                  <a:lnTo>
                    <a:pt x="1744980" y="408432"/>
                  </a:lnTo>
                  <a:lnTo>
                    <a:pt x="1770888" y="466344"/>
                  </a:lnTo>
                  <a:lnTo>
                    <a:pt x="1789176" y="525780"/>
                  </a:lnTo>
                  <a:lnTo>
                    <a:pt x="1798320" y="586740"/>
                  </a:lnTo>
                  <a:lnTo>
                    <a:pt x="1798320" y="601980"/>
                  </a:lnTo>
                  <a:lnTo>
                    <a:pt x="1799844" y="617220"/>
                  </a:lnTo>
                  <a:lnTo>
                    <a:pt x="1799844" y="703707"/>
                  </a:lnTo>
                  <a:lnTo>
                    <a:pt x="1804416" y="679704"/>
                  </a:lnTo>
                  <a:lnTo>
                    <a:pt x="1808988" y="632460"/>
                  </a:lnTo>
                  <a:close/>
                </a:path>
                <a:path w="1809115" h="1233170">
                  <a:moveTo>
                    <a:pt x="1799844" y="703707"/>
                  </a:moveTo>
                  <a:lnTo>
                    <a:pt x="1799844" y="617220"/>
                  </a:lnTo>
                  <a:lnTo>
                    <a:pt x="1798320" y="632460"/>
                  </a:lnTo>
                  <a:lnTo>
                    <a:pt x="1798320" y="647700"/>
                  </a:lnTo>
                  <a:lnTo>
                    <a:pt x="1795272" y="679704"/>
                  </a:lnTo>
                  <a:lnTo>
                    <a:pt x="1781556" y="739140"/>
                  </a:lnTo>
                  <a:lnTo>
                    <a:pt x="1758696" y="797052"/>
                  </a:lnTo>
                  <a:lnTo>
                    <a:pt x="1729740" y="853440"/>
                  </a:lnTo>
                  <a:lnTo>
                    <a:pt x="1691640" y="905256"/>
                  </a:lnTo>
                  <a:lnTo>
                    <a:pt x="1647444" y="955548"/>
                  </a:lnTo>
                  <a:lnTo>
                    <a:pt x="1595628" y="1002792"/>
                  </a:lnTo>
                  <a:lnTo>
                    <a:pt x="1537716" y="1045464"/>
                  </a:lnTo>
                  <a:lnTo>
                    <a:pt x="1473708" y="1085088"/>
                  </a:lnTo>
                  <a:lnTo>
                    <a:pt x="1440180" y="1103376"/>
                  </a:lnTo>
                  <a:lnTo>
                    <a:pt x="1405128" y="1120140"/>
                  </a:lnTo>
                  <a:lnTo>
                    <a:pt x="1331976" y="1150620"/>
                  </a:lnTo>
                  <a:lnTo>
                    <a:pt x="1292352" y="1164336"/>
                  </a:lnTo>
                  <a:lnTo>
                    <a:pt x="1252728" y="1176528"/>
                  </a:lnTo>
                  <a:lnTo>
                    <a:pt x="1213104" y="1187196"/>
                  </a:lnTo>
                  <a:lnTo>
                    <a:pt x="1127760" y="1205484"/>
                  </a:lnTo>
                  <a:lnTo>
                    <a:pt x="1085088" y="1211580"/>
                  </a:lnTo>
                  <a:lnTo>
                    <a:pt x="996696" y="1220724"/>
                  </a:lnTo>
                  <a:lnTo>
                    <a:pt x="950976" y="1223772"/>
                  </a:lnTo>
                  <a:lnTo>
                    <a:pt x="858012" y="1223772"/>
                  </a:lnTo>
                  <a:lnTo>
                    <a:pt x="812292" y="1220724"/>
                  </a:lnTo>
                  <a:lnTo>
                    <a:pt x="768096" y="1217676"/>
                  </a:lnTo>
                  <a:lnTo>
                    <a:pt x="723900" y="1211580"/>
                  </a:lnTo>
                  <a:lnTo>
                    <a:pt x="681228" y="1205484"/>
                  </a:lnTo>
                  <a:lnTo>
                    <a:pt x="595884" y="1187196"/>
                  </a:lnTo>
                  <a:lnTo>
                    <a:pt x="556260" y="1176528"/>
                  </a:lnTo>
                  <a:lnTo>
                    <a:pt x="516636" y="1164336"/>
                  </a:lnTo>
                  <a:lnTo>
                    <a:pt x="477012" y="1150620"/>
                  </a:lnTo>
                  <a:lnTo>
                    <a:pt x="403860" y="1120140"/>
                  </a:lnTo>
                  <a:lnTo>
                    <a:pt x="368808" y="1103376"/>
                  </a:lnTo>
                  <a:lnTo>
                    <a:pt x="335280" y="1085088"/>
                  </a:lnTo>
                  <a:lnTo>
                    <a:pt x="301752" y="1065276"/>
                  </a:lnTo>
                  <a:lnTo>
                    <a:pt x="213360" y="1002792"/>
                  </a:lnTo>
                  <a:lnTo>
                    <a:pt x="161544" y="955548"/>
                  </a:lnTo>
                  <a:lnTo>
                    <a:pt x="117348" y="905256"/>
                  </a:lnTo>
                  <a:lnTo>
                    <a:pt x="79248" y="851916"/>
                  </a:lnTo>
                  <a:lnTo>
                    <a:pt x="50292" y="797052"/>
                  </a:lnTo>
                  <a:lnTo>
                    <a:pt x="27432" y="739140"/>
                  </a:lnTo>
                  <a:lnTo>
                    <a:pt x="15240" y="678180"/>
                  </a:lnTo>
                  <a:lnTo>
                    <a:pt x="12192" y="662940"/>
                  </a:lnTo>
                  <a:lnTo>
                    <a:pt x="10668" y="647700"/>
                  </a:lnTo>
                  <a:lnTo>
                    <a:pt x="10668" y="711708"/>
                  </a:lnTo>
                  <a:lnTo>
                    <a:pt x="28956" y="771144"/>
                  </a:lnTo>
                  <a:lnTo>
                    <a:pt x="56388" y="830580"/>
                  </a:lnTo>
                  <a:lnTo>
                    <a:pt x="89916" y="885444"/>
                  </a:lnTo>
                  <a:lnTo>
                    <a:pt x="155448" y="963168"/>
                  </a:lnTo>
                  <a:lnTo>
                    <a:pt x="207264" y="1010412"/>
                  </a:lnTo>
                  <a:lnTo>
                    <a:pt x="297180" y="1074420"/>
                  </a:lnTo>
                  <a:lnTo>
                    <a:pt x="330708" y="1094232"/>
                  </a:lnTo>
                  <a:lnTo>
                    <a:pt x="364236" y="1112520"/>
                  </a:lnTo>
                  <a:lnTo>
                    <a:pt x="399288" y="1129284"/>
                  </a:lnTo>
                  <a:lnTo>
                    <a:pt x="435864" y="1144524"/>
                  </a:lnTo>
                  <a:lnTo>
                    <a:pt x="473964" y="1159764"/>
                  </a:lnTo>
                  <a:lnTo>
                    <a:pt x="513588" y="1173480"/>
                  </a:lnTo>
                  <a:lnTo>
                    <a:pt x="553212" y="1185672"/>
                  </a:lnTo>
                  <a:lnTo>
                    <a:pt x="594360" y="1196340"/>
                  </a:lnTo>
                  <a:lnTo>
                    <a:pt x="635508" y="1205484"/>
                  </a:lnTo>
                  <a:lnTo>
                    <a:pt x="679704" y="1214628"/>
                  </a:lnTo>
                  <a:lnTo>
                    <a:pt x="722376" y="1220724"/>
                  </a:lnTo>
                  <a:lnTo>
                    <a:pt x="766572" y="1226820"/>
                  </a:lnTo>
                  <a:lnTo>
                    <a:pt x="812292" y="1231392"/>
                  </a:lnTo>
                  <a:lnTo>
                    <a:pt x="858012" y="1232916"/>
                  </a:lnTo>
                  <a:lnTo>
                    <a:pt x="950976" y="1232916"/>
                  </a:lnTo>
                  <a:lnTo>
                    <a:pt x="1040892" y="1226921"/>
                  </a:lnTo>
                  <a:lnTo>
                    <a:pt x="1042416" y="1226820"/>
                  </a:lnTo>
                  <a:lnTo>
                    <a:pt x="1130808" y="1214628"/>
                  </a:lnTo>
                  <a:lnTo>
                    <a:pt x="1173480" y="1205484"/>
                  </a:lnTo>
                  <a:lnTo>
                    <a:pt x="1214628" y="1196340"/>
                  </a:lnTo>
                  <a:lnTo>
                    <a:pt x="1255776" y="1185672"/>
                  </a:lnTo>
                  <a:lnTo>
                    <a:pt x="1295400" y="1173480"/>
                  </a:lnTo>
                  <a:lnTo>
                    <a:pt x="1335024" y="1159764"/>
                  </a:lnTo>
                  <a:lnTo>
                    <a:pt x="1373124" y="1144524"/>
                  </a:lnTo>
                  <a:lnTo>
                    <a:pt x="1409700" y="1129284"/>
                  </a:lnTo>
                  <a:lnTo>
                    <a:pt x="1479804" y="1092708"/>
                  </a:lnTo>
                  <a:lnTo>
                    <a:pt x="1543812" y="1053084"/>
                  </a:lnTo>
                  <a:lnTo>
                    <a:pt x="1601724" y="1010412"/>
                  </a:lnTo>
                  <a:lnTo>
                    <a:pt x="1653540" y="963168"/>
                  </a:lnTo>
                  <a:lnTo>
                    <a:pt x="1699260" y="911352"/>
                  </a:lnTo>
                  <a:lnTo>
                    <a:pt x="1737360" y="858012"/>
                  </a:lnTo>
                  <a:lnTo>
                    <a:pt x="1767840" y="801624"/>
                  </a:lnTo>
                  <a:lnTo>
                    <a:pt x="1790700" y="742188"/>
                  </a:lnTo>
                  <a:lnTo>
                    <a:pt x="1798320" y="711708"/>
                  </a:lnTo>
                  <a:lnTo>
                    <a:pt x="1799844" y="7037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525402" y="5647944"/>
            <a:ext cx="1809114" cy="1234440"/>
            <a:chOff x="1525402" y="5647944"/>
            <a:chExt cx="1809114" cy="1234440"/>
          </a:xfrm>
        </p:grpSpPr>
        <p:sp>
          <p:nvSpPr>
            <p:cNvPr id="20" name="object 20"/>
            <p:cNvSpPr/>
            <p:nvPr/>
          </p:nvSpPr>
          <p:spPr>
            <a:xfrm>
              <a:off x="2357501" y="5943599"/>
              <a:ext cx="649605" cy="323215"/>
            </a:xfrm>
            <a:custGeom>
              <a:avLst/>
              <a:gdLst/>
              <a:ahLst/>
              <a:cxnLst/>
              <a:rect l="l" t="t" r="r" b="b"/>
              <a:pathLst>
                <a:path w="649605" h="323214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  <a:path w="649605" h="323214">
                  <a:moveTo>
                    <a:pt x="649224" y="234696"/>
                  </a:moveTo>
                  <a:lnTo>
                    <a:pt x="589788" y="234696"/>
                  </a:lnTo>
                  <a:lnTo>
                    <a:pt x="589788" y="178308"/>
                  </a:lnTo>
                  <a:lnTo>
                    <a:pt x="560832" y="178308"/>
                  </a:lnTo>
                  <a:lnTo>
                    <a:pt x="560832" y="234696"/>
                  </a:lnTo>
                  <a:lnTo>
                    <a:pt x="504444" y="234696"/>
                  </a:lnTo>
                  <a:lnTo>
                    <a:pt x="504444" y="263652"/>
                  </a:lnTo>
                  <a:lnTo>
                    <a:pt x="560832" y="263652"/>
                  </a:lnTo>
                  <a:lnTo>
                    <a:pt x="560832" y="323088"/>
                  </a:lnTo>
                  <a:lnTo>
                    <a:pt x="589788" y="323088"/>
                  </a:lnTo>
                  <a:lnTo>
                    <a:pt x="589788" y="263652"/>
                  </a:lnTo>
                  <a:lnTo>
                    <a:pt x="649224" y="263652"/>
                  </a:lnTo>
                  <a:lnTo>
                    <a:pt x="649224" y="234696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25402" y="5647944"/>
              <a:ext cx="1809114" cy="1234440"/>
            </a:xfrm>
            <a:custGeom>
              <a:avLst/>
              <a:gdLst/>
              <a:ahLst/>
              <a:cxnLst/>
              <a:rect l="l" t="t" r="r" b="b"/>
              <a:pathLst>
                <a:path w="1809114" h="1234440">
                  <a:moveTo>
                    <a:pt x="1807464" y="649224"/>
                  </a:moveTo>
                  <a:lnTo>
                    <a:pt x="1807464" y="585216"/>
                  </a:lnTo>
                  <a:lnTo>
                    <a:pt x="1804416" y="554736"/>
                  </a:lnTo>
                  <a:lnTo>
                    <a:pt x="1790700" y="492252"/>
                  </a:lnTo>
                  <a:lnTo>
                    <a:pt x="1767840" y="432816"/>
                  </a:lnTo>
                  <a:lnTo>
                    <a:pt x="1752600" y="405384"/>
                  </a:lnTo>
                  <a:lnTo>
                    <a:pt x="1737360" y="376428"/>
                  </a:lnTo>
                  <a:lnTo>
                    <a:pt x="1719072" y="348996"/>
                  </a:lnTo>
                  <a:lnTo>
                    <a:pt x="1699260" y="323088"/>
                  </a:lnTo>
                  <a:lnTo>
                    <a:pt x="1653540" y="271272"/>
                  </a:lnTo>
                  <a:lnTo>
                    <a:pt x="1627632" y="248412"/>
                  </a:lnTo>
                  <a:lnTo>
                    <a:pt x="1601724" y="224028"/>
                  </a:lnTo>
                  <a:lnTo>
                    <a:pt x="1511808" y="160020"/>
                  </a:lnTo>
                  <a:lnTo>
                    <a:pt x="1444752" y="123444"/>
                  </a:lnTo>
                  <a:lnTo>
                    <a:pt x="1409700" y="105156"/>
                  </a:lnTo>
                  <a:lnTo>
                    <a:pt x="1373124" y="89916"/>
                  </a:lnTo>
                  <a:lnTo>
                    <a:pt x="1335024" y="74676"/>
                  </a:lnTo>
                  <a:lnTo>
                    <a:pt x="1295400" y="60960"/>
                  </a:lnTo>
                  <a:lnTo>
                    <a:pt x="1255776" y="48768"/>
                  </a:lnTo>
                  <a:lnTo>
                    <a:pt x="1214628" y="38100"/>
                  </a:lnTo>
                  <a:lnTo>
                    <a:pt x="1173480" y="28956"/>
                  </a:lnTo>
                  <a:lnTo>
                    <a:pt x="1129284" y="19812"/>
                  </a:lnTo>
                  <a:lnTo>
                    <a:pt x="1086612" y="13716"/>
                  </a:lnTo>
                  <a:lnTo>
                    <a:pt x="1042416" y="7620"/>
                  </a:lnTo>
                  <a:lnTo>
                    <a:pt x="950976" y="1524"/>
                  </a:lnTo>
                  <a:lnTo>
                    <a:pt x="903732" y="0"/>
                  </a:lnTo>
                  <a:lnTo>
                    <a:pt x="812292" y="3048"/>
                  </a:lnTo>
                  <a:lnTo>
                    <a:pt x="766572" y="7620"/>
                  </a:lnTo>
                  <a:lnTo>
                    <a:pt x="678180" y="19812"/>
                  </a:lnTo>
                  <a:lnTo>
                    <a:pt x="635508" y="28956"/>
                  </a:lnTo>
                  <a:lnTo>
                    <a:pt x="594360" y="38100"/>
                  </a:lnTo>
                  <a:lnTo>
                    <a:pt x="553212" y="48768"/>
                  </a:lnTo>
                  <a:lnTo>
                    <a:pt x="513588" y="60960"/>
                  </a:lnTo>
                  <a:lnTo>
                    <a:pt x="473964" y="74676"/>
                  </a:lnTo>
                  <a:lnTo>
                    <a:pt x="435864" y="89916"/>
                  </a:lnTo>
                  <a:lnTo>
                    <a:pt x="399288" y="105156"/>
                  </a:lnTo>
                  <a:lnTo>
                    <a:pt x="329184" y="141732"/>
                  </a:lnTo>
                  <a:lnTo>
                    <a:pt x="265176" y="181356"/>
                  </a:lnTo>
                  <a:lnTo>
                    <a:pt x="207264" y="224028"/>
                  </a:lnTo>
                  <a:lnTo>
                    <a:pt x="131064" y="297180"/>
                  </a:lnTo>
                  <a:lnTo>
                    <a:pt x="89916" y="348996"/>
                  </a:lnTo>
                  <a:lnTo>
                    <a:pt x="54864" y="405384"/>
                  </a:lnTo>
                  <a:lnTo>
                    <a:pt x="28956" y="463296"/>
                  </a:lnTo>
                  <a:lnTo>
                    <a:pt x="10668" y="524256"/>
                  </a:lnTo>
                  <a:lnTo>
                    <a:pt x="0" y="601980"/>
                  </a:lnTo>
                  <a:lnTo>
                    <a:pt x="0" y="633984"/>
                  </a:lnTo>
                  <a:lnTo>
                    <a:pt x="4572" y="681228"/>
                  </a:lnTo>
                  <a:lnTo>
                    <a:pt x="9144" y="704088"/>
                  </a:lnTo>
                  <a:lnTo>
                    <a:pt x="9144" y="617220"/>
                  </a:lnTo>
                  <a:lnTo>
                    <a:pt x="10668" y="601980"/>
                  </a:lnTo>
                  <a:lnTo>
                    <a:pt x="10668" y="586740"/>
                  </a:lnTo>
                  <a:lnTo>
                    <a:pt x="13716" y="556260"/>
                  </a:lnTo>
                  <a:lnTo>
                    <a:pt x="27432" y="495300"/>
                  </a:lnTo>
                  <a:lnTo>
                    <a:pt x="50292" y="437388"/>
                  </a:lnTo>
                  <a:lnTo>
                    <a:pt x="79248" y="381000"/>
                  </a:lnTo>
                  <a:lnTo>
                    <a:pt x="117348" y="329184"/>
                  </a:lnTo>
                  <a:lnTo>
                    <a:pt x="161544" y="278892"/>
                  </a:lnTo>
                  <a:lnTo>
                    <a:pt x="213360" y="231648"/>
                  </a:lnTo>
                  <a:lnTo>
                    <a:pt x="271272" y="188976"/>
                  </a:lnTo>
                  <a:lnTo>
                    <a:pt x="335280" y="149352"/>
                  </a:lnTo>
                  <a:lnTo>
                    <a:pt x="368808" y="131064"/>
                  </a:lnTo>
                  <a:lnTo>
                    <a:pt x="403860" y="114300"/>
                  </a:lnTo>
                  <a:lnTo>
                    <a:pt x="477012" y="83820"/>
                  </a:lnTo>
                  <a:lnTo>
                    <a:pt x="516636" y="70104"/>
                  </a:lnTo>
                  <a:lnTo>
                    <a:pt x="556260" y="57912"/>
                  </a:lnTo>
                  <a:lnTo>
                    <a:pt x="595884" y="47244"/>
                  </a:lnTo>
                  <a:lnTo>
                    <a:pt x="681228" y="28956"/>
                  </a:lnTo>
                  <a:lnTo>
                    <a:pt x="723900" y="22860"/>
                  </a:lnTo>
                  <a:lnTo>
                    <a:pt x="768096" y="16764"/>
                  </a:lnTo>
                  <a:lnTo>
                    <a:pt x="812292" y="13716"/>
                  </a:lnTo>
                  <a:lnTo>
                    <a:pt x="858012" y="10668"/>
                  </a:lnTo>
                  <a:lnTo>
                    <a:pt x="950976" y="10668"/>
                  </a:lnTo>
                  <a:lnTo>
                    <a:pt x="995172" y="13614"/>
                  </a:lnTo>
                  <a:lnTo>
                    <a:pt x="1040892" y="16764"/>
                  </a:lnTo>
                  <a:lnTo>
                    <a:pt x="1085088" y="22860"/>
                  </a:lnTo>
                  <a:lnTo>
                    <a:pt x="1127760" y="28956"/>
                  </a:lnTo>
                  <a:lnTo>
                    <a:pt x="1213104" y="47244"/>
                  </a:lnTo>
                  <a:lnTo>
                    <a:pt x="1252728" y="57912"/>
                  </a:lnTo>
                  <a:lnTo>
                    <a:pt x="1292352" y="70104"/>
                  </a:lnTo>
                  <a:lnTo>
                    <a:pt x="1331976" y="83820"/>
                  </a:lnTo>
                  <a:lnTo>
                    <a:pt x="1405128" y="114300"/>
                  </a:lnTo>
                  <a:lnTo>
                    <a:pt x="1440180" y="131064"/>
                  </a:lnTo>
                  <a:lnTo>
                    <a:pt x="1473708" y="149352"/>
                  </a:lnTo>
                  <a:lnTo>
                    <a:pt x="1507236" y="169164"/>
                  </a:lnTo>
                  <a:lnTo>
                    <a:pt x="1595628" y="231648"/>
                  </a:lnTo>
                  <a:lnTo>
                    <a:pt x="1647444" y="278892"/>
                  </a:lnTo>
                  <a:lnTo>
                    <a:pt x="1691640" y="329184"/>
                  </a:lnTo>
                  <a:lnTo>
                    <a:pt x="1729740" y="382524"/>
                  </a:lnTo>
                  <a:lnTo>
                    <a:pt x="1758696" y="437388"/>
                  </a:lnTo>
                  <a:lnTo>
                    <a:pt x="1781556" y="495300"/>
                  </a:lnTo>
                  <a:lnTo>
                    <a:pt x="1793748" y="556260"/>
                  </a:lnTo>
                  <a:lnTo>
                    <a:pt x="1796796" y="571500"/>
                  </a:lnTo>
                  <a:lnTo>
                    <a:pt x="1798320" y="586740"/>
                  </a:lnTo>
                  <a:lnTo>
                    <a:pt x="1798320" y="711708"/>
                  </a:lnTo>
                  <a:lnTo>
                    <a:pt x="1804416" y="681228"/>
                  </a:lnTo>
                  <a:lnTo>
                    <a:pt x="1807464" y="649224"/>
                  </a:lnTo>
                  <a:close/>
                </a:path>
                <a:path w="1809114" h="1234440">
                  <a:moveTo>
                    <a:pt x="1798320" y="711708"/>
                  </a:moveTo>
                  <a:lnTo>
                    <a:pt x="1798320" y="649224"/>
                  </a:lnTo>
                  <a:lnTo>
                    <a:pt x="1796796" y="664464"/>
                  </a:lnTo>
                  <a:lnTo>
                    <a:pt x="1793748" y="679704"/>
                  </a:lnTo>
                  <a:lnTo>
                    <a:pt x="1781556" y="739140"/>
                  </a:lnTo>
                  <a:lnTo>
                    <a:pt x="1758696" y="797052"/>
                  </a:lnTo>
                  <a:lnTo>
                    <a:pt x="1711452" y="880872"/>
                  </a:lnTo>
                  <a:lnTo>
                    <a:pt x="1670304" y="931164"/>
                  </a:lnTo>
                  <a:lnTo>
                    <a:pt x="1621536" y="979932"/>
                  </a:lnTo>
                  <a:lnTo>
                    <a:pt x="1566672" y="1025652"/>
                  </a:lnTo>
                  <a:lnTo>
                    <a:pt x="1505712" y="1066800"/>
                  </a:lnTo>
                  <a:lnTo>
                    <a:pt x="1440180" y="1103376"/>
                  </a:lnTo>
                  <a:lnTo>
                    <a:pt x="1405128" y="1120140"/>
                  </a:lnTo>
                  <a:lnTo>
                    <a:pt x="1368552" y="1136904"/>
                  </a:lnTo>
                  <a:lnTo>
                    <a:pt x="1331976" y="1150620"/>
                  </a:lnTo>
                  <a:lnTo>
                    <a:pt x="1292352" y="1164336"/>
                  </a:lnTo>
                  <a:lnTo>
                    <a:pt x="1252728" y="1176528"/>
                  </a:lnTo>
                  <a:lnTo>
                    <a:pt x="1170432" y="1197864"/>
                  </a:lnTo>
                  <a:lnTo>
                    <a:pt x="1127760" y="1205484"/>
                  </a:lnTo>
                  <a:lnTo>
                    <a:pt x="1085088" y="1211580"/>
                  </a:lnTo>
                  <a:lnTo>
                    <a:pt x="1040892" y="1217676"/>
                  </a:lnTo>
                  <a:lnTo>
                    <a:pt x="996696" y="1220622"/>
                  </a:lnTo>
                  <a:lnTo>
                    <a:pt x="950976" y="1223772"/>
                  </a:lnTo>
                  <a:lnTo>
                    <a:pt x="858012" y="1223772"/>
                  </a:lnTo>
                  <a:lnTo>
                    <a:pt x="812292" y="1222248"/>
                  </a:lnTo>
                  <a:lnTo>
                    <a:pt x="723900" y="1213104"/>
                  </a:lnTo>
                  <a:lnTo>
                    <a:pt x="679704" y="1205484"/>
                  </a:lnTo>
                  <a:lnTo>
                    <a:pt x="638556" y="1197864"/>
                  </a:lnTo>
                  <a:lnTo>
                    <a:pt x="595884" y="1187196"/>
                  </a:lnTo>
                  <a:lnTo>
                    <a:pt x="556260" y="1176528"/>
                  </a:lnTo>
                  <a:lnTo>
                    <a:pt x="516636" y="1164336"/>
                  </a:lnTo>
                  <a:lnTo>
                    <a:pt x="477012" y="1150620"/>
                  </a:lnTo>
                  <a:lnTo>
                    <a:pt x="440436" y="1136904"/>
                  </a:lnTo>
                  <a:lnTo>
                    <a:pt x="403860" y="1120140"/>
                  </a:lnTo>
                  <a:lnTo>
                    <a:pt x="368808" y="1103376"/>
                  </a:lnTo>
                  <a:lnTo>
                    <a:pt x="301752" y="1066800"/>
                  </a:lnTo>
                  <a:lnTo>
                    <a:pt x="240792" y="1025652"/>
                  </a:lnTo>
                  <a:lnTo>
                    <a:pt x="187452" y="979932"/>
                  </a:lnTo>
                  <a:lnTo>
                    <a:pt x="138684" y="931164"/>
                  </a:lnTo>
                  <a:lnTo>
                    <a:pt x="97536" y="879348"/>
                  </a:lnTo>
                  <a:lnTo>
                    <a:pt x="64008" y="826008"/>
                  </a:lnTo>
                  <a:lnTo>
                    <a:pt x="38100" y="768096"/>
                  </a:lnTo>
                  <a:lnTo>
                    <a:pt x="19812" y="710184"/>
                  </a:lnTo>
                  <a:lnTo>
                    <a:pt x="10668" y="649224"/>
                  </a:lnTo>
                  <a:lnTo>
                    <a:pt x="10668" y="632460"/>
                  </a:lnTo>
                  <a:lnTo>
                    <a:pt x="9144" y="617220"/>
                  </a:lnTo>
                  <a:lnTo>
                    <a:pt x="9144" y="704088"/>
                  </a:lnTo>
                  <a:lnTo>
                    <a:pt x="10668" y="711708"/>
                  </a:lnTo>
                  <a:lnTo>
                    <a:pt x="28956" y="772668"/>
                  </a:lnTo>
                  <a:lnTo>
                    <a:pt x="54864" y="830580"/>
                  </a:lnTo>
                  <a:lnTo>
                    <a:pt x="89916" y="885444"/>
                  </a:lnTo>
                  <a:lnTo>
                    <a:pt x="131064" y="938784"/>
                  </a:lnTo>
                  <a:lnTo>
                    <a:pt x="181356" y="987552"/>
                  </a:lnTo>
                  <a:lnTo>
                    <a:pt x="236220" y="1033272"/>
                  </a:lnTo>
                  <a:lnTo>
                    <a:pt x="297180" y="1074420"/>
                  </a:lnTo>
                  <a:lnTo>
                    <a:pt x="330708" y="1094232"/>
                  </a:lnTo>
                  <a:lnTo>
                    <a:pt x="364236" y="1112520"/>
                  </a:lnTo>
                  <a:lnTo>
                    <a:pt x="399288" y="1129284"/>
                  </a:lnTo>
                  <a:lnTo>
                    <a:pt x="435864" y="1146048"/>
                  </a:lnTo>
                  <a:lnTo>
                    <a:pt x="473964" y="1159764"/>
                  </a:lnTo>
                  <a:lnTo>
                    <a:pt x="513588" y="1173480"/>
                  </a:lnTo>
                  <a:lnTo>
                    <a:pt x="553212" y="1185672"/>
                  </a:lnTo>
                  <a:lnTo>
                    <a:pt x="635508" y="1207008"/>
                  </a:lnTo>
                  <a:lnTo>
                    <a:pt x="679704" y="1214628"/>
                  </a:lnTo>
                  <a:lnTo>
                    <a:pt x="722376" y="1222248"/>
                  </a:lnTo>
                  <a:lnTo>
                    <a:pt x="766572" y="1226820"/>
                  </a:lnTo>
                  <a:lnTo>
                    <a:pt x="812292" y="1231392"/>
                  </a:lnTo>
                  <a:lnTo>
                    <a:pt x="903732" y="1234440"/>
                  </a:lnTo>
                  <a:lnTo>
                    <a:pt x="950976" y="1232916"/>
                  </a:lnTo>
                  <a:lnTo>
                    <a:pt x="995172" y="1231442"/>
                  </a:lnTo>
                  <a:lnTo>
                    <a:pt x="996696" y="1231392"/>
                  </a:lnTo>
                  <a:lnTo>
                    <a:pt x="1042416" y="1226820"/>
                  </a:lnTo>
                  <a:lnTo>
                    <a:pt x="1086612" y="1222248"/>
                  </a:lnTo>
                  <a:lnTo>
                    <a:pt x="1129284" y="1214628"/>
                  </a:lnTo>
                  <a:lnTo>
                    <a:pt x="1173480" y="1207008"/>
                  </a:lnTo>
                  <a:lnTo>
                    <a:pt x="1255776" y="1185672"/>
                  </a:lnTo>
                  <a:lnTo>
                    <a:pt x="1295400" y="1173480"/>
                  </a:lnTo>
                  <a:lnTo>
                    <a:pt x="1335024" y="1159764"/>
                  </a:lnTo>
                  <a:lnTo>
                    <a:pt x="1373124" y="1144524"/>
                  </a:lnTo>
                  <a:lnTo>
                    <a:pt x="1409700" y="1129284"/>
                  </a:lnTo>
                  <a:lnTo>
                    <a:pt x="1444752" y="1112520"/>
                  </a:lnTo>
                  <a:lnTo>
                    <a:pt x="1478280" y="1094232"/>
                  </a:lnTo>
                  <a:lnTo>
                    <a:pt x="1511808" y="1074420"/>
                  </a:lnTo>
                  <a:lnTo>
                    <a:pt x="1572768" y="1033272"/>
                  </a:lnTo>
                  <a:lnTo>
                    <a:pt x="1627632" y="987552"/>
                  </a:lnTo>
                  <a:lnTo>
                    <a:pt x="1677924" y="938784"/>
                  </a:lnTo>
                  <a:lnTo>
                    <a:pt x="1719072" y="885444"/>
                  </a:lnTo>
                  <a:lnTo>
                    <a:pt x="1754124" y="830580"/>
                  </a:lnTo>
                  <a:lnTo>
                    <a:pt x="1780032" y="772668"/>
                  </a:lnTo>
                  <a:lnTo>
                    <a:pt x="1790700" y="742188"/>
                  </a:lnTo>
                  <a:lnTo>
                    <a:pt x="1798320" y="711708"/>
                  </a:lnTo>
                  <a:close/>
                </a:path>
                <a:path w="1809114" h="1234440">
                  <a:moveTo>
                    <a:pt x="1808988" y="617220"/>
                  </a:moveTo>
                  <a:lnTo>
                    <a:pt x="1807464" y="601980"/>
                  </a:lnTo>
                  <a:lnTo>
                    <a:pt x="1807464" y="633984"/>
                  </a:lnTo>
                  <a:lnTo>
                    <a:pt x="1808988" y="617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286121" y="5647944"/>
            <a:ext cx="1809114" cy="1234440"/>
            <a:chOff x="7286121" y="5647944"/>
            <a:chExt cx="1809114" cy="1234440"/>
          </a:xfrm>
        </p:grpSpPr>
        <p:sp>
          <p:nvSpPr>
            <p:cNvPr id="23" name="object 23"/>
            <p:cNvSpPr/>
            <p:nvPr/>
          </p:nvSpPr>
          <p:spPr>
            <a:xfrm>
              <a:off x="7578724" y="5891783"/>
              <a:ext cx="612775" cy="641985"/>
            </a:xfrm>
            <a:custGeom>
              <a:avLst/>
              <a:gdLst/>
              <a:ahLst/>
              <a:cxnLst/>
              <a:rect l="l" t="t" r="r" b="b"/>
              <a:pathLst>
                <a:path w="612775" h="641984">
                  <a:moveTo>
                    <a:pt x="144780" y="36576"/>
                  </a:moveTo>
                  <a:lnTo>
                    <a:pt x="0" y="36576"/>
                  </a:lnTo>
                  <a:lnTo>
                    <a:pt x="0" y="65532"/>
                  </a:lnTo>
                  <a:lnTo>
                    <a:pt x="144780" y="65532"/>
                  </a:lnTo>
                  <a:lnTo>
                    <a:pt x="144780" y="36576"/>
                  </a:lnTo>
                  <a:close/>
                </a:path>
                <a:path w="612775" h="641984">
                  <a:moveTo>
                    <a:pt x="467868" y="612648"/>
                  </a:moveTo>
                  <a:lnTo>
                    <a:pt x="324612" y="612648"/>
                  </a:lnTo>
                  <a:lnTo>
                    <a:pt x="324612" y="641604"/>
                  </a:lnTo>
                  <a:lnTo>
                    <a:pt x="467868" y="641604"/>
                  </a:lnTo>
                  <a:lnTo>
                    <a:pt x="467868" y="612648"/>
                  </a:lnTo>
                  <a:close/>
                </a:path>
                <a:path w="612775" h="641984">
                  <a:moveTo>
                    <a:pt x="612648" y="0"/>
                  </a:moveTo>
                  <a:lnTo>
                    <a:pt x="467868" y="0"/>
                  </a:lnTo>
                  <a:lnTo>
                    <a:pt x="467868" y="28956"/>
                  </a:lnTo>
                  <a:lnTo>
                    <a:pt x="612648" y="28956"/>
                  </a:lnTo>
                  <a:lnTo>
                    <a:pt x="612648" y="0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86121" y="5647944"/>
              <a:ext cx="1809114" cy="1234440"/>
            </a:xfrm>
            <a:custGeom>
              <a:avLst/>
              <a:gdLst/>
              <a:ahLst/>
              <a:cxnLst/>
              <a:rect l="l" t="t" r="r" b="b"/>
              <a:pathLst>
                <a:path w="1809115" h="1234440">
                  <a:moveTo>
                    <a:pt x="1524" y="633984"/>
                  </a:moveTo>
                  <a:lnTo>
                    <a:pt x="1524" y="601980"/>
                  </a:lnTo>
                  <a:lnTo>
                    <a:pt x="0" y="617220"/>
                  </a:lnTo>
                  <a:lnTo>
                    <a:pt x="1524" y="633984"/>
                  </a:lnTo>
                  <a:close/>
                </a:path>
                <a:path w="1809115" h="1234440">
                  <a:moveTo>
                    <a:pt x="1808988" y="633984"/>
                  </a:moveTo>
                  <a:lnTo>
                    <a:pt x="1808988" y="601980"/>
                  </a:lnTo>
                  <a:lnTo>
                    <a:pt x="1804416" y="554736"/>
                  </a:lnTo>
                  <a:lnTo>
                    <a:pt x="1790700" y="492252"/>
                  </a:lnTo>
                  <a:lnTo>
                    <a:pt x="1767840" y="432816"/>
                  </a:lnTo>
                  <a:lnTo>
                    <a:pt x="1737360" y="376428"/>
                  </a:lnTo>
                  <a:lnTo>
                    <a:pt x="1699260" y="323088"/>
                  </a:lnTo>
                  <a:lnTo>
                    <a:pt x="1653540" y="271272"/>
                  </a:lnTo>
                  <a:lnTo>
                    <a:pt x="1601724" y="224028"/>
                  </a:lnTo>
                  <a:lnTo>
                    <a:pt x="1543812" y="181356"/>
                  </a:lnTo>
                  <a:lnTo>
                    <a:pt x="1511808" y="160020"/>
                  </a:lnTo>
                  <a:lnTo>
                    <a:pt x="1444752" y="123444"/>
                  </a:lnTo>
                  <a:lnTo>
                    <a:pt x="1409700" y="105156"/>
                  </a:lnTo>
                  <a:lnTo>
                    <a:pt x="1373124" y="89916"/>
                  </a:lnTo>
                  <a:lnTo>
                    <a:pt x="1335024" y="74676"/>
                  </a:lnTo>
                  <a:lnTo>
                    <a:pt x="1295400" y="60960"/>
                  </a:lnTo>
                  <a:lnTo>
                    <a:pt x="1255776" y="48768"/>
                  </a:lnTo>
                  <a:lnTo>
                    <a:pt x="1214628" y="38100"/>
                  </a:lnTo>
                  <a:lnTo>
                    <a:pt x="1173480" y="28956"/>
                  </a:lnTo>
                  <a:lnTo>
                    <a:pt x="1130808" y="19812"/>
                  </a:lnTo>
                  <a:lnTo>
                    <a:pt x="1042416" y="7620"/>
                  </a:lnTo>
                  <a:lnTo>
                    <a:pt x="950976" y="1524"/>
                  </a:lnTo>
                  <a:lnTo>
                    <a:pt x="905256" y="0"/>
                  </a:lnTo>
                  <a:lnTo>
                    <a:pt x="858012" y="1524"/>
                  </a:lnTo>
                  <a:lnTo>
                    <a:pt x="813816" y="2997"/>
                  </a:lnTo>
                  <a:lnTo>
                    <a:pt x="766572" y="7620"/>
                  </a:lnTo>
                  <a:lnTo>
                    <a:pt x="722376" y="13716"/>
                  </a:lnTo>
                  <a:lnTo>
                    <a:pt x="679704" y="19812"/>
                  </a:lnTo>
                  <a:lnTo>
                    <a:pt x="635508" y="28956"/>
                  </a:lnTo>
                  <a:lnTo>
                    <a:pt x="594360" y="38100"/>
                  </a:lnTo>
                  <a:lnTo>
                    <a:pt x="553212" y="48768"/>
                  </a:lnTo>
                  <a:lnTo>
                    <a:pt x="513588" y="60960"/>
                  </a:lnTo>
                  <a:lnTo>
                    <a:pt x="473964" y="74676"/>
                  </a:lnTo>
                  <a:lnTo>
                    <a:pt x="435864" y="89916"/>
                  </a:lnTo>
                  <a:lnTo>
                    <a:pt x="399288" y="105156"/>
                  </a:lnTo>
                  <a:lnTo>
                    <a:pt x="364236" y="123444"/>
                  </a:lnTo>
                  <a:lnTo>
                    <a:pt x="297180" y="160020"/>
                  </a:lnTo>
                  <a:lnTo>
                    <a:pt x="236220" y="202692"/>
                  </a:lnTo>
                  <a:lnTo>
                    <a:pt x="155448" y="272796"/>
                  </a:lnTo>
                  <a:lnTo>
                    <a:pt x="109728" y="323088"/>
                  </a:lnTo>
                  <a:lnTo>
                    <a:pt x="71628" y="376428"/>
                  </a:lnTo>
                  <a:lnTo>
                    <a:pt x="41148" y="434340"/>
                  </a:lnTo>
                  <a:lnTo>
                    <a:pt x="18288" y="493776"/>
                  </a:lnTo>
                  <a:lnTo>
                    <a:pt x="4572" y="554736"/>
                  </a:lnTo>
                  <a:lnTo>
                    <a:pt x="1524" y="585216"/>
                  </a:lnTo>
                  <a:lnTo>
                    <a:pt x="1524" y="649224"/>
                  </a:lnTo>
                  <a:lnTo>
                    <a:pt x="3048" y="665988"/>
                  </a:lnTo>
                  <a:lnTo>
                    <a:pt x="6096" y="681228"/>
                  </a:lnTo>
                  <a:lnTo>
                    <a:pt x="10668" y="711708"/>
                  </a:lnTo>
                  <a:lnTo>
                    <a:pt x="10668" y="586740"/>
                  </a:lnTo>
                  <a:lnTo>
                    <a:pt x="12192" y="571500"/>
                  </a:lnTo>
                  <a:lnTo>
                    <a:pt x="15240" y="556260"/>
                  </a:lnTo>
                  <a:lnTo>
                    <a:pt x="19812" y="525780"/>
                  </a:lnTo>
                  <a:lnTo>
                    <a:pt x="38100" y="466344"/>
                  </a:lnTo>
                  <a:lnTo>
                    <a:pt x="64008" y="409956"/>
                  </a:lnTo>
                  <a:lnTo>
                    <a:pt x="97536" y="355092"/>
                  </a:lnTo>
                  <a:lnTo>
                    <a:pt x="138684" y="303276"/>
                  </a:lnTo>
                  <a:lnTo>
                    <a:pt x="187452" y="254508"/>
                  </a:lnTo>
                  <a:lnTo>
                    <a:pt x="271272" y="188976"/>
                  </a:lnTo>
                  <a:lnTo>
                    <a:pt x="335280" y="149352"/>
                  </a:lnTo>
                  <a:lnTo>
                    <a:pt x="368808" y="131064"/>
                  </a:lnTo>
                  <a:lnTo>
                    <a:pt x="403860" y="114300"/>
                  </a:lnTo>
                  <a:lnTo>
                    <a:pt x="477012" y="83820"/>
                  </a:lnTo>
                  <a:lnTo>
                    <a:pt x="516636" y="70104"/>
                  </a:lnTo>
                  <a:lnTo>
                    <a:pt x="556260" y="57912"/>
                  </a:lnTo>
                  <a:lnTo>
                    <a:pt x="597408" y="47244"/>
                  </a:lnTo>
                  <a:lnTo>
                    <a:pt x="638556" y="38100"/>
                  </a:lnTo>
                  <a:lnTo>
                    <a:pt x="681228" y="28956"/>
                  </a:lnTo>
                  <a:lnTo>
                    <a:pt x="723900" y="22860"/>
                  </a:lnTo>
                  <a:lnTo>
                    <a:pt x="768096" y="16764"/>
                  </a:lnTo>
                  <a:lnTo>
                    <a:pt x="812292" y="13817"/>
                  </a:lnTo>
                  <a:lnTo>
                    <a:pt x="858012" y="10668"/>
                  </a:lnTo>
                  <a:lnTo>
                    <a:pt x="950976" y="10668"/>
                  </a:lnTo>
                  <a:lnTo>
                    <a:pt x="996696" y="13716"/>
                  </a:lnTo>
                  <a:lnTo>
                    <a:pt x="1040892" y="16764"/>
                  </a:lnTo>
                  <a:lnTo>
                    <a:pt x="1129284" y="28956"/>
                  </a:lnTo>
                  <a:lnTo>
                    <a:pt x="1171956" y="38100"/>
                  </a:lnTo>
                  <a:lnTo>
                    <a:pt x="1213104" y="47244"/>
                  </a:lnTo>
                  <a:lnTo>
                    <a:pt x="1254252" y="57912"/>
                  </a:lnTo>
                  <a:lnTo>
                    <a:pt x="1293876" y="70104"/>
                  </a:lnTo>
                  <a:lnTo>
                    <a:pt x="1331976" y="83820"/>
                  </a:lnTo>
                  <a:lnTo>
                    <a:pt x="1370076" y="99060"/>
                  </a:lnTo>
                  <a:lnTo>
                    <a:pt x="1405128" y="114300"/>
                  </a:lnTo>
                  <a:lnTo>
                    <a:pt x="1440180" y="131064"/>
                  </a:lnTo>
                  <a:lnTo>
                    <a:pt x="1475232" y="149352"/>
                  </a:lnTo>
                  <a:lnTo>
                    <a:pt x="1537716" y="188976"/>
                  </a:lnTo>
                  <a:lnTo>
                    <a:pt x="1595628" y="231648"/>
                  </a:lnTo>
                  <a:lnTo>
                    <a:pt x="1647444" y="278892"/>
                  </a:lnTo>
                  <a:lnTo>
                    <a:pt x="1691640" y="329184"/>
                  </a:lnTo>
                  <a:lnTo>
                    <a:pt x="1729740" y="382524"/>
                  </a:lnTo>
                  <a:lnTo>
                    <a:pt x="1758696" y="437388"/>
                  </a:lnTo>
                  <a:lnTo>
                    <a:pt x="1781556" y="495300"/>
                  </a:lnTo>
                  <a:lnTo>
                    <a:pt x="1795272" y="556260"/>
                  </a:lnTo>
                  <a:lnTo>
                    <a:pt x="1798320" y="586740"/>
                  </a:lnTo>
                  <a:lnTo>
                    <a:pt x="1798320" y="601980"/>
                  </a:lnTo>
                  <a:lnTo>
                    <a:pt x="1799844" y="617220"/>
                  </a:lnTo>
                  <a:lnTo>
                    <a:pt x="1799844" y="704088"/>
                  </a:lnTo>
                  <a:lnTo>
                    <a:pt x="1804416" y="681228"/>
                  </a:lnTo>
                  <a:lnTo>
                    <a:pt x="1808988" y="633984"/>
                  </a:lnTo>
                  <a:close/>
                </a:path>
                <a:path w="1809115" h="1234440">
                  <a:moveTo>
                    <a:pt x="1799844" y="704088"/>
                  </a:moveTo>
                  <a:lnTo>
                    <a:pt x="1799844" y="617220"/>
                  </a:lnTo>
                  <a:lnTo>
                    <a:pt x="1798320" y="633984"/>
                  </a:lnTo>
                  <a:lnTo>
                    <a:pt x="1798320" y="649224"/>
                  </a:lnTo>
                  <a:lnTo>
                    <a:pt x="1795272" y="679704"/>
                  </a:lnTo>
                  <a:lnTo>
                    <a:pt x="1781556" y="739140"/>
                  </a:lnTo>
                  <a:lnTo>
                    <a:pt x="1758696" y="797052"/>
                  </a:lnTo>
                  <a:lnTo>
                    <a:pt x="1729740" y="853440"/>
                  </a:lnTo>
                  <a:lnTo>
                    <a:pt x="1691640" y="906780"/>
                  </a:lnTo>
                  <a:lnTo>
                    <a:pt x="1647444" y="957072"/>
                  </a:lnTo>
                  <a:lnTo>
                    <a:pt x="1595628" y="1002792"/>
                  </a:lnTo>
                  <a:lnTo>
                    <a:pt x="1537716" y="1046988"/>
                  </a:lnTo>
                  <a:lnTo>
                    <a:pt x="1440180" y="1103376"/>
                  </a:lnTo>
                  <a:lnTo>
                    <a:pt x="1405128" y="1120140"/>
                  </a:lnTo>
                  <a:lnTo>
                    <a:pt x="1368552" y="1136904"/>
                  </a:lnTo>
                  <a:lnTo>
                    <a:pt x="1331976" y="1150620"/>
                  </a:lnTo>
                  <a:lnTo>
                    <a:pt x="1292352" y="1164336"/>
                  </a:lnTo>
                  <a:lnTo>
                    <a:pt x="1252728" y="1176528"/>
                  </a:lnTo>
                  <a:lnTo>
                    <a:pt x="1213104" y="1187196"/>
                  </a:lnTo>
                  <a:lnTo>
                    <a:pt x="1170432" y="1197864"/>
                  </a:lnTo>
                  <a:lnTo>
                    <a:pt x="1127760" y="1205484"/>
                  </a:lnTo>
                  <a:lnTo>
                    <a:pt x="1085088" y="1211580"/>
                  </a:lnTo>
                  <a:lnTo>
                    <a:pt x="1040892" y="1217676"/>
                  </a:lnTo>
                  <a:lnTo>
                    <a:pt x="996696" y="1220724"/>
                  </a:lnTo>
                  <a:lnTo>
                    <a:pt x="950976" y="1223772"/>
                  </a:lnTo>
                  <a:lnTo>
                    <a:pt x="858012" y="1223772"/>
                  </a:lnTo>
                  <a:lnTo>
                    <a:pt x="813816" y="1222298"/>
                  </a:lnTo>
                  <a:lnTo>
                    <a:pt x="812292" y="1222248"/>
                  </a:lnTo>
                  <a:lnTo>
                    <a:pt x="723900" y="1213104"/>
                  </a:lnTo>
                  <a:lnTo>
                    <a:pt x="638556" y="1197864"/>
                  </a:lnTo>
                  <a:lnTo>
                    <a:pt x="595884" y="1187196"/>
                  </a:lnTo>
                  <a:lnTo>
                    <a:pt x="556260" y="1176528"/>
                  </a:lnTo>
                  <a:lnTo>
                    <a:pt x="516636" y="1164336"/>
                  </a:lnTo>
                  <a:lnTo>
                    <a:pt x="477012" y="1150620"/>
                  </a:lnTo>
                  <a:lnTo>
                    <a:pt x="440436" y="1136904"/>
                  </a:lnTo>
                  <a:lnTo>
                    <a:pt x="403860" y="1120140"/>
                  </a:lnTo>
                  <a:lnTo>
                    <a:pt x="368808" y="1103376"/>
                  </a:lnTo>
                  <a:lnTo>
                    <a:pt x="301752" y="1066800"/>
                  </a:lnTo>
                  <a:lnTo>
                    <a:pt x="242316" y="1025652"/>
                  </a:lnTo>
                  <a:lnTo>
                    <a:pt x="187452" y="979932"/>
                  </a:lnTo>
                  <a:lnTo>
                    <a:pt x="138684" y="931164"/>
                  </a:lnTo>
                  <a:lnTo>
                    <a:pt x="97536" y="879348"/>
                  </a:lnTo>
                  <a:lnTo>
                    <a:pt x="64008" y="826008"/>
                  </a:lnTo>
                  <a:lnTo>
                    <a:pt x="38100" y="768096"/>
                  </a:lnTo>
                  <a:lnTo>
                    <a:pt x="19812" y="710184"/>
                  </a:lnTo>
                  <a:lnTo>
                    <a:pt x="15240" y="679704"/>
                  </a:lnTo>
                  <a:lnTo>
                    <a:pt x="12192" y="664464"/>
                  </a:lnTo>
                  <a:lnTo>
                    <a:pt x="10668" y="649224"/>
                  </a:lnTo>
                  <a:lnTo>
                    <a:pt x="10668" y="711708"/>
                  </a:lnTo>
                  <a:lnTo>
                    <a:pt x="28956" y="772668"/>
                  </a:lnTo>
                  <a:lnTo>
                    <a:pt x="56388" y="830580"/>
                  </a:lnTo>
                  <a:lnTo>
                    <a:pt x="89916" y="885444"/>
                  </a:lnTo>
                  <a:lnTo>
                    <a:pt x="132588" y="938784"/>
                  </a:lnTo>
                  <a:lnTo>
                    <a:pt x="181356" y="987552"/>
                  </a:lnTo>
                  <a:lnTo>
                    <a:pt x="236220" y="1033272"/>
                  </a:lnTo>
                  <a:lnTo>
                    <a:pt x="297180" y="1074420"/>
                  </a:lnTo>
                  <a:lnTo>
                    <a:pt x="330708" y="1094232"/>
                  </a:lnTo>
                  <a:lnTo>
                    <a:pt x="364236" y="1112520"/>
                  </a:lnTo>
                  <a:lnTo>
                    <a:pt x="399288" y="1129284"/>
                  </a:lnTo>
                  <a:lnTo>
                    <a:pt x="435864" y="1146048"/>
                  </a:lnTo>
                  <a:lnTo>
                    <a:pt x="473964" y="1159764"/>
                  </a:lnTo>
                  <a:lnTo>
                    <a:pt x="513588" y="1173480"/>
                  </a:lnTo>
                  <a:lnTo>
                    <a:pt x="553212" y="1185672"/>
                  </a:lnTo>
                  <a:lnTo>
                    <a:pt x="594360" y="1196340"/>
                  </a:lnTo>
                  <a:lnTo>
                    <a:pt x="637032" y="1207008"/>
                  </a:lnTo>
                  <a:lnTo>
                    <a:pt x="722376" y="1222248"/>
                  </a:lnTo>
                  <a:lnTo>
                    <a:pt x="766572" y="1226820"/>
                  </a:lnTo>
                  <a:lnTo>
                    <a:pt x="812292" y="1231392"/>
                  </a:lnTo>
                  <a:lnTo>
                    <a:pt x="858012" y="1232916"/>
                  </a:lnTo>
                  <a:lnTo>
                    <a:pt x="905256" y="1234440"/>
                  </a:lnTo>
                  <a:lnTo>
                    <a:pt x="996696" y="1231392"/>
                  </a:lnTo>
                  <a:lnTo>
                    <a:pt x="1042416" y="1226820"/>
                  </a:lnTo>
                  <a:lnTo>
                    <a:pt x="1086612" y="1222248"/>
                  </a:lnTo>
                  <a:lnTo>
                    <a:pt x="1130808" y="1214628"/>
                  </a:lnTo>
                  <a:lnTo>
                    <a:pt x="1173480" y="1207008"/>
                  </a:lnTo>
                  <a:lnTo>
                    <a:pt x="1255776" y="1185672"/>
                  </a:lnTo>
                  <a:lnTo>
                    <a:pt x="1295400" y="1173480"/>
                  </a:lnTo>
                  <a:lnTo>
                    <a:pt x="1335024" y="1159764"/>
                  </a:lnTo>
                  <a:lnTo>
                    <a:pt x="1373124" y="1144524"/>
                  </a:lnTo>
                  <a:lnTo>
                    <a:pt x="1409700" y="1129284"/>
                  </a:lnTo>
                  <a:lnTo>
                    <a:pt x="1444752" y="1112520"/>
                  </a:lnTo>
                  <a:lnTo>
                    <a:pt x="1479804" y="1094232"/>
                  </a:lnTo>
                  <a:lnTo>
                    <a:pt x="1543812" y="1054608"/>
                  </a:lnTo>
                  <a:lnTo>
                    <a:pt x="1601724" y="1010412"/>
                  </a:lnTo>
                  <a:lnTo>
                    <a:pt x="1677924" y="938784"/>
                  </a:lnTo>
                  <a:lnTo>
                    <a:pt x="1719072" y="885444"/>
                  </a:lnTo>
                  <a:lnTo>
                    <a:pt x="1754124" y="830580"/>
                  </a:lnTo>
                  <a:lnTo>
                    <a:pt x="1780032" y="772668"/>
                  </a:lnTo>
                  <a:lnTo>
                    <a:pt x="1798320" y="711708"/>
                  </a:lnTo>
                  <a:lnTo>
                    <a:pt x="1799844" y="7040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155323" y="5036310"/>
            <a:ext cx="24263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1484" marR="5080" indent="-4394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net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73686" y="4786884"/>
            <a:ext cx="419100" cy="767080"/>
          </a:xfrm>
          <a:custGeom>
            <a:avLst/>
            <a:gdLst/>
            <a:ahLst/>
            <a:cxnLst/>
            <a:rect l="l" t="t" r="r" b="b"/>
            <a:pathLst>
              <a:path w="419100" h="767079">
                <a:moveTo>
                  <a:pt x="111252" y="566928"/>
                </a:moveTo>
                <a:lnTo>
                  <a:pt x="0" y="566928"/>
                </a:lnTo>
                <a:lnTo>
                  <a:pt x="12192" y="578501"/>
                </a:lnTo>
                <a:lnTo>
                  <a:pt x="12192" y="576072"/>
                </a:lnTo>
                <a:lnTo>
                  <a:pt x="15240" y="568452"/>
                </a:lnTo>
                <a:lnTo>
                  <a:pt x="23228" y="576072"/>
                </a:lnTo>
                <a:lnTo>
                  <a:pt x="106680" y="576072"/>
                </a:lnTo>
                <a:lnTo>
                  <a:pt x="106680" y="571500"/>
                </a:lnTo>
                <a:lnTo>
                  <a:pt x="111252" y="566928"/>
                </a:lnTo>
                <a:close/>
              </a:path>
              <a:path w="419100" h="767079">
                <a:moveTo>
                  <a:pt x="23228" y="576072"/>
                </a:moveTo>
                <a:lnTo>
                  <a:pt x="15240" y="568452"/>
                </a:lnTo>
                <a:lnTo>
                  <a:pt x="12192" y="576072"/>
                </a:lnTo>
                <a:lnTo>
                  <a:pt x="23228" y="576072"/>
                </a:lnTo>
                <a:close/>
              </a:path>
              <a:path w="419100" h="767079">
                <a:moveTo>
                  <a:pt x="210300" y="754509"/>
                </a:moveTo>
                <a:lnTo>
                  <a:pt x="23228" y="576072"/>
                </a:lnTo>
                <a:lnTo>
                  <a:pt x="12192" y="576072"/>
                </a:lnTo>
                <a:lnTo>
                  <a:pt x="12192" y="578501"/>
                </a:lnTo>
                <a:lnTo>
                  <a:pt x="207264" y="763678"/>
                </a:lnTo>
                <a:lnTo>
                  <a:pt x="207264" y="757428"/>
                </a:lnTo>
                <a:lnTo>
                  <a:pt x="210300" y="754509"/>
                </a:lnTo>
                <a:close/>
              </a:path>
              <a:path w="419100" h="767079">
                <a:moveTo>
                  <a:pt x="313944" y="566928"/>
                </a:moveTo>
                <a:lnTo>
                  <a:pt x="313944" y="0"/>
                </a:lnTo>
                <a:lnTo>
                  <a:pt x="106680" y="0"/>
                </a:lnTo>
                <a:lnTo>
                  <a:pt x="106680" y="566928"/>
                </a:lnTo>
                <a:lnTo>
                  <a:pt x="111252" y="566928"/>
                </a:lnTo>
                <a:lnTo>
                  <a:pt x="111252" y="9144"/>
                </a:lnTo>
                <a:lnTo>
                  <a:pt x="115824" y="4572"/>
                </a:lnTo>
                <a:lnTo>
                  <a:pt x="115824" y="9144"/>
                </a:lnTo>
                <a:lnTo>
                  <a:pt x="304800" y="9144"/>
                </a:lnTo>
                <a:lnTo>
                  <a:pt x="304800" y="4572"/>
                </a:lnTo>
                <a:lnTo>
                  <a:pt x="309372" y="9144"/>
                </a:lnTo>
                <a:lnTo>
                  <a:pt x="309372" y="566928"/>
                </a:lnTo>
                <a:lnTo>
                  <a:pt x="313944" y="566928"/>
                </a:lnTo>
                <a:close/>
              </a:path>
              <a:path w="419100" h="767079">
                <a:moveTo>
                  <a:pt x="115824" y="576072"/>
                </a:moveTo>
                <a:lnTo>
                  <a:pt x="115824" y="9144"/>
                </a:lnTo>
                <a:lnTo>
                  <a:pt x="111252" y="9144"/>
                </a:lnTo>
                <a:lnTo>
                  <a:pt x="111252" y="566928"/>
                </a:lnTo>
                <a:lnTo>
                  <a:pt x="106680" y="571500"/>
                </a:lnTo>
                <a:lnTo>
                  <a:pt x="106680" y="576072"/>
                </a:lnTo>
                <a:lnTo>
                  <a:pt x="115824" y="576072"/>
                </a:lnTo>
                <a:close/>
              </a:path>
              <a:path w="419100" h="767079">
                <a:moveTo>
                  <a:pt x="115824" y="9144"/>
                </a:moveTo>
                <a:lnTo>
                  <a:pt x="115824" y="4572"/>
                </a:lnTo>
                <a:lnTo>
                  <a:pt x="111252" y="9144"/>
                </a:lnTo>
                <a:lnTo>
                  <a:pt x="115824" y="9144"/>
                </a:lnTo>
                <a:close/>
              </a:path>
              <a:path w="419100" h="767079">
                <a:moveTo>
                  <a:pt x="213360" y="757428"/>
                </a:moveTo>
                <a:lnTo>
                  <a:pt x="210300" y="754509"/>
                </a:lnTo>
                <a:lnTo>
                  <a:pt x="207264" y="757428"/>
                </a:lnTo>
                <a:lnTo>
                  <a:pt x="213360" y="757428"/>
                </a:lnTo>
                <a:close/>
              </a:path>
              <a:path w="419100" h="767079">
                <a:moveTo>
                  <a:pt x="213360" y="763657"/>
                </a:moveTo>
                <a:lnTo>
                  <a:pt x="213360" y="757428"/>
                </a:lnTo>
                <a:lnTo>
                  <a:pt x="207264" y="757428"/>
                </a:lnTo>
                <a:lnTo>
                  <a:pt x="207264" y="763678"/>
                </a:lnTo>
                <a:lnTo>
                  <a:pt x="210300" y="766560"/>
                </a:lnTo>
                <a:lnTo>
                  <a:pt x="213360" y="763657"/>
                </a:lnTo>
                <a:close/>
              </a:path>
              <a:path w="419100" h="767079">
                <a:moveTo>
                  <a:pt x="408432" y="577128"/>
                </a:moveTo>
                <a:lnTo>
                  <a:pt x="408432" y="576072"/>
                </a:lnTo>
                <a:lnTo>
                  <a:pt x="395932" y="576072"/>
                </a:lnTo>
                <a:lnTo>
                  <a:pt x="210300" y="754509"/>
                </a:lnTo>
                <a:lnTo>
                  <a:pt x="213360" y="757428"/>
                </a:lnTo>
                <a:lnTo>
                  <a:pt x="213360" y="763657"/>
                </a:lnTo>
                <a:lnTo>
                  <a:pt x="408432" y="577128"/>
                </a:lnTo>
                <a:close/>
              </a:path>
              <a:path w="419100" h="767079">
                <a:moveTo>
                  <a:pt x="309372" y="9144"/>
                </a:moveTo>
                <a:lnTo>
                  <a:pt x="304800" y="4572"/>
                </a:lnTo>
                <a:lnTo>
                  <a:pt x="304800" y="9144"/>
                </a:lnTo>
                <a:lnTo>
                  <a:pt x="309372" y="9144"/>
                </a:lnTo>
                <a:close/>
              </a:path>
              <a:path w="419100" h="767079">
                <a:moveTo>
                  <a:pt x="313944" y="576072"/>
                </a:moveTo>
                <a:lnTo>
                  <a:pt x="313944" y="571500"/>
                </a:lnTo>
                <a:lnTo>
                  <a:pt x="309372" y="566928"/>
                </a:lnTo>
                <a:lnTo>
                  <a:pt x="309372" y="9144"/>
                </a:lnTo>
                <a:lnTo>
                  <a:pt x="304800" y="9144"/>
                </a:lnTo>
                <a:lnTo>
                  <a:pt x="304800" y="576072"/>
                </a:lnTo>
                <a:lnTo>
                  <a:pt x="313944" y="576072"/>
                </a:lnTo>
                <a:close/>
              </a:path>
              <a:path w="419100" h="767079">
                <a:moveTo>
                  <a:pt x="419100" y="566928"/>
                </a:moveTo>
                <a:lnTo>
                  <a:pt x="309372" y="566928"/>
                </a:lnTo>
                <a:lnTo>
                  <a:pt x="313944" y="571500"/>
                </a:lnTo>
                <a:lnTo>
                  <a:pt x="313944" y="576072"/>
                </a:lnTo>
                <a:lnTo>
                  <a:pt x="395932" y="576072"/>
                </a:lnTo>
                <a:lnTo>
                  <a:pt x="403860" y="568452"/>
                </a:lnTo>
                <a:lnTo>
                  <a:pt x="408432" y="576072"/>
                </a:lnTo>
                <a:lnTo>
                  <a:pt x="408432" y="577128"/>
                </a:lnTo>
                <a:lnTo>
                  <a:pt x="419100" y="566928"/>
                </a:lnTo>
                <a:close/>
              </a:path>
              <a:path w="419100" h="767079">
                <a:moveTo>
                  <a:pt x="408432" y="576072"/>
                </a:moveTo>
                <a:lnTo>
                  <a:pt x="403860" y="568452"/>
                </a:lnTo>
                <a:lnTo>
                  <a:pt x="395932" y="576072"/>
                </a:lnTo>
                <a:lnTo>
                  <a:pt x="408432" y="576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35930" y="4786884"/>
            <a:ext cx="419100" cy="767080"/>
          </a:xfrm>
          <a:custGeom>
            <a:avLst/>
            <a:gdLst/>
            <a:ahLst/>
            <a:cxnLst/>
            <a:rect l="l" t="t" r="r" b="b"/>
            <a:pathLst>
              <a:path w="419100" h="767079">
                <a:moveTo>
                  <a:pt x="109728" y="566928"/>
                </a:moveTo>
                <a:lnTo>
                  <a:pt x="0" y="566928"/>
                </a:lnTo>
                <a:lnTo>
                  <a:pt x="10668" y="577128"/>
                </a:lnTo>
                <a:lnTo>
                  <a:pt x="10668" y="576072"/>
                </a:lnTo>
                <a:lnTo>
                  <a:pt x="15240" y="568452"/>
                </a:lnTo>
                <a:lnTo>
                  <a:pt x="23167" y="576072"/>
                </a:lnTo>
                <a:lnTo>
                  <a:pt x="105156" y="576072"/>
                </a:lnTo>
                <a:lnTo>
                  <a:pt x="105156" y="571500"/>
                </a:lnTo>
                <a:lnTo>
                  <a:pt x="109728" y="566928"/>
                </a:lnTo>
                <a:close/>
              </a:path>
              <a:path w="419100" h="767079">
                <a:moveTo>
                  <a:pt x="23167" y="576072"/>
                </a:moveTo>
                <a:lnTo>
                  <a:pt x="15240" y="568452"/>
                </a:lnTo>
                <a:lnTo>
                  <a:pt x="10668" y="576072"/>
                </a:lnTo>
                <a:lnTo>
                  <a:pt x="23167" y="576072"/>
                </a:lnTo>
                <a:close/>
              </a:path>
              <a:path w="419100" h="767079">
                <a:moveTo>
                  <a:pt x="208788" y="754520"/>
                </a:moveTo>
                <a:lnTo>
                  <a:pt x="23167" y="576072"/>
                </a:lnTo>
                <a:lnTo>
                  <a:pt x="10668" y="576072"/>
                </a:lnTo>
                <a:lnTo>
                  <a:pt x="10668" y="577128"/>
                </a:lnTo>
                <a:lnTo>
                  <a:pt x="205740" y="763657"/>
                </a:lnTo>
                <a:lnTo>
                  <a:pt x="205740" y="757428"/>
                </a:lnTo>
                <a:lnTo>
                  <a:pt x="208788" y="754520"/>
                </a:lnTo>
                <a:close/>
              </a:path>
              <a:path w="419100" h="767079">
                <a:moveTo>
                  <a:pt x="312420" y="566928"/>
                </a:moveTo>
                <a:lnTo>
                  <a:pt x="312420" y="0"/>
                </a:lnTo>
                <a:lnTo>
                  <a:pt x="105156" y="0"/>
                </a:lnTo>
                <a:lnTo>
                  <a:pt x="105156" y="566928"/>
                </a:lnTo>
                <a:lnTo>
                  <a:pt x="109728" y="566928"/>
                </a:lnTo>
                <a:lnTo>
                  <a:pt x="109728" y="9144"/>
                </a:lnTo>
                <a:lnTo>
                  <a:pt x="114300" y="4572"/>
                </a:lnTo>
                <a:lnTo>
                  <a:pt x="114300" y="9144"/>
                </a:lnTo>
                <a:lnTo>
                  <a:pt x="303276" y="9144"/>
                </a:lnTo>
                <a:lnTo>
                  <a:pt x="303276" y="4572"/>
                </a:lnTo>
                <a:lnTo>
                  <a:pt x="307848" y="9144"/>
                </a:lnTo>
                <a:lnTo>
                  <a:pt x="307848" y="566928"/>
                </a:lnTo>
                <a:lnTo>
                  <a:pt x="312420" y="566928"/>
                </a:lnTo>
                <a:close/>
              </a:path>
              <a:path w="419100" h="767079">
                <a:moveTo>
                  <a:pt x="114300" y="576072"/>
                </a:moveTo>
                <a:lnTo>
                  <a:pt x="114300" y="9144"/>
                </a:lnTo>
                <a:lnTo>
                  <a:pt x="109728" y="9144"/>
                </a:lnTo>
                <a:lnTo>
                  <a:pt x="109728" y="566928"/>
                </a:lnTo>
                <a:lnTo>
                  <a:pt x="105156" y="571500"/>
                </a:lnTo>
                <a:lnTo>
                  <a:pt x="105156" y="576072"/>
                </a:lnTo>
                <a:lnTo>
                  <a:pt x="114300" y="576072"/>
                </a:lnTo>
                <a:close/>
              </a:path>
              <a:path w="419100" h="767079">
                <a:moveTo>
                  <a:pt x="114300" y="9144"/>
                </a:moveTo>
                <a:lnTo>
                  <a:pt x="114300" y="4572"/>
                </a:lnTo>
                <a:lnTo>
                  <a:pt x="109728" y="9144"/>
                </a:lnTo>
                <a:lnTo>
                  <a:pt x="114300" y="9144"/>
                </a:lnTo>
                <a:close/>
              </a:path>
              <a:path w="419100" h="767079">
                <a:moveTo>
                  <a:pt x="211836" y="757428"/>
                </a:moveTo>
                <a:lnTo>
                  <a:pt x="208788" y="754520"/>
                </a:lnTo>
                <a:lnTo>
                  <a:pt x="205740" y="757428"/>
                </a:lnTo>
                <a:lnTo>
                  <a:pt x="211836" y="757428"/>
                </a:lnTo>
                <a:close/>
              </a:path>
              <a:path w="419100" h="767079">
                <a:moveTo>
                  <a:pt x="211836" y="763678"/>
                </a:moveTo>
                <a:lnTo>
                  <a:pt x="211836" y="757428"/>
                </a:lnTo>
                <a:lnTo>
                  <a:pt x="205740" y="757428"/>
                </a:lnTo>
                <a:lnTo>
                  <a:pt x="205740" y="763657"/>
                </a:lnTo>
                <a:lnTo>
                  <a:pt x="208788" y="766572"/>
                </a:lnTo>
                <a:lnTo>
                  <a:pt x="211836" y="763678"/>
                </a:lnTo>
                <a:close/>
              </a:path>
              <a:path w="419100" h="767079">
                <a:moveTo>
                  <a:pt x="406908" y="578501"/>
                </a:moveTo>
                <a:lnTo>
                  <a:pt x="406908" y="576072"/>
                </a:lnTo>
                <a:lnTo>
                  <a:pt x="395871" y="576072"/>
                </a:lnTo>
                <a:lnTo>
                  <a:pt x="208788" y="754520"/>
                </a:lnTo>
                <a:lnTo>
                  <a:pt x="211836" y="757428"/>
                </a:lnTo>
                <a:lnTo>
                  <a:pt x="211836" y="763678"/>
                </a:lnTo>
                <a:lnTo>
                  <a:pt x="406908" y="578501"/>
                </a:lnTo>
                <a:close/>
              </a:path>
              <a:path w="419100" h="767079">
                <a:moveTo>
                  <a:pt x="307848" y="9144"/>
                </a:moveTo>
                <a:lnTo>
                  <a:pt x="303276" y="4572"/>
                </a:lnTo>
                <a:lnTo>
                  <a:pt x="303276" y="9144"/>
                </a:lnTo>
                <a:lnTo>
                  <a:pt x="307848" y="9144"/>
                </a:lnTo>
                <a:close/>
              </a:path>
              <a:path w="419100" h="767079">
                <a:moveTo>
                  <a:pt x="312420" y="576072"/>
                </a:moveTo>
                <a:lnTo>
                  <a:pt x="312420" y="571500"/>
                </a:lnTo>
                <a:lnTo>
                  <a:pt x="307848" y="566928"/>
                </a:lnTo>
                <a:lnTo>
                  <a:pt x="307848" y="9144"/>
                </a:lnTo>
                <a:lnTo>
                  <a:pt x="303276" y="9144"/>
                </a:lnTo>
                <a:lnTo>
                  <a:pt x="303276" y="576072"/>
                </a:lnTo>
                <a:lnTo>
                  <a:pt x="312420" y="576072"/>
                </a:lnTo>
                <a:close/>
              </a:path>
              <a:path w="419100" h="767079">
                <a:moveTo>
                  <a:pt x="419100" y="566928"/>
                </a:moveTo>
                <a:lnTo>
                  <a:pt x="307848" y="566928"/>
                </a:lnTo>
                <a:lnTo>
                  <a:pt x="312420" y="571500"/>
                </a:lnTo>
                <a:lnTo>
                  <a:pt x="312420" y="576072"/>
                </a:lnTo>
                <a:lnTo>
                  <a:pt x="395871" y="576072"/>
                </a:lnTo>
                <a:lnTo>
                  <a:pt x="403860" y="568452"/>
                </a:lnTo>
                <a:lnTo>
                  <a:pt x="406908" y="576072"/>
                </a:lnTo>
                <a:lnTo>
                  <a:pt x="406908" y="578501"/>
                </a:lnTo>
                <a:lnTo>
                  <a:pt x="419100" y="566928"/>
                </a:lnTo>
                <a:close/>
              </a:path>
              <a:path w="419100" h="767079">
                <a:moveTo>
                  <a:pt x="406908" y="576072"/>
                </a:moveTo>
                <a:lnTo>
                  <a:pt x="403860" y="568452"/>
                </a:lnTo>
                <a:lnTo>
                  <a:pt x="395871" y="576072"/>
                </a:lnTo>
                <a:lnTo>
                  <a:pt x="406908" y="576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2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Electric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Charge </a:t>
            </a:r>
            <a:r>
              <a:rPr dirty="0"/>
              <a:t>Electrically</a:t>
            </a:r>
            <a:r>
              <a:rPr spc="-80" dirty="0"/>
              <a:t> </a:t>
            </a:r>
            <a:r>
              <a:rPr dirty="0"/>
              <a:t>charged</a:t>
            </a:r>
            <a:r>
              <a:rPr spc="-80" dirty="0"/>
              <a:t> </a:t>
            </a:r>
            <a:r>
              <a:rPr spc="-10" dirty="0"/>
              <a:t>objects</a:t>
            </a:r>
          </a:p>
        </p:txBody>
      </p:sp>
      <p:sp>
        <p:nvSpPr>
          <p:cNvPr id="29" name="object 29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622170" y="2764536"/>
            <a:ext cx="1705610" cy="777240"/>
          </a:xfrm>
          <a:custGeom>
            <a:avLst/>
            <a:gdLst/>
            <a:ahLst/>
            <a:cxnLst/>
            <a:rect l="l" t="t" r="r" b="b"/>
            <a:pathLst>
              <a:path w="1705610" h="777239">
                <a:moveTo>
                  <a:pt x="1274064" y="195072"/>
                </a:moveTo>
                <a:lnTo>
                  <a:pt x="0" y="195072"/>
                </a:lnTo>
                <a:lnTo>
                  <a:pt x="0" y="582168"/>
                </a:lnTo>
                <a:lnTo>
                  <a:pt x="6096" y="582168"/>
                </a:lnTo>
                <a:lnTo>
                  <a:pt x="6096" y="204216"/>
                </a:lnTo>
                <a:lnTo>
                  <a:pt x="10668" y="199644"/>
                </a:lnTo>
                <a:lnTo>
                  <a:pt x="10668" y="204216"/>
                </a:lnTo>
                <a:lnTo>
                  <a:pt x="1269492" y="204216"/>
                </a:lnTo>
                <a:lnTo>
                  <a:pt x="1269492" y="199644"/>
                </a:lnTo>
                <a:lnTo>
                  <a:pt x="1274064" y="195072"/>
                </a:lnTo>
                <a:close/>
              </a:path>
              <a:path w="1705610" h="777239">
                <a:moveTo>
                  <a:pt x="10668" y="204216"/>
                </a:moveTo>
                <a:lnTo>
                  <a:pt x="10668" y="199644"/>
                </a:lnTo>
                <a:lnTo>
                  <a:pt x="6096" y="204216"/>
                </a:lnTo>
                <a:lnTo>
                  <a:pt x="10668" y="204216"/>
                </a:lnTo>
                <a:close/>
              </a:path>
              <a:path w="1705610" h="777239">
                <a:moveTo>
                  <a:pt x="10668" y="573024"/>
                </a:moveTo>
                <a:lnTo>
                  <a:pt x="10668" y="204216"/>
                </a:lnTo>
                <a:lnTo>
                  <a:pt x="6096" y="204216"/>
                </a:lnTo>
                <a:lnTo>
                  <a:pt x="6096" y="573024"/>
                </a:lnTo>
                <a:lnTo>
                  <a:pt x="10668" y="573024"/>
                </a:lnTo>
                <a:close/>
              </a:path>
              <a:path w="1705610" h="777239">
                <a:moveTo>
                  <a:pt x="1280160" y="755366"/>
                </a:moveTo>
                <a:lnTo>
                  <a:pt x="1280160" y="573024"/>
                </a:lnTo>
                <a:lnTo>
                  <a:pt x="6096" y="573024"/>
                </a:lnTo>
                <a:lnTo>
                  <a:pt x="10668" y="577596"/>
                </a:lnTo>
                <a:lnTo>
                  <a:pt x="10668" y="582168"/>
                </a:lnTo>
                <a:lnTo>
                  <a:pt x="1269492" y="582168"/>
                </a:lnTo>
                <a:lnTo>
                  <a:pt x="1269492" y="577596"/>
                </a:lnTo>
                <a:lnTo>
                  <a:pt x="1274064" y="582168"/>
                </a:lnTo>
                <a:lnTo>
                  <a:pt x="1274064" y="760804"/>
                </a:lnTo>
                <a:lnTo>
                  <a:pt x="1280160" y="755366"/>
                </a:lnTo>
                <a:close/>
              </a:path>
              <a:path w="1705610" h="777239">
                <a:moveTo>
                  <a:pt x="10668" y="582168"/>
                </a:moveTo>
                <a:lnTo>
                  <a:pt x="10668" y="577596"/>
                </a:lnTo>
                <a:lnTo>
                  <a:pt x="6096" y="573024"/>
                </a:lnTo>
                <a:lnTo>
                  <a:pt x="6096" y="582168"/>
                </a:lnTo>
                <a:lnTo>
                  <a:pt x="10668" y="582168"/>
                </a:lnTo>
                <a:close/>
              </a:path>
              <a:path w="1705610" h="777239">
                <a:moveTo>
                  <a:pt x="1705356" y="388620"/>
                </a:moveTo>
                <a:lnTo>
                  <a:pt x="1269492" y="0"/>
                </a:lnTo>
                <a:lnTo>
                  <a:pt x="1269492" y="195072"/>
                </a:lnTo>
                <a:lnTo>
                  <a:pt x="1271016" y="195072"/>
                </a:lnTo>
                <a:lnTo>
                  <a:pt x="1271016" y="13716"/>
                </a:lnTo>
                <a:lnTo>
                  <a:pt x="1280160" y="10668"/>
                </a:lnTo>
                <a:lnTo>
                  <a:pt x="1280160" y="21873"/>
                </a:lnTo>
                <a:lnTo>
                  <a:pt x="1691271" y="388620"/>
                </a:lnTo>
                <a:lnTo>
                  <a:pt x="1694688" y="385572"/>
                </a:lnTo>
                <a:lnTo>
                  <a:pt x="1694688" y="398131"/>
                </a:lnTo>
                <a:lnTo>
                  <a:pt x="1705356" y="388620"/>
                </a:lnTo>
                <a:close/>
              </a:path>
              <a:path w="1705610" h="777239">
                <a:moveTo>
                  <a:pt x="1274064" y="204216"/>
                </a:moveTo>
                <a:lnTo>
                  <a:pt x="1274064" y="195072"/>
                </a:lnTo>
                <a:lnTo>
                  <a:pt x="1269492" y="199644"/>
                </a:lnTo>
                <a:lnTo>
                  <a:pt x="1269492" y="204216"/>
                </a:lnTo>
                <a:lnTo>
                  <a:pt x="1274064" y="204216"/>
                </a:lnTo>
                <a:close/>
              </a:path>
              <a:path w="1705610" h="777239">
                <a:moveTo>
                  <a:pt x="1274064" y="582168"/>
                </a:moveTo>
                <a:lnTo>
                  <a:pt x="1269492" y="577596"/>
                </a:lnTo>
                <a:lnTo>
                  <a:pt x="1269492" y="582168"/>
                </a:lnTo>
                <a:lnTo>
                  <a:pt x="1274064" y="582168"/>
                </a:lnTo>
                <a:close/>
              </a:path>
              <a:path w="1705610" h="777239">
                <a:moveTo>
                  <a:pt x="1274064" y="760804"/>
                </a:moveTo>
                <a:lnTo>
                  <a:pt x="1274064" y="582168"/>
                </a:lnTo>
                <a:lnTo>
                  <a:pt x="1269492" y="582168"/>
                </a:lnTo>
                <a:lnTo>
                  <a:pt x="1269492" y="777240"/>
                </a:lnTo>
                <a:lnTo>
                  <a:pt x="1271016" y="775881"/>
                </a:lnTo>
                <a:lnTo>
                  <a:pt x="1271016" y="763524"/>
                </a:lnTo>
                <a:lnTo>
                  <a:pt x="1274064" y="760804"/>
                </a:lnTo>
                <a:close/>
              </a:path>
              <a:path w="1705610" h="777239">
                <a:moveTo>
                  <a:pt x="1280160" y="21873"/>
                </a:moveTo>
                <a:lnTo>
                  <a:pt x="1280160" y="10668"/>
                </a:lnTo>
                <a:lnTo>
                  <a:pt x="1271016" y="13716"/>
                </a:lnTo>
                <a:lnTo>
                  <a:pt x="1280160" y="21873"/>
                </a:lnTo>
                <a:close/>
              </a:path>
              <a:path w="1705610" h="777239">
                <a:moveTo>
                  <a:pt x="1280160" y="204216"/>
                </a:moveTo>
                <a:lnTo>
                  <a:pt x="1280160" y="21873"/>
                </a:lnTo>
                <a:lnTo>
                  <a:pt x="1271016" y="13716"/>
                </a:lnTo>
                <a:lnTo>
                  <a:pt x="1271016" y="195072"/>
                </a:lnTo>
                <a:lnTo>
                  <a:pt x="1274064" y="195072"/>
                </a:lnTo>
                <a:lnTo>
                  <a:pt x="1274064" y="204216"/>
                </a:lnTo>
                <a:lnTo>
                  <a:pt x="1280160" y="204216"/>
                </a:lnTo>
                <a:close/>
              </a:path>
              <a:path w="1705610" h="777239">
                <a:moveTo>
                  <a:pt x="1694688" y="398131"/>
                </a:moveTo>
                <a:lnTo>
                  <a:pt x="1694688" y="391668"/>
                </a:lnTo>
                <a:lnTo>
                  <a:pt x="1691271" y="388620"/>
                </a:lnTo>
                <a:lnTo>
                  <a:pt x="1271016" y="763524"/>
                </a:lnTo>
                <a:lnTo>
                  <a:pt x="1280160" y="766572"/>
                </a:lnTo>
                <a:lnTo>
                  <a:pt x="1280160" y="767728"/>
                </a:lnTo>
                <a:lnTo>
                  <a:pt x="1694688" y="398131"/>
                </a:lnTo>
                <a:close/>
              </a:path>
              <a:path w="1705610" h="777239">
                <a:moveTo>
                  <a:pt x="1280160" y="767728"/>
                </a:moveTo>
                <a:lnTo>
                  <a:pt x="1280160" y="766572"/>
                </a:lnTo>
                <a:lnTo>
                  <a:pt x="1271016" y="763524"/>
                </a:lnTo>
                <a:lnTo>
                  <a:pt x="1271016" y="775881"/>
                </a:lnTo>
                <a:lnTo>
                  <a:pt x="1280160" y="767728"/>
                </a:lnTo>
                <a:close/>
              </a:path>
              <a:path w="1705610" h="777239">
                <a:moveTo>
                  <a:pt x="1694688" y="391668"/>
                </a:moveTo>
                <a:lnTo>
                  <a:pt x="1694688" y="385572"/>
                </a:lnTo>
                <a:lnTo>
                  <a:pt x="1691271" y="388620"/>
                </a:lnTo>
                <a:lnTo>
                  <a:pt x="1694688" y="391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03023" y="2943858"/>
            <a:ext cx="1158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Rubbing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441" y="2636520"/>
            <a:ext cx="2796537" cy="11521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85476" y="3033774"/>
            <a:ext cx="804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Glass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97924" y="2888994"/>
            <a:ext cx="5149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Silk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20646" y="5515355"/>
            <a:ext cx="1705610" cy="777240"/>
          </a:xfrm>
          <a:custGeom>
            <a:avLst/>
            <a:gdLst/>
            <a:ahLst/>
            <a:cxnLst/>
            <a:rect l="l" t="t" r="r" b="b"/>
            <a:pathLst>
              <a:path w="1705610" h="777239">
                <a:moveTo>
                  <a:pt x="1274064" y="195072"/>
                </a:moveTo>
                <a:lnTo>
                  <a:pt x="0" y="195072"/>
                </a:lnTo>
                <a:lnTo>
                  <a:pt x="0" y="582168"/>
                </a:lnTo>
                <a:lnTo>
                  <a:pt x="6096" y="582168"/>
                </a:lnTo>
                <a:lnTo>
                  <a:pt x="6096" y="204216"/>
                </a:lnTo>
                <a:lnTo>
                  <a:pt x="10668" y="199644"/>
                </a:lnTo>
                <a:lnTo>
                  <a:pt x="10668" y="204216"/>
                </a:lnTo>
                <a:lnTo>
                  <a:pt x="1269492" y="204216"/>
                </a:lnTo>
                <a:lnTo>
                  <a:pt x="1269492" y="199644"/>
                </a:lnTo>
                <a:lnTo>
                  <a:pt x="1274064" y="195072"/>
                </a:lnTo>
                <a:close/>
              </a:path>
              <a:path w="1705610" h="777239">
                <a:moveTo>
                  <a:pt x="10668" y="204216"/>
                </a:moveTo>
                <a:lnTo>
                  <a:pt x="10668" y="199644"/>
                </a:lnTo>
                <a:lnTo>
                  <a:pt x="6096" y="204216"/>
                </a:lnTo>
                <a:lnTo>
                  <a:pt x="10668" y="204216"/>
                </a:lnTo>
                <a:close/>
              </a:path>
              <a:path w="1705610" h="777239">
                <a:moveTo>
                  <a:pt x="10668" y="573024"/>
                </a:moveTo>
                <a:lnTo>
                  <a:pt x="10668" y="204216"/>
                </a:lnTo>
                <a:lnTo>
                  <a:pt x="6096" y="204216"/>
                </a:lnTo>
                <a:lnTo>
                  <a:pt x="6096" y="573024"/>
                </a:lnTo>
                <a:lnTo>
                  <a:pt x="10668" y="573024"/>
                </a:lnTo>
                <a:close/>
              </a:path>
              <a:path w="1705610" h="777239">
                <a:moveTo>
                  <a:pt x="1278636" y="756726"/>
                </a:moveTo>
                <a:lnTo>
                  <a:pt x="1278636" y="573024"/>
                </a:lnTo>
                <a:lnTo>
                  <a:pt x="6096" y="573024"/>
                </a:lnTo>
                <a:lnTo>
                  <a:pt x="10668" y="577596"/>
                </a:lnTo>
                <a:lnTo>
                  <a:pt x="10668" y="582168"/>
                </a:lnTo>
                <a:lnTo>
                  <a:pt x="1269492" y="582168"/>
                </a:lnTo>
                <a:lnTo>
                  <a:pt x="1269492" y="577596"/>
                </a:lnTo>
                <a:lnTo>
                  <a:pt x="1274064" y="582168"/>
                </a:lnTo>
                <a:lnTo>
                  <a:pt x="1274064" y="760804"/>
                </a:lnTo>
                <a:lnTo>
                  <a:pt x="1278636" y="756726"/>
                </a:lnTo>
                <a:close/>
              </a:path>
              <a:path w="1705610" h="777239">
                <a:moveTo>
                  <a:pt x="10668" y="582168"/>
                </a:moveTo>
                <a:lnTo>
                  <a:pt x="10668" y="577596"/>
                </a:lnTo>
                <a:lnTo>
                  <a:pt x="6096" y="573024"/>
                </a:lnTo>
                <a:lnTo>
                  <a:pt x="6096" y="582168"/>
                </a:lnTo>
                <a:lnTo>
                  <a:pt x="10668" y="582168"/>
                </a:lnTo>
                <a:close/>
              </a:path>
              <a:path w="1705610" h="777239">
                <a:moveTo>
                  <a:pt x="1705356" y="388620"/>
                </a:moveTo>
                <a:lnTo>
                  <a:pt x="1269492" y="0"/>
                </a:lnTo>
                <a:lnTo>
                  <a:pt x="1269492" y="195072"/>
                </a:lnTo>
                <a:lnTo>
                  <a:pt x="1271016" y="195072"/>
                </a:lnTo>
                <a:lnTo>
                  <a:pt x="1271016" y="15240"/>
                </a:lnTo>
                <a:lnTo>
                  <a:pt x="1278636" y="10668"/>
                </a:lnTo>
                <a:lnTo>
                  <a:pt x="1278636" y="22037"/>
                </a:lnTo>
                <a:lnTo>
                  <a:pt x="1690417" y="389382"/>
                </a:lnTo>
                <a:lnTo>
                  <a:pt x="1694688" y="385572"/>
                </a:lnTo>
                <a:lnTo>
                  <a:pt x="1694688" y="398131"/>
                </a:lnTo>
                <a:lnTo>
                  <a:pt x="1705356" y="388620"/>
                </a:lnTo>
                <a:close/>
              </a:path>
              <a:path w="1705610" h="777239">
                <a:moveTo>
                  <a:pt x="1274064" y="204216"/>
                </a:moveTo>
                <a:lnTo>
                  <a:pt x="1274064" y="195072"/>
                </a:lnTo>
                <a:lnTo>
                  <a:pt x="1269492" y="199644"/>
                </a:lnTo>
                <a:lnTo>
                  <a:pt x="1269492" y="204216"/>
                </a:lnTo>
                <a:lnTo>
                  <a:pt x="1274064" y="204216"/>
                </a:lnTo>
                <a:close/>
              </a:path>
              <a:path w="1705610" h="777239">
                <a:moveTo>
                  <a:pt x="1274064" y="582168"/>
                </a:moveTo>
                <a:lnTo>
                  <a:pt x="1269492" y="577596"/>
                </a:lnTo>
                <a:lnTo>
                  <a:pt x="1269492" y="582168"/>
                </a:lnTo>
                <a:lnTo>
                  <a:pt x="1274064" y="582168"/>
                </a:lnTo>
                <a:close/>
              </a:path>
              <a:path w="1705610" h="777239">
                <a:moveTo>
                  <a:pt x="1274064" y="760804"/>
                </a:moveTo>
                <a:lnTo>
                  <a:pt x="1274064" y="582168"/>
                </a:lnTo>
                <a:lnTo>
                  <a:pt x="1269492" y="582168"/>
                </a:lnTo>
                <a:lnTo>
                  <a:pt x="1269492" y="777240"/>
                </a:lnTo>
                <a:lnTo>
                  <a:pt x="1271016" y="775881"/>
                </a:lnTo>
                <a:lnTo>
                  <a:pt x="1271016" y="763524"/>
                </a:lnTo>
                <a:lnTo>
                  <a:pt x="1274064" y="760804"/>
                </a:lnTo>
                <a:close/>
              </a:path>
              <a:path w="1705610" h="777239">
                <a:moveTo>
                  <a:pt x="1278636" y="22037"/>
                </a:moveTo>
                <a:lnTo>
                  <a:pt x="1278636" y="10668"/>
                </a:lnTo>
                <a:lnTo>
                  <a:pt x="1271016" y="15240"/>
                </a:lnTo>
                <a:lnTo>
                  <a:pt x="1278636" y="22037"/>
                </a:lnTo>
                <a:close/>
              </a:path>
              <a:path w="1705610" h="777239">
                <a:moveTo>
                  <a:pt x="1278636" y="204216"/>
                </a:moveTo>
                <a:lnTo>
                  <a:pt x="1278636" y="22037"/>
                </a:lnTo>
                <a:lnTo>
                  <a:pt x="1271016" y="15240"/>
                </a:lnTo>
                <a:lnTo>
                  <a:pt x="1271016" y="195072"/>
                </a:lnTo>
                <a:lnTo>
                  <a:pt x="1274064" y="195072"/>
                </a:lnTo>
                <a:lnTo>
                  <a:pt x="1274064" y="204216"/>
                </a:lnTo>
                <a:lnTo>
                  <a:pt x="1278636" y="204216"/>
                </a:lnTo>
                <a:close/>
              </a:path>
              <a:path w="1705610" h="777239">
                <a:moveTo>
                  <a:pt x="1694688" y="398131"/>
                </a:moveTo>
                <a:lnTo>
                  <a:pt x="1694688" y="393192"/>
                </a:lnTo>
                <a:lnTo>
                  <a:pt x="1690417" y="389382"/>
                </a:lnTo>
                <a:lnTo>
                  <a:pt x="1271016" y="763524"/>
                </a:lnTo>
                <a:lnTo>
                  <a:pt x="1278636" y="766572"/>
                </a:lnTo>
                <a:lnTo>
                  <a:pt x="1278636" y="769087"/>
                </a:lnTo>
                <a:lnTo>
                  <a:pt x="1694688" y="398131"/>
                </a:lnTo>
                <a:close/>
              </a:path>
              <a:path w="1705610" h="777239">
                <a:moveTo>
                  <a:pt x="1278636" y="769087"/>
                </a:moveTo>
                <a:lnTo>
                  <a:pt x="1278636" y="766572"/>
                </a:lnTo>
                <a:lnTo>
                  <a:pt x="1271016" y="763524"/>
                </a:lnTo>
                <a:lnTo>
                  <a:pt x="1271016" y="775881"/>
                </a:lnTo>
                <a:lnTo>
                  <a:pt x="1278636" y="769087"/>
                </a:lnTo>
                <a:close/>
              </a:path>
              <a:path w="1705610" h="777239">
                <a:moveTo>
                  <a:pt x="1694688" y="393192"/>
                </a:moveTo>
                <a:lnTo>
                  <a:pt x="1694688" y="385572"/>
                </a:lnTo>
                <a:lnTo>
                  <a:pt x="1690417" y="389382"/>
                </a:lnTo>
                <a:lnTo>
                  <a:pt x="1694688" y="393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50267" y="5696201"/>
            <a:ext cx="1158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Rubbing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0917" y="5387340"/>
            <a:ext cx="2796537" cy="115214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026040" y="5784593"/>
            <a:ext cx="9220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Plastic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11640" y="5639813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Fur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15306" y="2837688"/>
            <a:ext cx="1658620" cy="737870"/>
            <a:chOff x="7615306" y="2837688"/>
            <a:chExt cx="1658620" cy="737870"/>
          </a:xfrm>
        </p:grpSpPr>
        <p:sp>
          <p:nvSpPr>
            <p:cNvPr id="14" name="object 14"/>
            <p:cNvSpPr/>
            <p:nvPr/>
          </p:nvSpPr>
          <p:spPr>
            <a:xfrm>
              <a:off x="7620640" y="2843783"/>
              <a:ext cx="1565910" cy="725805"/>
            </a:xfrm>
            <a:custGeom>
              <a:avLst/>
              <a:gdLst/>
              <a:ahLst/>
              <a:cxnLst/>
              <a:rect l="l" t="t" r="r" b="b"/>
              <a:pathLst>
                <a:path w="1565909" h="725804">
                  <a:moveTo>
                    <a:pt x="1565909" y="227075"/>
                  </a:moveTo>
                  <a:lnTo>
                    <a:pt x="160781" y="0"/>
                  </a:lnTo>
                  <a:lnTo>
                    <a:pt x="129166" y="3817"/>
                  </a:lnTo>
                  <a:lnTo>
                    <a:pt x="97846" y="24440"/>
                  </a:lnTo>
                  <a:lnTo>
                    <a:pt x="68389" y="59626"/>
                  </a:lnTo>
                  <a:lnTo>
                    <a:pt x="42361" y="107131"/>
                  </a:lnTo>
                  <a:lnTo>
                    <a:pt x="21328" y="164711"/>
                  </a:lnTo>
                  <a:lnTo>
                    <a:pt x="6857" y="230123"/>
                  </a:lnTo>
                  <a:lnTo>
                    <a:pt x="0" y="296869"/>
                  </a:lnTo>
                  <a:lnTo>
                    <a:pt x="1777" y="358196"/>
                  </a:lnTo>
                  <a:lnTo>
                    <a:pt x="11429" y="411479"/>
                  </a:lnTo>
                  <a:lnTo>
                    <a:pt x="28193" y="454095"/>
                  </a:lnTo>
                  <a:lnTo>
                    <a:pt x="80009" y="496823"/>
                  </a:lnTo>
                  <a:lnTo>
                    <a:pt x="1485137" y="725423"/>
                  </a:lnTo>
                  <a:lnTo>
                    <a:pt x="1456435" y="712018"/>
                  </a:lnTo>
                  <a:lnTo>
                    <a:pt x="1433321" y="682695"/>
                  </a:lnTo>
                  <a:lnTo>
                    <a:pt x="1416557" y="640079"/>
                  </a:lnTo>
                  <a:lnTo>
                    <a:pt x="1406905" y="586796"/>
                  </a:lnTo>
                  <a:lnTo>
                    <a:pt x="1405127" y="525469"/>
                  </a:lnTo>
                  <a:lnTo>
                    <a:pt x="1411985" y="458723"/>
                  </a:lnTo>
                  <a:lnTo>
                    <a:pt x="1426456" y="392775"/>
                  </a:lnTo>
                  <a:lnTo>
                    <a:pt x="1447489" y="334997"/>
                  </a:lnTo>
                  <a:lnTo>
                    <a:pt x="1473517" y="287464"/>
                  </a:lnTo>
                  <a:lnTo>
                    <a:pt x="1502974" y="252250"/>
                  </a:lnTo>
                  <a:lnTo>
                    <a:pt x="1534294" y="231429"/>
                  </a:lnTo>
                  <a:lnTo>
                    <a:pt x="1565909" y="227075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025768" y="3070859"/>
              <a:ext cx="242570" cy="498475"/>
            </a:xfrm>
            <a:custGeom>
              <a:avLst/>
              <a:gdLst/>
              <a:ahLst/>
              <a:cxnLst/>
              <a:rect l="l" t="t" r="r" b="b"/>
              <a:pathLst>
                <a:path w="242570" h="498475">
                  <a:moveTo>
                    <a:pt x="242308" y="201471"/>
                  </a:moveTo>
                  <a:lnTo>
                    <a:pt x="240481" y="140095"/>
                  </a:lnTo>
                  <a:lnTo>
                    <a:pt x="230695" y="86677"/>
                  </a:lnTo>
                  <a:lnTo>
                    <a:pt x="213670" y="43800"/>
                  </a:lnTo>
                  <a:lnTo>
                    <a:pt x="160781" y="0"/>
                  </a:lnTo>
                  <a:lnTo>
                    <a:pt x="129166" y="4353"/>
                  </a:lnTo>
                  <a:lnTo>
                    <a:pt x="68389" y="60388"/>
                  </a:lnTo>
                  <a:lnTo>
                    <a:pt x="42361" y="107921"/>
                  </a:lnTo>
                  <a:lnTo>
                    <a:pt x="21328" y="165699"/>
                  </a:lnTo>
                  <a:lnTo>
                    <a:pt x="6857" y="231647"/>
                  </a:lnTo>
                  <a:lnTo>
                    <a:pt x="0" y="298393"/>
                  </a:lnTo>
                  <a:lnTo>
                    <a:pt x="1777" y="359720"/>
                  </a:lnTo>
                  <a:lnTo>
                    <a:pt x="11429" y="413003"/>
                  </a:lnTo>
                  <a:lnTo>
                    <a:pt x="28193" y="455619"/>
                  </a:lnTo>
                  <a:lnTo>
                    <a:pt x="51307" y="484942"/>
                  </a:lnTo>
                  <a:lnTo>
                    <a:pt x="80009" y="498347"/>
                  </a:lnTo>
                  <a:lnTo>
                    <a:pt x="112162" y="494530"/>
                  </a:lnTo>
                  <a:lnTo>
                    <a:pt x="173164" y="438721"/>
                  </a:lnTo>
                  <a:lnTo>
                    <a:pt x="199220" y="391216"/>
                  </a:lnTo>
                  <a:lnTo>
                    <a:pt x="220450" y="333636"/>
                  </a:lnTo>
                  <a:lnTo>
                    <a:pt x="235457" y="268223"/>
                  </a:lnTo>
                  <a:lnTo>
                    <a:pt x="242308" y="201471"/>
                  </a:lnTo>
                  <a:close/>
                </a:path>
              </a:pathLst>
            </a:custGeom>
            <a:solidFill>
              <a:srgbClr val="E8F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15306" y="2837688"/>
              <a:ext cx="1658620" cy="737870"/>
            </a:xfrm>
            <a:custGeom>
              <a:avLst/>
              <a:gdLst/>
              <a:ahLst/>
              <a:cxnLst/>
              <a:rect l="l" t="t" r="r" b="b"/>
              <a:pathLst>
                <a:path w="1658620" h="737870">
                  <a:moveTo>
                    <a:pt x="1572768" y="228600"/>
                  </a:moveTo>
                  <a:lnTo>
                    <a:pt x="167640" y="0"/>
                  </a:lnTo>
                  <a:lnTo>
                    <a:pt x="147828" y="0"/>
                  </a:lnTo>
                  <a:lnTo>
                    <a:pt x="141732" y="1524"/>
                  </a:lnTo>
                  <a:lnTo>
                    <a:pt x="135636" y="4572"/>
                  </a:lnTo>
                  <a:lnTo>
                    <a:pt x="128016" y="6096"/>
                  </a:lnTo>
                  <a:lnTo>
                    <a:pt x="92964" y="33528"/>
                  </a:lnTo>
                  <a:lnTo>
                    <a:pt x="59436" y="79248"/>
                  </a:lnTo>
                  <a:lnTo>
                    <a:pt x="39624" y="117348"/>
                  </a:lnTo>
                  <a:lnTo>
                    <a:pt x="16764" y="184404"/>
                  </a:lnTo>
                  <a:lnTo>
                    <a:pt x="12192" y="208788"/>
                  </a:lnTo>
                  <a:lnTo>
                    <a:pt x="6096" y="234696"/>
                  </a:lnTo>
                  <a:lnTo>
                    <a:pt x="3048" y="260604"/>
                  </a:lnTo>
                  <a:lnTo>
                    <a:pt x="0" y="310896"/>
                  </a:lnTo>
                  <a:lnTo>
                    <a:pt x="0" y="333756"/>
                  </a:lnTo>
                  <a:lnTo>
                    <a:pt x="3048" y="379476"/>
                  </a:lnTo>
                  <a:lnTo>
                    <a:pt x="9144" y="405892"/>
                  </a:lnTo>
                  <a:lnTo>
                    <a:pt x="9144" y="310896"/>
                  </a:lnTo>
                  <a:lnTo>
                    <a:pt x="12192" y="262128"/>
                  </a:lnTo>
                  <a:lnTo>
                    <a:pt x="25908" y="187452"/>
                  </a:lnTo>
                  <a:lnTo>
                    <a:pt x="41148" y="141732"/>
                  </a:lnTo>
                  <a:lnTo>
                    <a:pt x="57912" y="102108"/>
                  </a:lnTo>
                  <a:lnTo>
                    <a:pt x="88392" y="53340"/>
                  </a:lnTo>
                  <a:lnTo>
                    <a:pt x="120396" y="21336"/>
                  </a:lnTo>
                  <a:lnTo>
                    <a:pt x="137160" y="13716"/>
                  </a:lnTo>
                  <a:lnTo>
                    <a:pt x="143256" y="10668"/>
                  </a:lnTo>
                  <a:lnTo>
                    <a:pt x="149352" y="10668"/>
                  </a:lnTo>
                  <a:lnTo>
                    <a:pt x="153924" y="9144"/>
                  </a:lnTo>
                  <a:lnTo>
                    <a:pt x="160020" y="9144"/>
                  </a:lnTo>
                  <a:lnTo>
                    <a:pt x="166116" y="10668"/>
                  </a:lnTo>
                  <a:lnTo>
                    <a:pt x="1538995" y="232532"/>
                  </a:lnTo>
                  <a:lnTo>
                    <a:pt x="1540764" y="231648"/>
                  </a:lnTo>
                  <a:lnTo>
                    <a:pt x="1552956" y="228600"/>
                  </a:lnTo>
                  <a:lnTo>
                    <a:pt x="1572768" y="228600"/>
                  </a:lnTo>
                  <a:close/>
                </a:path>
                <a:path w="1658620" h="737870">
                  <a:moveTo>
                    <a:pt x="1479218" y="734275"/>
                  </a:moveTo>
                  <a:lnTo>
                    <a:pt x="1476756" y="733044"/>
                  </a:lnTo>
                  <a:lnTo>
                    <a:pt x="1472184" y="729996"/>
                  </a:lnTo>
                  <a:lnTo>
                    <a:pt x="1459992" y="723900"/>
                  </a:lnTo>
                  <a:lnTo>
                    <a:pt x="1457413" y="721321"/>
                  </a:lnTo>
                  <a:lnTo>
                    <a:pt x="86868" y="498348"/>
                  </a:lnTo>
                  <a:lnTo>
                    <a:pt x="80772" y="498348"/>
                  </a:lnTo>
                  <a:lnTo>
                    <a:pt x="76200" y="496824"/>
                  </a:lnTo>
                  <a:lnTo>
                    <a:pt x="71628" y="493776"/>
                  </a:lnTo>
                  <a:lnTo>
                    <a:pt x="65532" y="490728"/>
                  </a:lnTo>
                  <a:lnTo>
                    <a:pt x="60960" y="487680"/>
                  </a:lnTo>
                  <a:lnTo>
                    <a:pt x="33528" y="449580"/>
                  </a:lnTo>
                  <a:lnTo>
                    <a:pt x="16764" y="397764"/>
                  </a:lnTo>
                  <a:lnTo>
                    <a:pt x="10668" y="356616"/>
                  </a:lnTo>
                  <a:lnTo>
                    <a:pt x="9144" y="333756"/>
                  </a:lnTo>
                  <a:lnTo>
                    <a:pt x="9144" y="405892"/>
                  </a:lnTo>
                  <a:lnTo>
                    <a:pt x="24384" y="452628"/>
                  </a:lnTo>
                  <a:lnTo>
                    <a:pt x="54864" y="495300"/>
                  </a:lnTo>
                  <a:lnTo>
                    <a:pt x="60960" y="498348"/>
                  </a:lnTo>
                  <a:lnTo>
                    <a:pt x="65532" y="501396"/>
                  </a:lnTo>
                  <a:lnTo>
                    <a:pt x="77724" y="507492"/>
                  </a:lnTo>
                  <a:lnTo>
                    <a:pt x="83820" y="509016"/>
                  </a:lnTo>
                  <a:lnTo>
                    <a:pt x="1479218" y="734275"/>
                  </a:lnTo>
                  <a:close/>
                </a:path>
                <a:path w="1658620" h="737870">
                  <a:moveTo>
                    <a:pt x="1571244" y="237744"/>
                  </a:moveTo>
                  <a:lnTo>
                    <a:pt x="1538995" y="232532"/>
                  </a:lnTo>
                  <a:lnTo>
                    <a:pt x="1534668" y="234696"/>
                  </a:lnTo>
                  <a:lnTo>
                    <a:pt x="1522476" y="242316"/>
                  </a:lnTo>
                  <a:lnTo>
                    <a:pt x="1485900" y="275844"/>
                  </a:lnTo>
                  <a:lnTo>
                    <a:pt x="1464564" y="307848"/>
                  </a:lnTo>
                  <a:lnTo>
                    <a:pt x="1446276" y="345948"/>
                  </a:lnTo>
                  <a:lnTo>
                    <a:pt x="1429512" y="390144"/>
                  </a:lnTo>
                  <a:lnTo>
                    <a:pt x="1417320" y="437388"/>
                  </a:lnTo>
                  <a:lnTo>
                    <a:pt x="1408176" y="489204"/>
                  </a:lnTo>
                  <a:lnTo>
                    <a:pt x="1405128" y="539496"/>
                  </a:lnTo>
                  <a:lnTo>
                    <a:pt x="1405128" y="562356"/>
                  </a:lnTo>
                  <a:lnTo>
                    <a:pt x="1406652" y="585216"/>
                  </a:lnTo>
                  <a:lnTo>
                    <a:pt x="1412748" y="627888"/>
                  </a:lnTo>
                  <a:lnTo>
                    <a:pt x="1414272" y="634492"/>
                  </a:lnTo>
                  <a:lnTo>
                    <a:pt x="1414272" y="539496"/>
                  </a:lnTo>
                  <a:lnTo>
                    <a:pt x="1415796" y="515112"/>
                  </a:lnTo>
                  <a:lnTo>
                    <a:pt x="1421892" y="464820"/>
                  </a:lnTo>
                  <a:lnTo>
                    <a:pt x="1432560" y="416052"/>
                  </a:lnTo>
                  <a:lnTo>
                    <a:pt x="1446276" y="370332"/>
                  </a:lnTo>
                  <a:lnTo>
                    <a:pt x="1463040" y="330708"/>
                  </a:lnTo>
                  <a:lnTo>
                    <a:pt x="1473708" y="312420"/>
                  </a:lnTo>
                  <a:lnTo>
                    <a:pt x="1482852" y="295656"/>
                  </a:lnTo>
                  <a:lnTo>
                    <a:pt x="1514856" y="259080"/>
                  </a:lnTo>
                  <a:lnTo>
                    <a:pt x="1548384" y="239268"/>
                  </a:lnTo>
                  <a:lnTo>
                    <a:pt x="1554480" y="239268"/>
                  </a:lnTo>
                  <a:lnTo>
                    <a:pt x="1560576" y="237744"/>
                  </a:lnTo>
                  <a:lnTo>
                    <a:pt x="1571244" y="237744"/>
                  </a:lnTo>
                  <a:close/>
                </a:path>
                <a:path w="1658620" h="737870">
                  <a:moveTo>
                    <a:pt x="1483932" y="725636"/>
                  </a:moveTo>
                  <a:lnTo>
                    <a:pt x="1481328" y="723900"/>
                  </a:lnTo>
                  <a:lnTo>
                    <a:pt x="1476756" y="722376"/>
                  </a:lnTo>
                  <a:lnTo>
                    <a:pt x="1472184" y="719328"/>
                  </a:lnTo>
                  <a:lnTo>
                    <a:pt x="1446276" y="690372"/>
                  </a:lnTo>
                  <a:lnTo>
                    <a:pt x="1426464" y="644652"/>
                  </a:lnTo>
                  <a:lnTo>
                    <a:pt x="1418844" y="606552"/>
                  </a:lnTo>
                  <a:lnTo>
                    <a:pt x="1415796" y="585216"/>
                  </a:lnTo>
                  <a:lnTo>
                    <a:pt x="1415796" y="562356"/>
                  </a:lnTo>
                  <a:lnTo>
                    <a:pt x="1414272" y="539496"/>
                  </a:lnTo>
                  <a:lnTo>
                    <a:pt x="1414272" y="634492"/>
                  </a:lnTo>
                  <a:lnTo>
                    <a:pt x="1417320" y="647700"/>
                  </a:lnTo>
                  <a:lnTo>
                    <a:pt x="1437132" y="694944"/>
                  </a:lnTo>
                  <a:lnTo>
                    <a:pt x="1457413" y="721321"/>
                  </a:lnTo>
                  <a:lnTo>
                    <a:pt x="1483932" y="725636"/>
                  </a:lnTo>
                  <a:close/>
                </a:path>
                <a:path w="1658620" h="737870">
                  <a:moveTo>
                    <a:pt x="1491996" y="726948"/>
                  </a:moveTo>
                  <a:lnTo>
                    <a:pt x="1485900" y="726948"/>
                  </a:lnTo>
                  <a:lnTo>
                    <a:pt x="1483932" y="725636"/>
                  </a:lnTo>
                  <a:lnTo>
                    <a:pt x="1457413" y="721321"/>
                  </a:lnTo>
                  <a:lnTo>
                    <a:pt x="1459992" y="723900"/>
                  </a:lnTo>
                  <a:lnTo>
                    <a:pt x="1472184" y="729996"/>
                  </a:lnTo>
                  <a:lnTo>
                    <a:pt x="1476756" y="733044"/>
                  </a:lnTo>
                  <a:lnTo>
                    <a:pt x="1479218" y="734275"/>
                  </a:lnTo>
                  <a:lnTo>
                    <a:pt x="1490472" y="736092"/>
                  </a:lnTo>
                  <a:lnTo>
                    <a:pt x="1491996" y="726948"/>
                  </a:lnTo>
                  <a:close/>
                </a:path>
                <a:path w="1658620" h="737870">
                  <a:moveTo>
                    <a:pt x="1490472" y="736092"/>
                  </a:moveTo>
                  <a:lnTo>
                    <a:pt x="1479218" y="734275"/>
                  </a:lnTo>
                  <a:lnTo>
                    <a:pt x="1482852" y="736092"/>
                  </a:lnTo>
                  <a:lnTo>
                    <a:pt x="1490472" y="736092"/>
                  </a:lnTo>
                  <a:close/>
                </a:path>
                <a:path w="1658620" h="737870">
                  <a:moveTo>
                    <a:pt x="1491996" y="726948"/>
                  </a:moveTo>
                  <a:lnTo>
                    <a:pt x="1483932" y="725636"/>
                  </a:lnTo>
                  <a:lnTo>
                    <a:pt x="1485900" y="726948"/>
                  </a:lnTo>
                  <a:lnTo>
                    <a:pt x="1491996" y="726948"/>
                  </a:lnTo>
                  <a:close/>
                </a:path>
                <a:path w="1658620" h="737870">
                  <a:moveTo>
                    <a:pt x="1647444" y="519176"/>
                  </a:moveTo>
                  <a:lnTo>
                    <a:pt x="1647444" y="451104"/>
                  </a:lnTo>
                  <a:lnTo>
                    <a:pt x="1641348" y="501396"/>
                  </a:lnTo>
                  <a:lnTo>
                    <a:pt x="1636776" y="525780"/>
                  </a:lnTo>
                  <a:lnTo>
                    <a:pt x="1630680" y="550164"/>
                  </a:lnTo>
                  <a:lnTo>
                    <a:pt x="1624584" y="573024"/>
                  </a:lnTo>
                  <a:lnTo>
                    <a:pt x="1616964" y="595884"/>
                  </a:lnTo>
                  <a:lnTo>
                    <a:pt x="1607820" y="615696"/>
                  </a:lnTo>
                  <a:lnTo>
                    <a:pt x="1600200" y="635508"/>
                  </a:lnTo>
                  <a:lnTo>
                    <a:pt x="1580388" y="669036"/>
                  </a:lnTo>
                  <a:lnTo>
                    <a:pt x="1546860" y="707136"/>
                  </a:lnTo>
                  <a:lnTo>
                    <a:pt x="1513332" y="725424"/>
                  </a:lnTo>
                  <a:lnTo>
                    <a:pt x="1508760" y="726948"/>
                  </a:lnTo>
                  <a:lnTo>
                    <a:pt x="1502664" y="728472"/>
                  </a:lnTo>
                  <a:lnTo>
                    <a:pt x="1498092" y="728472"/>
                  </a:lnTo>
                  <a:lnTo>
                    <a:pt x="1491996" y="726948"/>
                  </a:lnTo>
                  <a:lnTo>
                    <a:pt x="1490472" y="736092"/>
                  </a:lnTo>
                  <a:lnTo>
                    <a:pt x="1496568" y="737616"/>
                  </a:lnTo>
                  <a:lnTo>
                    <a:pt x="1502664" y="737616"/>
                  </a:lnTo>
                  <a:lnTo>
                    <a:pt x="1508760" y="736092"/>
                  </a:lnTo>
                  <a:lnTo>
                    <a:pt x="1516380" y="736092"/>
                  </a:lnTo>
                  <a:lnTo>
                    <a:pt x="1522476" y="733044"/>
                  </a:lnTo>
                  <a:lnTo>
                    <a:pt x="1528572" y="731520"/>
                  </a:lnTo>
                  <a:lnTo>
                    <a:pt x="1540764" y="723900"/>
                  </a:lnTo>
                  <a:lnTo>
                    <a:pt x="1575816" y="690372"/>
                  </a:lnTo>
                  <a:lnTo>
                    <a:pt x="1598676" y="658368"/>
                  </a:lnTo>
                  <a:lnTo>
                    <a:pt x="1616964" y="620268"/>
                  </a:lnTo>
                  <a:lnTo>
                    <a:pt x="1633728" y="576072"/>
                  </a:lnTo>
                  <a:lnTo>
                    <a:pt x="1645920" y="527304"/>
                  </a:lnTo>
                  <a:lnTo>
                    <a:pt x="1647444" y="519176"/>
                  </a:lnTo>
                  <a:close/>
                </a:path>
                <a:path w="1658620" h="737870">
                  <a:moveTo>
                    <a:pt x="1572768" y="228600"/>
                  </a:moveTo>
                  <a:lnTo>
                    <a:pt x="1552956" y="228600"/>
                  </a:lnTo>
                  <a:lnTo>
                    <a:pt x="1540764" y="231648"/>
                  </a:lnTo>
                  <a:lnTo>
                    <a:pt x="1538995" y="232532"/>
                  </a:lnTo>
                  <a:lnTo>
                    <a:pt x="1571244" y="237744"/>
                  </a:lnTo>
                  <a:lnTo>
                    <a:pt x="1572768" y="228600"/>
                  </a:lnTo>
                  <a:close/>
                </a:path>
                <a:path w="1658620" h="737870">
                  <a:moveTo>
                    <a:pt x="1658112" y="426720"/>
                  </a:moveTo>
                  <a:lnTo>
                    <a:pt x="1658112" y="402336"/>
                  </a:lnTo>
                  <a:lnTo>
                    <a:pt x="1656588" y="381000"/>
                  </a:lnTo>
                  <a:lnTo>
                    <a:pt x="1650492" y="338328"/>
                  </a:lnTo>
                  <a:lnTo>
                    <a:pt x="1633728" y="284988"/>
                  </a:lnTo>
                  <a:lnTo>
                    <a:pt x="1607820" y="246888"/>
                  </a:lnTo>
                  <a:lnTo>
                    <a:pt x="1597152" y="239268"/>
                  </a:lnTo>
                  <a:lnTo>
                    <a:pt x="1591056" y="234696"/>
                  </a:lnTo>
                  <a:lnTo>
                    <a:pt x="1584960" y="233172"/>
                  </a:lnTo>
                  <a:lnTo>
                    <a:pt x="1578864" y="230124"/>
                  </a:lnTo>
                  <a:lnTo>
                    <a:pt x="1572768" y="228600"/>
                  </a:lnTo>
                  <a:lnTo>
                    <a:pt x="1571244" y="237744"/>
                  </a:lnTo>
                  <a:lnTo>
                    <a:pt x="1575816" y="239268"/>
                  </a:lnTo>
                  <a:lnTo>
                    <a:pt x="1581912" y="240792"/>
                  </a:lnTo>
                  <a:lnTo>
                    <a:pt x="1600200" y="252984"/>
                  </a:lnTo>
                  <a:lnTo>
                    <a:pt x="1624584" y="288036"/>
                  </a:lnTo>
                  <a:lnTo>
                    <a:pt x="1641348" y="339852"/>
                  </a:lnTo>
                  <a:lnTo>
                    <a:pt x="1647444" y="402336"/>
                  </a:lnTo>
                  <a:lnTo>
                    <a:pt x="1647444" y="519176"/>
                  </a:lnTo>
                  <a:lnTo>
                    <a:pt x="1650492" y="502920"/>
                  </a:lnTo>
                  <a:lnTo>
                    <a:pt x="1656588" y="451104"/>
                  </a:lnTo>
                  <a:lnTo>
                    <a:pt x="1658112" y="426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29914" y="3015486"/>
            <a:ext cx="804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Glass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75354" y="1546860"/>
            <a:ext cx="2723515" cy="1877695"/>
            <a:chOff x="6475354" y="1546860"/>
            <a:chExt cx="2723515" cy="1877695"/>
          </a:xfrm>
        </p:grpSpPr>
        <p:sp>
          <p:nvSpPr>
            <p:cNvPr id="19" name="object 19"/>
            <p:cNvSpPr/>
            <p:nvPr/>
          </p:nvSpPr>
          <p:spPr>
            <a:xfrm>
              <a:off x="7760081" y="2955035"/>
              <a:ext cx="1438910" cy="469900"/>
            </a:xfrm>
            <a:custGeom>
              <a:avLst/>
              <a:gdLst/>
              <a:ahLst/>
              <a:cxnLst/>
              <a:rect l="l" t="t" r="r" b="b"/>
              <a:pathLst>
                <a:path w="1438909" h="469900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  <a:path w="1438909" h="469900">
                  <a:moveTo>
                    <a:pt x="394716" y="201168"/>
                  </a:moveTo>
                  <a:lnTo>
                    <a:pt x="335280" y="201168"/>
                  </a:lnTo>
                  <a:lnTo>
                    <a:pt x="335280" y="144780"/>
                  </a:lnTo>
                  <a:lnTo>
                    <a:pt x="306324" y="144780"/>
                  </a:lnTo>
                  <a:lnTo>
                    <a:pt x="306324" y="201168"/>
                  </a:lnTo>
                  <a:lnTo>
                    <a:pt x="249936" y="201168"/>
                  </a:lnTo>
                  <a:lnTo>
                    <a:pt x="249936" y="230124"/>
                  </a:lnTo>
                  <a:lnTo>
                    <a:pt x="306324" y="230124"/>
                  </a:lnTo>
                  <a:lnTo>
                    <a:pt x="306324" y="289560"/>
                  </a:lnTo>
                  <a:lnTo>
                    <a:pt x="335280" y="289560"/>
                  </a:lnTo>
                  <a:lnTo>
                    <a:pt x="335280" y="230124"/>
                  </a:lnTo>
                  <a:lnTo>
                    <a:pt x="394716" y="230124"/>
                  </a:lnTo>
                  <a:lnTo>
                    <a:pt x="394716" y="201168"/>
                  </a:lnTo>
                  <a:close/>
                </a:path>
                <a:path w="1438909" h="469900">
                  <a:moveTo>
                    <a:pt x="574548" y="381000"/>
                  </a:moveTo>
                  <a:lnTo>
                    <a:pt x="515112" y="381000"/>
                  </a:lnTo>
                  <a:lnTo>
                    <a:pt x="515112" y="324612"/>
                  </a:lnTo>
                  <a:lnTo>
                    <a:pt x="486156" y="324612"/>
                  </a:lnTo>
                  <a:lnTo>
                    <a:pt x="486156" y="381000"/>
                  </a:lnTo>
                  <a:lnTo>
                    <a:pt x="429768" y="381000"/>
                  </a:lnTo>
                  <a:lnTo>
                    <a:pt x="429768" y="409956"/>
                  </a:lnTo>
                  <a:lnTo>
                    <a:pt x="486156" y="409956"/>
                  </a:lnTo>
                  <a:lnTo>
                    <a:pt x="486156" y="469392"/>
                  </a:lnTo>
                  <a:lnTo>
                    <a:pt x="515112" y="469392"/>
                  </a:lnTo>
                  <a:lnTo>
                    <a:pt x="515112" y="409956"/>
                  </a:lnTo>
                  <a:lnTo>
                    <a:pt x="574548" y="409956"/>
                  </a:lnTo>
                  <a:lnTo>
                    <a:pt x="574548" y="381000"/>
                  </a:lnTo>
                  <a:close/>
                </a:path>
                <a:path w="1438909" h="469900">
                  <a:moveTo>
                    <a:pt x="647700" y="92964"/>
                  </a:moveTo>
                  <a:lnTo>
                    <a:pt x="588264" y="92964"/>
                  </a:lnTo>
                  <a:lnTo>
                    <a:pt x="588264" y="36576"/>
                  </a:lnTo>
                  <a:lnTo>
                    <a:pt x="559308" y="36576"/>
                  </a:lnTo>
                  <a:lnTo>
                    <a:pt x="559308" y="92964"/>
                  </a:lnTo>
                  <a:lnTo>
                    <a:pt x="502920" y="92964"/>
                  </a:lnTo>
                  <a:lnTo>
                    <a:pt x="502920" y="121920"/>
                  </a:lnTo>
                  <a:lnTo>
                    <a:pt x="559308" y="121920"/>
                  </a:lnTo>
                  <a:lnTo>
                    <a:pt x="559308" y="181356"/>
                  </a:lnTo>
                  <a:lnTo>
                    <a:pt x="588264" y="181356"/>
                  </a:lnTo>
                  <a:lnTo>
                    <a:pt x="588264" y="121920"/>
                  </a:lnTo>
                  <a:lnTo>
                    <a:pt x="647700" y="121920"/>
                  </a:lnTo>
                  <a:lnTo>
                    <a:pt x="647700" y="92964"/>
                  </a:lnTo>
                  <a:close/>
                </a:path>
                <a:path w="1438909" h="469900">
                  <a:moveTo>
                    <a:pt x="899160" y="381000"/>
                  </a:moveTo>
                  <a:lnTo>
                    <a:pt x="839724" y="381000"/>
                  </a:lnTo>
                  <a:lnTo>
                    <a:pt x="839724" y="324612"/>
                  </a:lnTo>
                  <a:lnTo>
                    <a:pt x="812292" y="324612"/>
                  </a:lnTo>
                  <a:lnTo>
                    <a:pt x="812292" y="381000"/>
                  </a:lnTo>
                  <a:lnTo>
                    <a:pt x="755904" y="381000"/>
                  </a:lnTo>
                  <a:lnTo>
                    <a:pt x="755904" y="409956"/>
                  </a:lnTo>
                  <a:lnTo>
                    <a:pt x="812292" y="409956"/>
                  </a:lnTo>
                  <a:lnTo>
                    <a:pt x="812292" y="469392"/>
                  </a:lnTo>
                  <a:lnTo>
                    <a:pt x="839724" y="469392"/>
                  </a:lnTo>
                  <a:lnTo>
                    <a:pt x="839724" y="409956"/>
                  </a:lnTo>
                  <a:lnTo>
                    <a:pt x="899160" y="409956"/>
                  </a:lnTo>
                  <a:lnTo>
                    <a:pt x="899160" y="381000"/>
                  </a:lnTo>
                  <a:close/>
                </a:path>
                <a:path w="1438909" h="469900">
                  <a:moveTo>
                    <a:pt x="932688" y="164592"/>
                  </a:moveTo>
                  <a:lnTo>
                    <a:pt x="873252" y="164592"/>
                  </a:lnTo>
                  <a:lnTo>
                    <a:pt x="873252" y="108204"/>
                  </a:lnTo>
                  <a:lnTo>
                    <a:pt x="844296" y="108204"/>
                  </a:lnTo>
                  <a:lnTo>
                    <a:pt x="844296" y="164592"/>
                  </a:lnTo>
                  <a:lnTo>
                    <a:pt x="789432" y="164592"/>
                  </a:lnTo>
                  <a:lnTo>
                    <a:pt x="789432" y="193548"/>
                  </a:lnTo>
                  <a:lnTo>
                    <a:pt x="844296" y="193548"/>
                  </a:lnTo>
                  <a:lnTo>
                    <a:pt x="844296" y="252984"/>
                  </a:lnTo>
                  <a:lnTo>
                    <a:pt x="873252" y="252984"/>
                  </a:lnTo>
                  <a:lnTo>
                    <a:pt x="873252" y="193548"/>
                  </a:lnTo>
                  <a:lnTo>
                    <a:pt x="932688" y="193548"/>
                  </a:lnTo>
                  <a:lnTo>
                    <a:pt x="932688" y="164592"/>
                  </a:lnTo>
                  <a:close/>
                </a:path>
                <a:path w="1438909" h="469900">
                  <a:moveTo>
                    <a:pt x="1187196" y="345948"/>
                  </a:moveTo>
                  <a:lnTo>
                    <a:pt x="1127760" y="345948"/>
                  </a:lnTo>
                  <a:lnTo>
                    <a:pt x="1127760" y="289560"/>
                  </a:lnTo>
                  <a:lnTo>
                    <a:pt x="1098804" y="289560"/>
                  </a:lnTo>
                  <a:lnTo>
                    <a:pt x="1098804" y="345948"/>
                  </a:lnTo>
                  <a:lnTo>
                    <a:pt x="1042416" y="345948"/>
                  </a:lnTo>
                  <a:lnTo>
                    <a:pt x="1042416" y="374904"/>
                  </a:lnTo>
                  <a:lnTo>
                    <a:pt x="1098804" y="374904"/>
                  </a:lnTo>
                  <a:lnTo>
                    <a:pt x="1098804" y="434340"/>
                  </a:lnTo>
                  <a:lnTo>
                    <a:pt x="1127760" y="434340"/>
                  </a:lnTo>
                  <a:lnTo>
                    <a:pt x="1127760" y="374904"/>
                  </a:lnTo>
                  <a:lnTo>
                    <a:pt x="1187196" y="374904"/>
                  </a:lnTo>
                  <a:lnTo>
                    <a:pt x="1187196" y="345948"/>
                  </a:lnTo>
                  <a:close/>
                </a:path>
                <a:path w="1438909" h="469900">
                  <a:moveTo>
                    <a:pt x="1438656" y="344424"/>
                  </a:moveTo>
                  <a:lnTo>
                    <a:pt x="1377696" y="344424"/>
                  </a:lnTo>
                  <a:lnTo>
                    <a:pt x="1377696" y="288036"/>
                  </a:lnTo>
                  <a:lnTo>
                    <a:pt x="1350264" y="288036"/>
                  </a:lnTo>
                  <a:lnTo>
                    <a:pt x="1350264" y="344424"/>
                  </a:lnTo>
                  <a:lnTo>
                    <a:pt x="1293876" y="344424"/>
                  </a:lnTo>
                  <a:lnTo>
                    <a:pt x="1293876" y="373380"/>
                  </a:lnTo>
                  <a:lnTo>
                    <a:pt x="1350264" y="373380"/>
                  </a:lnTo>
                  <a:lnTo>
                    <a:pt x="1350264" y="432816"/>
                  </a:lnTo>
                  <a:lnTo>
                    <a:pt x="1377696" y="432816"/>
                  </a:lnTo>
                  <a:lnTo>
                    <a:pt x="1377696" y="373380"/>
                  </a:lnTo>
                  <a:lnTo>
                    <a:pt x="1438656" y="373380"/>
                  </a:lnTo>
                  <a:lnTo>
                    <a:pt x="1438656" y="344424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11546" y="1775460"/>
              <a:ext cx="373380" cy="462280"/>
            </a:xfrm>
            <a:custGeom>
              <a:avLst/>
              <a:gdLst/>
              <a:ahLst/>
              <a:cxnLst/>
              <a:rect l="l" t="t" r="r" b="b"/>
              <a:pathLst>
                <a:path w="373379" h="462280">
                  <a:moveTo>
                    <a:pt x="272657" y="452212"/>
                  </a:moveTo>
                  <a:lnTo>
                    <a:pt x="240792" y="448056"/>
                  </a:lnTo>
                  <a:lnTo>
                    <a:pt x="207264" y="441960"/>
                  </a:lnTo>
                  <a:lnTo>
                    <a:pt x="172212" y="437388"/>
                  </a:lnTo>
                  <a:lnTo>
                    <a:pt x="105156" y="428244"/>
                  </a:lnTo>
                  <a:lnTo>
                    <a:pt x="70104" y="425196"/>
                  </a:lnTo>
                  <a:lnTo>
                    <a:pt x="36576" y="423672"/>
                  </a:lnTo>
                  <a:lnTo>
                    <a:pt x="0" y="422148"/>
                  </a:lnTo>
                  <a:lnTo>
                    <a:pt x="0" y="431292"/>
                  </a:lnTo>
                  <a:lnTo>
                    <a:pt x="70104" y="434340"/>
                  </a:lnTo>
                  <a:lnTo>
                    <a:pt x="103632" y="437388"/>
                  </a:lnTo>
                  <a:lnTo>
                    <a:pt x="170688" y="446532"/>
                  </a:lnTo>
                  <a:lnTo>
                    <a:pt x="205740" y="451104"/>
                  </a:lnTo>
                  <a:lnTo>
                    <a:pt x="239268" y="457200"/>
                  </a:lnTo>
                  <a:lnTo>
                    <a:pt x="271272" y="461374"/>
                  </a:lnTo>
                  <a:lnTo>
                    <a:pt x="271272" y="454152"/>
                  </a:lnTo>
                  <a:lnTo>
                    <a:pt x="272657" y="452212"/>
                  </a:lnTo>
                  <a:close/>
                </a:path>
                <a:path w="373379" h="462280">
                  <a:moveTo>
                    <a:pt x="275844" y="452628"/>
                  </a:moveTo>
                  <a:lnTo>
                    <a:pt x="272657" y="452212"/>
                  </a:lnTo>
                  <a:lnTo>
                    <a:pt x="271272" y="454152"/>
                  </a:lnTo>
                  <a:lnTo>
                    <a:pt x="275844" y="452628"/>
                  </a:lnTo>
                  <a:close/>
                </a:path>
                <a:path w="373379" h="462280">
                  <a:moveTo>
                    <a:pt x="275844" y="461772"/>
                  </a:moveTo>
                  <a:lnTo>
                    <a:pt x="275844" y="452628"/>
                  </a:lnTo>
                  <a:lnTo>
                    <a:pt x="271272" y="454152"/>
                  </a:lnTo>
                  <a:lnTo>
                    <a:pt x="271272" y="461374"/>
                  </a:lnTo>
                  <a:lnTo>
                    <a:pt x="274320" y="461772"/>
                  </a:lnTo>
                  <a:lnTo>
                    <a:pt x="275844" y="461772"/>
                  </a:lnTo>
                  <a:close/>
                </a:path>
                <a:path w="373379" h="462280">
                  <a:moveTo>
                    <a:pt x="364236" y="305816"/>
                  </a:moveTo>
                  <a:lnTo>
                    <a:pt x="364236" y="217932"/>
                  </a:lnTo>
                  <a:lnTo>
                    <a:pt x="361188" y="265176"/>
                  </a:lnTo>
                  <a:lnTo>
                    <a:pt x="358140" y="289560"/>
                  </a:lnTo>
                  <a:lnTo>
                    <a:pt x="348996" y="335280"/>
                  </a:lnTo>
                  <a:lnTo>
                    <a:pt x="332232" y="379476"/>
                  </a:lnTo>
                  <a:lnTo>
                    <a:pt x="304800" y="417576"/>
                  </a:lnTo>
                  <a:lnTo>
                    <a:pt x="286512" y="434340"/>
                  </a:lnTo>
                  <a:lnTo>
                    <a:pt x="278892" y="443484"/>
                  </a:lnTo>
                  <a:lnTo>
                    <a:pt x="272657" y="452212"/>
                  </a:lnTo>
                  <a:lnTo>
                    <a:pt x="275844" y="452628"/>
                  </a:lnTo>
                  <a:lnTo>
                    <a:pt x="275844" y="461772"/>
                  </a:lnTo>
                  <a:lnTo>
                    <a:pt x="278892" y="461772"/>
                  </a:lnTo>
                  <a:lnTo>
                    <a:pt x="278892" y="460248"/>
                  </a:lnTo>
                  <a:lnTo>
                    <a:pt x="294132" y="441960"/>
                  </a:lnTo>
                  <a:lnTo>
                    <a:pt x="310896" y="423672"/>
                  </a:lnTo>
                  <a:lnTo>
                    <a:pt x="320040" y="414528"/>
                  </a:lnTo>
                  <a:lnTo>
                    <a:pt x="329184" y="403860"/>
                  </a:lnTo>
                  <a:lnTo>
                    <a:pt x="341376" y="382524"/>
                  </a:lnTo>
                  <a:lnTo>
                    <a:pt x="350520" y="359664"/>
                  </a:lnTo>
                  <a:lnTo>
                    <a:pt x="358140" y="336804"/>
                  </a:lnTo>
                  <a:lnTo>
                    <a:pt x="362712" y="313944"/>
                  </a:lnTo>
                  <a:lnTo>
                    <a:pt x="364236" y="305816"/>
                  </a:lnTo>
                  <a:close/>
                </a:path>
                <a:path w="373379" h="462280">
                  <a:moveTo>
                    <a:pt x="371856" y="24384"/>
                  </a:moveTo>
                  <a:lnTo>
                    <a:pt x="371856" y="0"/>
                  </a:lnTo>
                  <a:lnTo>
                    <a:pt x="362712" y="0"/>
                  </a:lnTo>
                  <a:lnTo>
                    <a:pt x="361188" y="22860"/>
                  </a:lnTo>
                  <a:lnTo>
                    <a:pt x="361188" y="47244"/>
                  </a:lnTo>
                  <a:lnTo>
                    <a:pt x="364236" y="144780"/>
                  </a:lnTo>
                  <a:lnTo>
                    <a:pt x="364236" y="305816"/>
                  </a:lnTo>
                  <a:lnTo>
                    <a:pt x="367284" y="289560"/>
                  </a:lnTo>
                  <a:lnTo>
                    <a:pt x="370332" y="266700"/>
                  </a:lnTo>
                  <a:lnTo>
                    <a:pt x="370332" y="47244"/>
                  </a:lnTo>
                  <a:lnTo>
                    <a:pt x="371856" y="24384"/>
                  </a:lnTo>
                  <a:close/>
                </a:path>
                <a:path w="373379" h="462280">
                  <a:moveTo>
                    <a:pt x="373380" y="217932"/>
                  </a:moveTo>
                  <a:lnTo>
                    <a:pt x="373380" y="144780"/>
                  </a:lnTo>
                  <a:lnTo>
                    <a:pt x="370332" y="47244"/>
                  </a:lnTo>
                  <a:lnTo>
                    <a:pt x="370332" y="266700"/>
                  </a:lnTo>
                  <a:lnTo>
                    <a:pt x="373380" y="2179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82164" y="1551431"/>
              <a:ext cx="1936750" cy="1143000"/>
            </a:xfrm>
            <a:custGeom>
              <a:avLst/>
              <a:gdLst/>
              <a:ahLst/>
              <a:cxnLst/>
              <a:rect l="l" t="t" r="r" b="b"/>
              <a:pathLst>
                <a:path w="1936750" h="1143000">
                  <a:moveTo>
                    <a:pt x="1936289" y="184403"/>
                  </a:moveTo>
                  <a:lnTo>
                    <a:pt x="1814369" y="167639"/>
                  </a:lnTo>
                  <a:lnTo>
                    <a:pt x="1775983" y="164187"/>
                  </a:lnTo>
                  <a:lnTo>
                    <a:pt x="1738169" y="156019"/>
                  </a:lnTo>
                  <a:lnTo>
                    <a:pt x="1700355" y="146423"/>
                  </a:lnTo>
                  <a:lnTo>
                    <a:pt x="1661969" y="138683"/>
                  </a:lnTo>
                  <a:lnTo>
                    <a:pt x="1613965" y="133636"/>
                  </a:lnTo>
                  <a:lnTo>
                    <a:pt x="1565508" y="131708"/>
                  </a:lnTo>
                  <a:lnTo>
                    <a:pt x="1516891" y="131166"/>
                  </a:lnTo>
                  <a:lnTo>
                    <a:pt x="1468408" y="130277"/>
                  </a:lnTo>
                  <a:lnTo>
                    <a:pt x="1420351" y="127309"/>
                  </a:lnTo>
                  <a:lnTo>
                    <a:pt x="1373013" y="120529"/>
                  </a:lnTo>
                  <a:lnTo>
                    <a:pt x="1326689" y="108203"/>
                  </a:lnTo>
                  <a:lnTo>
                    <a:pt x="1283644" y="93195"/>
                  </a:lnTo>
                  <a:lnTo>
                    <a:pt x="1257021" y="83677"/>
                  </a:lnTo>
                  <a:lnTo>
                    <a:pt x="1239914" y="78052"/>
                  </a:lnTo>
                  <a:lnTo>
                    <a:pt x="1225421" y="74720"/>
                  </a:lnTo>
                  <a:lnTo>
                    <a:pt x="1206635" y="72081"/>
                  </a:lnTo>
                  <a:lnTo>
                    <a:pt x="1176653" y="68535"/>
                  </a:lnTo>
                  <a:lnTo>
                    <a:pt x="1128569" y="62483"/>
                  </a:lnTo>
                  <a:lnTo>
                    <a:pt x="1078917" y="60763"/>
                  </a:lnTo>
                  <a:lnTo>
                    <a:pt x="1029390" y="59007"/>
                  </a:lnTo>
                  <a:lnTo>
                    <a:pt x="979970" y="57179"/>
                  </a:lnTo>
                  <a:lnTo>
                    <a:pt x="930640" y="55244"/>
                  </a:lnTo>
                  <a:lnTo>
                    <a:pt x="881380" y="53167"/>
                  </a:lnTo>
                  <a:lnTo>
                    <a:pt x="832175" y="50911"/>
                  </a:lnTo>
                  <a:lnTo>
                    <a:pt x="783005" y="48440"/>
                  </a:lnTo>
                  <a:lnTo>
                    <a:pt x="733853" y="45719"/>
                  </a:lnTo>
                  <a:lnTo>
                    <a:pt x="689157" y="40087"/>
                  </a:lnTo>
                  <a:lnTo>
                    <a:pt x="642194" y="30284"/>
                  </a:lnTo>
                  <a:lnTo>
                    <a:pt x="594718" y="18726"/>
                  </a:lnTo>
                  <a:lnTo>
                    <a:pt x="548486" y="7827"/>
                  </a:lnTo>
                  <a:lnTo>
                    <a:pt x="505253" y="0"/>
                  </a:lnTo>
                  <a:lnTo>
                    <a:pt x="452294" y="21843"/>
                  </a:lnTo>
                  <a:lnTo>
                    <a:pt x="407209" y="48259"/>
                  </a:lnTo>
                  <a:lnTo>
                    <a:pt x="369236" y="80009"/>
                  </a:lnTo>
                  <a:lnTo>
                    <a:pt x="337613" y="117855"/>
                  </a:lnTo>
                  <a:lnTo>
                    <a:pt x="311578" y="162559"/>
                  </a:lnTo>
                  <a:lnTo>
                    <a:pt x="290369" y="214883"/>
                  </a:lnTo>
                  <a:lnTo>
                    <a:pt x="277653" y="217455"/>
                  </a:lnTo>
                  <a:lnTo>
                    <a:pt x="237767" y="238101"/>
                  </a:lnTo>
                  <a:lnTo>
                    <a:pt x="232005" y="262247"/>
                  </a:lnTo>
                  <a:lnTo>
                    <a:pt x="229409" y="274319"/>
                  </a:lnTo>
                  <a:lnTo>
                    <a:pt x="215360" y="306871"/>
                  </a:lnTo>
                  <a:lnTo>
                    <a:pt x="195881" y="336994"/>
                  </a:lnTo>
                  <a:lnTo>
                    <a:pt x="174116" y="366260"/>
                  </a:lnTo>
                  <a:lnTo>
                    <a:pt x="153209" y="396239"/>
                  </a:lnTo>
                  <a:lnTo>
                    <a:pt x="141136" y="399930"/>
                  </a:lnTo>
                  <a:lnTo>
                    <a:pt x="128635" y="402907"/>
                  </a:lnTo>
                  <a:lnTo>
                    <a:pt x="116990" y="406741"/>
                  </a:lnTo>
                  <a:lnTo>
                    <a:pt x="107489" y="413003"/>
                  </a:lnTo>
                  <a:lnTo>
                    <a:pt x="101250" y="422481"/>
                  </a:lnTo>
                  <a:lnTo>
                    <a:pt x="97583" y="433958"/>
                  </a:lnTo>
                  <a:lnTo>
                    <a:pt x="95059" y="446008"/>
                  </a:lnTo>
                  <a:lnTo>
                    <a:pt x="92249" y="457199"/>
                  </a:lnTo>
                  <a:lnTo>
                    <a:pt x="78485" y="499467"/>
                  </a:lnTo>
                  <a:lnTo>
                    <a:pt x="69008" y="534733"/>
                  </a:lnTo>
                  <a:lnTo>
                    <a:pt x="60102" y="573143"/>
                  </a:lnTo>
                  <a:lnTo>
                    <a:pt x="48053" y="624839"/>
                  </a:lnTo>
                  <a:lnTo>
                    <a:pt x="41362" y="641008"/>
                  </a:lnTo>
                  <a:lnTo>
                    <a:pt x="33385" y="657034"/>
                  </a:lnTo>
                  <a:lnTo>
                    <a:pt x="28551" y="672203"/>
                  </a:lnTo>
                  <a:lnTo>
                    <a:pt x="31289" y="685799"/>
                  </a:lnTo>
                  <a:lnTo>
                    <a:pt x="28670" y="696372"/>
                  </a:lnTo>
                  <a:lnTo>
                    <a:pt x="13763" y="704087"/>
                  </a:lnTo>
                  <a:lnTo>
                    <a:pt x="0" y="710660"/>
                  </a:lnTo>
                  <a:lnTo>
                    <a:pt x="809" y="717803"/>
                  </a:lnTo>
                  <a:lnTo>
                    <a:pt x="28241" y="724709"/>
                  </a:lnTo>
                  <a:lnTo>
                    <a:pt x="70532" y="730757"/>
                  </a:lnTo>
                  <a:lnTo>
                    <a:pt x="112252" y="737949"/>
                  </a:lnTo>
                  <a:lnTo>
                    <a:pt x="184839" y="758476"/>
                  </a:lnTo>
                  <a:lnTo>
                    <a:pt x="232249" y="767962"/>
                  </a:lnTo>
                  <a:lnTo>
                    <a:pt x="280132" y="776817"/>
                  </a:lnTo>
                  <a:lnTo>
                    <a:pt x="328421" y="785121"/>
                  </a:lnTo>
                  <a:lnTo>
                    <a:pt x="377050" y="792952"/>
                  </a:lnTo>
                  <a:lnTo>
                    <a:pt x="425952" y="800388"/>
                  </a:lnTo>
                  <a:lnTo>
                    <a:pt x="475058" y="807507"/>
                  </a:lnTo>
                  <a:lnTo>
                    <a:pt x="524303" y="814387"/>
                  </a:lnTo>
                  <a:lnTo>
                    <a:pt x="573620" y="821106"/>
                  </a:lnTo>
                  <a:lnTo>
                    <a:pt x="672199" y="834375"/>
                  </a:lnTo>
                  <a:lnTo>
                    <a:pt x="721328" y="841081"/>
                  </a:lnTo>
                  <a:lnTo>
                    <a:pt x="770260" y="847938"/>
                  </a:lnTo>
                  <a:lnTo>
                    <a:pt x="818929" y="855026"/>
                  </a:lnTo>
                  <a:lnTo>
                    <a:pt x="867268" y="862422"/>
                  </a:lnTo>
                  <a:lnTo>
                    <a:pt x="915209" y="870203"/>
                  </a:lnTo>
                  <a:lnTo>
                    <a:pt x="957848" y="879691"/>
                  </a:lnTo>
                  <a:lnTo>
                    <a:pt x="1000452" y="893638"/>
                  </a:lnTo>
                  <a:lnTo>
                    <a:pt x="1043067" y="911303"/>
                  </a:lnTo>
                  <a:lnTo>
                    <a:pt x="1085738" y="931942"/>
                  </a:lnTo>
                  <a:lnTo>
                    <a:pt x="1128513" y="954814"/>
                  </a:lnTo>
                  <a:lnTo>
                    <a:pt x="1171436" y="979176"/>
                  </a:lnTo>
                  <a:lnTo>
                    <a:pt x="1214555" y="1004285"/>
                  </a:lnTo>
                  <a:lnTo>
                    <a:pt x="1257914" y="1029400"/>
                  </a:lnTo>
                  <a:lnTo>
                    <a:pt x="1301561" y="1053778"/>
                  </a:lnTo>
                  <a:lnTo>
                    <a:pt x="1345542" y="1076677"/>
                  </a:lnTo>
                  <a:lnTo>
                    <a:pt x="1389901" y="1097354"/>
                  </a:lnTo>
                  <a:lnTo>
                    <a:pt x="1434686" y="1115068"/>
                  </a:lnTo>
                  <a:lnTo>
                    <a:pt x="1479942" y="1129074"/>
                  </a:lnTo>
                  <a:lnTo>
                    <a:pt x="1525716" y="1138632"/>
                  </a:lnTo>
                  <a:lnTo>
                    <a:pt x="1572053" y="1142999"/>
                  </a:lnTo>
                  <a:lnTo>
                    <a:pt x="1571553" y="1121568"/>
                  </a:lnTo>
                  <a:lnTo>
                    <a:pt x="1557766" y="1077848"/>
                  </a:lnTo>
                  <a:lnTo>
                    <a:pt x="1543121" y="1032414"/>
                  </a:lnTo>
                  <a:lnTo>
                    <a:pt x="1540049" y="1005839"/>
                  </a:lnTo>
                  <a:lnTo>
                    <a:pt x="1557694" y="964001"/>
                  </a:lnTo>
                  <a:lnTo>
                    <a:pt x="1564624" y="918019"/>
                  </a:lnTo>
                  <a:lnTo>
                    <a:pt x="1567267" y="870608"/>
                  </a:lnTo>
                  <a:lnTo>
                    <a:pt x="1572053" y="824483"/>
                  </a:lnTo>
                  <a:lnTo>
                    <a:pt x="1597411" y="771136"/>
                  </a:lnTo>
                  <a:lnTo>
                    <a:pt x="1611079" y="732695"/>
                  </a:lnTo>
                  <a:lnTo>
                    <a:pt x="1613032" y="686872"/>
                  </a:lnTo>
                  <a:lnTo>
                    <a:pt x="1614487" y="658820"/>
                  </a:lnTo>
                  <a:lnTo>
                    <a:pt x="1617561" y="620402"/>
                  </a:lnTo>
                  <a:lnTo>
                    <a:pt x="1622985" y="569230"/>
                  </a:lnTo>
                  <a:lnTo>
                    <a:pt x="1631489" y="502919"/>
                  </a:lnTo>
                  <a:lnTo>
                    <a:pt x="1639438" y="451250"/>
                  </a:lnTo>
                  <a:lnTo>
                    <a:pt x="1650094" y="398995"/>
                  </a:lnTo>
                  <a:lnTo>
                    <a:pt x="1662871" y="346667"/>
                  </a:lnTo>
                  <a:lnTo>
                    <a:pt x="1677185" y="294778"/>
                  </a:lnTo>
                  <a:lnTo>
                    <a:pt x="1692449" y="243839"/>
                  </a:lnTo>
                  <a:lnTo>
                    <a:pt x="1733463" y="216298"/>
                  </a:lnTo>
                  <a:lnTo>
                    <a:pt x="1781353" y="200534"/>
                  </a:lnTo>
                  <a:lnTo>
                    <a:pt x="1833120" y="192597"/>
                  </a:lnTo>
                  <a:lnTo>
                    <a:pt x="1885765" y="188537"/>
                  </a:lnTo>
                  <a:lnTo>
                    <a:pt x="1936289" y="184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75354" y="1546860"/>
              <a:ext cx="1930400" cy="1152525"/>
            </a:xfrm>
            <a:custGeom>
              <a:avLst/>
              <a:gdLst/>
              <a:ahLst/>
              <a:cxnLst/>
              <a:rect l="l" t="t" r="r" b="b"/>
              <a:pathLst>
                <a:path w="1930400" h="1152525">
                  <a:moveTo>
                    <a:pt x="25400" y="710184"/>
                  </a:moveTo>
                  <a:lnTo>
                    <a:pt x="25400" y="701040"/>
                  </a:lnTo>
                  <a:lnTo>
                    <a:pt x="0" y="707136"/>
                  </a:lnTo>
                  <a:lnTo>
                    <a:pt x="0" y="717804"/>
                  </a:lnTo>
                  <a:lnTo>
                    <a:pt x="4233" y="718312"/>
                  </a:lnTo>
                  <a:lnTo>
                    <a:pt x="12700" y="716280"/>
                  </a:lnTo>
                  <a:lnTo>
                    <a:pt x="25400" y="710184"/>
                  </a:lnTo>
                  <a:close/>
                </a:path>
                <a:path w="1930400" h="1152525">
                  <a:moveTo>
                    <a:pt x="4233" y="718312"/>
                  </a:moveTo>
                  <a:lnTo>
                    <a:pt x="0" y="717804"/>
                  </a:lnTo>
                  <a:lnTo>
                    <a:pt x="0" y="719328"/>
                  </a:lnTo>
                  <a:lnTo>
                    <a:pt x="4233" y="718312"/>
                  </a:lnTo>
                  <a:close/>
                </a:path>
                <a:path w="1930400" h="1152525">
                  <a:moveTo>
                    <a:pt x="127000" y="751332"/>
                  </a:moveTo>
                  <a:lnTo>
                    <a:pt x="127000" y="740664"/>
                  </a:lnTo>
                  <a:lnTo>
                    <a:pt x="114300" y="737616"/>
                  </a:lnTo>
                  <a:lnTo>
                    <a:pt x="88900" y="734568"/>
                  </a:lnTo>
                  <a:lnTo>
                    <a:pt x="76200" y="729996"/>
                  </a:lnTo>
                  <a:lnTo>
                    <a:pt x="38100" y="725424"/>
                  </a:lnTo>
                  <a:lnTo>
                    <a:pt x="25400" y="722376"/>
                  </a:lnTo>
                  <a:lnTo>
                    <a:pt x="12700" y="720852"/>
                  </a:lnTo>
                  <a:lnTo>
                    <a:pt x="12700" y="719328"/>
                  </a:lnTo>
                  <a:lnTo>
                    <a:pt x="4233" y="718312"/>
                  </a:lnTo>
                  <a:lnTo>
                    <a:pt x="0" y="719328"/>
                  </a:lnTo>
                  <a:lnTo>
                    <a:pt x="0" y="728472"/>
                  </a:lnTo>
                  <a:lnTo>
                    <a:pt x="12700" y="729996"/>
                  </a:lnTo>
                  <a:lnTo>
                    <a:pt x="38100" y="736092"/>
                  </a:lnTo>
                  <a:lnTo>
                    <a:pt x="63500" y="740664"/>
                  </a:lnTo>
                  <a:lnTo>
                    <a:pt x="114300" y="746760"/>
                  </a:lnTo>
                  <a:lnTo>
                    <a:pt x="114300" y="749808"/>
                  </a:lnTo>
                  <a:lnTo>
                    <a:pt x="127000" y="751332"/>
                  </a:lnTo>
                  <a:close/>
                </a:path>
                <a:path w="1930400" h="1152525">
                  <a:moveTo>
                    <a:pt x="38100" y="701040"/>
                  </a:moveTo>
                  <a:lnTo>
                    <a:pt x="38100" y="650748"/>
                  </a:lnTo>
                  <a:lnTo>
                    <a:pt x="25400" y="659892"/>
                  </a:lnTo>
                  <a:lnTo>
                    <a:pt x="25400" y="705612"/>
                  </a:lnTo>
                  <a:lnTo>
                    <a:pt x="38100" y="701040"/>
                  </a:lnTo>
                  <a:close/>
                </a:path>
                <a:path w="1930400" h="1152525">
                  <a:moveTo>
                    <a:pt x="50800" y="647700"/>
                  </a:moveTo>
                  <a:lnTo>
                    <a:pt x="50800" y="614172"/>
                  </a:lnTo>
                  <a:lnTo>
                    <a:pt x="38100" y="629412"/>
                  </a:lnTo>
                  <a:lnTo>
                    <a:pt x="38100" y="655320"/>
                  </a:lnTo>
                  <a:lnTo>
                    <a:pt x="50800" y="647700"/>
                  </a:lnTo>
                  <a:close/>
                </a:path>
                <a:path w="1930400" h="1152525">
                  <a:moveTo>
                    <a:pt x="63500" y="603504"/>
                  </a:moveTo>
                  <a:lnTo>
                    <a:pt x="63500" y="566928"/>
                  </a:lnTo>
                  <a:lnTo>
                    <a:pt x="50800" y="577596"/>
                  </a:lnTo>
                  <a:lnTo>
                    <a:pt x="50800" y="630936"/>
                  </a:lnTo>
                  <a:lnTo>
                    <a:pt x="63500" y="603504"/>
                  </a:lnTo>
                  <a:close/>
                </a:path>
                <a:path w="1930400" h="1152525">
                  <a:moveTo>
                    <a:pt x="88900" y="505968"/>
                  </a:moveTo>
                  <a:lnTo>
                    <a:pt x="88900" y="472440"/>
                  </a:lnTo>
                  <a:lnTo>
                    <a:pt x="76200" y="493776"/>
                  </a:lnTo>
                  <a:lnTo>
                    <a:pt x="76200" y="502920"/>
                  </a:lnTo>
                  <a:lnTo>
                    <a:pt x="63500" y="521208"/>
                  </a:lnTo>
                  <a:lnTo>
                    <a:pt x="63500" y="559308"/>
                  </a:lnTo>
                  <a:lnTo>
                    <a:pt x="76200" y="522732"/>
                  </a:lnTo>
                  <a:lnTo>
                    <a:pt x="88900" y="505968"/>
                  </a:lnTo>
                  <a:close/>
                </a:path>
                <a:path w="1930400" h="1152525">
                  <a:moveTo>
                    <a:pt x="101600" y="463296"/>
                  </a:moveTo>
                  <a:lnTo>
                    <a:pt x="101600" y="419100"/>
                  </a:lnTo>
                  <a:lnTo>
                    <a:pt x="88900" y="431292"/>
                  </a:lnTo>
                  <a:lnTo>
                    <a:pt x="88900" y="475488"/>
                  </a:lnTo>
                  <a:lnTo>
                    <a:pt x="101600" y="463296"/>
                  </a:lnTo>
                  <a:close/>
                </a:path>
                <a:path w="1930400" h="1152525">
                  <a:moveTo>
                    <a:pt x="114300" y="420624"/>
                  </a:moveTo>
                  <a:lnTo>
                    <a:pt x="114300" y="409956"/>
                  </a:lnTo>
                  <a:lnTo>
                    <a:pt x="101600" y="413004"/>
                  </a:lnTo>
                  <a:lnTo>
                    <a:pt x="101600" y="425196"/>
                  </a:lnTo>
                  <a:lnTo>
                    <a:pt x="114300" y="420624"/>
                  </a:lnTo>
                  <a:close/>
                </a:path>
                <a:path w="1930400" h="1152525">
                  <a:moveTo>
                    <a:pt x="152400" y="405384"/>
                  </a:moveTo>
                  <a:lnTo>
                    <a:pt x="152400" y="396240"/>
                  </a:lnTo>
                  <a:lnTo>
                    <a:pt x="127000" y="402336"/>
                  </a:lnTo>
                  <a:lnTo>
                    <a:pt x="127000" y="403860"/>
                  </a:lnTo>
                  <a:lnTo>
                    <a:pt x="114300" y="406908"/>
                  </a:lnTo>
                  <a:lnTo>
                    <a:pt x="114300" y="414528"/>
                  </a:lnTo>
                  <a:lnTo>
                    <a:pt x="127000" y="413004"/>
                  </a:lnTo>
                  <a:lnTo>
                    <a:pt x="152400" y="405384"/>
                  </a:lnTo>
                  <a:close/>
                </a:path>
                <a:path w="1930400" h="1152525">
                  <a:moveTo>
                    <a:pt x="139700" y="755904"/>
                  </a:moveTo>
                  <a:lnTo>
                    <a:pt x="139700" y="745236"/>
                  </a:lnTo>
                  <a:lnTo>
                    <a:pt x="127000" y="742188"/>
                  </a:lnTo>
                  <a:lnTo>
                    <a:pt x="127000" y="752856"/>
                  </a:lnTo>
                  <a:lnTo>
                    <a:pt x="139700" y="755904"/>
                  </a:lnTo>
                  <a:close/>
                </a:path>
                <a:path w="1930400" h="1152525">
                  <a:moveTo>
                    <a:pt x="1574800" y="1152144"/>
                  </a:moveTo>
                  <a:lnTo>
                    <a:pt x="1574800" y="1143000"/>
                  </a:lnTo>
                  <a:lnTo>
                    <a:pt x="1549400" y="1141476"/>
                  </a:lnTo>
                  <a:lnTo>
                    <a:pt x="1511300" y="1135380"/>
                  </a:lnTo>
                  <a:lnTo>
                    <a:pt x="1485900" y="1130808"/>
                  </a:lnTo>
                  <a:lnTo>
                    <a:pt x="1447800" y="1118616"/>
                  </a:lnTo>
                  <a:lnTo>
                    <a:pt x="1422400" y="1110996"/>
                  </a:lnTo>
                  <a:lnTo>
                    <a:pt x="1384300" y="1092708"/>
                  </a:lnTo>
                  <a:lnTo>
                    <a:pt x="1358900" y="1083564"/>
                  </a:lnTo>
                  <a:lnTo>
                    <a:pt x="1282700" y="1040892"/>
                  </a:lnTo>
                  <a:lnTo>
                    <a:pt x="1244600" y="1016508"/>
                  </a:lnTo>
                  <a:lnTo>
                    <a:pt x="1193800" y="993648"/>
                  </a:lnTo>
                  <a:lnTo>
                    <a:pt x="1117600" y="947928"/>
                  </a:lnTo>
                  <a:lnTo>
                    <a:pt x="1079500" y="926592"/>
                  </a:lnTo>
                  <a:lnTo>
                    <a:pt x="1016000" y="899160"/>
                  </a:lnTo>
                  <a:lnTo>
                    <a:pt x="977900" y="883920"/>
                  </a:lnTo>
                  <a:lnTo>
                    <a:pt x="952500" y="879348"/>
                  </a:lnTo>
                  <a:lnTo>
                    <a:pt x="939800" y="873252"/>
                  </a:lnTo>
                  <a:lnTo>
                    <a:pt x="914400" y="870204"/>
                  </a:lnTo>
                  <a:lnTo>
                    <a:pt x="825500" y="854964"/>
                  </a:lnTo>
                  <a:lnTo>
                    <a:pt x="622300" y="827532"/>
                  </a:lnTo>
                  <a:lnTo>
                    <a:pt x="431800" y="800100"/>
                  </a:lnTo>
                  <a:lnTo>
                    <a:pt x="330200" y="784860"/>
                  </a:lnTo>
                  <a:lnTo>
                    <a:pt x="279400" y="775716"/>
                  </a:lnTo>
                  <a:lnTo>
                    <a:pt x="228600" y="768096"/>
                  </a:lnTo>
                  <a:lnTo>
                    <a:pt x="190500" y="757428"/>
                  </a:lnTo>
                  <a:lnTo>
                    <a:pt x="139700" y="748284"/>
                  </a:lnTo>
                  <a:lnTo>
                    <a:pt x="139700" y="757428"/>
                  </a:lnTo>
                  <a:lnTo>
                    <a:pt x="177800" y="766572"/>
                  </a:lnTo>
                  <a:lnTo>
                    <a:pt x="228600" y="777240"/>
                  </a:lnTo>
                  <a:lnTo>
                    <a:pt x="279400" y="786384"/>
                  </a:lnTo>
                  <a:lnTo>
                    <a:pt x="431800" y="809244"/>
                  </a:lnTo>
                  <a:lnTo>
                    <a:pt x="520700" y="822960"/>
                  </a:lnTo>
                  <a:lnTo>
                    <a:pt x="622300" y="836676"/>
                  </a:lnTo>
                  <a:lnTo>
                    <a:pt x="812800" y="864108"/>
                  </a:lnTo>
                  <a:lnTo>
                    <a:pt x="914400" y="879348"/>
                  </a:lnTo>
                  <a:lnTo>
                    <a:pt x="939800" y="882396"/>
                  </a:lnTo>
                  <a:lnTo>
                    <a:pt x="952500" y="888492"/>
                  </a:lnTo>
                  <a:lnTo>
                    <a:pt x="977900" y="893064"/>
                  </a:lnTo>
                  <a:lnTo>
                    <a:pt x="1028700" y="915924"/>
                  </a:lnTo>
                  <a:lnTo>
                    <a:pt x="1079500" y="935736"/>
                  </a:lnTo>
                  <a:lnTo>
                    <a:pt x="1117600" y="955548"/>
                  </a:lnTo>
                  <a:lnTo>
                    <a:pt x="1193800" y="1001268"/>
                  </a:lnTo>
                  <a:lnTo>
                    <a:pt x="1231900" y="1025652"/>
                  </a:lnTo>
                  <a:lnTo>
                    <a:pt x="1320800" y="1071372"/>
                  </a:lnTo>
                  <a:lnTo>
                    <a:pt x="1358900" y="1092708"/>
                  </a:lnTo>
                  <a:lnTo>
                    <a:pt x="1397000" y="1110996"/>
                  </a:lnTo>
                  <a:lnTo>
                    <a:pt x="1422400" y="1118616"/>
                  </a:lnTo>
                  <a:lnTo>
                    <a:pt x="1460500" y="1133856"/>
                  </a:lnTo>
                  <a:lnTo>
                    <a:pt x="1485900" y="1139952"/>
                  </a:lnTo>
                  <a:lnTo>
                    <a:pt x="1511300" y="1144524"/>
                  </a:lnTo>
                  <a:lnTo>
                    <a:pt x="1549400" y="1150620"/>
                  </a:lnTo>
                  <a:lnTo>
                    <a:pt x="1574800" y="1152144"/>
                  </a:lnTo>
                  <a:close/>
                </a:path>
                <a:path w="1930400" h="1152525">
                  <a:moveTo>
                    <a:pt x="215900" y="330708"/>
                  </a:moveTo>
                  <a:lnTo>
                    <a:pt x="215900" y="309372"/>
                  </a:lnTo>
                  <a:lnTo>
                    <a:pt x="190500" y="339852"/>
                  </a:lnTo>
                  <a:lnTo>
                    <a:pt x="165100" y="368808"/>
                  </a:lnTo>
                  <a:lnTo>
                    <a:pt x="165100" y="384048"/>
                  </a:lnTo>
                  <a:lnTo>
                    <a:pt x="152400" y="399288"/>
                  </a:lnTo>
                  <a:lnTo>
                    <a:pt x="152400" y="403860"/>
                  </a:lnTo>
                  <a:lnTo>
                    <a:pt x="165100" y="388620"/>
                  </a:lnTo>
                  <a:lnTo>
                    <a:pt x="177800" y="374904"/>
                  </a:lnTo>
                  <a:lnTo>
                    <a:pt x="203200" y="344424"/>
                  </a:lnTo>
                  <a:lnTo>
                    <a:pt x="215900" y="330708"/>
                  </a:lnTo>
                  <a:close/>
                </a:path>
                <a:path w="1930400" h="1152525">
                  <a:moveTo>
                    <a:pt x="228600" y="298704"/>
                  </a:moveTo>
                  <a:lnTo>
                    <a:pt x="228600" y="277368"/>
                  </a:lnTo>
                  <a:lnTo>
                    <a:pt x="215900" y="294132"/>
                  </a:lnTo>
                  <a:lnTo>
                    <a:pt x="215900" y="313944"/>
                  </a:lnTo>
                  <a:lnTo>
                    <a:pt x="228600" y="298704"/>
                  </a:lnTo>
                  <a:close/>
                </a:path>
                <a:path w="1930400" h="1152525">
                  <a:moveTo>
                    <a:pt x="241300" y="268224"/>
                  </a:moveTo>
                  <a:lnTo>
                    <a:pt x="241300" y="236220"/>
                  </a:lnTo>
                  <a:lnTo>
                    <a:pt x="228600" y="240792"/>
                  </a:lnTo>
                  <a:lnTo>
                    <a:pt x="228600" y="280416"/>
                  </a:lnTo>
                  <a:lnTo>
                    <a:pt x="241300" y="268224"/>
                  </a:lnTo>
                  <a:close/>
                </a:path>
                <a:path w="1930400" h="1152525">
                  <a:moveTo>
                    <a:pt x="292100" y="224028"/>
                  </a:moveTo>
                  <a:lnTo>
                    <a:pt x="292100" y="214884"/>
                  </a:lnTo>
                  <a:lnTo>
                    <a:pt x="279400" y="216408"/>
                  </a:lnTo>
                  <a:lnTo>
                    <a:pt x="241300" y="225552"/>
                  </a:lnTo>
                  <a:lnTo>
                    <a:pt x="241300" y="240792"/>
                  </a:lnTo>
                  <a:lnTo>
                    <a:pt x="254000" y="236220"/>
                  </a:lnTo>
                  <a:lnTo>
                    <a:pt x="254000" y="231648"/>
                  </a:lnTo>
                  <a:lnTo>
                    <a:pt x="266700" y="230124"/>
                  </a:lnTo>
                  <a:lnTo>
                    <a:pt x="266700" y="228600"/>
                  </a:lnTo>
                  <a:lnTo>
                    <a:pt x="279400" y="225552"/>
                  </a:lnTo>
                  <a:lnTo>
                    <a:pt x="292100" y="224028"/>
                  </a:lnTo>
                  <a:close/>
                </a:path>
                <a:path w="1930400" h="1152525">
                  <a:moveTo>
                    <a:pt x="304800" y="199644"/>
                  </a:moveTo>
                  <a:lnTo>
                    <a:pt x="304800" y="176784"/>
                  </a:lnTo>
                  <a:lnTo>
                    <a:pt x="292100" y="196596"/>
                  </a:lnTo>
                  <a:lnTo>
                    <a:pt x="292100" y="220980"/>
                  </a:lnTo>
                  <a:lnTo>
                    <a:pt x="304800" y="199644"/>
                  </a:lnTo>
                  <a:close/>
                </a:path>
                <a:path w="1930400" h="1152525">
                  <a:moveTo>
                    <a:pt x="1270000" y="96012"/>
                  </a:moveTo>
                  <a:lnTo>
                    <a:pt x="1270000" y="86868"/>
                  </a:lnTo>
                  <a:lnTo>
                    <a:pt x="1257300" y="82296"/>
                  </a:lnTo>
                  <a:lnTo>
                    <a:pt x="1244600" y="79248"/>
                  </a:lnTo>
                  <a:lnTo>
                    <a:pt x="1244600" y="77724"/>
                  </a:lnTo>
                  <a:lnTo>
                    <a:pt x="1231900" y="76200"/>
                  </a:lnTo>
                  <a:lnTo>
                    <a:pt x="1231900" y="74676"/>
                  </a:lnTo>
                  <a:lnTo>
                    <a:pt x="1168400" y="67056"/>
                  </a:lnTo>
                  <a:lnTo>
                    <a:pt x="1168400" y="65532"/>
                  </a:lnTo>
                  <a:lnTo>
                    <a:pt x="1155700" y="65532"/>
                  </a:lnTo>
                  <a:lnTo>
                    <a:pt x="1130300" y="62484"/>
                  </a:lnTo>
                  <a:lnTo>
                    <a:pt x="1028700" y="57912"/>
                  </a:lnTo>
                  <a:lnTo>
                    <a:pt x="927100" y="54864"/>
                  </a:lnTo>
                  <a:lnTo>
                    <a:pt x="838200" y="51816"/>
                  </a:lnTo>
                  <a:lnTo>
                    <a:pt x="736600" y="45720"/>
                  </a:lnTo>
                  <a:lnTo>
                    <a:pt x="673100" y="38100"/>
                  </a:lnTo>
                  <a:lnTo>
                    <a:pt x="647700" y="32004"/>
                  </a:lnTo>
                  <a:lnTo>
                    <a:pt x="596900" y="16764"/>
                  </a:lnTo>
                  <a:lnTo>
                    <a:pt x="558800" y="10668"/>
                  </a:lnTo>
                  <a:lnTo>
                    <a:pt x="533400" y="4572"/>
                  </a:lnTo>
                  <a:lnTo>
                    <a:pt x="508000" y="0"/>
                  </a:lnTo>
                  <a:lnTo>
                    <a:pt x="482600" y="7620"/>
                  </a:lnTo>
                  <a:lnTo>
                    <a:pt x="444500" y="25908"/>
                  </a:lnTo>
                  <a:lnTo>
                    <a:pt x="431800" y="35052"/>
                  </a:lnTo>
                  <a:lnTo>
                    <a:pt x="406400" y="45720"/>
                  </a:lnTo>
                  <a:lnTo>
                    <a:pt x="368300" y="80772"/>
                  </a:lnTo>
                  <a:lnTo>
                    <a:pt x="330200" y="124968"/>
                  </a:lnTo>
                  <a:lnTo>
                    <a:pt x="304800" y="158496"/>
                  </a:lnTo>
                  <a:lnTo>
                    <a:pt x="304800" y="181356"/>
                  </a:lnTo>
                  <a:lnTo>
                    <a:pt x="317500" y="163068"/>
                  </a:lnTo>
                  <a:lnTo>
                    <a:pt x="342900" y="129540"/>
                  </a:lnTo>
                  <a:lnTo>
                    <a:pt x="342900" y="114300"/>
                  </a:lnTo>
                  <a:lnTo>
                    <a:pt x="355600" y="100584"/>
                  </a:lnTo>
                  <a:lnTo>
                    <a:pt x="368300" y="88392"/>
                  </a:lnTo>
                  <a:lnTo>
                    <a:pt x="381000" y="74676"/>
                  </a:lnTo>
                  <a:lnTo>
                    <a:pt x="431800" y="42672"/>
                  </a:lnTo>
                  <a:lnTo>
                    <a:pt x="444500" y="33528"/>
                  </a:lnTo>
                  <a:lnTo>
                    <a:pt x="469900" y="24384"/>
                  </a:lnTo>
                  <a:lnTo>
                    <a:pt x="482600" y="16764"/>
                  </a:lnTo>
                  <a:lnTo>
                    <a:pt x="508000" y="9144"/>
                  </a:lnTo>
                  <a:lnTo>
                    <a:pt x="533400" y="13716"/>
                  </a:lnTo>
                  <a:lnTo>
                    <a:pt x="558800" y="19812"/>
                  </a:lnTo>
                  <a:lnTo>
                    <a:pt x="584200" y="27432"/>
                  </a:lnTo>
                  <a:lnTo>
                    <a:pt x="622300" y="33528"/>
                  </a:lnTo>
                  <a:lnTo>
                    <a:pt x="647700" y="41148"/>
                  </a:lnTo>
                  <a:lnTo>
                    <a:pt x="673100" y="47244"/>
                  </a:lnTo>
                  <a:lnTo>
                    <a:pt x="711200" y="51816"/>
                  </a:lnTo>
                  <a:lnTo>
                    <a:pt x="723900" y="54864"/>
                  </a:lnTo>
                  <a:lnTo>
                    <a:pt x="736600" y="54864"/>
                  </a:lnTo>
                  <a:lnTo>
                    <a:pt x="825500" y="60960"/>
                  </a:lnTo>
                  <a:lnTo>
                    <a:pt x="927100" y="64008"/>
                  </a:lnTo>
                  <a:lnTo>
                    <a:pt x="1028700" y="68580"/>
                  </a:lnTo>
                  <a:lnTo>
                    <a:pt x="1130300" y="71628"/>
                  </a:lnTo>
                  <a:lnTo>
                    <a:pt x="1168400" y="76200"/>
                  </a:lnTo>
                  <a:lnTo>
                    <a:pt x="1181100" y="79248"/>
                  </a:lnTo>
                  <a:lnTo>
                    <a:pt x="1193800" y="79248"/>
                  </a:lnTo>
                  <a:lnTo>
                    <a:pt x="1206500" y="80772"/>
                  </a:lnTo>
                  <a:lnTo>
                    <a:pt x="1206500" y="82296"/>
                  </a:lnTo>
                  <a:lnTo>
                    <a:pt x="1219200" y="82296"/>
                  </a:lnTo>
                  <a:lnTo>
                    <a:pt x="1219200" y="83820"/>
                  </a:lnTo>
                  <a:lnTo>
                    <a:pt x="1231900" y="85344"/>
                  </a:lnTo>
                  <a:lnTo>
                    <a:pt x="1257300" y="91440"/>
                  </a:lnTo>
                  <a:lnTo>
                    <a:pt x="1270000" y="96012"/>
                  </a:lnTo>
                  <a:close/>
                </a:path>
                <a:path w="1930400" h="1152525">
                  <a:moveTo>
                    <a:pt x="1816100" y="178308"/>
                  </a:moveTo>
                  <a:lnTo>
                    <a:pt x="1816100" y="167640"/>
                  </a:lnTo>
                  <a:lnTo>
                    <a:pt x="1790700" y="167640"/>
                  </a:lnTo>
                  <a:lnTo>
                    <a:pt x="1778000" y="164592"/>
                  </a:lnTo>
                  <a:lnTo>
                    <a:pt x="1752600" y="161544"/>
                  </a:lnTo>
                  <a:lnTo>
                    <a:pt x="1739900" y="155448"/>
                  </a:lnTo>
                  <a:lnTo>
                    <a:pt x="1701800" y="146304"/>
                  </a:lnTo>
                  <a:lnTo>
                    <a:pt x="1676400" y="141732"/>
                  </a:lnTo>
                  <a:lnTo>
                    <a:pt x="1663700" y="138684"/>
                  </a:lnTo>
                  <a:lnTo>
                    <a:pt x="1625600" y="134112"/>
                  </a:lnTo>
                  <a:lnTo>
                    <a:pt x="1574800" y="131064"/>
                  </a:lnTo>
                  <a:lnTo>
                    <a:pt x="1498600" y="131064"/>
                  </a:lnTo>
                  <a:lnTo>
                    <a:pt x="1447800" y="129540"/>
                  </a:lnTo>
                  <a:lnTo>
                    <a:pt x="1435100" y="128016"/>
                  </a:lnTo>
                  <a:lnTo>
                    <a:pt x="1409700" y="126492"/>
                  </a:lnTo>
                  <a:lnTo>
                    <a:pt x="1384300" y="123444"/>
                  </a:lnTo>
                  <a:lnTo>
                    <a:pt x="1371600" y="118872"/>
                  </a:lnTo>
                  <a:lnTo>
                    <a:pt x="1346200" y="114300"/>
                  </a:lnTo>
                  <a:lnTo>
                    <a:pt x="1333500" y="108204"/>
                  </a:lnTo>
                  <a:lnTo>
                    <a:pt x="1320800" y="103632"/>
                  </a:lnTo>
                  <a:lnTo>
                    <a:pt x="1295400" y="97536"/>
                  </a:lnTo>
                  <a:lnTo>
                    <a:pt x="1282700" y="91440"/>
                  </a:lnTo>
                  <a:lnTo>
                    <a:pt x="1270000" y="89916"/>
                  </a:lnTo>
                  <a:lnTo>
                    <a:pt x="1270000" y="99060"/>
                  </a:lnTo>
                  <a:lnTo>
                    <a:pt x="1282700" y="100584"/>
                  </a:lnTo>
                  <a:lnTo>
                    <a:pt x="1295400" y="106680"/>
                  </a:lnTo>
                  <a:lnTo>
                    <a:pt x="1320800" y="112776"/>
                  </a:lnTo>
                  <a:lnTo>
                    <a:pt x="1320800" y="117348"/>
                  </a:lnTo>
                  <a:lnTo>
                    <a:pt x="1346200" y="123444"/>
                  </a:lnTo>
                  <a:lnTo>
                    <a:pt x="1371600" y="128016"/>
                  </a:lnTo>
                  <a:lnTo>
                    <a:pt x="1384300" y="132588"/>
                  </a:lnTo>
                  <a:lnTo>
                    <a:pt x="1409700" y="135636"/>
                  </a:lnTo>
                  <a:lnTo>
                    <a:pt x="1447800" y="138684"/>
                  </a:lnTo>
                  <a:lnTo>
                    <a:pt x="1498600" y="140208"/>
                  </a:lnTo>
                  <a:lnTo>
                    <a:pt x="1536700" y="140208"/>
                  </a:lnTo>
                  <a:lnTo>
                    <a:pt x="1574800" y="141732"/>
                  </a:lnTo>
                  <a:lnTo>
                    <a:pt x="1600200" y="141732"/>
                  </a:lnTo>
                  <a:lnTo>
                    <a:pt x="1638300" y="144780"/>
                  </a:lnTo>
                  <a:lnTo>
                    <a:pt x="1663700" y="147828"/>
                  </a:lnTo>
                  <a:lnTo>
                    <a:pt x="1676400" y="150876"/>
                  </a:lnTo>
                  <a:lnTo>
                    <a:pt x="1701800" y="155448"/>
                  </a:lnTo>
                  <a:lnTo>
                    <a:pt x="1739900" y="166116"/>
                  </a:lnTo>
                  <a:lnTo>
                    <a:pt x="1752600" y="170688"/>
                  </a:lnTo>
                  <a:lnTo>
                    <a:pt x="1790700" y="176784"/>
                  </a:lnTo>
                  <a:lnTo>
                    <a:pt x="1816100" y="178308"/>
                  </a:lnTo>
                  <a:close/>
                </a:path>
                <a:path w="1930400" h="1152525">
                  <a:moveTo>
                    <a:pt x="1549400" y="1060704"/>
                  </a:moveTo>
                  <a:lnTo>
                    <a:pt x="1549400" y="989076"/>
                  </a:lnTo>
                  <a:lnTo>
                    <a:pt x="1536700" y="999744"/>
                  </a:lnTo>
                  <a:lnTo>
                    <a:pt x="1536700" y="1048512"/>
                  </a:lnTo>
                  <a:lnTo>
                    <a:pt x="1549400" y="1060704"/>
                  </a:lnTo>
                  <a:close/>
                </a:path>
                <a:path w="1930400" h="1152525">
                  <a:moveTo>
                    <a:pt x="1562100" y="981456"/>
                  </a:moveTo>
                  <a:lnTo>
                    <a:pt x="1562100" y="946404"/>
                  </a:lnTo>
                  <a:lnTo>
                    <a:pt x="1549400" y="957072"/>
                  </a:lnTo>
                  <a:lnTo>
                    <a:pt x="1549400" y="992124"/>
                  </a:lnTo>
                  <a:lnTo>
                    <a:pt x="1562100" y="981456"/>
                  </a:lnTo>
                  <a:close/>
                </a:path>
                <a:path w="1930400" h="1152525">
                  <a:moveTo>
                    <a:pt x="1562100" y="1095756"/>
                  </a:moveTo>
                  <a:lnTo>
                    <a:pt x="1562100" y="1080516"/>
                  </a:lnTo>
                  <a:lnTo>
                    <a:pt x="1549400" y="1057656"/>
                  </a:lnTo>
                  <a:lnTo>
                    <a:pt x="1549400" y="1083564"/>
                  </a:lnTo>
                  <a:lnTo>
                    <a:pt x="1562100" y="1095756"/>
                  </a:lnTo>
                  <a:close/>
                </a:path>
                <a:path w="1930400" h="1152525">
                  <a:moveTo>
                    <a:pt x="1574800" y="923544"/>
                  </a:moveTo>
                  <a:lnTo>
                    <a:pt x="1574800" y="813816"/>
                  </a:lnTo>
                  <a:lnTo>
                    <a:pt x="1562100" y="826008"/>
                  </a:lnTo>
                  <a:lnTo>
                    <a:pt x="1562100" y="946404"/>
                  </a:lnTo>
                  <a:lnTo>
                    <a:pt x="1574800" y="923544"/>
                  </a:lnTo>
                  <a:close/>
                </a:path>
                <a:path w="1930400" h="1152525">
                  <a:moveTo>
                    <a:pt x="1574800" y="1135380"/>
                  </a:moveTo>
                  <a:lnTo>
                    <a:pt x="1574800" y="1104900"/>
                  </a:lnTo>
                  <a:lnTo>
                    <a:pt x="1562100" y="1092708"/>
                  </a:lnTo>
                  <a:lnTo>
                    <a:pt x="1562100" y="1127760"/>
                  </a:lnTo>
                  <a:lnTo>
                    <a:pt x="1574800" y="1135380"/>
                  </a:lnTo>
                  <a:close/>
                </a:path>
                <a:path w="1930400" h="1152525">
                  <a:moveTo>
                    <a:pt x="1587500" y="816864"/>
                  </a:moveTo>
                  <a:lnTo>
                    <a:pt x="1587500" y="792480"/>
                  </a:lnTo>
                  <a:lnTo>
                    <a:pt x="1574800" y="801624"/>
                  </a:lnTo>
                  <a:lnTo>
                    <a:pt x="1574800" y="830580"/>
                  </a:lnTo>
                  <a:lnTo>
                    <a:pt x="1587500" y="816864"/>
                  </a:lnTo>
                  <a:close/>
                </a:path>
                <a:path w="1930400" h="1152525">
                  <a:moveTo>
                    <a:pt x="1600200" y="787908"/>
                  </a:moveTo>
                  <a:lnTo>
                    <a:pt x="1600200" y="768096"/>
                  </a:lnTo>
                  <a:lnTo>
                    <a:pt x="1587500" y="775716"/>
                  </a:lnTo>
                  <a:lnTo>
                    <a:pt x="1587500" y="795528"/>
                  </a:lnTo>
                  <a:lnTo>
                    <a:pt x="1600200" y="787908"/>
                  </a:lnTo>
                  <a:close/>
                </a:path>
                <a:path w="1930400" h="1152525">
                  <a:moveTo>
                    <a:pt x="1612900" y="751332"/>
                  </a:moveTo>
                  <a:lnTo>
                    <a:pt x="1612900" y="734568"/>
                  </a:lnTo>
                  <a:lnTo>
                    <a:pt x="1600200" y="740664"/>
                  </a:lnTo>
                  <a:lnTo>
                    <a:pt x="1600200" y="766572"/>
                  </a:lnTo>
                  <a:lnTo>
                    <a:pt x="1612900" y="751332"/>
                  </a:lnTo>
                  <a:close/>
                </a:path>
                <a:path w="1930400" h="1152525">
                  <a:moveTo>
                    <a:pt x="1625600" y="675132"/>
                  </a:moveTo>
                  <a:lnTo>
                    <a:pt x="1625600" y="557784"/>
                  </a:lnTo>
                  <a:lnTo>
                    <a:pt x="1612900" y="580644"/>
                  </a:lnTo>
                  <a:lnTo>
                    <a:pt x="1612900" y="685800"/>
                  </a:lnTo>
                  <a:lnTo>
                    <a:pt x="1625600" y="675132"/>
                  </a:lnTo>
                  <a:close/>
                </a:path>
                <a:path w="1930400" h="1152525">
                  <a:moveTo>
                    <a:pt x="1638300" y="522732"/>
                  </a:moveTo>
                  <a:lnTo>
                    <a:pt x="1638300" y="441960"/>
                  </a:lnTo>
                  <a:lnTo>
                    <a:pt x="1625600" y="473964"/>
                  </a:lnTo>
                  <a:lnTo>
                    <a:pt x="1625600" y="559308"/>
                  </a:lnTo>
                  <a:lnTo>
                    <a:pt x="1638300" y="522732"/>
                  </a:lnTo>
                  <a:close/>
                </a:path>
                <a:path w="1930400" h="1152525">
                  <a:moveTo>
                    <a:pt x="1930400" y="193548"/>
                  </a:moveTo>
                  <a:lnTo>
                    <a:pt x="1930400" y="184404"/>
                  </a:lnTo>
                  <a:lnTo>
                    <a:pt x="1905000" y="187452"/>
                  </a:lnTo>
                  <a:lnTo>
                    <a:pt x="1866900" y="188976"/>
                  </a:lnTo>
                  <a:lnTo>
                    <a:pt x="1828800" y="193548"/>
                  </a:lnTo>
                  <a:lnTo>
                    <a:pt x="1803400" y="195072"/>
                  </a:lnTo>
                  <a:lnTo>
                    <a:pt x="1790700" y="198120"/>
                  </a:lnTo>
                  <a:lnTo>
                    <a:pt x="1778000" y="202692"/>
                  </a:lnTo>
                  <a:lnTo>
                    <a:pt x="1752600" y="205740"/>
                  </a:lnTo>
                  <a:lnTo>
                    <a:pt x="1727200" y="217932"/>
                  </a:lnTo>
                  <a:lnTo>
                    <a:pt x="1714500" y="225552"/>
                  </a:lnTo>
                  <a:lnTo>
                    <a:pt x="1701800" y="234696"/>
                  </a:lnTo>
                  <a:lnTo>
                    <a:pt x="1689100" y="245364"/>
                  </a:lnTo>
                  <a:lnTo>
                    <a:pt x="1689100" y="248412"/>
                  </a:lnTo>
                  <a:lnTo>
                    <a:pt x="1676400" y="278892"/>
                  </a:lnTo>
                  <a:lnTo>
                    <a:pt x="1663700" y="342900"/>
                  </a:lnTo>
                  <a:lnTo>
                    <a:pt x="1651000" y="376428"/>
                  </a:lnTo>
                  <a:lnTo>
                    <a:pt x="1638300" y="408432"/>
                  </a:lnTo>
                  <a:lnTo>
                    <a:pt x="1638300" y="477012"/>
                  </a:lnTo>
                  <a:lnTo>
                    <a:pt x="1651000" y="443484"/>
                  </a:lnTo>
                  <a:lnTo>
                    <a:pt x="1651000" y="411480"/>
                  </a:lnTo>
                  <a:lnTo>
                    <a:pt x="1663700" y="377952"/>
                  </a:lnTo>
                  <a:lnTo>
                    <a:pt x="1701800" y="249936"/>
                  </a:lnTo>
                  <a:lnTo>
                    <a:pt x="1701800" y="242316"/>
                  </a:lnTo>
                  <a:lnTo>
                    <a:pt x="1727200" y="227076"/>
                  </a:lnTo>
                  <a:lnTo>
                    <a:pt x="1752600" y="220980"/>
                  </a:lnTo>
                  <a:lnTo>
                    <a:pt x="1765300" y="214884"/>
                  </a:lnTo>
                  <a:lnTo>
                    <a:pt x="1778000" y="211836"/>
                  </a:lnTo>
                  <a:lnTo>
                    <a:pt x="1790700" y="207264"/>
                  </a:lnTo>
                  <a:lnTo>
                    <a:pt x="1828800" y="202692"/>
                  </a:lnTo>
                  <a:lnTo>
                    <a:pt x="1879600" y="198120"/>
                  </a:lnTo>
                  <a:lnTo>
                    <a:pt x="1905000" y="196596"/>
                  </a:lnTo>
                  <a:lnTo>
                    <a:pt x="1930400" y="193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59401" y="2040635"/>
              <a:ext cx="144780" cy="29209"/>
            </a:xfrm>
            <a:custGeom>
              <a:avLst/>
              <a:gdLst/>
              <a:ahLst/>
              <a:cxnLst/>
              <a:rect l="l" t="t" r="r" b="b"/>
              <a:pathLst>
                <a:path w="144779" h="29210">
                  <a:moveTo>
                    <a:pt x="144779" y="28955"/>
                  </a:moveTo>
                  <a:lnTo>
                    <a:pt x="144779" y="0"/>
                  </a:lnTo>
                  <a:lnTo>
                    <a:pt x="0" y="0"/>
                  </a:lnTo>
                  <a:lnTo>
                    <a:pt x="0" y="28955"/>
                  </a:lnTo>
                  <a:lnTo>
                    <a:pt x="144779" y="28955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140838" y="1799335"/>
            <a:ext cx="82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Silk </a:t>
            </a:r>
            <a:r>
              <a:rPr sz="2400" u="heavy" spc="600" dirty="0">
                <a:uFill>
                  <a:solidFill>
                    <a:srgbClr val="007F00"/>
                  </a:solidFill>
                </a:uFill>
                <a:latin typeface="Arial MT"/>
                <a:cs typeface="Arial MT"/>
              </a:rPr>
              <a:t>  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73830" y="4297680"/>
            <a:ext cx="1943100" cy="1152525"/>
            <a:chOff x="6473830" y="4297680"/>
            <a:chExt cx="1943100" cy="1152525"/>
          </a:xfrm>
        </p:grpSpPr>
        <p:sp>
          <p:nvSpPr>
            <p:cNvPr id="26" name="object 26"/>
            <p:cNvSpPr/>
            <p:nvPr/>
          </p:nvSpPr>
          <p:spPr>
            <a:xfrm>
              <a:off x="8010022" y="4526280"/>
              <a:ext cx="373380" cy="462280"/>
            </a:xfrm>
            <a:custGeom>
              <a:avLst/>
              <a:gdLst/>
              <a:ahLst/>
              <a:cxnLst/>
              <a:rect l="l" t="t" r="r" b="b"/>
              <a:pathLst>
                <a:path w="373379" h="462279">
                  <a:moveTo>
                    <a:pt x="272865" y="452239"/>
                  </a:moveTo>
                  <a:lnTo>
                    <a:pt x="240792" y="448056"/>
                  </a:lnTo>
                  <a:lnTo>
                    <a:pt x="207264" y="441960"/>
                  </a:lnTo>
                  <a:lnTo>
                    <a:pt x="172212" y="437388"/>
                  </a:lnTo>
                  <a:lnTo>
                    <a:pt x="105156" y="428244"/>
                  </a:lnTo>
                  <a:lnTo>
                    <a:pt x="70104" y="425196"/>
                  </a:lnTo>
                  <a:lnTo>
                    <a:pt x="0" y="422148"/>
                  </a:lnTo>
                  <a:lnTo>
                    <a:pt x="0" y="431292"/>
                  </a:lnTo>
                  <a:lnTo>
                    <a:pt x="70104" y="434340"/>
                  </a:lnTo>
                  <a:lnTo>
                    <a:pt x="103632" y="438912"/>
                  </a:lnTo>
                  <a:lnTo>
                    <a:pt x="137160" y="441960"/>
                  </a:lnTo>
                  <a:lnTo>
                    <a:pt x="170688" y="446532"/>
                  </a:lnTo>
                  <a:lnTo>
                    <a:pt x="205740" y="452628"/>
                  </a:lnTo>
                  <a:lnTo>
                    <a:pt x="239268" y="457200"/>
                  </a:lnTo>
                  <a:lnTo>
                    <a:pt x="271272" y="461374"/>
                  </a:lnTo>
                  <a:lnTo>
                    <a:pt x="271272" y="454152"/>
                  </a:lnTo>
                  <a:lnTo>
                    <a:pt x="272865" y="452239"/>
                  </a:lnTo>
                  <a:close/>
                </a:path>
                <a:path w="373379" h="462279">
                  <a:moveTo>
                    <a:pt x="275844" y="452628"/>
                  </a:moveTo>
                  <a:lnTo>
                    <a:pt x="272865" y="452239"/>
                  </a:lnTo>
                  <a:lnTo>
                    <a:pt x="271272" y="454152"/>
                  </a:lnTo>
                  <a:lnTo>
                    <a:pt x="275844" y="452628"/>
                  </a:lnTo>
                  <a:close/>
                </a:path>
                <a:path w="373379" h="462279">
                  <a:moveTo>
                    <a:pt x="275844" y="461772"/>
                  </a:moveTo>
                  <a:lnTo>
                    <a:pt x="275844" y="452628"/>
                  </a:lnTo>
                  <a:lnTo>
                    <a:pt x="271272" y="454152"/>
                  </a:lnTo>
                  <a:lnTo>
                    <a:pt x="271272" y="461374"/>
                  </a:lnTo>
                  <a:lnTo>
                    <a:pt x="274320" y="461772"/>
                  </a:lnTo>
                  <a:lnTo>
                    <a:pt x="275844" y="461772"/>
                  </a:lnTo>
                  <a:close/>
                </a:path>
                <a:path w="373379" h="462279">
                  <a:moveTo>
                    <a:pt x="364236" y="306324"/>
                  </a:moveTo>
                  <a:lnTo>
                    <a:pt x="364236" y="217932"/>
                  </a:lnTo>
                  <a:lnTo>
                    <a:pt x="361188" y="266700"/>
                  </a:lnTo>
                  <a:lnTo>
                    <a:pt x="358140" y="289560"/>
                  </a:lnTo>
                  <a:lnTo>
                    <a:pt x="341376" y="358140"/>
                  </a:lnTo>
                  <a:lnTo>
                    <a:pt x="304800" y="417576"/>
                  </a:lnTo>
                  <a:lnTo>
                    <a:pt x="286512" y="434340"/>
                  </a:lnTo>
                  <a:lnTo>
                    <a:pt x="278892" y="445008"/>
                  </a:lnTo>
                  <a:lnTo>
                    <a:pt x="272865" y="452239"/>
                  </a:lnTo>
                  <a:lnTo>
                    <a:pt x="275844" y="452628"/>
                  </a:lnTo>
                  <a:lnTo>
                    <a:pt x="275844" y="461772"/>
                  </a:lnTo>
                  <a:lnTo>
                    <a:pt x="277368" y="461772"/>
                  </a:lnTo>
                  <a:lnTo>
                    <a:pt x="278892" y="460248"/>
                  </a:lnTo>
                  <a:lnTo>
                    <a:pt x="294132" y="441960"/>
                  </a:lnTo>
                  <a:lnTo>
                    <a:pt x="310896" y="423672"/>
                  </a:lnTo>
                  <a:lnTo>
                    <a:pt x="341376" y="382524"/>
                  </a:lnTo>
                  <a:lnTo>
                    <a:pt x="358140" y="336804"/>
                  </a:lnTo>
                  <a:lnTo>
                    <a:pt x="364236" y="306324"/>
                  </a:lnTo>
                  <a:close/>
                </a:path>
                <a:path w="373379" h="462279">
                  <a:moveTo>
                    <a:pt x="371856" y="24384"/>
                  </a:moveTo>
                  <a:lnTo>
                    <a:pt x="371856" y="0"/>
                  </a:lnTo>
                  <a:lnTo>
                    <a:pt x="362712" y="0"/>
                  </a:lnTo>
                  <a:lnTo>
                    <a:pt x="361188" y="24384"/>
                  </a:lnTo>
                  <a:lnTo>
                    <a:pt x="361188" y="48768"/>
                  </a:lnTo>
                  <a:lnTo>
                    <a:pt x="364236" y="146304"/>
                  </a:lnTo>
                  <a:lnTo>
                    <a:pt x="364236" y="306324"/>
                  </a:lnTo>
                  <a:lnTo>
                    <a:pt x="367284" y="291084"/>
                  </a:lnTo>
                  <a:lnTo>
                    <a:pt x="370332" y="266700"/>
                  </a:lnTo>
                  <a:lnTo>
                    <a:pt x="370332" y="48768"/>
                  </a:lnTo>
                  <a:lnTo>
                    <a:pt x="371856" y="24384"/>
                  </a:lnTo>
                  <a:close/>
                </a:path>
                <a:path w="373379" h="462279">
                  <a:moveTo>
                    <a:pt x="373380" y="217932"/>
                  </a:moveTo>
                  <a:lnTo>
                    <a:pt x="373380" y="144780"/>
                  </a:lnTo>
                  <a:lnTo>
                    <a:pt x="370332" y="48768"/>
                  </a:lnTo>
                  <a:lnTo>
                    <a:pt x="370332" y="266700"/>
                  </a:lnTo>
                  <a:lnTo>
                    <a:pt x="373380" y="2179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0640" y="4302252"/>
              <a:ext cx="1936750" cy="1143000"/>
            </a:xfrm>
            <a:custGeom>
              <a:avLst/>
              <a:gdLst/>
              <a:ahLst/>
              <a:cxnLst/>
              <a:rect l="l" t="t" r="r" b="b"/>
              <a:pathLst>
                <a:path w="1936750" h="1143000">
                  <a:moveTo>
                    <a:pt x="1936289" y="184403"/>
                  </a:moveTo>
                  <a:lnTo>
                    <a:pt x="1814369" y="169163"/>
                  </a:lnTo>
                  <a:lnTo>
                    <a:pt x="1775340" y="165473"/>
                  </a:lnTo>
                  <a:lnTo>
                    <a:pt x="1737598" y="156781"/>
                  </a:lnTo>
                  <a:lnTo>
                    <a:pt x="1700141" y="146661"/>
                  </a:lnTo>
                  <a:lnTo>
                    <a:pt x="1661969" y="138683"/>
                  </a:lnTo>
                  <a:lnTo>
                    <a:pt x="1613965" y="133636"/>
                  </a:lnTo>
                  <a:lnTo>
                    <a:pt x="1565508" y="131708"/>
                  </a:lnTo>
                  <a:lnTo>
                    <a:pt x="1516891" y="131166"/>
                  </a:lnTo>
                  <a:lnTo>
                    <a:pt x="1468408" y="130277"/>
                  </a:lnTo>
                  <a:lnTo>
                    <a:pt x="1420351" y="127309"/>
                  </a:lnTo>
                  <a:lnTo>
                    <a:pt x="1373013" y="120529"/>
                  </a:lnTo>
                  <a:lnTo>
                    <a:pt x="1326689" y="108203"/>
                  </a:lnTo>
                  <a:lnTo>
                    <a:pt x="1283564" y="93195"/>
                  </a:lnTo>
                  <a:lnTo>
                    <a:pt x="1256754" y="83677"/>
                  </a:lnTo>
                  <a:lnTo>
                    <a:pt x="1239435" y="78052"/>
                  </a:lnTo>
                  <a:lnTo>
                    <a:pt x="1224781" y="74720"/>
                  </a:lnTo>
                  <a:lnTo>
                    <a:pt x="1205969" y="72081"/>
                  </a:lnTo>
                  <a:lnTo>
                    <a:pt x="1176173" y="68535"/>
                  </a:lnTo>
                  <a:lnTo>
                    <a:pt x="1128569" y="62483"/>
                  </a:lnTo>
                  <a:lnTo>
                    <a:pt x="1078914" y="60826"/>
                  </a:lnTo>
                  <a:lnTo>
                    <a:pt x="1029366" y="59221"/>
                  </a:lnTo>
                  <a:lnTo>
                    <a:pt x="979890" y="57581"/>
                  </a:lnTo>
                  <a:lnTo>
                    <a:pt x="930449" y="55816"/>
                  </a:lnTo>
                  <a:lnTo>
                    <a:pt x="881008" y="53837"/>
                  </a:lnTo>
                  <a:lnTo>
                    <a:pt x="831532" y="51554"/>
                  </a:lnTo>
                  <a:lnTo>
                    <a:pt x="781984" y="48878"/>
                  </a:lnTo>
                  <a:lnTo>
                    <a:pt x="732329" y="45719"/>
                  </a:lnTo>
                  <a:lnTo>
                    <a:pt x="688365" y="40087"/>
                  </a:lnTo>
                  <a:lnTo>
                    <a:pt x="641767" y="30284"/>
                  </a:lnTo>
                  <a:lnTo>
                    <a:pt x="594291" y="18726"/>
                  </a:lnTo>
                  <a:lnTo>
                    <a:pt x="547693" y="7827"/>
                  </a:lnTo>
                  <a:lnTo>
                    <a:pt x="503729" y="0"/>
                  </a:lnTo>
                  <a:lnTo>
                    <a:pt x="450883" y="21843"/>
                  </a:lnTo>
                  <a:lnTo>
                    <a:pt x="406080" y="48259"/>
                  </a:lnTo>
                  <a:lnTo>
                    <a:pt x="368474" y="80009"/>
                  </a:lnTo>
                  <a:lnTo>
                    <a:pt x="337218" y="117855"/>
                  </a:lnTo>
                  <a:lnTo>
                    <a:pt x="311465" y="162559"/>
                  </a:lnTo>
                  <a:lnTo>
                    <a:pt x="290369" y="214883"/>
                  </a:lnTo>
                  <a:lnTo>
                    <a:pt x="277653" y="217455"/>
                  </a:lnTo>
                  <a:lnTo>
                    <a:pt x="237767" y="238744"/>
                  </a:lnTo>
                  <a:lnTo>
                    <a:pt x="232005" y="262461"/>
                  </a:lnTo>
                  <a:lnTo>
                    <a:pt x="229409" y="274319"/>
                  </a:lnTo>
                  <a:lnTo>
                    <a:pt x="215360" y="307752"/>
                  </a:lnTo>
                  <a:lnTo>
                    <a:pt x="195881" y="338327"/>
                  </a:lnTo>
                  <a:lnTo>
                    <a:pt x="174116" y="367760"/>
                  </a:lnTo>
                  <a:lnTo>
                    <a:pt x="153209" y="397763"/>
                  </a:lnTo>
                  <a:lnTo>
                    <a:pt x="141136" y="400573"/>
                  </a:lnTo>
                  <a:lnTo>
                    <a:pt x="128635" y="403097"/>
                  </a:lnTo>
                  <a:lnTo>
                    <a:pt x="116990" y="406765"/>
                  </a:lnTo>
                  <a:lnTo>
                    <a:pt x="107489" y="413003"/>
                  </a:lnTo>
                  <a:lnTo>
                    <a:pt x="101250" y="422481"/>
                  </a:lnTo>
                  <a:lnTo>
                    <a:pt x="97583" y="433958"/>
                  </a:lnTo>
                  <a:lnTo>
                    <a:pt x="95059" y="446008"/>
                  </a:lnTo>
                  <a:lnTo>
                    <a:pt x="92249" y="457199"/>
                  </a:lnTo>
                  <a:lnTo>
                    <a:pt x="78462" y="499490"/>
                  </a:lnTo>
                  <a:lnTo>
                    <a:pt x="68818" y="534923"/>
                  </a:lnTo>
                  <a:lnTo>
                    <a:pt x="59459" y="573785"/>
                  </a:lnTo>
                  <a:lnTo>
                    <a:pt x="46529" y="626363"/>
                  </a:lnTo>
                  <a:lnTo>
                    <a:pt x="40719" y="641651"/>
                  </a:lnTo>
                  <a:lnTo>
                    <a:pt x="33194" y="657224"/>
                  </a:lnTo>
                  <a:lnTo>
                    <a:pt x="28527" y="672226"/>
                  </a:lnTo>
                  <a:lnTo>
                    <a:pt x="31289" y="685799"/>
                  </a:lnTo>
                  <a:lnTo>
                    <a:pt x="28670" y="697015"/>
                  </a:lnTo>
                  <a:lnTo>
                    <a:pt x="13763" y="704659"/>
                  </a:lnTo>
                  <a:lnTo>
                    <a:pt x="0" y="710874"/>
                  </a:lnTo>
                  <a:lnTo>
                    <a:pt x="809" y="717803"/>
                  </a:lnTo>
                  <a:lnTo>
                    <a:pt x="28241" y="724709"/>
                  </a:lnTo>
                  <a:lnTo>
                    <a:pt x="70532" y="730757"/>
                  </a:lnTo>
                  <a:lnTo>
                    <a:pt x="112252" y="737949"/>
                  </a:lnTo>
                  <a:lnTo>
                    <a:pt x="184839" y="758476"/>
                  </a:lnTo>
                  <a:lnTo>
                    <a:pt x="232249" y="767962"/>
                  </a:lnTo>
                  <a:lnTo>
                    <a:pt x="280132" y="776817"/>
                  </a:lnTo>
                  <a:lnTo>
                    <a:pt x="328421" y="785121"/>
                  </a:lnTo>
                  <a:lnTo>
                    <a:pt x="377050" y="792952"/>
                  </a:lnTo>
                  <a:lnTo>
                    <a:pt x="425952" y="800388"/>
                  </a:lnTo>
                  <a:lnTo>
                    <a:pt x="475058" y="807507"/>
                  </a:lnTo>
                  <a:lnTo>
                    <a:pt x="524303" y="814387"/>
                  </a:lnTo>
                  <a:lnTo>
                    <a:pt x="573620" y="821106"/>
                  </a:lnTo>
                  <a:lnTo>
                    <a:pt x="672199" y="834375"/>
                  </a:lnTo>
                  <a:lnTo>
                    <a:pt x="721328" y="841081"/>
                  </a:lnTo>
                  <a:lnTo>
                    <a:pt x="770260" y="847938"/>
                  </a:lnTo>
                  <a:lnTo>
                    <a:pt x="818929" y="855026"/>
                  </a:lnTo>
                  <a:lnTo>
                    <a:pt x="867268" y="862422"/>
                  </a:lnTo>
                  <a:lnTo>
                    <a:pt x="915209" y="870203"/>
                  </a:lnTo>
                  <a:lnTo>
                    <a:pt x="957848" y="879691"/>
                  </a:lnTo>
                  <a:lnTo>
                    <a:pt x="1000448" y="893638"/>
                  </a:lnTo>
                  <a:lnTo>
                    <a:pt x="1043054" y="911303"/>
                  </a:lnTo>
                  <a:lnTo>
                    <a:pt x="1085709" y="931942"/>
                  </a:lnTo>
                  <a:lnTo>
                    <a:pt x="1128456" y="954814"/>
                  </a:lnTo>
                  <a:lnTo>
                    <a:pt x="1171339" y="979176"/>
                  </a:lnTo>
                  <a:lnTo>
                    <a:pt x="1214400" y="1004285"/>
                  </a:lnTo>
                  <a:lnTo>
                    <a:pt x="1257683" y="1029400"/>
                  </a:lnTo>
                  <a:lnTo>
                    <a:pt x="1301232" y="1053778"/>
                  </a:lnTo>
                  <a:lnTo>
                    <a:pt x="1345090" y="1076677"/>
                  </a:lnTo>
                  <a:lnTo>
                    <a:pt x="1389300" y="1097354"/>
                  </a:lnTo>
                  <a:lnTo>
                    <a:pt x="1433906" y="1115068"/>
                  </a:lnTo>
                  <a:lnTo>
                    <a:pt x="1478950" y="1129074"/>
                  </a:lnTo>
                  <a:lnTo>
                    <a:pt x="1524477" y="1138632"/>
                  </a:lnTo>
                  <a:lnTo>
                    <a:pt x="1570529" y="1142999"/>
                  </a:lnTo>
                  <a:lnTo>
                    <a:pt x="1570910" y="1121592"/>
                  </a:lnTo>
                  <a:lnTo>
                    <a:pt x="1557575" y="1078039"/>
                  </a:lnTo>
                  <a:lnTo>
                    <a:pt x="1543097" y="1033057"/>
                  </a:lnTo>
                  <a:lnTo>
                    <a:pt x="1540049" y="1007363"/>
                  </a:lnTo>
                  <a:lnTo>
                    <a:pt x="1557670" y="964644"/>
                  </a:lnTo>
                  <a:lnTo>
                    <a:pt x="1564433" y="918209"/>
                  </a:lnTo>
                  <a:lnTo>
                    <a:pt x="1566624" y="870632"/>
                  </a:lnTo>
                  <a:lnTo>
                    <a:pt x="1570529" y="824483"/>
                  </a:lnTo>
                  <a:lnTo>
                    <a:pt x="1596529" y="771136"/>
                  </a:lnTo>
                  <a:lnTo>
                    <a:pt x="1610777" y="732695"/>
                  </a:lnTo>
                  <a:lnTo>
                    <a:pt x="1612975" y="686872"/>
                  </a:lnTo>
                  <a:lnTo>
                    <a:pt x="1614463" y="658820"/>
                  </a:lnTo>
                  <a:lnTo>
                    <a:pt x="1617554" y="620402"/>
                  </a:lnTo>
                  <a:lnTo>
                    <a:pt x="1622984" y="569230"/>
                  </a:lnTo>
                  <a:lnTo>
                    <a:pt x="1631489" y="502919"/>
                  </a:lnTo>
                  <a:lnTo>
                    <a:pt x="1639438" y="451262"/>
                  </a:lnTo>
                  <a:lnTo>
                    <a:pt x="1650094" y="399092"/>
                  </a:lnTo>
                  <a:lnTo>
                    <a:pt x="1662871" y="346996"/>
                  </a:lnTo>
                  <a:lnTo>
                    <a:pt x="1677185" y="295558"/>
                  </a:lnTo>
                  <a:lnTo>
                    <a:pt x="1692449" y="245363"/>
                  </a:lnTo>
                  <a:lnTo>
                    <a:pt x="1733463" y="217078"/>
                  </a:lnTo>
                  <a:lnTo>
                    <a:pt x="1781353" y="200863"/>
                  </a:lnTo>
                  <a:lnTo>
                    <a:pt x="1833120" y="192694"/>
                  </a:lnTo>
                  <a:lnTo>
                    <a:pt x="1885765" y="188549"/>
                  </a:lnTo>
                  <a:lnTo>
                    <a:pt x="1936289" y="184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73830" y="4297680"/>
              <a:ext cx="1930400" cy="1152525"/>
            </a:xfrm>
            <a:custGeom>
              <a:avLst/>
              <a:gdLst/>
              <a:ahLst/>
              <a:cxnLst/>
              <a:rect l="l" t="t" r="r" b="b"/>
              <a:pathLst>
                <a:path w="1930400" h="1152525">
                  <a:moveTo>
                    <a:pt x="25400" y="710184"/>
                  </a:moveTo>
                  <a:lnTo>
                    <a:pt x="25400" y="701040"/>
                  </a:lnTo>
                  <a:lnTo>
                    <a:pt x="0" y="707136"/>
                  </a:lnTo>
                  <a:lnTo>
                    <a:pt x="0" y="717804"/>
                  </a:lnTo>
                  <a:lnTo>
                    <a:pt x="2540" y="718718"/>
                  </a:lnTo>
                  <a:lnTo>
                    <a:pt x="12700" y="716280"/>
                  </a:lnTo>
                  <a:lnTo>
                    <a:pt x="25400" y="710184"/>
                  </a:lnTo>
                  <a:close/>
                </a:path>
                <a:path w="1930400" h="1152525">
                  <a:moveTo>
                    <a:pt x="2540" y="718718"/>
                  </a:moveTo>
                  <a:lnTo>
                    <a:pt x="0" y="717804"/>
                  </a:lnTo>
                  <a:lnTo>
                    <a:pt x="0" y="719328"/>
                  </a:lnTo>
                  <a:lnTo>
                    <a:pt x="2540" y="718718"/>
                  </a:lnTo>
                  <a:close/>
                </a:path>
                <a:path w="1930400" h="1152525">
                  <a:moveTo>
                    <a:pt x="127000" y="751332"/>
                  </a:moveTo>
                  <a:lnTo>
                    <a:pt x="127000" y="740664"/>
                  </a:lnTo>
                  <a:lnTo>
                    <a:pt x="114300" y="737616"/>
                  </a:lnTo>
                  <a:lnTo>
                    <a:pt x="88900" y="734568"/>
                  </a:lnTo>
                  <a:lnTo>
                    <a:pt x="76200" y="731520"/>
                  </a:lnTo>
                  <a:lnTo>
                    <a:pt x="38100" y="726948"/>
                  </a:lnTo>
                  <a:lnTo>
                    <a:pt x="25400" y="723900"/>
                  </a:lnTo>
                  <a:lnTo>
                    <a:pt x="12700" y="722376"/>
                  </a:lnTo>
                  <a:lnTo>
                    <a:pt x="2540" y="718718"/>
                  </a:lnTo>
                  <a:lnTo>
                    <a:pt x="0" y="719328"/>
                  </a:lnTo>
                  <a:lnTo>
                    <a:pt x="0" y="728472"/>
                  </a:lnTo>
                  <a:lnTo>
                    <a:pt x="12700" y="731520"/>
                  </a:lnTo>
                  <a:lnTo>
                    <a:pt x="25400" y="733044"/>
                  </a:lnTo>
                  <a:lnTo>
                    <a:pt x="38100" y="736092"/>
                  </a:lnTo>
                  <a:lnTo>
                    <a:pt x="63500" y="740664"/>
                  </a:lnTo>
                  <a:lnTo>
                    <a:pt x="114300" y="746760"/>
                  </a:lnTo>
                  <a:lnTo>
                    <a:pt x="114300" y="749808"/>
                  </a:lnTo>
                  <a:lnTo>
                    <a:pt x="127000" y="751332"/>
                  </a:lnTo>
                  <a:close/>
                </a:path>
                <a:path w="1930400" h="1152525">
                  <a:moveTo>
                    <a:pt x="38100" y="705612"/>
                  </a:moveTo>
                  <a:lnTo>
                    <a:pt x="38100" y="644652"/>
                  </a:lnTo>
                  <a:lnTo>
                    <a:pt x="25400" y="659892"/>
                  </a:lnTo>
                  <a:lnTo>
                    <a:pt x="25400" y="705612"/>
                  </a:lnTo>
                  <a:lnTo>
                    <a:pt x="38100" y="705612"/>
                  </a:lnTo>
                  <a:close/>
                </a:path>
                <a:path w="1930400" h="1152525">
                  <a:moveTo>
                    <a:pt x="50800" y="647700"/>
                  </a:moveTo>
                  <a:lnTo>
                    <a:pt x="50800" y="614172"/>
                  </a:lnTo>
                  <a:lnTo>
                    <a:pt x="38100" y="629412"/>
                  </a:lnTo>
                  <a:lnTo>
                    <a:pt x="38100" y="655320"/>
                  </a:lnTo>
                  <a:lnTo>
                    <a:pt x="50800" y="647700"/>
                  </a:lnTo>
                  <a:close/>
                </a:path>
                <a:path w="1930400" h="1152525">
                  <a:moveTo>
                    <a:pt x="63500" y="603504"/>
                  </a:moveTo>
                  <a:lnTo>
                    <a:pt x="63500" y="566928"/>
                  </a:lnTo>
                  <a:lnTo>
                    <a:pt x="50800" y="577596"/>
                  </a:lnTo>
                  <a:lnTo>
                    <a:pt x="50800" y="617220"/>
                  </a:lnTo>
                  <a:lnTo>
                    <a:pt x="63500" y="603504"/>
                  </a:lnTo>
                  <a:close/>
                </a:path>
                <a:path w="1930400" h="1152525">
                  <a:moveTo>
                    <a:pt x="88900" y="505968"/>
                  </a:moveTo>
                  <a:lnTo>
                    <a:pt x="88900" y="472440"/>
                  </a:lnTo>
                  <a:lnTo>
                    <a:pt x="76200" y="493776"/>
                  </a:lnTo>
                  <a:lnTo>
                    <a:pt x="76200" y="502920"/>
                  </a:lnTo>
                  <a:lnTo>
                    <a:pt x="63500" y="521208"/>
                  </a:lnTo>
                  <a:lnTo>
                    <a:pt x="63500" y="559308"/>
                  </a:lnTo>
                  <a:lnTo>
                    <a:pt x="76200" y="522732"/>
                  </a:lnTo>
                  <a:lnTo>
                    <a:pt x="88900" y="505968"/>
                  </a:lnTo>
                  <a:close/>
                </a:path>
                <a:path w="1930400" h="1152525">
                  <a:moveTo>
                    <a:pt x="101600" y="463296"/>
                  </a:moveTo>
                  <a:lnTo>
                    <a:pt x="101600" y="425196"/>
                  </a:lnTo>
                  <a:lnTo>
                    <a:pt x="88900" y="431292"/>
                  </a:lnTo>
                  <a:lnTo>
                    <a:pt x="88900" y="475488"/>
                  </a:lnTo>
                  <a:lnTo>
                    <a:pt x="101600" y="463296"/>
                  </a:lnTo>
                  <a:close/>
                </a:path>
                <a:path w="1930400" h="1152525">
                  <a:moveTo>
                    <a:pt x="114300" y="420624"/>
                  </a:moveTo>
                  <a:lnTo>
                    <a:pt x="114300" y="409956"/>
                  </a:lnTo>
                  <a:lnTo>
                    <a:pt x="101600" y="419100"/>
                  </a:lnTo>
                  <a:lnTo>
                    <a:pt x="101600" y="425196"/>
                  </a:lnTo>
                  <a:lnTo>
                    <a:pt x="114300" y="420624"/>
                  </a:lnTo>
                  <a:close/>
                </a:path>
                <a:path w="1930400" h="1152525">
                  <a:moveTo>
                    <a:pt x="127000" y="413004"/>
                  </a:moveTo>
                  <a:lnTo>
                    <a:pt x="127000" y="403860"/>
                  </a:lnTo>
                  <a:lnTo>
                    <a:pt x="114300" y="406908"/>
                  </a:lnTo>
                  <a:lnTo>
                    <a:pt x="114300" y="416052"/>
                  </a:lnTo>
                  <a:lnTo>
                    <a:pt x="127000" y="413004"/>
                  </a:lnTo>
                  <a:close/>
                </a:path>
                <a:path w="1930400" h="1152525">
                  <a:moveTo>
                    <a:pt x="152400" y="406908"/>
                  </a:moveTo>
                  <a:lnTo>
                    <a:pt x="152400" y="397764"/>
                  </a:lnTo>
                  <a:lnTo>
                    <a:pt x="139700" y="400812"/>
                  </a:lnTo>
                  <a:lnTo>
                    <a:pt x="127000" y="402336"/>
                  </a:lnTo>
                  <a:lnTo>
                    <a:pt x="127000" y="411480"/>
                  </a:lnTo>
                  <a:lnTo>
                    <a:pt x="139700" y="409956"/>
                  </a:lnTo>
                  <a:lnTo>
                    <a:pt x="152400" y="406908"/>
                  </a:lnTo>
                  <a:close/>
                </a:path>
                <a:path w="1930400" h="1152525">
                  <a:moveTo>
                    <a:pt x="139700" y="755904"/>
                  </a:moveTo>
                  <a:lnTo>
                    <a:pt x="139700" y="745236"/>
                  </a:lnTo>
                  <a:lnTo>
                    <a:pt x="127000" y="742188"/>
                  </a:lnTo>
                  <a:lnTo>
                    <a:pt x="127000" y="752856"/>
                  </a:lnTo>
                  <a:lnTo>
                    <a:pt x="139700" y="755904"/>
                  </a:lnTo>
                  <a:close/>
                </a:path>
                <a:path w="1930400" h="1152525">
                  <a:moveTo>
                    <a:pt x="1574800" y="1143000"/>
                  </a:moveTo>
                  <a:lnTo>
                    <a:pt x="1549400" y="1141476"/>
                  </a:lnTo>
                  <a:lnTo>
                    <a:pt x="1524000" y="1138428"/>
                  </a:lnTo>
                  <a:lnTo>
                    <a:pt x="1511300" y="1135380"/>
                  </a:lnTo>
                  <a:lnTo>
                    <a:pt x="1485900" y="1130808"/>
                  </a:lnTo>
                  <a:lnTo>
                    <a:pt x="1447800" y="1118616"/>
                  </a:lnTo>
                  <a:lnTo>
                    <a:pt x="1422400" y="1110996"/>
                  </a:lnTo>
                  <a:lnTo>
                    <a:pt x="1384300" y="1092708"/>
                  </a:lnTo>
                  <a:lnTo>
                    <a:pt x="1358900" y="1083564"/>
                  </a:lnTo>
                  <a:lnTo>
                    <a:pt x="1282700" y="1040892"/>
                  </a:lnTo>
                  <a:lnTo>
                    <a:pt x="1244600" y="1018032"/>
                  </a:lnTo>
                  <a:lnTo>
                    <a:pt x="1193800" y="993648"/>
                  </a:lnTo>
                  <a:lnTo>
                    <a:pt x="1117600" y="947928"/>
                  </a:lnTo>
                  <a:lnTo>
                    <a:pt x="1079500" y="926592"/>
                  </a:lnTo>
                  <a:lnTo>
                    <a:pt x="1016000" y="899160"/>
                  </a:lnTo>
                  <a:lnTo>
                    <a:pt x="1003300" y="891540"/>
                  </a:lnTo>
                  <a:lnTo>
                    <a:pt x="914400" y="870204"/>
                  </a:lnTo>
                  <a:lnTo>
                    <a:pt x="825500" y="854964"/>
                  </a:lnTo>
                  <a:lnTo>
                    <a:pt x="622300" y="827532"/>
                  </a:lnTo>
                  <a:lnTo>
                    <a:pt x="431800" y="800100"/>
                  </a:lnTo>
                  <a:lnTo>
                    <a:pt x="279400" y="777240"/>
                  </a:lnTo>
                  <a:lnTo>
                    <a:pt x="228600" y="768096"/>
                  </a:lnTo>
                  <a:lnTo>
                    <a:pt x="190500" y="758952"/>
                  </a:lnTo>
                  <a:lnTo>
                    <a:pt x="139700" y="748284"/>
                  </a:lnTo>
                  <a:lnTo>
                    <a:pt x="139700" y="757428"/>
                  </a:lnTo>
                  <a:lnTo>
                    <a:pt x="177800" y="768096"/>
                  </a:lnTo>
                  <a:lnTo>
                    <a:pt x="279400" y="786384"/>
                  </a:lnTo>
                  <a:lnTo>
                    <a:pt x="520700" y="824484"/>
                  </a:lnTo>
                  <a:lnTo>
                    <a:pt x="622300" y="836676"/>
                  </a:lnTo>
                  <a:lnTo>
                    <a:pt x="812800" y="864108"/>
                  </a:lnTo>
                  <a:lnTo>
                    <a:pt x="914400" y="879348"/>
                  </a:lnTo>
                  <a:lnTo>
                    <a:pt x="977900" y="894588"/>
                  </a:lnTo>
                  <a:lnTo>
                    <a:pt x="990600" y="900684"/>
                  </a:lnTo>
                  <a:lnTo>
                    <a:pt x="1016000" y="908304"/>
                  </a:lnTo>
                  <a:lnTo>
                    <a:pt x="1028700" y="915924"/>
                  </a:lnTo>
                  <a:lnTo>
                    <a:pt x="1054100" y="925068"/>
                  </a:lnTo>
                  <a:lnTo>
                    <a:pt x="1079500" y="935736"/>
                  </a:lnTo>
                  <a:lnTo>
                    <a:pt x="1117600" y="955548"/>
                  </a:lnTo>
                  <a:lnTo>
                    <a:pt x="1193800" y="1001268"/>
                  </a:lnTo>
                  <a:lnTo>
                    <a:pt x="1231900" y="1025652"/>
                  </a:lnTo>
                  <a:lnTo>
                    <a:pt x="1320800" y="1071372"/>
                  </a:lnTo>
                  <a:lnTo>
                    <a:pt x="1358900" y="1092708"/>
                  </a:lnTo>
                  <a:lnTo>
                    <a:pt x="1397000" y="1110996"/>
                  </a:lnTo>
                  <a:lnTo>
                    <a:pt x="1422400" y="1120140"/>
                  </a:lnTo>
                  <a:lnTo>
                    <a:pt x="1435100" y="1127760"/>
                  </a:lnTo>
                  <a:lnTo>
                    <a:pt x="1485900" y="1139952"/>
                  </a:lnTo>
                  <a:lnTo>
                    <a:pt x="1511300" y="1144524"/>
                  </a:lnTo>
                  <a:lnTo>
                    <a:pt x="1524000" y="1149096"/>
                  </a:lnTo>
                  <a:lnTo>
                    <a:pt x="1562100" y="1151382"/>
                  </a:lnTo>
                  <a:lnTo>
                    <a:pt x="1562100" y="1144524"/>
                  </a:lnTo>
                  <a:lnTo>
                    <a:pt x="1574800" y="1143000"/>
                  </a:lnTo>
                  <a:close/>
                </a:path>
                <a:path w="1930400" h="1152525">
                  <a:moveTo>
                    <a:pt x="215900" y="330708"/>
                  </a:moveTo>
                  <a:lnTo>
                    <a:pt x="215900" y="309372"/>
                  </a:lnTo>
                  <a:lnTo>
                    <a:pt x="190500" y="339852"/>
                  </a:lnTo>
                  <a:lnTo>
                    <a:pt x="165100" y="368808"/>
                  </a:lnTo>
                  <a:lnTo>
                    <a:pt x="165100" y="384048"/>
                  </a:lnTo>
                  <a:lnTo>
                    <a:pt x="152400" y="399288"/>
                  </a:lnTo>
                  <a:lnTo>
                    <a:pt x="152400" y="403860"/>
                  </a:lnTo>
                  <a:lnTo>
                    <a:pt x="165100" y="388620"/>
                  </a:lnTo>
                  <a:lnTo>
                    <a:pt x="177800" y="374904"/>
                  </a:lnTo>
                  <a:lnTo>
                    <a:pt x="203200" y="345948"/>
                  </a:lnTo>
                  <a:lnTo>
                    <a:pt x="215900" y="330708"/>
                  </a:lnTo>
                  <a:close/>
                </a:path>
                <a:path w="1930400" h="1152525">
                  <a:moveTo>
                    <a:pt x="228600" y="298704"/>
                  </a:moveTo>
                  <a:lnTo>
                    <a:pt x="228600" y="277368"/>
                  </a:lnTo>
                  <a:lnTo>
                    <a:pt x="215900" y="294132"/>
                  </a:lnTo>
                  <a:lnTo>
                    <a:pt x="215900" y="315468"/>
                  </a:lnTo>
                  <a:lnTo>
                    <a:pt x="228600" y="298704"/>
                  </a:lnTo>
                  <a:close/>
                </a:path>
                <a:path w="1930400" h="1152525">
                  <a:moveTo>
                    <a:pt x="241300" y="274320"/>
                  </a:moveTo>
                  <a:lnTo>
                    <a:pt x="241300" y="236220"/>
                  </a:lnTo>
                  <a:lnTo>
                    <a:pt x="228600" y="240792"/>
                  </a:lnTo>
                  <a:lnTo>
                    <a:pt x="228600" y="281940"/>
                  </a:lnTo>
                  <a:lnTo>
                    <a:pt x="241300" y="274320"/>
                  </a:lnTo>
                  <a:close/>
                </a:path>
                <a:path w="1930400" h="1152525">
                  <a:moveTo>
                    <a:pt x="292100" y="224028"/>
                  </a:moveTo>
                  <a:lnTo>
                    <a:pt x="292100" y="214884"/>
                  </a:lnTo>
                  <a:lnTo>
                    <a:pt x="279400" y="217932"/>
                  </a:lnTo>
                  <a:lnTo>
                    <a:pt x="266700" y="219456"/>
                  </a:lnTo>
                  <a:lnTo>
                    <a:pt x="241300" y="225552"/>
                  </a:lnTo>
                  <a:lnTo>
                    <a:pt x="241300" y="245364"/>
                  </a:lnTo>
                  <a:lnTo>
                    <a:pt x="254000" y="236220"/>
                  </a:lnTo>
                  <a:lnTo>
                    <a:pt x="254000" y="231648"/>
                  </a:lnTo>
                  <a:lnTo>
                    <a:pt x="266700" y="230124"/>
                  </a:lnTo>
                  <a:lnTo>
                    <a:pt x="266700" y="228600"/>
                  </a:lnTo>
                  <a:lnTo>
                    <a:pt x="279400" y="227076"/>
                  </a:lnTo>
                  <a:lnTo>
                    <a:pt x="279400" y="225552"/>
                  </a:lnTo>
                  <a:lnTo>
                    <a:pt x="292100" y="224028"/>
                  </a:lnTo>
                  <a:close/>
                </a:path>
                <a:path w="1930400" h="1152525">
                  <a:moveTo>
                    <a:pt x="304800" y="199644"/>
                  </a:moveTo>
                  <a:lnTo>
                    <a:pt x="304800" y="176784"/>
                  </a:lnTo>
                  <a:lnTo>
                    <a:pt x="292100" y="196596"/>
                  </a:lnTo>
                  <a:lnTo>
                    <a:pt x="292100" y="220980"/>
                  </a:lnTo>
                  <a:lnTo>
                    <a:pt x="304800" y="199644"/>
                  </a:lnTo>
                  <a:close/>
                </a:path>
                <a:path w="1930400" h="1152525">
                  <a:moveTo>
                    <a:pt x="1206500" y="80772"/>
                  </a:moveTo>
                  <a:lnTo>
                    <a:pt x="1206500" y="71628"/>
                  </a:lnTo>
                  <a:lnTo>
                    <a:pt x="1130300" y="62484"/>
                  </a:lnTo>
                  <a:lnTo>
                    <a:pt x="1028700" y="59436"/>
                  </a:lnTo>
                  <a:lnTo>
                    <a:pt x="927100" y="54864"/>
                  </a:lnTo>
                  <a:lnTo>
                    <a:pt x="825500" y="51816"/>
                  </a:lnTo>
                  <a:lnTo>
                    <a:pt x="736600" y="45720"/>
                  </a:lnTo>
                  <a:lnTo>
                    <a:pt x="723900" y="45720"/>
                  </a:lnTo>
                  <a:lnTo>
                    <a:pt x="711200" y="42672"/>
                  </a:lnTo>
                  <a:lnTo>
                    <a:pt x="673100" y="38100"/>
                  </a:lnTo>
                  <a:lnTo>
                    <a:pt x="647700" y="32004"/>
                  </a:lnTo>
                  <a:lnTo>
                    <a:pt x="622300" y="24384"/>
                  </a:lnTo>
                  <a:lnTo>
                    <a:pt x="584200" y="18288"/>
                  </a:lnTo>
                  <a:lnTo>
                    <a:pt x="558800" y="10668"/>
                  </a:lnTo>
                  <a:lnTo>
                    <a:pt x="533400" y="4572"/>
                  </a:lnTo>
                  <a:lnTo>
                    <a:pt x="508000" y="0"/>
                  </a:lnTo>
                  <a:lnTo>
                    <a:pt x="482600" y="7620"/>
                  </a:lnTo>
                  <a:lnTo>
                    <a:pt x="444500" y="25908"/>
                  </a:lnTo>
                  <a:lnTo>
                    <a:pt x="431800" y="35052"/>
                  </a:lnTo>
                  <a:lnTo>
                    <a:pt x="406400" y="45720"/>
                  </a:lnTo>
                  <a:lnTo>
                    <a:pt x="368300" y="80772"/>
                  </a:lnTo>
                  <a:lnTo>
                    <a:pt x="330200" y="124968"/>
                  </a:lnTo>
                  <a:lnTo>
                    <a:pt x="304800" y="158496"/>
                  </a:lnTo>
                  <a:lnTo>
                    <a:pt x="304800" y="181356"/>
                  </a:lnTo>
                  <a:lnTo>
                    <a:pt x="317500" y="163068"/>
                  </a:lnTo>
                  <a:lnTo>
                    <a:pt x="342900" y="129540"/>
                  </a:lnTo>
                  <a:lnTo>
                    <a:pt x="342900" y="115824"/>
                  </a:lnTo>
                  <a:lnTo>
                    <a:pt x="355600" y="100584"/>
                  </a:lnTo>
                  <a:lnTo>
                    <a:pt x="381000" y="76200"/>
                  </a:lnTo>
                  <a:lnTo>
                    <a:pt x="406400" y="64008"/>
                  </a:lnTo>
                  <a:lnTo>
                    <a:pt x="431800" y="42672"/>
                  </a:lnTo>
                  <a:lnTo>
                    <a:pt x="444500" y="33528"/>
                  </a:lnTo>
                  <a:lnTo>
                    <a:pt x="469900" y="25908"/>
                  </a:lnTo>
                  <a:lnTo>
                    <a:pt x="482600" y="16764"/>
                  </a:lnTo>
                  <a:lnTo>
                    <a:pt x="508000" y="9144"/>
                  </a:lnTo>
                  <a:lnTo>
                    <a:pt x="533400" y="13716"/>
                  </a:lnTo>
                  <a:lnTo>
                    <a:pt x="647700" y="41148"/>
                  </a:lnTo>
                  <a:lnTo>
                    <a:pt x="711200" y="53340"/>
                  </a:lnTo>
                  <a:lnTo>
                    <a:pt x="736600" y="56388"/>
                  </a:lnTo>
                  <a:lnTo>
                    <a:pt x="927100" y="65532"/>
                  </a:lnTo>
                  <a:lnTo>
                    <a:pt x="1130300" y="71628"/>
                  </a:lnTo>
                  <a:lnTo>
                    <a:pt x="1168400" y="76200"/>
                  </a:lnTo>
                  <a:lnTo>
                    <a:pt x="1168400" y="77724"/>
                  </a:lnTo>
                  <a:lnTo>
                    <a:pt x="1181100" y="77724"/>
                  </a:lnTo>
                  <a:lnTo>
                    <a:pt x="1193800" y="80772"/>
                  </a:lnTo>
                  <a:lnTo>
                    <a:pt x="1206500" y="80772"/>
                  </a:lnTo>
                  <a:close/>
                </a:path>
                <a:path w="1930400" h="1152525">
                  <a:moveTo>
                    <a:pt x="1231900" y="85344"/>
                  </a:moveTo>
                  <a:lnTo>
                    <a:pt x="1231900" y="74676"/>
                  </a:lnTo>
                  <a:lnTo>
                    <a:pt x="1219200" y="73152"/>
                  </a:lnTo>
                  <a:lnTo>
                    <a:pt x="1206500" y="73152"/>
                  </a:lnTo>
                  <a:lnTo>
                    <a:pt x="1206500" y="82296"/>
                  </a:lnTo>
                  <a:lnTo>
                    <a:pt x="1231900" y="85344"/>
                  </a:lnTo>
                  <a:close/>
                </a:path>
                <a:path w="1930400" h="1152525">
                  <a:moveTo>
                    <a:pt x="1270000" y="96012"/>
                  </a:moveTo>
                  <a:lnTo>
                    <a:pt x="1270000" y="85344"/>
                  </a:lnTo>
                  <a:lnTo>
                    <a:pt x="1244600" y="79248"/>
                  </a:lnTo>
                  <a:lnTo>
                    <a:pt x="1244600" y="77724"/>
                  </a:lnTo>
                  <a:lnTo>
                    <a:pt x="1231900" y="76200"/>
                  </a:lnTo>
                  <a:lnTo>
                    <a:pt x="1231900" y="86868"/>
                  </a:lnTo>
                  <a:lnTo>
                    <a:pt x="1244600" y="88392"/>
                  </a:lnTo>
                  <a:lnTo>
                    <a:pt x="1257300" y="91440"/>
                  </a:lnTo>
                  <a:lnTo>
                    <a:pt x="1270000" y="96012"/>
                  </a:lnTo>
                  <a:close/>
                </a:path>
                <a:path w="1930400" h="1152525">
                  <a:moveTo>
                    <a:pt x="1816100" y="178308"/>
                  </a:moveTo>
                  <a:lnTo>
                    <a:pt x="1816100" y="169164"/>
                  </a:lnTo>
                  <a:lnTo>
                    <a:pt x="1790700" y="167640"/>
                  </a:lnTo>
                  <a:lnTo>
                    <a:pt x="1778000" y="164592"/>
                  </a:lnTo>
                  <a:lnTo>
                    <a:pt x="1752600" y="161544"/>
                  </a:lnTo>
                  <a:lnTo>
                    <a:pt x="1739900" y="156972"/>
                  </a:lnTo>
                  <a:lnTo>
                    <a:pt x="1701800" y="146304"/>
                  </a:lnTo>
                  <a:lnTo>
                    <a:pt x="1676400" y="141732"/>
                  </a:lnTo>
                  <a:lnTo>
                    <a:pt x="1663700" y="138684"/>
                  </a:lnTo>
                  <a:lnTo>
                    <a:pt x="1625600" y="134112"/>
                  </a:lnTo>
                  <a:lnTo>
                    <a:pt x="1600200" y="132588"/>
                  </a:lnTo>
                  <a:lnTo>
                    <a:pt x="1574800" y="132588"/>
                  </a:lnTo>
                  <a:lnTo>
                    <a:pt x="1536700" y="131064"/>
                  </a:lnTo>
                  <a:lnTo>
                    <a:pt x="1498600" y="131064"/>
                  </a:lnTo>
                  <a:lnTo>
                    <a:pt x="1447800" y="129540"/>
                  </a:lnTo>
                  <a:lnTo>
                    <a:pt x="1435100" y="128016"/>
                  </a:lnTo>
                  <a:lnTo>
                    <a:pt x="1409700" y="126492"/>
                  </a:lnTo>
                  <a:lnTo>
                    <a:pt x="1384300" y="123444"/>
                  </a:lnTo>
                  <a:lnTo>
                    <a:pt x="1371600" y="118872"/>
                  </a:lnTo>
                  <a:lnTo>
                    <a:pt x="1346200" y="114300"/>
                  </a:lnTo>
                  <a:lnTo>
                    <a:pt x="1333500" y="108204"/>
                  </a:lnTo>
                  <a:lnTo>
                    <a:pt x="1320800" y="105156"/>
                  </a:lnTo>
                  <a:lnTo>
                    <a:pt x="1308100" y="100584"/>
                  </a:lnTo>
                  <a:lnTo>
                    <a:pt x="1295400" y="97536"/>
                  </a:lnTo>
                  <a:lnTo>
                    <a:pt x="1295400" y="94488"/>
                  </a:lnTo>
                  <a:lnTo>
                    <a:pt x="1282700" y="92964"/>
                  </a:lnTo>
                  <a:lnTo>
                    <a:pt x="1270000" y="89916"/>
                  </a:lnTo>
                  <a:lnTo>
                    <a:pt x="1270000" y="99060"/>
                  </a:lnTo>
                  <a:lnTo>
                    <a:pt x="1282700" y="100584"/>
                  </a:lnTo>
                  <a:lnTo>
                    <a:pt x="1282700" y="103632"/>
                  </a:lnTo>
                  <a:lnTo>
                    <a:pt x="1308100" y="109728"/>
                  </a:lnTo>
                  <a:lnTo>
                    <a:pt x="1320800" y="114300"/>
                  </a:lnTo>
                  <a:lnTo>
                    <a:pt x="1320800" y="117348"/>
                  </a:lnTo>
                  <a:lnTo>
                    <a:pt x="1346200" y="123444"/>
                  </a:lnTo>
                  <a:lnTo>
                    <a:pt x="1371600" y="128016"/>
                  </a:lnTo>
                  <a:lnTo>
                    <a:pt x="1384300" y="132588"/>
                  </a:lnTo>
                  <a:lnTo>
                    <a:pt x="1409700" y="135636"/>
                  </a:lnTo>
                  <a:lnTo>
                    <a:pt x="1447800" y="138684"/>
                  </a:lnTo>
                  <a:lnTo>
                    <a:pt x="1498600" y="140208"/>
                  </a:lnTo>
                  <a:lnTo>
                    <a:pt x="1536700" y="140208"/>
                  </a:lnTo>
                  <a:lnTo>
                    <a:pt x="1574800" y="141732"/>
                  </a:lnTo>
                  <a:lnTo>
                    <a:pt x="1600200" y="141732"/>
                  </a:lnTo>
                  <a:lnTo>
                    <a:pt x="1638300" y="144780"/>
                  </a:lnTo>
                  <a:lnTo>
                    <a:pt x="1676400" y="150876"/>
                  </a:lnTo>
                  <a:lnTo>
                    <a:pt x="1701800" y="155448"/>
                  </a:lnTo>
                  <a:lnTo>
                    <a:pt x="1739900" y="166116"/>
                  </a:lnTo>
                  <a:lnTo>
                    <a:pt x="1752600" y="170688"/>
                  </a:lnTo>
                  <a:lnTo>
                    <a:pt x="1790700" y="176784"/>
                  </a:lnTo>
                  <a:lnTo>
                    <a:pt x="1816100" y="178308"/>
                  </a:lnTo>
                  <a:close/>
                </a:path>
                <a:path w="1930400" h="1152525">
                  <a:moveTo>
                    <a:pt x="1549400" y="1060704"/>
                  </a:moveTo>
                  <a:lnTo>
                    <a:pt x="1549400" y="989076"/>
                  </a:lnTo>
                  <a:lnTo>
                    <a:pt x="1536700" y="999744"/>
                  </a:lnTo>
                  <a:lnTo>
                    <a:pt x="1536700" y="1048512"/>
                  </a:lnTo>
                  <a:lnTo>
                    <a:pt x="1549400" y="1060704"/>
                  </a:lnTo>
                  <a:close/>
                </a:path>
                <a:path w="1930400" h="1152525">
                  <a:moveTo>
                    <a:pt x="1562100" y="970788"/>
                  </a:moveTo>
                  <a:lnTo>
                    <a:pt x="1562100" y="946404"/>
                  </a:lnTo>
                  <a:lnTo>
                    <a:pt x="1549400" y="957072"/>
                  </a:lnTo>
                  <a:lnTo>
                    <a:pt x="1549400" y="992124"/>
                  </a:lnTo>
                  <a:lnTo>
                    <a:pt x="1562100" y="970788"/>
                  </a:lnTo>
                  <a:close/>
                </a:path>
                <a:path w="1930400" h="1152525">
                  <a:moveTo>
                    <a:pt x="1562100" y="1095756"/>
                  </a:moveTo>
                  <a:lnTo>
                    <a:pt x="1562100" y="1080516"/>
                  </a:lnTo>
                  <a:lnTo>
                    <a:pt x="1549400" y="1057656"/>
                  </a:lnTo>
                  <a:lnTo>
                    <a:pt x="1549400" y="1083564"/>
                  </a:lnTo>
                  <a:lnTo>
                    <a:pt x="1562100" y="1095756"/>
                  </a:lnTo>
                  <a:close/>
                </a:path>
                <a:path w="1930400" h="1152525">
                  <a:moveTo>
                    <a:pt x="1574800" y="923544"/>
                  </a:moveTo>
                  <a:lnTo>
                    <a:pt x="1574800" y="813816"/>
                  </a:lnTo>
                  <a:lnTo>
                    <a:pt x="1562100" y="826008"/>
                  </a:lnTo>
                  <a:lnTo>
                    <a:pt x="1562100" y="946404"/>
                  </a:lnTo>
                  <a:lnTo>
                    <a:pt x="1574800" y="923544"/>
                  </a:lnTo>
                  <a:close/>
                </a:path>
                <a:path w="1930400" h="1152525">
                  <a:moveTo>
                    <a:pt x="1574800" y="1135380"/>
                  </a:moveTo>
                  <a:lnTo>
                    <a:pt x="1574800" y="1104900"/>
                  </a:lnTo>
                  <a:lnTo>
                    <a:pt x="1562100" y="1092708"/>
                  </a:lnTo>
                  <a:lnTo>
                    <a:pt x="1562100" y="1127760"/>
                  </a:lnTo>
                  <a:lnTo>
                    <a:pt x="1574800" y="1135380"/>
                  </a:lnTo>
                  <a:close/>
                </a:path>
                <a:path w="1930400" h="1152525">
                  <a:moveTo>
                    <a:pt x="1574800" y="1152144"/>
                  </a:moveTo>
                  <a:lnTo>
                    <a:pt x="1574800" y="1143000"/>
                  </a:lnTo>
                  <a:lnTo>
                    <a:pt x="1562100" y="1144524"/>
                  </a:lnTo>
                  <a:lnTo>
                    <a:pt x="1562100" y="1151382"/>
                  </a:lnTo>
                  <a:lnTo>
                    <a:pt x="1574800" y="1152144"/>
                  </a:lnTo>
                  <a:close/>
                </a:path>
                <a:path w="1930400" h="1152525">
                  <a:moveTo>
                    <a:pt x="1600200" y="787908"/>
                  </a:moveTo>
                  <a:lnTo>
                    <a:pt x="1600200" y="763524"/>
                  </a:lnTo>
                  <a:lnTo>
                    <a:pt x="1587500" y="775716"/>
                  </a:lnTo>
                  <a:lnTo>
                    <a:pt x="1587500" y="783336"/>
                  </a:lnTo>
                  <a:lnTo>
                    <a:pt x="1574800" y="801624"/>
                  </a:lnTo>
                  <a:lnTo>
                    <a:pt x="1574800" y="830580"/>
                  </a:lnTo>
                  <a:lnTo>
                    <a:pt x="1600200" y="787908"/>
                  </a:lnTo>
                  <a:close/>
                </a:path>
                <a:path w="1930400" h="1152525">
                  <a:moveTo>
                    <a:pt x="1612900" y="762000"/>
                  </a:moveTo>
                  <a:lnTo>
                    <a:pt x="1612900" y="734568"/>
                  </a:lnTo>
                  <a:lnTo>
                    <a:pt x="1600200" y="742188"/>
                  </a:lnTo>
                  <a:lnTo>
                    <a:pt x="1600200" y="766572"/>
                  </a:lnTo>
                  <a:lnTo>
                    <a:pt x="1612900" y="762000"/>
                  </a:lnTo>
                  <a:close/>
                </a:path>
                <a:path w="1930400" h="1152525">
                  <a:moveTo>
                    <a:pt x="1625600" y="675132"/>
                  </a:moveTo>
                  <a:lnTo>
                    <a:pt x="1625600" y="559308"/>
                  </a:lnTo>
                  <a:lnTo>
                    <a:pt x="1612900" y="601980"/>
                  </a:lnTo>
                  <a:lnTo>
                    <a:pt x="1612900" y="685800"/>
                  </a:lnTo>
                  <a:lnTo>
                    <a:pt x="1625600" y="675132"/>
                  </a:lnTo>
                  <a:close/>
                </a:path>
                <a:path w="1930400" h="1152525">
                  <a:moveTo>
                    <a:pt x="1638300" y="534924"/>
                  </a:moveTo>
                  <a:lnTo>
                    <a:pt x="1638300" y="441960"/>
                  </a:lnTo>
                  <a:lnTo>
                    <a:pt x="1625600" y="475488"/>
                  </a:lnTo>
                  <a:lnTo>
                    <a:pt x="1625600" y="548640"/>
                  </a:lnTo>
                  <a:lnTo>
                    <a:pt x="1638300" y="534924"/>
                  </a:lnTo>
                  <a:close/>
                </a:path>
                <a:path w="1930400" h="1152525">
                  <a:moveTo>
                    <a:pt x="1663700" y="379476"/>
                  </a:moveTo>
                  <a:lnTo>
                    <a:pt x="1663700" y="344424"/>
                  </a:lnTo>
                  <a:lnTo>
                    <a:pt x="1651000" y="376428"/>
                  </a:lnTo>
                  <a:lnTo>
                    <a:pt x="1638300" y="409956"/>
                  </a:lnTo>
                  <a:lnTo>
                    <a:pt x="1638300" y="477012"/>
                  </a:lnTo>
                  <a:lnTo>
                    <a:pt x="1651000" y="443484"/>
                  </a:lnTo>
                  <a:lnTo>
                    <a:pt x="1651000" y="411480"/>
                  </a:lnTo>
                  <a:lnTo>
                    <a:pt x="1663700" y="379476"/>
                  </a:lnTo>
                  <a:close/>
                </a:path>
                <a:path w="1930400" h="1152525">
                  <a:moveTo>
                    <a:pt x="1930400" y="193548"/>
                  </a:moveTo>
                  <a:lnTo>
                    <a:pt x="1930400" y="184404"/>
                  </a:lnTo>
                  <a:lnTo>
                    <a:pt x="1905000" y="187452"/>
                  </a:lnTo>
                  <a:lnTo>
                    <a:pt x="1866900" y="188976"/>
                  </a:lnTo>
                  <a:lnTo>
                    <a:pt x="1828800" y="193548"/>
                  </a:lnTo>
                  <a:lnTo>
                    <a:pt x="1790700" y="199644"/>
                  </a:lnTo>
                  <a:lnTo>
                    <a:pt x="1778000" y="202692"/>
                  </a:lnTo>
                  <a:lnTo>
                    <a:pt x="1752600" y="207264"/>
                  </a:lnTo>
                  <a:lnTo>
                    <a:pt x="1714500" y="225552"/>
                  </a:lnTo>
                  <a:lnTo>
                    <a:pt x="1689100" y="245364"/>
                  </a:lnTo>
                  <a:lnTo>
                    <a:pt x="1689100" y="248412"/>
                  </a:lnTo>
                  <a:lnTo>
                    <a:pt x="1676400" y="278892"/>
                  </a:lnTo>
                  <a:lnTo>
                    <a:pt x="1663700" y="310896"/>
                  </a:lnTo>
                  <a:lnTo>
                    <a:pt x="1663700" y="345948"/>
                  </a:lnTo>
                  <a:lnTo>
                    <a:pt x="1689100" y="281940"/>
                  </a:lnTo>
                  <a:lnTo>
                    <a:pt x="1701800" y="251460"/>
                  </a:lnTo>
                  <a:lnTo>
                    <a:pt x="1701800" y="242316"/>
                  </a:lnTo>
                  <a:lnTo>
                    <a:pt x="1727200" y="227076"/>
                  </a:lnTo>
                  <a:lnTo>
                    <a:pt x="1739900" y="220980"/>
                  </a:lnTo>
                  <a:lnTo>
                    <a:pt x="1803400" y="205740"/>
                  </a:lnTo>
                  <a:lnTo>
                    <a:pt x="1841500" y="201168"/>
                  </a:lnTo>
                  <a:lnTo>
                    <a:pt x="1879600" y="199644"/>
                  </a:lnTo>
                  <a:lnTo>
                    <a:pt x="1930400" y="1935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273945" y="1293876"/>
            <a:ext cx="8181340" cy="2781300"/>
            <a:chOff x="1273945" y="1293876"/>
            <a:chExt cx="8181340" cy="2781300"/>
          </a:xfrm>
        </p:grpSpPr>
        <p:sp>
          <p:nvSpPr>
            <p:cNvPr id="30" name="object 30"/>
            <p:cNvSpPr/>
            <p:nvPr/>
          </p:nvSpPr>
          <p:spPr>
            <a:xfrm>
              <a:off x="6822821" y="1716023"/>
              <a:ext cx="1513840" cy="678180"/>
            </a:xfrm>
            <a:custGeom>
              <a:avLst/>
              <a:gdLst/>
              <a:ahLst/>
              <a:cxnLst/>
              <a:rect l="l" t="t" r="r" b="b"/>
              <a:pathLst>
                <a:path w="1513840" h="678180">
                  <a:moveTo>
                    <a:pt x="144780" y="108204"/>
                  </a:moveTo>
                  <a:lnTo>
                    <a:pt x="0" y="108204"/>
                  </a:lnTo>
                  <a:lnTo>
                    <a:pt x="0" y="137160"/>
                  </a:lnTo>
                  <a:lnTo>
                    <a:pt x="144780" y="137160"/>
                  </a:lnTo>
                  <a:lnTo>
                    <a:pt x="144780" y="108204"/>
                  </a:lnTo>
                  <a:close/>
                </a:path>
                <a:path w="1513840" h="678180">
                  <a:moveTo>
                    <a:pt x="576072" y="542544"/>
                  </a:moveTo>
                  <a:lnTo>
                    <a:pt x="432816" y="542544"/>
                  </a:lnTo>
                  <a:lnTo>
                    <a:pt x="432816" y="569976"/>
                  </a:lnTo>
                  <a:lnTo>
                    <a:pt x="576072" y="569976"/>
                  </a:lnTo>
                  <a:lnTo>
                    <a:pt x="576072" y="542544"/>
                  </a:lnTo>
                  <a:close/>
                </a:path>
                <a:path w="1513840" h="678180">
                  <a:moveTo>
                    <a:pt x="612648" y="0"/>
                  </a:moveTo>
                  <a:lnTo>
                    <a:pt x="469392" y="0"/>
                  </a:lnTo>
                  <a:lnTo>
                    <a:pt x="469392" y="28956"/>
                  </a:lnTo>
                  <a:lnTo>
                    <a:pt x="612648" y="28956"/>
                  </a:lnTo>
                  <a:lnTo>
                    <a:pt x="612648" y="0"/>
                  </a:lnTo>
                  <a:close/>
                </a:path>
                <a:path w="1513840" h="678180">
                  <a:moveTo>
                    <a:pt x="1082040" y="649224"/>
                  </a:moveTo>
                  <a:lnTo>
                    <a:pt x="937260" y="649224"/>
                  </a:lnTo>
                  <a:lnTo>
                    <a:pt x="937260" y="678180"/>
                  </a:lnTo>
                  <a:lnTo>
                    <a:pt x="1082040" y="678180"/>
                  </a:lnTo>
                  <a:lnTo>
                    <a:pt x="1082040" y="649224"/>
                  </a:lnTo>
                  <a:close/>
                </a:path>
                <a:path w="1513840" h="678180">
                  <a:moveTo>
                    <a:pt x="1152144" y="73152"/>
                  </a:moveTo>
                  <a:lnTo>
                    <a:pt x="1008888" y="73152"/>
                  </a:lnTo>
                  <a:lnTo>
                    <a:pt x="1008888" y="102108"/>
                  </a:lnTo>
                  <a:lnTo>
                    <a:pt x="1152144" y="102108"/>
                  </a:lnTo>
                  <a:lnTo>
                    <a:pt x="1152144" y="73152"/>
                  </a:lnTo>
                  <a:close/>
                </a:path>
                <a:path w="1513840" h="678180">
                  <a:moveTo>
                    <a:pt x="1513332" y="252984"/>
                  </a:moveTo>
                  <a:lnTo>
                    <a:pt x="1368552" y="252984"/>
                  </a:lnTo>
                  <a:lnTo>
                    <a:pt x="1368552" y="281940"/>
                  </a:lnTo>
                  <a:lnTo>
                    <a:pt x="1513332" y="281940"/>
                  </a:lnTo>
                  <a:lnTo>
                    <a:pt x="1513332" y="252984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73945" y="1293876"/>
              <a:ext cx="8181340" cy="2781300"/>
            </a:xfrm>
            <a:custGeom>
              <a:avLst/>
              <a:gdLst/>
              <a:ahLst/>
              <a:cxnLst/>
              <a:rect l="l" t="t" r="r" b="b"/>
              <a:pathLst>
                <a:path w="8181340" h="2781300">
                  <a:moveTo>
                    <a:pt x="8180829" y="2781300"/>
                  </a:moveTo>
                  <a:lnTo>
                    <a:pt x="8180829" y="0"/>
                  </a:lnTo>
                  <a:lnTo>
                    <a:pt x="0" y="0"/>
                  </a:lnTo>
                  <a:lnTo>
                    <a:pt x="0" y="2781300"/>
                  </a:lnTo>
                  <a:lnTo>
                    <a:pt x="4572" y="2781300"/>
                  </a:ln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lnTo>
                    <a:pt x="8171685" y="10668"/>
                  </a:lnTo>
                  <a:lnTo>
                    <a:pt x="8171685" y="4572"/>
                  </a:lnTo>
                  <a:lnTo>
                    <a:pt x="8176257" y="10668"/>
                  </a:lnTo>
                  <a:lnTo>
                    <a:pt x="8176257" y="2781300"/>
                  </a:lnTo>
                  <a:lnTo>
                    <a:pt x="8180829" y="2781300"/>
                  </a:lnTo>
                  <a:close/>
                </a:path>
                <a:path w="8181340" h="2781300">
                  <a:moveTo>
                    <a:pt x="9144" y="10668"/>
                  </a:move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8181340" h="2781300">
                  <a:moveTo>
                    <a:pt x="9144" y="2772156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2772156"/>
                  </a:lnTo>
                  <a:lnTo>
                    <a:pt x="9144" y="2772156"/>
                  </a:lnTo>
                  <a:close/>
                </a:path>
                <a:path w="8181340" h="2781300">
                  <a:moveTo>
                    <a:pt x="8176257" y="2772156"/>
                  </a:moveTo>
                  <a:lnTo>
                    <a:pt x="4572" y="2772156"/>
                  </a:lnTo>
                  <a:lnTo>
                    <a:pt x="9144" y="2776728"/>
                  </a:lnTo>
                  <a:lnTo>
                    <a:pt x="9144" y="2781300"/>
                  </a:lnTo>
                  <a:lnTo>
                    <a:pt x="8171685" y="2781300"/>
                  </a:lnTo>
                  <a:lnTo>
                    <a:pt x="8171685" y="2776728"/>
                  </a:lnTo>
                  <a:lnTo>
                    <a:pt x="8176257" y="2772156"/>
                  </a:lnTo>
                  <a:close/>
                </a:path>
                <a:path w="8181340" h="2781300">
                  <a:moveTo>
                    <a:pt x="9144" y="2781300"/>
                  </a:moveTo>
                  <a:lnTo>
                    <a:pt x="9144" y="2776728"/>
                  </a:lnTo>
                  <a:lnTo>
                    <a:pt x="4572" y="2772156"/>
                  </a:lnTo>
                  <a:lnTo>
                    <a:pt x="4572" y="2781300"/>
                  </a:lnTo>
                  <a:lnTo>
                    <a:pt x="9144" y="2781300"/>
                  </a:lnTo>
                  <a:close/>
                </a:path>
                <a:path w="8181340" h="2781300">
                  <a:moveTo>
                    <a:pt x="8176257" y="10668"/>
                  </a:moveTo>
                  <a:lnTo>
                    <a:pt x="8171685" y="4572"/>
                  </a:lnTo>
                  <a:lnTo>
                    <a:pt x="8171685" y="10668"/>
                  </a:lnTo>
                  <a:lnTo>
                    <a:pt x="8176257" y="10668"/>
                  </a:lnTo>
                  <a:close/>
                </a:path>
                <a:path w="8181340" h="2781300">
                  <a:moveTo>
                    <a:pt x="8176257" y="2772156"/>
                  </a:moveTo>
                  <a:lnTo>
                    <a:pt x="8176257" y="10668"/>
                  </a:lnTo>
                  <a:lnTo>
                    <a:pt x="8171685" y="10668"/>
                  </a:lnTo>
                  <a:lnTo>
                    <a:pt x="8171685" y="2772156"/>
                  </a:lnTo>
                  <a:lnTo>
                    <a:pt x="8176257" y="2772156"/>
                  </a:lnTo>
                  <a:close/>
                </a:path>
                <a:path w="8181340" h="2781300">
                  <a:moveTo>
                    <a:pt x="8176257" y="2781300"/>
                  </a:moveTo>
                  <a:lnTo>
                    <a:pt x="8176257" y="2772156"/>
                  </a:lnTo>
                  <a:lnTo>
                    <a:pt x="8171685" y="2776728"/>
                  </a:lnTo>
                  <a:lnTo>
                    <a:pt x="8171685" y="2781300"/>
                  </a:lnTo>
                  <a:lnTo>
                    <a:pt x="8176257" y="2781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154554" y="4551677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Fur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821302" y="4411979"/>
            <a:ext cx="2451100" cy="1914525"/>
            <a:chOff x="6821302" y="4411979"/>
            <a:chExt cx="2451100" cy="1914525"/>
          </a:xfrm>
        </p:grpSpPr>
        <p:sp>
          <p:nvSpPr>
            <p:cNvPr id="34" name="object 34"/>
            <p:cNvSpPr/>
            <p:nvPr/>
          </p:nvSpPr>
          <p:spPr>
            <a:xfrm>
              <a:off x="6821297" y="4411979"/>
              <a:ext cx="1513840" cy="649605"/>
            </a:xfrm>
            <a:custGeom>
              <a:avLst/>
              <a:gdLst/>
              <a:ahLst/>
              <a:cxnLst/>
              <a:rect l="l" t="t" r="r" b="b"/>
              <a:pathLst>
                <a:path w="1513840" h="649604">
                  <a:moveTo>
                    <a:pt x="144780" y="451104"/>
                  </a:moveTo>
                  <a:lnTo>
                    <a:pt x="85344" y="451104"/>
                  </a:lnTo>
                  <a:lnTo>
                    <a:pt x="85344" y="394716"/>
                  </a:lnTo>
                  <a:lnTo>
                    <a:pt x="56388" y="394716"/>
                  </a:lnTo>
                  <a:lnTo>
                    <a:pt x="56388" y="451104"/>
                  </a:lnTo>
                  <a:lnTo>
                    <a:pt x="0" y="451104"/>
                  </a:lnTo>
                  <a:lnTo>
                    <a:pt x="0" y="480060"/>
                  </a:lnTo>
                  <a:lnTo>
                    <a:pt x="56388" y="480060"/>
                  </a:lnTo>
                  <a:lnTo>
                    <a:pt x="56388" y="539496"/>
                  </a:lnTo>
                  <a:lnTo>
                    <a:pt x="85344" y="539496"/>
                  </a:lnTo>
                  <a:lnTo>
                    <a:pt x="85344" y="480060"/>
                  </a:lnTo>
                  <a:lnTo>
                    <a:pt x="144780" y="480060"/>
                  </a:lnTo>
                  <a:lnTo>
                    <a:pt x="144780" y="451104"/>
                  </a:lnTo>
                  <a:close/>
                </a:path>
                <a:path w="1513840" h="649604">
                  <a:moveTo>
                    <a:pt x="219456" y="56388"/>
                  </a:moveTo>
                  <a:lnTo>
                    <a:pt x="160020" y="56388"/>
                  </a:lnTo>
                  <a:lnTo>
                    <a:pt x="160020" y="0"/>
                  </a:lnTo>
                  <a:lnTo>
                    <a:pt x="131064" y="0"/>
                  </a:lnTo>
                  <a:lnTo>
                    <a:pt x="131064" y="56388"/>
                  </a:lnTo>
                  <a:lnTo>
                    <a:pt x="74676" y="56388"/>
                  </a:lnTo>
                  <a:lnTo>
                    <a:pt x="74676" y="83820"/>
                  </a:lnTo>
                  <a:lnTo>
                    <a:pt x="131064" y="83820"/>
                  </a:lnTo>
                  <a:lnTo>
                    <a:pt x="131064" y="143256"/>
                  </a:lnTo>
                  <a:lnTo>
                    <a:pt x="160020" y="143256"/>
                  </a:lnTo>
                  <a:lnTo>
                    <a:pt x="160020" y="83820"/>
                  </a:lnTo>
                  <a:lnTo>
                    <a:pt x="219456" y="83820"/>
                  </a:lnTo>
                  <a:lnTo>
                    <a:pt x="219456" y="56388"/>
                  </a:lnTo>
                  <a:close/>
                </a:path>
                <a:path w="1513840" h="649604">
                  <a:moveTo>
                    <a:pt x="470916" y="199644"/>
                  </a:moveTo>
                  <a:lnTo>
                    <a:pt x="409956" y="199644"/>
                  </a:lnTo>
                  <a:lnTo>
                    <a:pt x="409956" y="143256"/>
                  </a:lnTo>
                  <a:lnTo>
                    <a:pt x="382524" y="143256"/>
                  </a:lnTo>
                  <a:lnTo>
                    <a:pt x="382524" y="199644"/>
                  </a:lnTo>
                  <a:lnTo>
                    <a:pt x="326136" y="199644"/>
                  </a:lnTo>
                  <a:lnTo>
                    <a:pt x="326136" y="228600"/>
                  </a:lnTo>
                  <a:lnTo>
                    <a:pt x="382524" y="228600"/>
                  </a:lnTo>
                  <a:lnTo>
                    <a:pt x="382524" y="288036"/>
                  </a:lnTo>
                  <a:lnTo>
                    <a:pt x="409956" y="288036"/>
                  </a:lnTo>
                  <a:lnTo>
                    <a:pt x="409956" y="228600"/>
                  </a:lnTo>
                  <a:lnTo>
                    <a:pt x="470916" y="228600"/>
                  </a:lnTo>
                  <a:lnTo>
                    <a:pt x="470916" y="199644"/>
                  </a:lnTo>
                  <a:close/>
                </a:path>
                <a:path w="1513840" h="649604">
                  <a:moveTo>
                    <a:pt x="682752" y="560832"/>
                  </a:moveTo>
                  <a:lnTo>
                    <a:pt x="623316" y="560832"/>
                  </a:lnTo>
                  <a:lnTo>
                    <a:pt x="623316" y="504444"/>
                  </a:lnTo>
                  <a:lnTo>
                    <a:pt x="594360" y="504444"/>
                  </a:lnTo>
                  <a:lnTo>
                    <a:pt x="594360" y="560832"/>
                  </a:lnTo>
                  <a:lnTo>
                    <a:pt x="537972" y="560832"/>
                  </a:lnTo>
                  <a:lnTo>
                    <a:pt x="537972" y="589788"/>
                  </a:lnTo>
                  <a:lnTo>
                    <a:pt x="594360" y="589788"/>
                  </a:lnTo>
                  <a:lnTo>
                    <a:pt x="594360" y="649224"/>
                  </a:lnTo>
                  <a:lnTo>
                    <a:pt x="623316" y="649224"/>
                  </a:lnTo>
                  <a:lnTo>
                    <a:pt x="623316" y="589788"/>
                  </a:lnTo>
                  <a:lnTo>
                    <a:pt x="682752" y="589788"/>
                  </a:lnTo>
                  <a:lnTo>
                    <a:pt x="682752" y="560832"/>
                  </a:lnTo>
                  <a:close/>
                </a:path>
                <a:path w="1513840" h="649604">
                  <a:moveTo>
                    <a:pt x="1008888" y="560832"/>
                  </a:moveTo>
                  <a:lnTo>
                    <a:pt x="949452" y="560832"/>
                  </a:lnTo>
                  <a:lnTo>
                    <a:pt x="949452" y="504444"/>
                  </a:lnTo>
                  <a:lnTo>
                    <a:pt x="920496" y="504444"/>
                  </a:lnTo>
                  <a:lnTo>
                    <a:pt x="920496" y="560832"/>
                  </a:lnTo>
                  <a:lnTo>
                    <a:pt x="864108" y="560832"/>
                  </a:lnTo>
                  <a:lnTo>
                    <a:pt x="864108" y="589788"/>
                  </a:lnTo>
                  <a:lnTo>
                    <a:pt x="920496" y="589788"/>
                  </a:lnTo>
                  <a:lnTo>
                    <a:pt x="920496" y="649224"/>
                  </a:lnTo>
                  <a:lnTo>
                    <a:pt x="949452" y="649224"/>
                  </a:lnTo>
                  <a:lnTo>
                    <a:pt x="949452" y="589788"/>
                  </a:lnTo>
                  <a:lnTo>
                    <a:pt x="1008888" y="589788"/>
                  </a:lnTo>
                  <a:lnTo>
                    <a:pt x="1008888" y="560832"/>
                  </a:lnTo>
                  <a:close/>
                </a:path>
                <a:path w="1513840" h="649604">
                  <a:moveTo>
                    <a:pt x="1008888" y="163068"/>
                  </a:moveTo>
                  <a:lnTo>
                    <a:pt x="949452" y="163068"/>
                  </a:lnTo>
                  <a:lnTo>
                    <a:pt x="949452" y="106680"/>
                  </a:lnTo>
                  <a:lnTo>
                    <a:pt x="920496" y="106680"/>
                  </a:lnTo>
                  <a:lnTo>
                    <a:pt x="920496" y="163068"/>
                  </a:lnTo>
                  <a:lnTo>
                    <a:pt x="864108" y="163068"/>
                  </a:lnTo>
                  <a:lnTo>
                    <a:pt x="864108" y="192024"/>
                  </a:lnTo>
                  <a:lnTo>
                    <a:pt x="920496" y="192024"/>
                  </a:lnTo>
                  <a:lnTo>
                    <a:pt x="920496" y="251460"/>
                  </a:lnTo>
                  <a:lnTo>
                    <a:pt x="949452" y="251460"/>
                  </a:lnTo>
                  <a:lnTo>
                    <a:pt x="949452" y="192024"/>
                  </a:lnTo>
                  <a:lnTo>
                    <a:pt x="1008888" y="192024"/>
                  </a:lnTo>
                  <a:lnTo>
                    <a:pt x="1008888" y="163068"/>
                  </a:lnTo>
                  <a:close/>
                </a:path>
                <a:path w="1513840" h="649604">
                  <a:moveTo>
                    <a:pt x="1261872" y="344424"/>
                  </a:moveTo>
                  <a:lnTo>
                    <a:pt x="1202436" y="344424"/>
                  </a:lnTo>
                  <a:lnTo>
                    <a:pt x="1202436" y="288036"/>
                  </a:lnTo>
                  <a:lnTo>
                    <a:pt x="1173480" y="288036"/>
                  </a:lnTo>
                  <a:lnTo>
                    <a:pt x="1173480" y="344424"/>
                  </a:lnTo>
                  <a:lnTo>
                    <a:pt x="1118616" y="344424"/>
                  </a:lnTo>
                  <a:lnTo>
                    <a:pt x="1118616" y="373380"/>
                  </a:lnTo>
                  <a:lnTo>
                    <a:pt x="1173480" y="373380"/>
                  </a:lnTo>
                  <a:lnTo>
                    <a:pt x="1173480" y="432816"/>
                  </a:lnTo>
                  <a:lnTo>
                    <a:pt x="1202436" y="432816"/>
                  </a:lnTo>
                  <a:lnTo>
                    <a:pt x="1202436" y="373380"/>
                  </a:lnTo>
                  <a:lnTo>
                    <a:pt x="1261872" y="373380"/>
                  </a:lnTo>
                  <a:lnTo>
                    <a:pt x="1261872" y="344424"/>
                  </a:lnTo>
                  <a:close/>
                </a:path>
                <a:path w="1513840" h="649604">
                  <a:moveTo>
                    <a:pt x="1513332" y="342900"/>
                  </a:moveTo>
                  <a:lnTo>
                    <a:pt x="1453896" y="342900"/>
                  </a:lnTo>
                  <a:lnTo>
                    <a:pt x="1453896" y="286512"/>
                  </a:lnTo>
                  <a:lnTo>
                    <a:pt x="1424940" y="286512"/>
                  </a:lnTo>
                  <a:lnTo>
                    <a:pt x="1424940" y="342900"/>
                  </a:lnTo>
                  <a:lnTo>
                    <a:pt x="1368552" y="342900"/>
                  </a:lnTo>
                  <a:lnTo>
                    <a:pt x="1368552" y="371856"/>
                  </a:lnTo>
                  <a:lnTo>
                    <a:pt x="1424940" y="371856"/>
                  </a:lnTo>
                  <a:lnTo>
                    <a:pt x="1424940" y="431292"/>
                  </a:lnTo>
                  <a:lnTo>
                    <a:pt x="1453896" y="431292"/>
                  </a:lnTo>
                  <a:lnTo>
                    <a:pt x="1453896" y="371856"/>
                  </a:lnTo>
                  <a:lnTo>
                    <a:pt x="1513332" y="371856"/>
                  </a:lnTo>
                  <a:lnTo>
                    <a:pt x="1513332" y="342900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19116" y="5594603"/>
              <a:ext cx="1565910" cy="727075"/>
            </a:xfrm>
            <a:custGeom>
              <a:avLst/>
              <a:gdLst/>
              <a:ahLst/>
              <a:cxnLst/>
              <a:rect l="l" t="t" r="r" b="b"/>
              <a:pathLst>
                <a:path w="1565909" h="727075">
                  <a:moveTo>
                    <a:pt x="1565909" y="228599"/>
                  </a:moveTo>
                  <a:lnTo>
                    <a:pt x="160781" y="0"/>
                  </a:lnTo>
                  <a:lnTo>
                    <a:pt x="129166" y="3817"/>
                  </a:lnTo>
                  <a:lnTo>
                    <a:pt x="97846" y="24440"/>
                  </a:lnTo>
                  <a:lnTo>
                    <a:pt x="68389" y="59626"/>
                  </a:lnTo>
                  <a:lnTo>
                    <a:pt x="42361" y="107131"/>
                  </a:lnTo>
                  <a:lnTo>
                    <a:pt x="21328" y="164711"/>
                  </a:lnTo>
                  <a:lnTo>
                    <a:pt x="6857" y="230123"/>
                  </a:lnTo>
                  <a:lnTo>
                    <a:pt x="0" y="296876"/>
                  </a:lnTo>
                  <a:lnTo>
                    <a:pt x="1777" y="358252"/>
                  </a:lnTo>
                  <a:lnTo>
                    <a:pt x="11429" y="411670"/>
                  </a:lnTo>
                  <a:lnTo>
                    <a:pt x="28193" y="454547"/>
                  </a:lnTo>
                  <a:lnTo>
                    <a:pt x="80009" y="498347"/>
                  </a:lnTo>
                  <a:lnTo>
                    <a:pt x="1485137" y="726947"/>
                  </a:lnTo>
                  <a:lnTo>
                    <a:pt x="1456435" y="712900"/>
                  </a:lnTo>
                  <a:lnTo>
                    <a:pt x="1433321" y="683147"/>
                  </a:lnTo>
                  <a:lnTo>
                    <a:pt x="1416557" y="640270"/>
                  </a:lnTo>
                  <a:lnTo>
                    <a:pt x="1406905" y="586852"/>
                  </a:lnTo>
                  <a:lnTo>
                    <a:pt x="1405127" y="525476"/>
                  </a:lnTo>
                  <a:lnTo>
                    <a:pt x="1411985" y="458723"/>
                  </a:lnTo>
                  <a:lnTo>
                    <a:pt x="1426456" y="393311"/>
                  </a:lnTo>
                  <a:lnTo>
                    <a:pt x="1447489" y="335731"/>
                  </a:lnTo>
                  <a:lnTo>
                    <a:pt x="1473517" y="288226"/>
                  </a:lnTo>
                  <a:lnTo>
                    <a:pt x="1502974" y="253040"/>
                  </a:lnTo>
                  <a:lnTo>
                    <a:pt x="1534294" y="232417"/>
                  </a:lnTo>
                  <a:lnTo>
                    <a:pt x="1565909" y="228599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24244" y="5823203"/>
              <a:ext cx="242570" cy="498475"/>
            </a:xfrm>
            <a:custGeom>
              <a:avLst/>
              <a:gdLst/>
              <a:ahLst/>
              <a:cxnLst/>
              <a:rect l="l" t="t" r="r" b="b"/>
              <a:pathLst>
                <a:path w="242570" h="498475">
                  <a:moveTo>
                    <a:pt x="242308" y="199954"/>
                  </a:moveTo>
                  <a:lnTo>
                    <a:pt x="240481" y="138627"/>
                  </a:lnTo>
                  <a:lnTo>
                    <a:pt x="230695" y="85343"/>
                  </a:lnTo>
                  <a:lnTo>
                    <a:pt x="213670" y="42728"/>
                  </a:lnTo>
                  <a:lnTo>
                    <a:pt x="160781" y="0"/>
                  </a:lnTo>
                  <a:lnTo>
                    <a:pt x="129166" y="3817"/>
                  </a:lnTo>
                  <a:lnTo>
                    <a:pt x="68389" y="59626"/>
                  </a:lnTo>
                  <a:lnTo>
                    <a:pt x="42361" y="107131"/>
                  </a:lnTo>
                  <a:lnTo>
                    <a:pt x="21328" y="164711"/>
                  </a:lnTo>
                  <a:lnTo>
                    <a:pt x="6857" y="230123"/>
                  </a:lnTo>
                  <a:lnTo>
                    <a:pt x="0" y="296876"/>
                  </a:lnTo>
                  <a:lnTo>
                    <a:pt x="1777" y="358252"/>
                  </a:lnTo>
                  <a:lnTo>
                    <a:pt x="11429" y="411670"/>
                  </a:lnTo>
                  <a:lnTo>
                    <a:pt x="28193" y="454547"/>
                  </a:lnTo>
                  <a:lnTo>
                    <a:pt x="51307" y="484300"/>
                  </a:lnTo>
                  <a:lnTo>
                    <a:pt x="80009" y="498347"/>
                  </a:lnTo>
                  <a:lnTo>
                    <a:pt x="112162" y="493994"/>
                  </a:lnTo>
                  <a:lnTo>
                    <a:pt x="173164" y="437959"/>
                  </a:lnTo>
                  <a:lnTo>
                    <a:pt x="199220" y="390426"/>
                  </a:lnTo>
                  <a:lnTo>
                    <a:pt x="220450" y="332648"/>
                  </a:lnTo>
                  <a:lnTo>
                    <a:pt x="235457" y="266699"/>
                  </a:lnTo>
                  <a:lnTo>
                    <a:pt x="242308" y="199954"/>
                  </a:lnTo>
                  <a:close/>
                </a:path>
              </a:pathLst>
            </a:custGeom>
            <a:solidFill>
              <a:srgbClr val="FCD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13782" y="5588508"/>
              <a:ext cx="1658620" cy="737870"/>
            </a:xfrm>
            <a:custGeom>
              <a:avLst/>
              <a:gdLst/>
              <a:ahLst/>
              <a:cxnLst/>
              <a:rect l="l" t="t" r="r" b="b"/>
              <a:pathLst>
                <a:path w="1658620" h="737870">
                  <a:moveTo>
                    <a:pt x="1563400" y="228600"/>
                  </a:moveTo>
                  <a:lnTo>
                    <a:pt x="167640" y="1524"/>
                  </a:lnTo>
                  <a:lnTo>
                    <a:pt x="161544" y="0"/>
                  </a:lnTo>
                  <a:lnTo>
                    <a:pt x="153924" y="0"/>
                  </a:lnTo>
                  <a:lnTo>
                    <a:pt x="115824" y="13716"/>
                  </a:lnTo>
                  <a:lnTo>
                    <a:pt x="80772" y="47244"/>
                  </a:lnTo>
                  <a:lnTo>
                    <a:pt x="59436" y="79248"/>
                  </a:lnTo>
                  <a:lnTo>
                    <a:pt x="39624" y="117348"/>
                  </a:lnTo>
                  <a:lnTo>
                    <a:pt x="16764" y="184404"/>
                  </a:lnTo>
                  <a:lnTo>
                    <a:pt x="12192" y="210312"/>
                  </a:lnTo>
                  <a:lnTo>
                    <a:pt x="6096" y="234696"/>
                  </a:lnTo>
                  <a:lnTo>
                    <a:pt x="3048" y="260604"/>
                  </a:lnTo>
                  <a:lnTo>
                    <a:pt x="0" y="310896"/>
                  </a:lnTo>
                  <a:lnTo>
                    <a:pt x="0" y="335280"/>
                  </a:lnTo>
                  <a:lnTo>
                    <a:pt x="3048" y="379476"/>
                  </a:lnTo>
                  <a:lnTo>
                    <a:pt x="9144" y="405892"/>
                  </a:lnTo>
                  <a:lnTo>
                    <a:pt x="9144" y="310896"/>
                  </a:lnTo>
                  <a:lnTo>
                    <a:pt x="12192" y="262128"/>
                  </a:lnTo>
                  <a:lnTo>
                    <a:pt x="16764" y="237744"/>
                  </a:lnTo>
                  <a:lnTo>
                    <a:pt x="21336" y="211836"/>
                  </a:lnTo>
                  <a:lnTo>
                    <a:pt x="25908" y="187452"/>
                  </a:lnTo>
                  <a:lnTo>
                    <a:pt x="41148" y="141732"/>
                  </a:lnTo>
                  <a:lnTo>
                    <a:pt x="57912" y="102108"/>
                  </a:lnTo>
                  <a:lnTo>
                    <a:pt x="88392" y="53340"/>
                  </a:lnTo>
                  <a:lnTo>
                    <a:pt x="120396" y="22860"/>
                  </a:lnTo>
                  <a:lnTo>
                    <a:pt x="149352" y="10668"/>
                  </a:lnTo>
                  <a:lnTo>
                    <a:pt x="153924" y="9144"/>
                  </a:lnTo>
                  <a:lnTo>
                    <a:pt x="160020" y="9144"/>
                  </a:lnTo>
                  <a:lnTo>
                    <a:pt x="166116" y="10668"/>
                  </a:lnTo>
                  <a:lnTo>
                    <a:pt x="1537716" y="233813"/>
                  </a:lnTo>
                  <a:lnTo>
                    <a:pt x="1538008" y="233860"/>
                  </a:lnTo>
                  <a:lnTo>
                    <a:pt x="1540764" y="233172"/>
                  </a:lnTo>
                  <a:lnTo>
                    <a:pt x="1546860" y="230124"/>
                  </a:lnTo>
                  <a:lnTo>
                    <a:pt x="1552956" y="230124"/>
                  </a:lnTo>
                  <a:lnTo>
                    <a:pt x="1560576" y="228600"/>
                  </a:lnTo>
                  <a:lnTo>
                    <a:pt x="1563400" y="228600"/>
                  </a:lnTo>
                  <a:close/>
                </a:path>
                <a:path w="1658620" h="737870">
                  <a:moveTo>
                    <a:pt x="1490472" y="737616"/>
                  </a:moveTo>
                  <a:lnTo>
                    <a:pt x="1482852" y="736092"/>
                  </a:lnTo>
                  <a:lnTo>
                    <a:pt x="1476756" y="733044"/>
                  </a:lnTo>
                  <a:lnTo>
                    <a:pt x="1472184" y="731520"/>
                  </a:lnTo>
                  <a:lnTo>
                    <a:pt x="1466088" y="726948"/>
                  </a:lnTo>
                  <a:lnTo>
                    <a:pt x="1459992" y="723900"/>
                  </a:lnTo>
                  <a:lnTo>
                    <a:pt x="1457458" y="721366"/>
                  </a:lnTo>
                  <a:lnTo>
                    <a:pt x="86868" y="499872"/>
                  </a:lnTo>
                  <a:lnTo>
                    <a:pt x="47244" y="473964"/>
                  </a:lnTo>
                  <a:lnTo>
                    <a:pt x="25908" y="434340"/>
                  </a:lnTo>
                  <a:lnTo>
                    <a:pt x="13716" y="377952"/>
                  </a:lnTo>
                  <a:lnTo>
                    <a:pt x="9144" y="335280"/>
                  </a:lnTo>
                  <a:lnTo>
                    <a:pt x="9144" y="405892"/>
                  </a:lnTo>
                  <a:lnTo>
                    <a:pt x="32004" y="467868"/>
                  </a:lnTo>
                  <a:lnTo>
                    <a:pt x="60960" y="498348"/>
                  </a:lnTo>
                  <a:lnTo>
                    <a:pt x="65532" y="502920"/>
                  </a:lnTo>
                  <a:lnTo>
                    <a:pt x="71628" y="504444"/>
                  </a:lnTo>
                  <a:lnTo>
                    <a:pt x="77724" y="507492"/>
                  </a:lnTo>
                  <a:lnTo>
                    <a:pt x="83820" y="509016"/>
                  </a:lnTo>
                  <a:lnTo>
                    <a:pt x="1490472" y="737616"/>
                  </a:lnTo>
                  <a:close/>
                </a:path>
                <a:path w="1658620" h="737870">
                  <a:moveTo>
                    <a:pt x="1561876" y="237744"/>
                  </a:moveTo>
                  <a:lnTo>
                    <a:pt x="1538008" y="233860"/>
                  </a:lnTo>
                  <a:lnTo>
                    <a:pt x="1534668" y="234696"/>
                  </a:lnTo>
                  <a:lnTo>
                    <a:pt x="1522476" y="242316"/>
                  </a:lnTo>
                  <a:lnTo>
                    <a:pt x="1485900" y="275844"/>
                  </a:lnTo>
                  <a:lnTo>
                    <a:pt x="1464564" y="307848"/>
                  </a:lnTo>
                  <a:lnTo>
                    <a:pt x="1446276" y="345948"/>
                  </a:lnTo>
                  <a:lnTo>
                    <a:pt x="1429512" y="390144"/>
                  </a:lnTo>
                  <a:lnTo>
                    <a:pt x="1417320" y="438912"/>
                  </a:lnTo>
                  <a:lnTo>
                    <a:pt x="1408176" y="489204"/>
                  </a:lnTo>
                  <a:lnTo>
                    <a:pt x="1405128" y="539496"/>
                  </a:lnTo>
                  <a:lnTo>
                    <a:pt x="1405128" y="562356"/>
                  </a:lnTo>
                  <a:lnTo>
                    <a:pt x="1406652" y="585216"/>
                  </a:lnTo>
                  <a:lnTo>
                    <a:pt x="1409700" y="608076"/>
                  </a:lnTo>
                  <a:lnTo>
                    <a:pt x="1412748" y="627888"/>
                  </a:lnTo>
                  <a:lnTo>
                    <a:pt x="1414272" y="634492"/>
                  </a:lnTo>
                  <a:lnTo>
                    <a:pt x="1414272" y="539496"/>
                  </a:lnTo>
                  <a:lnTo>
                    <a:pt x="1415796" y="515112"/>
                  </a:lnTo>
                  <a:lnTo>
                    <a:pt x="1421892" y="464820"/>
                  </a:lnTo>
                  <a:lnTo>
                    <a:pt x="1432560" y="416052"/>
                  </a:lnTo>
                  <a:lnTo>
                    <a:pt x="1446276" y="370332"/>
                  </a:lnTo>
                  <a:lnTo>
                    <a:pt x="1463040" y="330708"/>
                  </a:lnTo>
                  <a:lnTo>
                    <a:pt x="1493520" y="281940"/>
                  </a:lnTo>
                  <a:lnTo>
                    <a:pt x="1527048" y="249936"/>
                  </a:lnTo>
                  <a:lnTo>
                    <a:pt x="1543812" y="242316"/>
                  </a:lnTo>
                  <a:lnTo>
                    <a:pt x="1548384" y="240792"/>
                  </a:lnTo>
                  <a:lnTo>
                    <a:pt x="1560576" y="237744"/>
                  </a:lnTo>
                  <a:lnTo>
                    <a:pt x="1561876" y="237744"/>
                  </a:lnTo>
                  <a:close/>
                </a:path>
                <a:path w="1658620" h="737870">
                  <a:moveTo>
                    <a:pt x="1480932" y="725160"/>
                  </a:moveTo>
                  <a:lnTo>
                    <a:pt x="1472184" y="719328"/>
                  </a:lnTo>
                  <a:lnTo>
                    <a:pt x="1466088" y="716280"/>
                  </a:lnTo>
                  <a:lnTo>
                    <a:pt x="1461516" y="713232"/>
                  </a:lnTo>
                  <a:lnTo>
                    <a:pt x="1453896" y="702564"/>
                  </a:lnTo>
                  <a:lnTo>
                    <a:pt x="1444752" y="691896"/>
                  </a:lnTo>
                  <a:lnTo>
                    <a:pt x="1438656" y="678180"/>
                  </a:lnTo>
                  <a:lnTo>
                    <a:pt x="1421892" y="626364"/>
                  </a:lnTo>
                  <a:lnTo>
                    <a:pt x="1415796" y="585216"/>
                  </a:lnTo>
                  <a:lnTo>
                    <a:pt x="1414272" y="562356"/>
                  </a:lnTo>
                  <a:lnTo>
                    <a:pt x="1414272" y="634492"/>
                  </a:lnTo>
                  <a:lnTo>
                    <a:pt x="1429512" y="681228"/>
                  </a:lnTo>
                  <a:lnTo>
                    <a:pt x="1455420" y="719328"/>
                  </a:lnTo>
                  <a:lnTo>
                    <a:pt x="1457458" y="721366"/>
                  </a:lnTo>
                  <a:lnTo>
                    <a:pt x="1480932" y="725160"/>
                  </a:lnTo>
                  <a:close/>
                </a:path>
                <a:path w="1658620" h="737870">
                  <a:moveTo>
                    <a:pt x="1491785" y="728419"/>
                  </a:moveTo>
                  <a:lnTo>
                    <a:pt x="1485900" y="726948"/>
                  </a:lnTo>
                  <a:lnTo>
                    <a:pt x="1481328" y="725424"/>
                  </a:lnTo>
                  <a:lnTo>
                    <a:pt x="1480932" y="725160"/>
                  </a:lnTo>
                  <a:lnTo>
                    <a:pt x="1457458" y="721366"/>
                  </a:lnTo>
                  <a:lnTo>
                    <a:pt x="1459992" y="723900"/>
                  </a:lnTo>
                  <a:lnTo>
                    <a:pt x="1466088" y="726948"/>
                  </a:lnTo>
                  <a:lnTo>
                    <a:pt x="1472184" y="731520"/>
                  </a:lnTo>
                  <a:lnTo>
                    <a:pt x="1476756" y="733044"/>
                  </a:lnTo>
                  <a:lnTo>
                    <a:pt x="1482852" y="736092"/>
                  </a:lnTo>
                  <a:lnTo>
                    <a:pt x="1490472" y="737616"/>
                  </a:lnTo>
                  <a:lnTo>
                    <a:pt x="1491785" y="728419"/>
                  </a:lnTo>
                  <a:close/>
                </a:path>
                <a:path w="1658620" h="737870">
                  <a:moveTo>
                    <a:pt x="1491996" y="726948"/>
                  </a:moveTo>
                  <a:lnTo>
                    <a:pt x="1481328" y="725224"/>
                  </a:lnTo>
                  <a:lnTo>
                    <a:pt x="1480932" y="725160"/>
                  </a:lnTo>
                  <a:lnTo>
                    <a:pt x="1481328" y="725424"/>
                  </a:lnTo>
                  <a:lnTo>
                    <a:pt x="1485900" y="726948"/>
                  </a:lnTo>
                  <a:lnTo>
                    <a:pt x="1491785" y="728419"/>
                  </a:lnTo>
                  <a:lnTo>
                    <a:pt x="1491996" y="726948"/>
                  </a:lnTo>
                  <a:close/>
                </a:path>
                <a:path w="1658620" h="737870">
                  <a:moveTo>
                    <a:pt x="1647444" y="520192"/>
                  </a:moveTo>
                  <a:lnTo>
                    <a:pt x="1647444" y="451104"/>
                  </a:lnTo>
                  <a:lnTo>
                    <a:pt x="1641348" y="501396"/>
                  </a:lnTo>
                  <a:lnTo>
                    <a:pt x="1636776" y="525780"/>
                  </a:lnTo>
                  <a:lnTo>
                    <a:pt x="1624584" y="573024"/>
                  </a:lnTo>
                  <a:lnTo>
                    <a:pt x="1598676" y="635508"/>
                  </a:lnTo>
                  <a:lnTo>
                    <a:pt x="1580388" y="669036"/>
                  </a:lnTo>
                  <a:lnTo>
                    <a:pt x="1546860" y="707136"/>
                  </a:lnTo>
                  <a:lnTo>
                    <a:pt x="1513332" y="726948"/>
                  </a:lnTo>
                  <a:lnTo>
                    <a:pt x="1508760" y="726948"/>
                  </a:lnTo>
                  <a:lnTo>
                    <a:pt x="1502664" y="728472"/>
                  </a:lnTo>
                  <a:lnTo>
                    <a:pt x="1491785" y="728419"/>
                  </a:lnTo>
                  <a:lnTo>
                    <a:pt x="1490472" y="737616"/>
                  </a:lnTo>
                  <a:lnTo>
                    <a:pt x="1508760" y="737616"/>
                  </a:lnTo>
                  <a:lnTo>
                    <a:pt x="1516380" y="736092"/>
                  </a:lnTo>
                  <a:lnTo>
                    <a:pt x="1522476" y="733044"/>
                  </a:lnTo>
                  <a:lnTo>
                    <a:pt x="1528572" y="731520"/>
                  </a:lnTo>
                  <a:lnTo>
                    <a:pt x="1540764" y="723900"/>
                  </a:lnTo>
                  <a:lnTo>
                    <a:pt x="1552956" y="714756"/>
                  </a:lnTo>
                  <a:lnTo>
                    <a:pt x="1565148" y="704088"/>
                  </a:lnTo>
                  <a:lnTo>
                    <a:pt x="1575816" y="690372"/>
                  </a:lnTo>
                  <a:lnTo>
                    <a:pt x="1588008" y="675132"/>
                  </a:lnTo>
                  <a:lnTo>
                    <a:pt x="1607820" y="640080"/>
                  </a:lnTo>
                  <a:lnTo>
                    <a:pt x="1626108" y="598932"/>
                  </a:lnTo>
                  <a:lnTo>
                    <a:pt x="1639824" y="553212"/>
                  </a:lnTo>
                  <a:lnTo>
                    <a:pt x="1645920" y="528828"/>
                  </a:lnTo>
                  <a:lnTo>
                    <a:pt x="1647444" y="520192"/>
                  </a:lnTo>
                  <a:close/>
                </a:path>
                <a:path w="1658620" h="737870">
                  <a:moveTo>
                    <a:pt x="1572768" y="230124"/>
                  </a:moveTo>
                  <a:lnTo>
                    <a:pt x="1563400" y="228600"/>
                  </a:lnTo>
                  <a:lnTo>
                    <a:pt x="1560576" y="228600"/>
                  </a:lnTo>
                  <a:lnTo>
                    <a:pt x="1552956" y="230124"/>
                  </a:lnTo>
                  <a:lnTo>
                    <a:pt x="1546860" y="230124"/>
                  </a:lnTo>
                  <a:lnTo>
                    <a:pt x="1540764" y="233172"/>
                  </a:lnTo>
                  <a:lnTo>
                    <a:pt x="1538008" y="233860"/>
                  </a:lnTo>
                  <a:lnTo>
                    <a:pt x="1561876" y="237744"/>
                  </a:lnTo>
                  <a:lnTo>
                    <a:pt x="1565148" y="237744"/>
                  </a:lnTo>
                  <a:lnTo>
                    <a:pt x="1571244" y="239268"/>
                  </a:lnTo>
                  <a:lnTo>
                    <a:pt x="1572768" y="230124"/>
                  </a:lnTo>
                  <a:close/>
                </a:path>
                <a:path w="1658620" h="737870">
                  <a:moveTo>
                    <a:pt x="1571244" y="239268"/>
                  </a:moveTo>
                  <a:lnTo>
                    <a:pt x="1565148" y="237744"/>
                  </a:lnTo>
                  <a:lnTo>
                    <a:pt x="1561876" y="237744"/>
                  </a:lnTo>
                  <a:lnTo>
                    <a:pt x="1571244" y="239268"/>
                  </a:lnTo>
                  <a:close/>
                </a:path>
                <a:path w="1658620" h="737870">
                  <a:moveTo>
                    <a:pt x="1572768" y="230124"/>
                  </a:moveTo>
                  <a:lnTo>
                    <a:pt x="1566672" y="228600"/>
                  </a:lnTo>
                  <a:lnTo>
                    <a:pt x="1563400" y="228600"/>
                  </a:lnTo>
                  <a:lnTo>
                    <a:pt x="1572768" y="230124"/>
                  </a:lnTo>
                  <a:close/>
                </a:path>
                <a:path w="1658620" h="737870">
                  <a:moveTo>
                    <a:pt x="1658112" y="426720"/>
                  </a:moveTo>
                  <a:lnTo>
                    <a:pt x="1656588" y="403860"/>
                  </a:lnTo>
                  <a:lnTo>
                    <a:pt x="1656588" y="381000"/>
                  </a:lnTo>
                  <a:lnTo>
                    <a:pt x="1653540" y="358140"/>
                  </a:lnTo>
                  <a:lnTo>
                    <a:pt x="1645920" y="318516"/>
                  </a:lnTo>
                  <a:lnTo>
                    <a:pt x="1626108" y="271272"/>
                  </a:lnTo>
                  <a:lnTo>
                    <a:pt x="1597152" y="239268"/>
                  </a:lnTo>
                  <a:lnTo>
                    <a:pt x="1578864" y="230124"/>
                  </a:lnTo>
                  <a:lnTo>
                    <a:pt x="1572768" y="230124"/>
                  </a:lnTo>
                  <a:lnTo>
                    <a:pt x="1571244" y="239268"/>
                  </a:lnTo>
                  <a:lnTo>
                    <a:pt x="1575816" y="239268"/>
                  </a:lnTo>
                  <a:lnTo>
                    <a:pt x="1581912" y="242316"/>
                  </a:lnTo>
                  <a:lnTo>
                    <a:pt x="1616964" y="275844"/>
                  </a:lnTo>
                  <a:lnTo>
                    <a:pt x="1636776" y="321564"/>
                  </a:lnTo>
                  <a:lnTo>
                    <a:pt x="1644396" y="359664"/>
                  </a:lnTo>
                  <a:lnTo>
                    <a:pt x="1647444" y="403860"/>
                  </a:lnTo>
                  <a:lnTo>
                    <a:pt x="1647444" y="520192"/>
                  </a:lnTo>
                  <a:lnTo>
                    <a:pt x="1650492" y="502920"/>
                  </a:lnTo>
                  <a:lnTo>
                    <a:pt x="1656588" y="451104"/>
                  </a:lnTo>
                  <a:lnTo>
                    <a:pt x="1658112" y="426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068954" y="5767829"/>
            <a:ext cx="9220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75" dirty="0">
                <a:latin typeface="Arial MT"/>
                <a:cs typeface="Arial MT"/>
              </a:rPr>
              <a:t>P</a:t>
            </a:r>
            <a:r>
              <a:rPr sz="2400" u="heavy" spc="-200" dirty="0">
                <a:uFill>
                  <a:solidFill>
                    <a:srgbClr val="007F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10" dirty="0">
                <a:uFill>
                  <a:solidFill>
                    <a:srgbClr val="007F00"/>
                  </a:solidFill>
                </a:uFill>
                <a:latin typeface="Arial MT"/>
                <a:cs typeface="Arial MT"/>
              </a:rPr>
              <a:t>l</a:t>
            </a:r>
            <a:r>
              <a:rPr sz="2400" spc="-10" dirty="0">
                <a:latin typeface="Arial MT"/>
                <a:cs typeface="Arial MT"/>
              </a:rPr>
              <a:t>a</a:t>
            </a:r>
            <a:r>
              <a:rPr sz="2400" u="heavy" spc="-10" dirty="0">
                <a:uFill>
                  <a:solidFill>
                    <a:srgbClr val="007F00"/>
                  </a:solidFill>
                </a:uFill>
                <a:latin typeface="Arial MT"/>
                <a:cs typeface="Arial MT"/>
              </a:rPr>
              <a:t>s</a:t>
            </a:r>
            <a:r>
              <a:rPr sz="2400" spc="-10" dirty="0">
                <a:latin typeface="Arial MT"/>
                <a:cs typeface="Arial MT"/>
              </a:rPr>
              <a:t>ti</a:t>
            </a:r>
            <a:r>
              <a:rPr sz="2400" u="heavy" spc="-10" dirty="0">
                <a:uFill>
                  <a:solidFill>
                    <a:srgbClr val="007F00"/>
                  </a:solidFill>
                </a:uFill>
                <a:latin typeface="Arial MT"/>
                <a:cs typeface="Arial MT"/>
              </a:rPr>
              <a:t>c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273945" y="4189476"/>
            <a:ext cx="8181340" cy="2781300"/>
            <a:chOff x="1273945" y="4189476"/>
            <a:chExt cx="8181340" cy="2781300"/>
          </a:xfrm>
        </p:grpSpPr>
        <p:sp>
          <p:nvSpPr>
            <p:cNvPr id="40" name="object 40"/>
            <p:cNvSpPr/>
            <p:nvPr/>
          </p:nvSpPr>
          <p:spPr>
            <a:xfrm>
              <a:off x="7795133" y="5763767"/>
              <a:ext cx="1437640" cy="315595"/>
            </a:xfrm>
            <a:custGeom>
              <a:avLst/>
              <a:gdLst/>
              <a:ahLst/>
              <a:cxnLst/>
              <a:rect l="l" t="t" r="r" b="b"/>
              <a:pathLst>
                <a:path w="1437640" h="315595">
                  <a:moveTo>
                    <a:pt x="14478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144780" y="27432"/>
                  </a:lnTo>
                  <a:lnTo>
                    <a:pt x="144780" y="0"/>
                  </a:lnTo>
                  <a:close/>
                </a:path>
                <a:path w="1437640" h="315595">
                  <a:moveTo>
                    <a:pt x="394716" y="143256"/>
                  </a:moveTo>
                  <a:lnTo>
                    <a:pt x="249936" y="143256"/>
                  </a:lnTo>
                  <a:lnTo>
                    <a:pt x="249936" y="172212"/>
                  </a:lnTo>
                  <a:lnTo>
                    <a:pt x="394716" y="172212"/>
                  </a:lnTo>
                  <a:lnTo>
                    <a:pt x="394716" y="143256"/>
                  </a:lnTo>
                  <a:close/>
                </a:path>
                <a:path w="1437640" h="315595">
                  <a:moveTo>
                    <a:pt x="647700" y="36576"/>
                  </a:moveTo>
                  <a:lnTo>
                    <a:pt x="502920" y="36576"/>
                  </a:lnTo>
                  <a:lnTo>
                    <a:pt x="502920" y="64008"/>
                  </a:lnTo>
                  <a:lnTo>
                    <a:pt x="647700" y="64008"/>
                  </a:lnTo>
                  <a:lnTo>
                    <a:pt x="647700" y="36576"/>
                  </a:lnTo>
                  <a:close/>
                </a:path>
                <a:path w="1437640" h="315595">
                  <a:moveTo>
                    <a:pt x="932688" y="106680"/>
                  </a:moveTo>
                  <a:lnTo>
                    <a:pt x="787908" y="106680"/>
                  </a:lnTo>
                  <a:lnTo>
                    <a:pt x="787908" y="135636"/>
                  </a:lnTo>
                  <a:lnTo>
                    <a:pt x="932688" y="135636"/>
                  </a:lnTo>
                  <a:lnTo>
                    <a:pt x="932688" y="106680"/>
                  </a:lnTo>
                  <a:close/>
                </a:path>
                <a:path w="1437640" h="315595">
                  <a:moveTo>
                    <a:pt x="1437132" y="286512"/>
                  </a:moveTo>
                  <a:lnTo>
                    <a:pt x="1293876" y="286512"/>
                  </a:lnTo>
                  <a:lnTo>
                    <a:pt x="1293876" y="315468"/>
                  </a:lnTo>
                  <a:lnTo>
                    <a:pt x="1437132" y="315468"/>
                  </a:lnTo>
                  <a:lnTo>
                    <a:pt x="1437132" y="286512"/>
                  </a:lnTo>
                  <a:close/>
                </a:path>
              </a:pathLst>
            </a:custGeom>
            <a:solidFill>
              <a:srgbClr val="00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73945" y="4189476"/>
              <a:ext cx="8181340" cy="2781300"/>
            </a:xfrm>
            <a:custGeom>
              <a:avLst/>
              <a:gdLst/>
              <a:ahLst/>
              <a:cxnLst/>
              <a:rect l="l" t="t" r="r" b="b"/>
              <a:pathLst>
                <a:path w="8181340" h="2781300">
                  <a:moveTo>
                    <a:pt x="8180829" y="2781300"/>
                  </a:moveTo>
                  <a:lnTo>
                    <a:pt x="8180829" y="0"/>
                  </a:lnTo>
                  <a:lnTo>
                    <a:pt x="0" y="0"/>
                  </a:lnTo>
                  <a:lnTo>
                    <a:pt x="0" y="2781300"/>
                  </a:lnTo>
                  <a:lnTo>
                    <a:pt x="4572" y="2781300"/>
                  </a:ln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lnTo>
                    <a:pt x="8171685" y="10668"/>
                  </a:lnTo>
                  <a:lnTo>
                    <a:pt x="8171685" y="4572"/>
                  </a:lnTo>
                  <a:lnTo>
                    <a:pt x="8176257" y="10668"/>
                  </a:lnTo>
                  <a:lnTo>
                    <a:pt x="8176257" y="2781300"/>
                  </a:lnTo>
                  <a:lnTo>
                    <a:pt x="8180829" y="2781300"/>
                  </a:lnTo>
                  <a:close/>
                </a:path>
                <a:path w="8181340" h="2781300">
                  <a:moveTo>
                    <a:pt x="9144" y="10668"/>
                  </a:move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8181340" h="2781300">
                  <a:moveTo>
                    <a:pt x="9144" y="2772156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2772156"/>
                  </a:lnTo>
                  <a:lnTo>
                    <a:pt x="9144" y="2772156"/>
                  </a:lnTo>
                  <a:close/>
                </a:path>
                <a:path w="8181340" h="2781300">
                  <a:moveTo>
                    <a:pt x="8176257" y="2772156"/>
                  </a:moveTo>
                  <a:lnTo>
                    <a:pt x="4572" y="2772156"/>
                  </a:lnTo>
                  <a:lnTo>
                    <a:pt x="9144" y="2776728"/>
                  </a:lnTo>
                  <a:lnTo>
                    <a:pt x="9144" y="2781300"/>
                  </a:lnTo>
                  <a:lnTo>
                    <a:pt x="8171685" y="2781300"/>
                  </a:lnTo>
                  <a:lnTo>
                    <a:pt x="8171685" y="2776728"/>
                  </a:lnTo>
                  <a:lnTo>
                    <a:pt x="8176257" y="2772156"/>
                  </a:lnTo>
                  <a:close/>
                </a:path>
                <a:path w="8181340" h="2781300">
                  <a:moveTo>
                    <a:pt x="9144" y="2781300"/>
                  </a:moveTo>
                  <a:lnTo>
                    <a:pt x="9144" y="2776728"/>
                  </a:lnTo>
                  <a:lnTo>
                    <a:pt x="4572" y="2772156"/>
                  </a:lnTo>
                  <a:lnTo>
                    <a:pt x="4572" y="2781300"/>
                  </a:lnTo>
                  <a:lnTo>
                    <a:pt x="9144" y="2781300"/>
                  </a:lnTo>
                  <a:close/>
                </a:path>
                <a:path w="8181340" h="2781300">
                  <a:moveTo>
                    <a:pt x="8176257" y="10668"/>
                  </a:moveTo>
                  <a:lnTo>
                    <a:pt x="8171685" y="4572"/>
                  </a:lnTo>
                  <a:lnTo>
                    <a:pt x="8171685" y="10668"/>
                  </a:lnTo>
                  <a:lnTo>
                    <a:pt x="8176257" y="10668"/>
                  </a:lnTo>
                  <a:close/>
                </a:path>
                <a:path w="8181340" h="2781300">
                  <a:moveTo>
                    <a:pt x="8176257" y="2772156"/>
                  </a:moveTo>
                  <a:lnTo>
                    <a:pt x="8176257" y="10668"/>
                  </a:lnTo>
                  <a:lnTo>
                    <a:pt x="8171685" y="10668"/>
                  </a:lnTo>
                  <a:lnTo>
                    <a:pt x="8171685" y="2772156"/>
                  </a:lnTo>
                  <a:lnTo>
                    <a:pt x="8176257" y="2772156"/>
                  </a:lnTo>
                  <a:close/>
                </a:path>
                <a:path w="8181340" h="2781300">
                  <a:moveTo>
                    <a:pt x="8176257" y="2781300"/>
                  </a:moveTo>
                  <a:lnTo>
                    <a:pt x="8176257" y="2772156"/>
                  </a:lnTo>
                  <a:lnTo>
                    <a:pt x="8171685" y="2776728"/>
                  </a:lnTo>
                  <a:lnTo>
                    <a:pt x="8171685" y="2781300"/>
                  </a:lnTo>
                  <a:lnTo>
                    <a:pt x="8176257" y="2781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677301" y="1540255"/>
            <a:ext cx="416750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0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Electrostatic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stationary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slowly.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2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Electric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Charge </a:t>
            </a:r>
            <a:r>
              <a:rPr dirty="0"/>
              <a:t>Charging</a:t>
            </a:r>
            <a:r>
              <a:rPr spc="-40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spc="-10" dirty="0"/>
              <a:t>rubbing</a:t>
            </a:r>
          </a:p>
        </p:txBody>
      </p:sp>
      <p:sp>
        <p:nvSpPr>
          <p:cNvPr id="44" name="object 44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56720" y="2645155"/>
            <a:ext cx="137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Repulsion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38893" y="1714500"/>
            <a:ext cx="8181340" cy="1450975"/>
            <a:chOff x="1238893" y="1714500"/>
            <a:chExt cx="8181340" cy="1450975"/>
          </a:xfrm>
        </p:grpSpPr>
        <p:sp>
          <p:nvSpPr>
            <p:cNvPr id="5" name="object 5"/>
            <p:cNvSpPr/>
            <p:nvPr/>
          </p:nvSpPr>
          <p:spPr>
            <a:xfrm>
              <a:off x="1238893" y="1714500"/>
              <a:ext cx="8181340" cy="1450975"/>
            </a:xfrm>
            <a:custGeom>
              <a:avLst/>
              <a:gdLst/>
              <a:ahLst/>
              <a:cxnLst/>
              <a:rect l="l" t="t" r="r" b="b"/>
              <a:pathLst>
                <a:path w="8181340" h="1450975">
                  <a:moveTo>
                    <a:pt x="8180829" y="1450848"/>
                  </a:moveTo>
                  <a:lnTo>
                    <a:pt x="8180829" y="0"/>
                  </a:lnTo>
                  <a:lnTo>
                    <a:pt x="0" y="0"/>
                  </a:lnTo>
                  <a:lnTo>
                    <a:pt x="0" y="1450848"/>
                  </a:lnTo>
                  <a:lnTo>
                    <a:pt x="4572" y="1450848"/>
                  </a:ln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lnTo>
                    <a:pt x="8171685" y="10668"/>
                  </a:lnTo>
                  <a:lnTo>
                    <a:pt x="8171685" y="4572"/>
                  </a:lnTo>
                  <a:lnTo>
                    <a:pt x="8176257" y="10668"/>
                  </a:lnTo>
                  <a:lnTo>
                    <a:pt x="8176257" y="1450848"/>
                  </a:lnTo>
                  <a:lnTo>
                    <a:pt x="8180829" y="1450848"/>
                  </a:lnTo>
                  <a:close/>
                </a:path>
                <a:path w="8181340" h="1450975">
                  <a:moveTo>
                    <a:pt x="9144" y="10668"/>
                  </a:move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8181340" h="1450975">
                  <a:moveTo>
                    <a:pt x="9144" y="1441704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1441704"/>
                  </a:lnTo>
                  <a:lnTo>
                    <a:pt x="9144" y="1441704"/>
                  </a:lnTo>
                  <a:close/>
                </a:path>
                <a:path w="8181340" h="1450975">
                  <a:moveTo>
                    <a:pt x="8176257" y="1441704"/>
                  </a:moveTo>
                  <a:lnTo>
                    <a:pt x="4572" y="1441704"/>
                  </a:lnTo>
                  <a:lnTo>
                    <a:pt x="9144" y="1446276"/>
                  </a:lnTo>
                  <a:lnTo>
                    <a:pt x="9144" y="1450848"/>
                  </a:lnTo>
                  <a:lnTo>
                    <a:pt x="8171685" y="1450848"/>
                  </a:lnTo>
                  <a:lnTo>
                    <a:pt x="8171685" y="1446276"/>
                  </a:lnTo>
                  <a:lnTo>
                    <a:pt x="8176257" y="1441704"/>
                  </a:lnTo>
                  <a:close/>
                </a:path>
                <a:path w="8181340" h="1450975">
                  <a:moveTo>
                    <a:pt x="9144" y="1450848"/>
                  </a:moveTo>
                  <a:lnTo>
                    <a:pt x="9144" y="1446276"/>
                  </a:lnTo>
                  <a:lnTo>
                    <a:pt x="4572" y="1441704"/>
                  </a:lnTo>
                  <a:lnTo>
                    <a:pt x="4572" y="1450848"/>
                  </a:lnTo>
                  <a:lnTo>
                    <a:pt x="9144" y="1450848"/>
                  </a:lnTo>
                  <a:close/>
                </a:path>
                <a:path w="8181340" h="1450975">
                  <a:moveTo>
                    <a:pt x="8176257" y="10668"/>
                  </a:moveTo>
                  <a:lnTo>
                    <a:pt x="8171685" y="4572"/>
                  </a:lnTo>
                  <a:lnTo>
                    <a:pt x="8171685" y="10668"/>
                  </a:lnTo>
                  <a:lnTo>
                    <a:pt x="8176257" y="10668"/>
                  </a:lnTo>
                  <a:close/>
                </a:path>
                <a:path w="8181340" h="1450975">
                  <a:moveTo>
                    <a:pt x="8176257" y="1441704"/>
                  </a:moveTo>
                  <a:lnTo>
                    <a:pt x="8176257" y="10668"/>
                  </a:lnTo>
                  <a:lnTo>
                    <a:pt x="8171685" y="10668"/>
                  </a:lnTo>
                  <a:lnTo>
                    <a:pt x="8171685" y="1441704"/>
                  </a:lnTo>
                  <a:lnTo>
                    <a:pt x="8176257" y="1441704"/>
                  </a:lnTo>
                  <a:close/>
                </a:path>
                <a:path w="8181340" h="1450975">
                  <a:moveTo>
                    <a:pt x="8176257" y="1450848"/>
                  </a:moveTo>
                  <a:lnTo>
                    <a:pt x="8176257" y="1441704"/>
                  </a:lnTo>
                  <a:lnTo>
                    <a:pt x="8171685" y="1446276"/>
                  </a:lnTo>
                  <a:lnTo>
                    <a:pt x="8171685" y="1450848"/>
                  </a:lnTo>
                  <a:lnTo>
                    <a:pt x="8176257" y="1450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16853" y="2333243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67506" y="2183892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59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42316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64008" y="64008"/>
                  </a:lnTo>
                  <a:lnTo>
                    <a:pt x="38100" y="97536"/>
                  </a:lnTo>
                  <a:lnTo>
                    <a:pt x="25908" y="114300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25908" y="137160"/>
                  </a:lnTo>
                  <a:lnTo>
                    <a:pt x="45720" y="102108"/>
                  </a:lnTo>
                  <a:lnTo>
                    <a:pt x="71628" y="70104"/>
                  </a:lnTo>
                  <a:lnTo>
                    <a:pt x="103632" y="44196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18872"/>
                  </a:lnTo>
                  <a:lnTo>
                    <a:pt x="422148" y="156972"/>
                  </a:lnTo>
                  <a:lnTo>
                    <a:pt x="431292" y="198120"/>
                  </a:lnTo>
                  <a:lnTo>
                    <a:pt x="431292" y="284988"/>
                  </a:lnTo>
                  <a:lnTo>
                    <a:pt x="437388" y="263652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59" h="440689">
                  <a:moveTo>
                    <a:pt x="431292" y="284988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22148" y="283464"/>
                  </a:lnTo>
                  <a:lnTo>
                    <a:pt x="414528" y="301752"/>
                  </a:lnTo>
                  <a:lnTo>
                    <a:pt x="406908" y="321564"/>
                  </a:lnTo>
                  <a:lnTo>
                    <a:pt x="396240" y="338328"/>
                  </a:lnTo>
                  <a:lnTo>
                    <a:pt x="370332" y="368808"/>
                  </a:lnTo>
                  <a:lnTo>
                    <a:pt x="338328" y="394716"/>
                  </a:lnTo>
                  <a:lnTo>
                    <a:pt x="303276" y="414528"/>
                  </a:lnTo>
                  <a:lnTo>
                    <a:pt x="263652" y="426720"/>
                  </a:lnTo>
                  <a:lnTo>
                    <a:pt x="220980" y="431292"/>
                  </a:lnTo>
                  <a:lnTo>
                    <a:pt x="199644" y="429869"/>
                  </a:lnTo>
                  <a:lnTo>
                    <a:pt x="198120" y="429768"/>
                  </a:lnTo>
                  <a:lnTo>
                    <a:pt x="156972" y="422148"/>
                  </a:lnTo>
                  <a:lnTo>
                    <a:pt x="120396" y="405384"/>
                  </a:lnTo>
                  <a:lnTo>
                    <a:pt x="86868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8288" y="281940"/>
                  </a:lnTo>
                  <a:lnTo>
                    <a:pt x="10668" y="240792"/>
                  </a:lnTo>
                  <a:lnTo>
                    <a:pt x="9144" y="219456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0144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38912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14528" y="324612"/>
                  </a:lnTo>
                  <a:lnTo>
                    <a:pt x="423672" y="306324"/>
                  </a:lnTo>
                  <a:lnTo>
                    <a:pt x="431292" y="2849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28973" y="2333243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79626" y="2183892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43840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80772" y="50292"/>
                  </a:lnTo>
                  <a:lnTo>
                    <a:pt x="50292" y="79248"/>
                  </a:lnTo>
                  <a:lnTo>
                    <a:pt x="27432" y="114300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25908" y="137160"/>
                  </a:lnTo>
                  <a:lnTo>
                    <a:pt x="45720" y="102108"/>
                  </a:lnTo>
                  <a:lnTo>
                    <a:pt x="71628" y="70104"/>
                  </a:lnTo>
                  <a:lnTo>
                    <a:pt x="103632" y="44196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18872"/>
                  </a:lnTo>
                  <a:lnTo>
                    <a:pt x="422148" y="156972"/>
                  </a:lnTo>
                  <a:lnTo>
                    <a:pt x="431292" y="198120"/>
                  </a:lnTo>
                  <a:lnTo>
                    <a:pt x="432816" y="220980"/>
                  </a:lnTo>
                  <a:lnTo>
                    <a:pt x="432816" y="279654"/>
                  </a:lnTo>
                  <a:lnTo>
                    <a:pt x="437388" y="263652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2816" y="279654"/>
                  </a:moveTo>
                  <a:lnTo>
                    <a:pt x="432816" y="220980"/>
                  </a:ln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1752"/>
                  </a:lnTo>
                  <a:lnTo>
                    <a:pt x="396240" y="338328"/>
                  </a:lnTo>
                  <a:lnTo>
                    <a:pt x="370332" y="368808"/>
                  </a:lnTo>
                  <a:lnTo>
                    <a:pt x="338328" y="394716"/>
                  </a:lnTo>
                  <a:lnTo>
                    <a:pt x="303276" y="414528"/>
                  </a:lnTo>
                  <a:lnTo>
                    <a:pt x="263652" y="426720"/>
                  </a:lnTo>
                  <a:lnTo>
                    <a:pt x="220980" y="431292"/>
                  </a:lnTo>
                  <a:lnTo>
                    <a:pt x="199644" y="429768"/>
                  </a:lnTo>
                  <a:lnTo>
                    <a:pt x="158496" y="422148"/>
                  </a:lnTo>
                  <a:lnTo>
                    <a:pt x="120396" y="405384"/>
                  </a:lnTo>
                  <a:lnTo>
                    <a:pt x="86868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3716" y="262128"/>
                  </a:lnTo>
                  <a:lnTo>
                    <a:pt x="9144" y="219456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0144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38912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25196" y="306324"/>
                  </a:lnTo>
                  <a:lnTo>
                    <a:pt x="432816" y="27965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656720" y="4300218"/>
            <a:ext cx="137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Repulsion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38893" y="3371088"/>
            <a:ext cx="8181340" cy="1450975"/>
            <a:chOff x="1238893" y="3371088"/>
            <a:chExt cx="8181340" cy="1450975"/>
          </a:xfrm>
        </p:grpSpPr>
        <p:sp>
          <p:nvSpPr>
            <p:cNvPr id="12" name="object 12"/>
            <p:cNvSpPr/>
            <p:nvPr/>
          </p:nvSpPr>
          <p:spPr>
            <a:xfrm>
              <a:off x="1238893" y="3371088"/>
              <a:ext cx="8181340" cy="1450975"/>
            </a:xfrm>
            <a:custGeom>
              <a:avLst/>
              <a:gdLst/>
              <a:ahLst/>
              <a:cxnLst/>
              <a:rect l="l" t="t" r="r" b="b"/>
              <a:pathLst>
                <a:path w="8181340" h="1450975">
                  <a:moveTo>
                    <a:pt x="8180829" y="1450848"/>
                  </a:moveTo>
                  <a:lnTo>
                    <a:pt x="8180829" y="0"/>
                  </a:lnTo>
                  <a:lnTo>
                    <a:pt x="0" y="0"/>
                  </a:lnTo>
                  <a:lnTo>
                    <a:pt x="0" y="1450848"/>
                  </a:lnTo>
                  <a:lnTo>
                    <a:pt x="4572" y="1450848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8171685" y="9144"/>
                  </a:lnTo>
                  <a:lnTo>
                    <a:pt x="8171685" y="4572"/>
                  </a:lnTo>
                  <a:lnTo>
                    <a:pt x="8176257" y="9144"/>
                  </a:lnTo>
                  <a:lnTo>
                    <a:pt x="8176257" y="1450848"/>
                  </a:lnTo>
                  <a:lnTo>
                    <a:pt x="8180829" y="1450848"/>
                  </a:lnTo>
                  <a:close/>
                </a:path>
                <a:path w="8181340" h="1450975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8181340" h="1450975">
                  <a:moveTo>
                    <a:pt x="9144" y="1441704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1441704"/>
                  </a:lnTo>
                  <a:lnTo>
                    <a:pt x="9144" y="1441704"/>
                  </a:lnTo>
                  <a:close/>
                </a:path>
                <a:path w="8181340" h="1450975">
                  <a:moveTo>
                    <a:pt x="8176257" y="1441704"/>
                  </a:moveTo>
                  <a:lnTo>
                    <a:pt x="4572" y="1441704"/>
                  </a:lnTo>
                  <a:lnTo>
                    <a:pt x="9144" y="1446276"/>
                  </a:lnTo>
                  <a:lnTo>
                    <a:pt x="9144" y="1450848"/>
                  </a:lnTo>
                  <a:lnTo>
                    <a:pt x="8171685" y="1450848"/>
                  </a:lnTo>
                  <a:lnTo>
                    <a:pt x="8171685" y="1446276"/>
                  </a:lnTo>
                  <a:lnTo>
                    <a:pt x="8176257" y="1441704"/>
                  </a:lnTo>
                  <a:close/>
                </a:path>
                <a:path w="8181340" h="1450975">
                  <a:moveTo>
                    <a:pt x="9144" y="1450848"/>
                  </a:moveTo>
                  <a:lnTo>
                    <a:pt x="9144" y="1446276"/>
                  </a:lnTo>
                  <a:lnTo>
                    <a:pt x="4572" y="1441704"/>
                  </a:lnTo>
                  <a:lnTo>
                    <a:pt x="4572" y="1450848"/>
                  </a:lnTo>
                  <a:lnTo>
                    <a:pt x="9144" y="1450848"/>
                  </a:lnTo>
                  <a:close/>
                </a:path>
                <a:path w="8181340" h="1450975">
                  <a:moveTo>
                    <a:pt x="8176257" y="9144"/>
                  </a:moveTo>
                  <a:lnTo>
                    <a:pt x="8171685" y="4572"/>
                  </a:lnTo>
                  <a:lnTo>
                    <a:pt x="8171685" y="9144"/>
                  </a:lnTo>
                  <a:lnTo>
                    <a:pt x="8176257" y="9144"/>
                  </a:lnTo>
                  <a:close/>
                </a:path>
                <a:path w="8181340" h="1450975">
                  <a:moveTo>
                    <a:pt x="8176257" y="1441704"/>
                  </a:moveTo>
                  <a:lnTo>
                    <a:pt x="8176257" y="9144"/>
                  </a:lnTo>
                  <a:lnTo>
                    <a:pt x="8171685" y="9144"/>
                  </a:lnTo>
                  <a:lnTo>
                    <a:pt x="8171685" y="1441704"/>
                  </a:lnTo>
                  <a:lnTo>
                    <a:pt x="8176257" y="1441704"/>
                  </a:lnTo>
                  <a:close/>
                </a:path>
                <a:path w="8181340" h="1450975">
                  <a:moveTo>
                    <a:pt x="8176257" y="1450848"/>
                  </a:moveTo>
                  <a:lnTo>
                    <a:pt x="8176257" y="1441704"/>
                  </a:lnTo>
                  <a:lnTo>
                    <a:pt x="8171685" y="1446276"/>
                  </a:lnTo>
                  <a:lnTo>
                    <a:pt x="8171685" y="1450848"/>
                  </a:lnTo>
                  <a:lnTo>
                    <a:pt x="8176257" y="1450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79621" y="3838968"/>
              <a:ext cx="2529840" cy="441959"/>
            </a:xfrm>
            <a:custGeom>
              <a:avLst/>
              <a:gdLst/>
              <a:ahLst/>
              <a:cxnLst/>
              <a:rect l="l" t="t" r="r" b="b"/>
              <a:pathLst>
                <a:path w="2529840" h="441960">
                  <a:moveTo>
                    <a:pt x="294132" y="205727"/>
                  </a:moveTo>
                  <a:lnTo>
                    <a:pt x="149352" y="205727"/>
                  </a:lnTo>
                  <a:lnTo>
                    <a:pt x="149352" y="234683"/>
                  </a:lnTo>
                  <a:lnTo>
                    <a:pt x="294132" y="234683"/>
                  </a:lnTo>
                  <a:lnTo>
                    <a:pt x="294132" y="205727"/>
                  </a:lnTo>
                  <a:close/>
                </a:path>
                <a:path w="2529840" h="441960">
                  <a:moveTo>
                    <a:pt x="441960" y="220980"/>
                  </a:moveTo>
                  <a:lnTo>
                    <a:pt x="440436" y="198120"/>
                  </a:lnTo>
                  <a:lnTo>
                    <a:pt x="437388" y="176784"/>
                  </a:lnTo>
                  <a:lnTo>
                    <a:pt x="432816" y="160782"/>
                  </a:lnTo>
                  <a:lnTo>
                    <a:pt x="432816" y="220980"/>
                  </a:lnTo>
                  <a:lnTo>
                    <a:pt x="431292" y="242316"/>
                  </a:lnTo>
                  <a:lnTo>
                    <a:pt x="416052" y="303276"/>
                  </a:lnTo>
                  <a:lnTo>
                    <a:pt x="396240" y="338328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42316" y="431292"/>
                  </a:lnTo>
                  <a:lnTo>
                    <a:pt x="199644" y="431292"/>
                  </a:lnTo>
                  <a:lnTo>
                    <a:pt x="158496" y="422148"/>
                  </a:lnTo>
                  <a:lnTo>
                    <a:pt x="120396" y="406908"/>
                  </a:lnTo>
                  <a:lnTo>
                    <a:pt x="86868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2108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9852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2816" y="220980"/>
                  </a:lnTo>
                  <a:lnTo>
                    <a:pt x="432816" y="160782"/>
                  </a:lnTo>
                  <a:lnTo>
                    <a:pt x="414528" y="115824"/>
                  </a:lnTo>
                  <a:lnTo>
                    <a:pt x="391668" y="80772"/>
                  </a:lnTo>
                  <a:lnTo>
                    <a:pt x="361188" y="50292"/>
                  </a:lnTo>
                  <a:lnTo>
                    <a:pt x="326136" y="25908"/>
                  </a:lnTo>
                  <a:lnTo>
                    <a:pt x="286512" y="10668"/>
                  </a:lnTo>
                  <a:lnTo>
                    <a:pt x="243840" y="1524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10668" y="286512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77952" y="376428"/>
                  </a:lnTo>
                  <a:lnTo>
                    <a:pt x="403860" y="344424"/>
                  </a:lnTo>
                  <a:lnTo>
                    <a:pt x="425196" y="306324"/>
                  </a:lnTo>
                  <a:lnTo>
                    <a:pt x="432816" y="281178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2529840" h="441960">
                  <a:moveTo>
                    <a:pt x="2382012" y="205727"/>
                  </a:moveTo>
                  <a:lnTo>
                    <a:pt x="2237232" y="205727"/>
                  </a:lnTo>
                  <a:lnTo>
                    <a:pt x="2237232" y="234683"/>
                  </a:lnTo>
                  <a:lnTo>
                    <a:pt x="2382012" y="234683"/>
                  </a:lnTo>
                  <a:lnTo>
                    <a:pt x="2382012" y="205727"/>
                  </a:lnTo>
                  <a:close/>
                </a:path>
                <a:path w="2529840" h="441960">
                  <a:moveTo>
                    <a:pt x="2529840" y="220980"/>
                  </a:moveTo>
                  <a:lnTo>
                    <a:pt x="2528316" y="198120"/>
                  </a:lnTo>
                  <a:lnTo>
                    <a:pt x="2525268" y="176784"/>
                  </a:lnTo>
                  <a:lnTo>
                    <a:pt x="2519172" y="155448"/>
                  </a:lnTo>
                  <a:lnTo>
                    <a:pt x="2519172" y="199644"/>
                  </a:lnTo>
                  <a:lnTo>
                    <a:pt x="2519172" y="242316"/>
                  </a:lnTo>
                  <a:lnTo>
                    <a:pt x="2510028" y="283464"/>
                  </a:lnTo>
                  <a:lnTo>
                    <a:pt x="2494788" y="321564"/>
                  </a:lnTo>
                  <a:lnTo>
                    <a:pt x="2471928" y="355092"/>
                  </a:lnTo>
                  <a:lnTo>
                    <a:pt x="2442972" y="384048"/>
                  </a:lnTo>
                  <a:lnTo>
                    <a:pt x="2409444" y="406908"/>
                  </a:lnTo>
                  <a:lnTo>
                    <a:pt x="2351532" y="428244"/>
                  </a:lnTo>
                  <a:lnTo>
                    <a:pt x="2330196" y="431292"/>
                  </a:lnTo>
                  <a:lnTo>
                    <a:pt x="2286000" y="431292"/>
                  </a:lnTo>
                  <a:lnTo>
                    <a:pt x="2244852" y="422148"/>
                  </a:lnTo>
                  <a:lnTo>
                    <a:pt x="2208276" y="406908"/>
                  </a:lnTo>
                  <a:lnTo>
                    <a:pt x="2174748" y="384048"/>
                  </a:lnTo>
                  <a:lnTo>
                    <a:pt x="2145792" y="355092"/>
                  </a:lnTo>
                  <a:lnTo>
                    <a:pt x="2122932" y="321564"/>
                  </a:lnTo>
                  <a:lnTo>
                    <a:pt x="2106168" y="283464"/>
                  </a:lnTo>
                  <a:lnTo>
                    <a:pt x="2098548" y="242316"/>
                  </a:lnTo>
                  <a:lnTo>
                    <a:pt x="2097024" y="220980"/>
                  </a:lnTo>
                  <a:lnTo>
                    <a:pt x="2098548" y="199644"/>
                  </a:lnTo>
                  <a:lnTo>
                    <a:pt x="2113788" y="138684"/>
                  </a:lnTo>
                  <a:lnTo>
                    <a:pt x="2133600" y="102108"/>
                  </a:lnTo>
                  <a:lnTo>
                    <a:pt x="2159508" y="71628"/>
                  </a:lnTo>
                  <a:lnTo>
                    <a:pt x="2191512" y="45720"/>
                  </a:lnTo>
                  <a:lnTo>
                    <a:pt x="2226564" y="25908"/>
                  </a:lnTo>
                  <a:lnTo>
                    <a:pt x="2266188" y="13716"/>
                  </a:lnTo>
                  <a:lnTo>
                    <a:pt x="2308860" y="9144"/>
                  </a:lnTo>
                  <a:lnTo>
                    <a:pt x="2330196" y="10668"/>
                  </a:lnTo>
                  <a:lnTo>
                    <a:pt x="2391156" y="25908"/>
                  </a:lnTo>
                  <a:lnTo>
                    <a:pt x="2426208" y="45720"/>
                  </a:lnTo>
                  <a:lnTo>
                    <a:pt x="2458212" y="71628"/>
                  </a:lnTo>
                  <a:lnTo>
                    <a:pt x="2484120" y="103632"/>
                  </a:lnTo>
                  <a:lnTo>
                    <a:pt x="2503932" y="138684"/>
                  </a:lnTo>
                  <a:lnTo>
                    <a:pt x="2516124" y="178308"/>
                  </a:lnTo>
                  <a:lnTo>
                    <a:pt x="2519172" y="199644"/>
                  </a:lnTo>
                  <a:lnTo>
                    <a:pt x="2519172" y="155448"/>
                  </a:lnTo>
                  <a:lnTo>
                    <a:pt x="2502408" y="115824"/>
                  </a:lnTo>
                  <a:lnTo>
                    <a:pt x="2464308" y="64008"/>
                  </a:lnTo>
                  <a:lnTo>
                    <a:pt x="2432304" y="38100"/>
                  </a:lnTo>
                  <a:lnTo>
                    <a:pt x="2394204" y="16764"/>
                  </a:lnTo>
                  <a:lnTo>
                    <a:pt x="2353056" y="4572"/>
                  </a:lnTo>
                  <a:lnTo>
                    <a:pt x="2308860" y="0"/>
                  </a:lnTo>
                  <a:lnTo>
                    <a:pt x="2287524" y="1422"/>
                  </a:lnTo>
                  <a:lnTo>
                    <a:pt x="2286000" y="1524"/>
                  </a:lnTo>
                  <a:lnTo>
                    <a:pt x="2263140" y="4572"/>
                  </a:lnTo>
                  <a:lnTo>
                    <a:pt x="2243328" y="10668"/>
                  </a:lnTo>
                  <a:lnTo>
                    <a:pt x="2221992" y="16764"/>
                  </a:lnTo>
                  <a:lnTo>
                    <a:pt x="2185416" y="38100"/>
                  </a:lnTo>
                  <a:lnTo>
                    <a:pt x="2151888" y="65532"/>
                  </a:lnTo>
                  <a:lnTo>
                    <a:pt x="2125980" y="97536"/>
                  </a:lnTo>
                  <a:lnTo>
                    <a:pt x="2104644" y="135636"/>
                  </a:lnTo>
                  <a:lnTo>
                    <a:pt x="2092452" y="176784"/>
                  </a:lnTo>
                  <a:lnTo>
                    <a:pt x="2087880" y="220980"/>
                  </a:lnTo>
                  <a:lnTo>
                    <a:pt x="2089404" y="243840"/>
                  </a:lnTo>
                  <a:lnTo>
                    <a:pt x="2092452" y="265176"/>
                  </a:lnTo>
                  <a:lnTo>
                    <a:pt x="2097024" y="281178"/>
                  </a:lnTo>
                  <a:lnTo>
                    <a:pt x="2098548" y="286512"/>
                  </a:lnTo>
                  <a:lnTo>
                    <a:pt x="2115312" y="326136"/>
                  </a:lnTo>
                  <a:lnTo>
                    <a:pt x="2138172" y="361188"/>
                  </a:lnTo>
                  <a:lnTo>
                    <a:pt x="2168652" y="391668"/>
                  </a:lnTo>
                  <a:lnTo>
                    <a:pt x="2203704" y="414528"/>
                  </a:lnTo>
                  <a:lnTo>
                    <a:pt x="2243328" y="431292"/>
                  </a:lnTo>
                  <a:lnTo>
                    <a:pt x="2286000" y="440436"/>
                  </a:lnTo>
                  <a:lnTo>
                    <a:pt x="2308860" y="441960"/>
                  </a:lnTo>
                  <a:lnTo>
                    <a:pt x="2330196" y="440537"/>
                  </a:lnTo>
                  <a:lnTo>
                    <a:pt x="2331720" y="440436"/>
                  </a:lnTo>
                  <a:lnTo>
                    <a:pt x="2374392" y="431292"/>
                  </a:lnTo>
                  <a:lnTo>
                    <a:pt x="2414016" y="414528"/>
                  </a:lnTo>
                  <a:lnTo>
                    <a:pt x="2449068" y="390144"/>
                  </a:lnTo>
                  <a:lnTo>
                    <a:pt x="2479548" y="361188"/>
                  </a:lnTo>
                  <a:lnTo>
                    <a:pt x="2502408" y="326136"/>
                  </a:lnTo>
                  <a:lnTo>
                    <a:pt x="2519172" y="286512"/>
                  </a:lnTo>
                  <a:lnTo>
                    <a:pt x="2528316" y="243840"/>
                  </a:lnTo>
                  <a:lnTo>
                    <a:pt x="2529840" y="22098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34974" y="3933015"/>
              <a:ext cx="647700" cy="257175"/>
            </a:xfrm>
            <a:custGeom>
              <a:avLst/>
              <a:gdLst/>
              <a:ahLst/>
              <a:cxnLst/>
              <a:rect l="l" t="t" r="r" b="b"/>
              <a:pathLst>
                <a:path w="647700" h="257175">
                  <a:moveTo>
                    <a:pt x="256460" y="24812"/>
                  </a:moveTo>
                  <a:lnTo>
                    <a:pt x="252984" y="14144"/>
                  </a:lnTo>
                  <a:lnTo>
                    <a:pt x="245506" y="5619"/>
                  </a:lnTo>
                  <a:lnTo>
                    <a:pt x="235458" y="809"/>
                  </a:lnTo>
                  <a:lnTo>
                    <a:pt x="224266" y="0"/>
                  </a:lnTo>
                  <a:lnTo>
                    <a:pt x="213360" y="3476"/>
                  </a:lnTo>
                  <a:lnTo>
                    <a:pt x="0" y="128444"/>
                  </a:lnTo>
                  <a:lnTo>
                    <a:pt x="56388" y="161471"/>
                  </a:lnTo>
                  <a:lnTo>
                    <a:pt x="56388" y="99488"/>
                  </a:lnTo>
                  <a:lnTo>
                    <a:pt x="162144" y="99488"/>
                  </a:lnTo>
                  <a:lnTo>
                    <a:pt x="242316" y="52244"/>
                  </a:lnTo>
                  <a:lnTo>
                    <a:pt x="250840" y="45005"/>
                  </a:lnTo>
                  <a:lnTo>
                    <a:pt x="255651" y="35480"/>
                  </a:lnTo>
                  <a:lnTo>
                    <a:pt x="256460" y="24812"/>
                  </a:lnTo>
                  <a:close/>
                </a:path>
                <a:path w="647700" h="257175">
                  <a:moveTo>
                    <a:pt x="162144" y="99488"/>
                  </a:moveTo>
                  <a:lnTo>
                    <a:pt x="56388" y="99488"/>
                  </a:lnTo>
                  <a:lnTo>
                    <a:pt x="56388" y="157400"/>
                  </a:lnTo>
                  <a:lnTo>
                    <a:pt x="71628" y="157400"/>
                  </a:lnTo>
                  <a:lnTo>
                    <a:pt x="71628" y="104060"/>
                  </a:lnTo>
                  <a:lnTo>
                    <a:pt x="113322" y="128258"/>
                  </a:lnTo>
                  <a:lnTo>
                    <a:pt x="162144" y="99488"/>
                  </a:lnTo>
                  <a:close/>
                </a:path>
                <a:path w="647700" h="257175">
                  <a:moveTo>
                    <a:pt x="256460" y="232052"/>
                  </a:moveTo>
                  <a:lnTo>
                    <a:pt x="255651" y="221218"/>
                  </a:lnTo>
                  <a:lnTo>
                    <a:pt x="250840" y="211240"/>
                  </a:lnTo>
                  <a:lnTo>
                    <a:pt x="242316" y="203120"/>
                  </a:lnTo>
                  <a:lnTo>
                    <a:pt x="163536" y="157400"/>
                  </a:lnTo>
                  <a:lnTo>
                    <a:pt x="56388" y="157400"/>
                  </a:lnTo>
                  <a:lnTo>
                    <a:pt x="56388" y="161471"/>
                  </a:lnTo>
                  <a:lnTo>
                    <a:pt x="213360" y="253412"/>
                  </a:lnTo>
                  <a:lnTo>
                    <a:pt x="224266" y="256889"/>
                  </a:lnTo>
                  <a:lnTo>
                    <a:pt x="235458" y="256079"/>
                  </a:lnTo>
                  <a:lnTo>
                    <a:pt x="245506" y="251269"/>
                  </a:lnTo>
                  <a:lnTo>
                    <a:pt x="252984" y="242744"/>
                  </a:lnTo>
                  <a:lnTo>
                    <a:pt x="256460" y="232052"/>
                  </a:lnTo>
                  <a:close/>
                </a:path>
                <a:path w="647700" h="257175">
                  <a:moveTo>
                    <a:pt x="113322" y="128258"/>
                  </a:moveTo>
                  <a:lnTo>
                    <a:pt x="71628" y="104060"/>
                  </a:lnTo>
                  <a:lnTo>
                    <a:pt x="71628" y="152828"/>
                  </a:lnTo>
                  <a:lnTo>
                    <a:pt x="113322" y="128258"/>
                  </a:lnTo>
                  <a:close/>
                </a:path>
                <a:path w="647700" h="257175">
                  <a:moveTo>
                    <a:pt x="163536" y="157400"/>
                  </a:moveTo>
                  <a:lnTo>
                    <a:pt x="113322" y="128258"/>
                  </a:lnTo>
                  <a:lnTo>
                    <a:pt x="71628" y="152828"/>
                  </a:lnTo>
                  <a:lnTo>
                    <a:pt x="71628" y="157400"/>
                  </a:lnTo>
                  <a:lnTo>
                    <a:pt x="163536" y="157400"/>
                  </a:lnTo>
                  <a:close/>
                </a:path>
                <a:path w="647700" h="257175">
                  <a:moveTo>
                    <a:pt x="647700" y="157400"/>
                  </a:moveTo>
                  <a:lnTo>
                    <a:pt x="647700" y="99488"/>
                  </a:lnTo>
                  <a:lnTo>
                    <a:pt x="162144" y="99488"/>
                  </a:lnTo>
                  <a:lnTo>
                    <a:pt x="113322" y="128258"/>
                  </a:lnTo>
                  <a:lnTo>
                    <a:pt x="163536" y="157400"/>
                  </a:lnTo>
                  <a:lnTo>
                    <a:pt x="647700" y="157400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88723" y="6026909"/>
            <a:ext cx="1313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Attraction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38893" y="5097780"/>
            <a:ext cx="8181340" cy="1450975"/>
            <a:chOff x="1238893" y="5097780"/>
            <a:chExt cx="8181340" cy="1450975"/>
          </a:xfrm>
        </p:grpSpPr>
        <p:sp>
          <p:nvSpPr>
            <p:cNvPr id="17" name="object 17"/>
            <p:cNvSpPr/>
            <p:nvPr/>
          </p:nvSpPr>
          <p:spPr>
            <a:xfrm>
              <a:off x="1238893" y="5097780"/>
              <a:ext cx="8181340" cy="1450975"/>
            </a:xfrm>
            <a:custGeom>
              <a:avLst/>
              <a:gdLst/>
              <a:ahLst/>
              <a:cxnLst/>
              <a:rect l="l" t="t" r="r" b="b"/>
              <a:pathLst>
                <a:path w="8181340" h="1450975">
                  <a:moveTo>
                    <a:pt x="8180829" y="1450848"/>
                  </a:moveTo>
                  <a:lnTo>
                    <a:pt x="8180829" y="0"/>
                  </a:lnTo>
                  <a:lnTo>
                    <a:pt x="0" y="0"/>
                  </a:lnTo>
                  <a:lnTo>
                    <a:pt x="0" y="1450848"/>
                  </a:lnTo>
                  <a:lnTo>
                    <a:pt x="4572" y="1450848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8171685" y="9144"/>
                  </a:lnTo>
                  <a:lnTo>
                    <a:pt x="8171685" y="4572"/>
                  </a:lnTo>
                  <a:lnTo>
                    <a:pt x="8176257" y="9144"/>
                  </a:lnTo>
                  <a:lnTo>
                    <a:pt x="8176257" y="1450848"/>
                  </a:lnTo>
                  <a:lnTo>
                    <a:pt x="8180829" y="1450848"/>
                  </a:lnTo>
                  <a:close/>
                </a:path>
                <a:path w="8181340" h="1450975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8181340" h="1450975">
                  <a:moveTo>
                    <a:pt x="9144" y="1441704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1441704"/>
                  </a:lnTo>
                  <a:lnTo>
                    <a:pt x="9144" y="1441704"/>
                  </a:lnTo>
                  <a:close/>
                </a:path>
                <a:path w="8181340" h="1450975">
                  <a:moveTo>
                    <a:pt x="8176257" y="1441704"/>
                  </a:moveTo>
                  <a:lnTo>
                    <a:pt x="4572" y="1441704"/>
                  </a:lnTo>
                  <a:lnTo>
                    <a:pt x="9144" y="1446276"/>
                  </a:lnTo>
                  <a:lnTo>
                    <a:pt x="9144" y="1450848"/>
                  </a:lnTo>
                  <a:lnTo>
                    <a:pt x="8171685" y="1450848"/>
                  </a:lnTo>
                  <a:lnTo>
                    <a:pt x="8171685" y="1446276"/>
                  </a:lnTo>
                  <a:lnTo>
                    <a:pt x="8176257" y="1441704"/>
                  </a:lnTo>
                  <a:close/>
                </a:path>
                <a:path w="8181340" h="1450975">
                  <a:moveTo>
                    <a:pt x="9144" y="1450848"/>
                  </a:moveTo>
                  <a:lnTo>
                    <a:pt x="9144" y="1446276"/>
                  </a:lnTo>
                  <a:lnTo>
                    <a:pt x="4572" y="1441704"/>
                  </a:lnTo>
                  <a:lnTo>
                    <a:pt x="4572" y="1450848"/>
                  </a:lnTo>
                  <a:lnTo>
                    <a:pt x="9144" y="1450848"/>
                  </a:lnTo>
                  <a:close/>
                </a:path>
                <a:path w="8181340" h="1450975">
                  <a:moveTo>
                    <a:pt x="8176257" y="9144"/>
                  </a:moveTo>
                  <a:lnTo>
                    <a:pt x="8171685" y="4572"/>
                  </a:lnTo>
                  <a:lnTo>
                    <a:pt x="8171685" y="9144"/>
                  </a:lnTo>
                  <a:lnTo>
                    <a:pt x="8176257" y="9144"/>
                  </a:lnTo>
                  <a:close/>
                </a:path>
                <a:path w="8181340" h="1450975">
                  <a:moveTo>
                    <a:pt x="8176257" y="1441704"/>
                  </a:moveTo>
                  <a:lnTo>
                    <a:pt x="8176257" y="9144"/>
                  </a:lnTo>
                  <a:lnTo>
                    <a:pt x="8171685" y="9144"/>
                  </a:lnTo>
                  <a:lnTo>
                    <a:pt x="8171685" y="1441704"/>
                  </a:lnTo>
                  <a:lnTo>
                    <a:pt x="8176257" y="1441704"/>
                  </a:lnTo>
                  <a:close/>
                </a:path>
                <a:path w="8181340" h="1450975">
                  <a:moveTo>
                    <a:pt x="8176257" y="1450848"/>
                  </a:moveTo>
                  <a:lnTo>
                    <a:pt x="8176257" y="1441704"/>
                  </a:lnTo>
                  <a:lnTo>
                    <a:pt x="8171685" y="1446276"/>
                  </a:lnTo>
                  <a:lnTo>
                    <a:pt x="8171685" y="1450848"/>
                  </a:lnTo>
                  <a:lnTo>
                    <a:pt x="8176257" y="1450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16853" y="5716524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79621" y="5565660"/>
              <a:ext cx="2529840" cy="441959"/>
            </a:xfrm>
            <a:custGeom>
              <a:avLst/>
              <a:gdLst/>
              <a:ahLst/>
              <a:cxnLst/>
              <a:rect l="l" t="t" r="r" b="b"/>
              <a:pathLst>
                <a:path w="2529840" h="441960">
                  <a:moveTo>
                    <a:pt x="294132" y="207251"/>
                  </a:moveTo>
                  <a:lnTo>
                    <a:pt x="149352" y="207251"/>
                  </a:lnTo>
                  <a:lnTo>
                    <a:pt x="149352" y="236207"/>
                  </a:lnTo>
                  <a:lnTo>
                    <a:pt x="294132" y="236207"/>
                  </a:lnTo>
                  <a:lnTo>
                    <a:pt x="294132" y="207251"/>
                  </a:lnTo>
                  <a:close/>
                </a:path>
                <a:path w="2529840" h="441960">
                  <a:moveTo>
                    <a:pt x="441960" y="220980"/>
                  </a:moveTo>
                  <a:lnTo>
                    <a:pt x="440436" y="198120"/>
                  </a:lnTo>
                  <a:lnTo>
                    <a:pt x="437388" y="176784"/>
                  </a:lnTo>
                  <a:lnTo>
                    <a:pt x="432816" y="160782"/>
                  </a:lnTo>
                  <a:lnTo>
                    <a:pt x="432816" y="220980"/>
                  </a:lnTo>
                  <a:lnTo>
                    <a:pt x="431292" y="243840"/>
                  </a:lnTo>
                  <a:lnTo>
                    <a:pt x="422148" y="284988"/>
                  </a:lnTo>
                  <a:lnTo>
                    <a:pt x="406908" y="321564"/>
                  </a:lnTo>
                  <a:lnTo>
                    <a:pt x="384048" y="355092"/>
                  </a:lnTo>
                  <a:lnTo>
                    <a:pt x="355092" y="384048"/>
                  </a:lnTo>
                  <a:lnTo>
                    <a:pt x="321564" y="406908"/>
                  </a:lnTo>
                  <a:lnTo>
                    <a:pt x="283464" y="423672"/>
                  </a:lnTo>
                  <a:lnTo>
                    <a:pt x="242316" y="431292"/>
                  </a:lnTo>
                  <a:lnTo>
                    <a:pt x="220980" y="432816"/>
                  </a:lnTo>
                  <a:lnTo>
                    <a:pt x="199644" y="431292"/>
                  </a:lnTo>
                  <a:lnTo>
                    <a:pt x="138684" y="416052"/>
                  </a:lnTo>
                  <a:lnTo>
                    <a:pt x="102108" y="396240"/>
                  </a:lnTo>
                  <a:lnTo>
                    <a:pt x="71628" y="370332"/>
                  </a:lnTo>
                  <a:lnTo>
                    <a:pt x="45720" y="339852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3632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283464" y="19812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8244" y="178308"/>
                  </a:lnTo>
                  <a:lnTo>
                    <a:pt x="432816" y="220980"/>
                  </a:lnTo>
                  <a:lnTo>
                    <a:pt x="432816" y="160782"/>
                  </a:lnTo>
                  <a:lnTo>
                    <a:pt x="414528" y="115824"/>
                  </a:lnTo>
                  <a:lnTo>
                    <a:pt x="391668" y="80772"/>
                  </a:lnTo>
                  <a:lnTo>
                    <a:pt x="361188" y="50292"/>
                  </a:lnTo>
                  <a:lnTo>
                    <a:pt x="326136" y="27432"/>
                  </a:lnTo>
                  <a:lnTo>
                    <a:pt x="286512" y="10668"/>
                  </a:lnTo>
                  <a:lnTo>
                    <a:pt x="243840" y="1524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1816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964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6700"/>
                  </a:lnTo>
                  <a:lnTo>
                    <a:pt x="9144" y="281559"/>
                  </a:lnTo>
                  <a:lnTo>
                    <a:pt x="10668" y="286512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6052"/>
                  </a:lnTo>
                  <a:lnTo>
                    <a:pt x="155448" y="432816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307848" y="425196"/>
                  </a:lnTo>
                  <a:lnTo>
                    <a:pt x="344424" y="403860"/>
                  </a:lnTo>
                  <a:lnTo>
                    <a:pt x="377952" y="376428"/>
                  </a:lnTo>
                  <a:lnTo>
                    <a:pt x="403860" y="344424"/>
                  </a:lnTo>
                  <a:lnTo>
                    <a:pt x="425196" y="306324"/>
                  </a:lnTo>
                  <a:lnTo>
                    <a:pt x="432816" y="281178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2529840" h="441960">
                  <a:moveTo>
                    <a:pt x="2529840" y="220980"/>
                  </a:moveTo>
                  <a:lnTo>
                    <a:pt x="2528316" y="198120"/>
                  </a:lnTo>
                  <a:lnTo>
                    <a:pt x="2525268" y="176784"/>
                  </a:lnTo>
                  <a:lnTo>
                    <a:pt x="2519172" y="155448"/>
                  </a:lnTo>
                  <a:lnTo>
                    <a:pt x="2519172" y="199644"/>
                  </a:lnTo>
                  <a:lnTo>
                    <a:pt x="2519172" y="243840"/>
                  </a:lnTo>
                  <a:lnTo>
                    <a:pt x="2510028" y="284988"/>
                  </a:lnTo>
                  <a:lnTo>
                    <a:pt x="2494788" y="321564"/>
                  </a:lnTo>
                  <a:lnTo>
                    <a:pt x="2471928" y="355092"/>
                  </a:lnTo>
                  <a:lnTo>
                    <a:pt x="2442972" y="384048"/>
                  </a:lnTo>
                  <a:lnTo>
                    <a:pt x="2409444" y="406908"/>
                  </a:lnTo>
                  <a:lnTo>
                    <a:pt x="2371344" y="423672"/>
                  </a:lnTo>
                  <a:lnTo>
                    <a:pt x="2330196" y="431292"/>
                  </a:lnTo>
                  <a:lnTo>
                    <a:pt x="2308860" y="432816"/>
                  </a:lnTo>
                  <a:lnTo>
                    <a:pt x="2287524" y="431393"/>
                  </a:lnTo>
                  <a:lnTo>
                    <a:pt x="2286000" y="431292"/>
                  </a:lnTo>
                  <a:lnTo>
                    <a:pt x="2244852" y="422148"/>
                  </a:lnTo>
                  <a:lnTo>
                    <a:pt x="2208276" y="406908"/>
                  </a:lnTo>
                  <a:lnTo>
                    <a:pt x="2174748" y="384048"/>
                  </a:lnTo>
                  <a:lnTo>
                    <a:pt x="2145792" y="355092"/>
                  </a:lnTo>
                  <a:lnTo>
                    <a:pt x="2122932" y="321564"/>
                  </a:lnTo>
                  <a:lnTo>
                    <a:pt x="2106168" y="283464"/>
                  </a:lnTo>
                  <a:lnTo>
                    <a:pt x="2098548" y="242316"/>
                  </a:lnTo>
                  <a:lnTo>
                    <a:pt x="2097024" y="220980"/>
                  </a:lnTo>
                  <a:lnTo>
                    <a:pt x="2098548" y="199644"/>
                  </a:lnTo>
                  <a:lnTo>
                    <a:pt x="2113788" y="138684"/>
                  </a:lnTo>
                  <a:lnTo>
                    <a:pt x="2133600" y="103632"/>
                  </a:lnTo>
                  <a:lnTo>
                    <a:pt x="2159508" y="71628"/>
                  </a:lnTo>
                  <a:lnTo>
                    <a:pt x="2191512" y="45720"/>
                  </a:lnTo>
                  <a:lnTo>
                    <a:pt x="2226564" y="25908"/>
                  </a:lnTo>
                  <a:lnTo>
                    <a:pt x="2266188" y="13716"/>
                  </a:lnTo>
                  <a:lnTo>
                    <a:pt x="2287524" y="10668"/>
                  </a:lnTo>
                  <a:lnTo>
                    <a:pt x="2330196" y="10668"/>
                  </a:lnTo>
                  <a:lnTo>
                    <a:pt x="2371344" y="19812"/>
                  </a:lnTo>
                  <a:lnTo>
                    <a:pt x="2409444" y="35052"/>
                  </a:lnTo>
                  <a:lnTo>
                    <a:pt x="2442972" y="57912"/>
                  </a:lnTo>
                  <a:lnTo>
                    <a:pt x="2471928" y="86868"/>
                  </a:lnTo>
                  <a:lnTo>
                    <a:pt x="2494788" y="120396"/>
                  </a:lnTo>
                  <a:lnTo>
                    <a:pt x="2516124" y="178308"/>
                  </a:lnTo>
                  <a:lnTo>
                    <a:pt x="2519172" y="199644"/>
                  </a:lnTo>
                  <a:lnTo>
                    <a:pt x="2519172" y="155448"/>
                  </a:lnTo>
                  <a:lnTo>
                    <a:pt x="2502408" y="115824"/>
                  </a:lnTo>
                  <a:lnTo>
                    <a:pt x="2478024" y="80772"/>
                  </a:lnTo>
                  <a:lnTo>
                    <a:pt x="2449068" y="50292"/>
                  </a:lnTo>
                  <a:lnTo>
                    <a:pt x="2414016" y="27432"/>
                  </a:lnTo>
                  <a:lnTo>
                    <a:pt x="2374392" y="10668"/>
                  </a:lnTo>
                  <a:lnTo>
                    <a:pt x="2330196" y="1524"/>
                  </a:lnTo>
                  <a:lnTo>
                    <a:pt x="2308860" y="0"/>
                  </a:lnTo>
                  <a:lnTo>
                    <a:pt x="2287524" y="1422"/>
                  </a:lnTo>
                  <a:lnTo>
                    <a:pt x="2286000" y="1524"/>
                  </a:lnTo>
                  <a:lnTo>
                    <a:pt x="2243328" y="10668"/>
                  </a:lnTo>
                  <a:lnTo>
                    <a:pt x="2203704" y="27432"/>
                  </a:lnTo>
                  <a:lnTo>
                    <a:pt x="2151888" y="65532"/>
                  </a:lnTo>
                  <a:lnTo>
                    <a:pt x="2125980" y="97536"/>
                  </a:lnTo>
                  <a:lnTo>
                    <a:pt x="2104644" y="135636"/>
                  </a:lnTo>
                  <a:lnTo>
                    <a:pt x="2092452" y="176784"/>
                  </a:lnTo>
                  <a:lnTo>
                    <a:pt x="2087880" y="220980"/>
                  </a:lnTo>
                  <a:lnTo>
                    <a:pt x="2089404" y="243840"/>
                  </a:lnTo>
                  <a:lnTo>
                    <a:pt x="2092452" y="266700"/>
                  </a:lnTo>
                  <a:lnTo>
                    <a:pt x="2097024" y="281559"/>
                  </a:lnTo>
                  <a:lnTo>
                    <a:pt x="2098548" y="286512"/>
                  </a:lnTo>
                  <a:lnTo>
                    <a:pt x="2125980" y="344424"/>
                  </a:lnTo>
                  <a:lnTo>
                    <a:pt x="2153412" y="377952"/>
                  </a:lnTo>
                  <a:lnTo>
                    <a:pt x="2185416" y="403860"/>
                  </a:lnTo>
                  <a:lnTo>
                    <a:pt x="2223516" y="425196"/>
                  </a:lnTo>
                  <a:lnTo>
                    <a:pt x="2264664" y="437388"/>
                  </a:lnTo>
                  <a:lnTo>
                    <a:pt x="2308860" y="441960"/>
                  </a:lnTo>
                  <a:lnTo>
                    <a:pt x="2330196" y="440537"/>
                  </a:lnTo>
                  <a:lnTo>
                    <a:pt x="2331720" y="440436"/>
                  </a:lnTo>
                  <a:lnTo>
                    <a:pt x="2374392" y="431292"/>
                  </a:lnTo>
                  <a:lnTo>
                    <a:pt x="2414016" y="414528"/>
                  </a:lnTo>
                  <a:lnTo>
                    <a:pt x="2449068" y="391668"/>
                  </a:lnTo>
                  <a:lnTo>
                    <a:pt x="2479548" y="361188"/>
                  </a:lnTo>
                  <a:lnTo>
                    <a:pt x="2502408" y="326136"/>
                  </a:lnTo>
                  <a:lnTo>
                    <a:pt x="2519172" y="286512"/>
                  </a:lnTo>
                  <a:lnTo>
                    <a:pt x="2528316" y="243840"/>
                  </a:lnTo>
                  <a:lnTo>
                    <a:pt x="2529840" y="22098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811654" y="1795375"/>
            <a:ext cx="214629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08792" y="1795375"/>
            <a:ext cx="214629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34969" y="2275547"/>
            <a:ext cx="3781425" cy="256540"/>
          </a:xfrm>
          <a:custGeom>
            <a:avLst/>
            <a:gdLst/>
            <a:ahLst/>
            <a:cxnLst/>
            <a:rect l="l" t="t" r="r" b="b"/>
            <a:pathLst>
              <a:path w="3781425" h="256539">
                <a:moveTo>
                  <a:pt x="647700" y="100380"/>
                </a:moveTo>
                <a:lnTo>
                  <a:pt x="162140" y="100380"/>
                </a:lnTo>
                <a:lnTo>
                  <a:pt x="242316" y="53136"/>
                </a:lnTo>
                <a:lnTo>
                  <a:pt x="250837" y="45656"/>
                </a:lnTo>
                <a:lnTo>
                  <a:pt x="255651" y="35610"/>
                </a:lnTo>
                <a:lnTo>
                  <a:pt x="256463" y="24409"/>
                </a:lnTo>
                <a:lnTo>
                  <a:pt x="252984" y="13512"/>
                </a:lnTo>
                <a:lnTo>
                  <a:pt x="245503" y="5003"/>
                </a:lnTo>
                <a:lnTo>
                  <a:pt x="235458" y="368"/>
                </a:lnTo>
                <a:lnTo>
                  <a:pt x="224269" y="0"/>
                </a:lnTo>
                <a:lnTo>
                  <a:pt x="213360" y="4368"/>
                </a:lnTo>
                <a:lnTo>
                  <a:pt x="0" y="127812"/>
                </a:lnTo>
                <a:lnTo>
                  <a:pt x="56388" y="160832"/>
                </a:lnTo>
                <a:lnTo>
                  <a:pt x="213360" y="252780"/>
                </a:lnTo>
                <a:lnTo>
                  <a:pt x="224269" y="256247"/>
                </a:lnTo>
                <a:lnTo>
                  <a:pt x="235458" y="255447"/>
                </a:lnTo>
                <a:lnTo>
                  <a:pt x="245503" y="250634"/>
                </a:lnTo>
                <a:lnTo>
                  <a:pt x="252984" y="242112"/>
                </a:lnTo>
                <a:lnTo>
                  <a:pt x="256463" y="232079"/>
                </a:lnTo>
                <a:lnTo>
                  <a:pt x="255651" y="221348"/>
                </a:lnTo>
                <a:lnTo>
                  <a:pt x="250837" y="211455"/>
                </a:lnTo>
                <a:lnTo>
                  <a:pt x="242316" y="204012"/>
                </a:lnTo>
                <a:lnTo>
                  <a:pt x="162140" y="156768"/>
                </a:lnTo>
                <a:lnTo>
                  <a:pt x="647700" y="156768"/>
                </a:lnTo>
                <a:lnTo>
                  <a:pt x="647700" y="100380"/>
                </a:lnTo>
                <a:close/>
              </a:path>
              <a:path w="3781425" h="256539">
                <a:moveTo>
                  <a:pt x="3781044" y="127812"/>
                </a:moveTo>
                <a:lnTo>
                  <a:pt x="3566160" y="4368"/>
                </a:lnTo>
                <a:lnTo>
                  <a:pt x="3555492" y="0"/>
                </a:lnTo>
                <a:lnTo>
                  <a:pt x="3544824" y="368"/>
                </a:lnTo>
                <a:lnTo>
                  <a:pt x="3535299" y="5003"/>
                </a:lnTo>
                <a:lnTo>
                  <a:pt x="3528060" y="13512"/>
                </a:lnTo>
                <a:lnTo>
                  <a:pt x="3523704" y="24409"/>
                </a:lnTo>
                <a:lnTo>
                  <a:pt x="3524059" y="35610"/>
                </a:lnTo>
                <a:lnTo>
                  <a:pt x="3528707" y="45656"/>
                </a:lnTo>
                <a:lnTo>
                  <a:pt x="3537204" y="53136"/>
                </a:lnTo>
                <a:lnTo>
                  <a:pt x="3618090" y="100380"/>
                </a:lnTo>
                <a:lnTo>
                  <a:pt x="3133344" y="100380"/>
                </a:lnTo>
                <a:lnTo>
                  <a:pt x="3133344" y="156768"/>
                </a:lnTo>
                <a:lnTo>
                  <a:pt x="3618090" y="156768"/>
                </a:lnTo>
                <a:lnTo>
                  <a:pt x="3537204" y="204012"/>
                </a:lnTo>
                <a:lnTo>
                  <a:pt x="3528707" y="211455"/>
                </a:lnTo>
                <a:lnTo>
                  <a:pt x="3524059" y="221348"/>
                </a:lnTo>
                <a:lnTo>
                  <a:pt x="3523704" y="232079"/>
                </a:lnTo>
                <a:lnTo>
                  <a:pt x="3528060" y="242112"/>
                </a:lnTo>
                <a:lnTo>
                  <a:pt x="3535299" y="250634"/>
                </a:lnTo>
                <a:lnTo>
                  <a:pt x="3544824" y="255447"/>
                </a:lnTo>
                <a:lnTo>
                  <a:pt x="3555492" y="256247"/>
                </a:lnTo>
                <a:lnTo>
                  <a:pt x="3566160" y="252780"/>
                </a:lnTo>
                <a:lnTo>
                  <a:pt x="3723132" y="161480"/>
                </a:lnTo>
                <a:lnTo>
                  <a:pt x="3781044" y="12781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811654" y="3452493"/>
            <a:ext cx="214629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6516" y="3452493"/>
            <a:ext cx="214629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03370" y="3933015"/>
            <a:ext cx="649605" cy="257175"/>
          </a:xfrm>
          <a:custGeom>
            <a:avLst/>
            <a:gdLst/>
            <a:ahLst/>
            <a:cxnLst/>
            <a:rect l="l" t="t" r="r" b="b"/>
            <a:pathLst>
              <a:path w="649604" h="257175">
                <a:moveTo>
                  <a:pt x="535528" y="128258"/>
                </a:moveTo>
                <a:lnTo>
                  <a:pt x="486271" y="99488"/>
                </a:lnTo>
                <a:lnTo>
                  <a:pt x="0" y="99488"/>
                </a:lnTo>
                <a:lnTo>
                  <a:pt x="0" y="157400"/>
                </a:lnTo>
                <a:lnTo>
                  <a:pt x="484866" y="157400"/>
                </a:lnTo>
                <a:lnTo>
                  <a:pt x="535528" y="128258"/>
                </a:lnTo>
                <a:close/>
              </a:path>
              <a:path w="649604" h="257175">
                <a:moveTo>
                  <a:pt x="649224" y="128444"/>
                </a:moveTo>
                <a:lnTo>
                  <a:pt x="434340" y="3476"/>
                </a:lnTo>
                <a:lnTo>
                  <a:pt x="423672" y="0"/>
                </a:lnTo>
                <a:lnTo>
                  <a:pt x="413004" y="809"/>
                </a:lnTo>
                <a:lnTo>
                  <a:pt x="403479" y="5619"/>
                </a:lnTo>
                <a:lnTo>
                  <a:pt x="396240" y="14144"/>
                </a:lnTo>
                <a:lnTo>
                  <a:pt x="391882" y="24812"/>
                </a:lnTo>
                <a:lnTo>
                  <a:pt x="392239" y="35480"/>
                </a:lnTo>
                <a:lnTo>
                  <a:pt x="396882" y="45005"/>
                </a:lnTo>
                <a:lnTo>
                  <a:pt x="405384" y="52244"/>
                </a:lnTo>
                <a:lnTo>
                  <a:pt x="486271" y="99488"/>
                </a:lnTo>
                <a:lnTo>
                  <a:pt x="591312" y="99488"/>
                </a:lnTo>
                <a:lnTo>
                  <a:pt x="591312" y="162123"/>
                </a:lnTo>
                <a:lnTo>
                  <a:pt x="649224" y="128444"/>
                </a:lnTo>
                <a:close/>
              </a:path>
              <a:path w="649604" h="257175">
                <a:moveTo>
                  <a:pt x="591312" y="162123"/>
                </a:moveTo>
                <a:lnTo>
                  <a:pt x="591312" y="157400"/>
                </a:lnTo>
                <a:lnTo>
                  <a:pt x="484866" y="157400"/>
                </a:lnTo>
                <a:lnTo>
                  <a:pt x="405384" y="203120"/>
                </a:lnTo>
                <a:lnTo>
                  <a:pt x="396882" y="211240"/>
                </a:lnTo>
                <a:lnTo>
                  <a:pt x="392239" y="221218"/>
                </a:lnTo>
                <a:lnTo>
                  <a:pt x="391882" y="232052"/>
                </a:lnTo>
                <a:lnTo>
                  <a:pt x="396240" y="242744"/>
                </a:lnTo>
                <a:lnTo>
                  <a:pt x="403479" y="251269"/>
                </a:lnTo>
                <a:lnTo>
                  <a:pt x="413004" y="256079"/>
                </a:lnTo>
                <a:lnTo>
                  <a:pt x="423672" y="256889"/>
                </a:lnTo>
                <a:lnTo>
                  <a:pt x="434340" y="253412"/>
                </a:lnTo>
                <a:lnTo>
                  <a:pt x="591312" y="162123"/>
                </a:lnTo>
                <a:close/>
              </a:path>
              <a:path w="649604" h="257175">
                <a:moveTo>
                  <a:pt x="577596" y="157400"/>
                </a:moveTo>
                <a:lnTo>
                  <a:pt x="577596" y="152828"/>
                </a:lnTo>
                <a:lnTo>
                  <a:pt x="535528" y="128258"/>
                </a:lnTo>
                <a:lnTo>
                  <a:pt x="484866" y="157400"/>
                </a:lnTo>
                <a:lnTo>
                  <a:pt x="577596" y="157400"/>
                </a:lnTo>
                <a:close/>
              </a:path>
              <a:path w="649604" h="257175">
                <a:moveTo>
                  <a:pt x="591312" y="157400"/>
                </a:moveTo>
                <a:lnTo>
                  <a:pt x="591312" y="99488"/>
                </a:lnTo>
                <a:lnTo>
                  <a:pt x="486271" y="99488"/>
                </a:lnTo>
                <a:lnTo>
                  <a:pt x="535528" y="128258"/>
                </a:lnTo>
                <a:lnTo>
                  <a:pt x="577596" y="104060"/>
                </a:lnTo>
                <a:lnTo>
                  <a:pt x="577596" y="157400"/>
                </a:lnTo>
                <a:lnTo>
                  <a:pt x="591312" y="157400"/>
                </a:lnTo>
                <a:close/>
              </a:path>
              <a:path w="649604" h="257175">
                <a:moveTo>
                  <a:pt x="577596" y="152828"/>
                </a:moveTo>
                <a:lnTo>
                  <a:pt x="577596" y="104060"/>
                </a:lnTo>
                <a:lnTo>
                  <a:pt x="535528" y="128258"/>
                </a:lnTo>
                <a:lnTo>
                  <a:pt x="577596" y="152828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65251" y="5179185"/>
            <a:ext cx="214629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87199" y="5179185"/>
            <a:ext cx="214629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15485" y="5659716"/>
            <a:ext cx="1655445" cy="257175"/>
          </a:xfrm>
          <a:custGeom>
            <a:avLst/>
            <a:gdLst/>
            <a:ahLst/>
            <a:cxnLst/>
            <a:rect l="l" t="t" r="r" b="b"/>
            <a:pathLst>
              <a:path w="1655445" h="257175">
                <a:moveTo>
                  <a:pt x="647700" y="128447"/>
                </a:moveTo>
                <a:lnTo>
                  <a:pt x="432816" y="3479"/>
                </a:lnTo>
                <a:lnTo>
                  <a:pt x="422795" y="0"/>
                </a:lnTo>
                <a:lnTo>
                  <a:pt x="412051" y="812"/>
                </a:lnTo>
                <a:lnTo>
                  <a:pt x="402170" y="5613"/>
                </a:lnTo>
                <a:lnTo>
                  <a:pt x="394716" y="14147"/>
                </a:lnTo>
                <a:lnTo>
                  <a:pt x="391236" y="25044"/>
                </a:lnTo>
                <a:lnTo>
                  <a:pt x="392049" y="36245"/>
                </a:lnTo>
                <a:lnTo>
                  <a:pt x="396862" y="46291"/>
                </a:lnTo>
                <a:lnTo>
                  <a:pt x="405384" y="53771"/>
                </a:lnTo>
                <a:lnTo>
                  <a:pt x="484162" y="99491"/>
                </a:lnTo>
                <a:lnTo>
                  <a:pt x="0" y="99491"/>
                </a:lnTo>
                <a:lnTo>
                  <a:pt x="0" y="157403"/>
                </a:lnTo>
                <a:lnTo>
                  <a:pt x="485559" y="157403"/>
                </a:lnTo>
                <a:lnTo>
                  <a:pt x="405384" y="204647"/>
                </a:lnTo>
                <a:lnTo>
                  <a:pt x="396862" y="211886"/>
                </a:lnTo>
                <a:lnTo>
                  <a:pt x="392049" y="221411"/>
                </a:lnTo>
                <a:lnTo>
                  <a:pt x="391236" y="232079"/>
                </a:lnTo>
                <a:lnTo>
                  <a:pt x="394716" y="242747"/>
                </a:lnTo>
                <a:lnTo>
                  <a:pt x="402170" y="251269"/>
                </a:lnTo>
                <a:lnTo>
                  <a:pt x="412051" y="256082"/>
                </a:lnTo>
                <a:lnTo>
                  <a:pt x="422795" y="256882"/>
                </a:lnTo>
                <a:lnTo>
                  <a:pt x="432816" y="253415"/>
                </a:lnTo>
                <a:lnTo>
                  <a:pt x="591312" y="161239"/>
                </a:lnTo>
                <a:lnTo>
                  <a:pt x="647700" y="128447"/>
                </a:lnTo>
                <a:close/>
              </a:path>
              <a:path w="1655445" h="257175">
                <a:moveTo>
                  <a:pt x="1655064" y="99491"/>
                </a:moveTo>
                <a:lnTo>
                  <a:pt x="1170901" y="99491"/>
                </a:lnTo>
                <a:lnTo>
                  <a:pt x="1249680" y="53771"/>
                </a:lnTo>
                <a:lnTo>
                  <a:pt x="1258201" y="46291"/>
                </a:lnTo>
                <a:lnTo>
                  <a:pt x="1263015" y="36245"/>
                </a:lnTo>
                <a:lnTo>
                  <a:pt x="1263827" y="25044"/>
                </a:lnTo>
                <a:lnTo>
                  <a:pt x="1260348" y="14147"/>
                </a:lnTo>
                <a:lnTo>
                  <a:pt x="1252867" y="5613"/>
                </a:lnTo>
                <a:lnTo>
                  <a:pt x="1242822" y="812"/>
                </a:lnTo>
                <a:lnTo>
                  <a:pt x="1231633" y="0"/>
                </a:lnTo>
                <a:lnTo>
                  <a:pt x="1220724" y="3479"/>
                </a:lnTo>
                <a:lnTo>
                  <a:pt x="1007364" y="128447"/>
                </a:lnTo>
                <a:lnTo>
                  <a:pt x="1063752" y="161467"/>
                </a:lnTo>
                <a:lnTo>
                  <a:pt x="1220724" y="253415"/>
                </a:lnTo>
                <a:lnTo>
                  <a:pt x="1231633" y="256882"/>
                </a:lnTo>
                <a:lnTo>
                  <a:pt x="1242822" y="256082"/>
                </a:lnTo>
                <a:lnTo>
                  <a:pt x="1252867" y="251269"/>
                </a:lnTo>
                <a:lnTo>
                  <a:pt x="1260348" y="242747"/>
                </a:lnTo>
                <a:lnTo>
                  <a:pt x="1263827" y="232079"/>
                </a:lnTo>
                <a:lnTo>
                  <a:pt x="1263015" y="221411"/>
                </a:lnTo>
                <a:lnTo>
                  <a:pt x="1258201" y="211886"/>
                </a:lnTo>
                <a:lnTo>
                  <a:pt x="1249680" y="204647"/>
                </a:lnTo>
                <a:lnTo>
                  <a:pt x="1169504" y="157403"/>
                </a:lnTo>
                <a:lnTo>
                  <a:pt x="1655064" y="157403"/>
                </a:lnTo>
                <a:lnTo>
                  <a:pt x="1655064" y="99491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16820" y="438403"/>
            <a:ext cx="5406390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Charge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Direction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forces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between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two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charges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3885" y="285681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7452" y="1171447"/>
            <a:ext cx="7517765" cy="218059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780"/>
              </a:spcBef>
            </a:pPr>
            <a:r>
              <a:rPr sz="2400" dirty="0">
                <a:latin typeface="Arial MT"/>
                <a:cs typeface="Arial MT"/>
              </a:rPr>
              <a:t>Electric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measured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Coulomb.</a:t>
            </a:r>
            <a:endParaRPr sz="2400">
              <a:latin typeface="Arial MT"/>
              <a:cs typeface="Arial MT"/>
            </a:endParaRPr>
          </a:p>
          <a:p>
            <a:pPr marL="76200" marR="68580">
              <a:lnSpc>
                <a:spcPts val="4660"/>
              </a:lnSpc>
              <a:spcBef>
                <a:spcPts val="350"/>
              </a:spcBef>
              <a:tabLst>
                <a:tab pos="510984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smallest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e</a:t>
            </a:r>
            <a:r>
              <a:rPr sz="24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1.6</a:t>
            </a:r>
            <a:r>
              <a:rPr sz="24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X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3200"/>
                </a:solidFill>
                <a:latin typeface="Arial MT"/>
                <a:cs typeface="Arial MT"/>
              </a:rPr>
              <a:t>10</a:t>
            </a:r>
            <a:r>
              <a:rPr sz="2400" spc="-37" baseline="24305" dirty="0">
                <a:solidFill>
                  <a:srgbClr val="FF3200"/>
                </a:solidFill>
                <a:latin typeface="Arial MT"/>
                <a:cs typeface="Arial MT"/>
              </a:rPr>
              <a:t>-</a:t>
            </a:r>
            <a:r>
              <a:rPr sz="2400" baseline="24305" dirty="0">
                <a:solidFill>
                  <a:srgbClr val="FF3200"/>
                </a:solidFill>
                <a:latin typeface="Arial MT"/>
                <a:cs typeface="Arial MT"/>
              </a:rPr>
              <a:t>19</a:t>
            </a:r>
            <a:r>
              <a:rPr sz="2400" spc="330" baseline="2430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3200"/>
                </a:solidFill>
                <a:latin typeface="Arial MT"/>
                <a:cs typeface="Arial MT"/>
              </a:rPr>
              <a:t>C.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charge.</a:t>
            </a:r>
            <a:endParaRPr sz="2400">
              <a:latin typeface="Arial MT"/>
              <a:cs typeface="Arial MT"/>
            </a:endParaRPr>
          </a:p>
          <a:p>
            <a:pPr marL="1231265">
              <a:lnSpc>
                <a:spcPts val="2735"/>
              </a:lnSpc>
              <a:tabLst>
                <a:tab pos="3533775" algn="l"/>
              </a:tabLst>
            </a:pPr>
            <a:r>
              <a:rPr sz="3600" baseline="1157" dirty="0">
                <a:latin typeface="Arial MT"/>
                <a:cs typeface="Arial MT"/>
              </a:rPr>
              <a:t>q</a:t>
            </a:r>
            <a:r>
              <a:rPr sz="3600" spc="-15" baseline="1157" dirty="0">
                <a:latin typeface="Arial MT"/>
                <a:cs typeface="Arial MT"/>
              </a:rPr>
              <a:t> </a:t>
            </a:r>
            <a:r>
              <a:rPr sz="3600" baseline="1157" dirty="0">
                <a:latin typeface="Arial MT"/>
                <a:cs typeface="Arial MT"/>
              </a:rPr>
              <a:t>=</a:t>
            </a:r>
            <a:r>
              <a:rPr sz="3600" spc="-22" baseline="1157" dirty="0">
                <a:latin typeface="Arial MT"/>
                <a:cs typeface="Arial MT"/>
              </a:rPr>
              <a:t> </a:t>
            </a:r>
            <a:r>
              <a:rPr sz="3600" baseline="1157" dirty="0">
                <a:latin typeface="Arial MT"/>
                <a:cs typeface="Arial MT"/>
              </a:rPr>
              <a:t>n</a:t>
            </a:r>
            <a:r>
              <a:rPr sz="3600" spc="-30" baseline="1157" dirty="0">
                <a:latin typeface="Arial MT"/>
                <a:cs typeface="Arial MT"/>
              </a:rPr>
              <a:t> </a:t>
            </a:r>
            <a:r>
              <a:rPr sz="3600" spc="-75" baseline="1157" dirty="0">
                <a:latin typeface="Arial MT"/>
                <a:cs typeface="Arial MT"/>
              </a:rPr>
              <a:t>e</a:t>
            </a:r>
            <a:r>
              <a:rPr sz="3600" baseline="1157" dirty="0">
                <a:latin typeface="Arial MT"/>
                <a:cs typeface="Arial MT"/>
              </a:rPr>
              <a:t>	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75" dirty="0">
                <a:latin typeface="Arial MT"/>
                <a:cs typeface="Arial MT"/>
              </a:rPr>
              <a:t>±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75" dirty="0">
                <a:latin typeface="Arial MT"/>
                <a:cs typeface="Arial MT"/>
              </a:rPr>
              <a:t>±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75" dirty="0">
                <a:latin typeface="Arial MT"/>
                <a:cs typeface="Arial MT"/>
              </a:rPr>
              <a:t>±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1195" y="3241038"/>
            <a:ext cx="2653665" cy="111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487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+12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60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+3.5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0" dirty="0">
                <a:latin typeface="Arial MT"/>
                <a:cs typeface="Arial MT"/>
              </a:rPr>
              <a:t> -</a:t>
            </a:r>
            <a:r>
              <a:rPr sz="2400" dirty="0">
                <a:latin typeface="Arial MT"/>
                <a:cs typeface="Arial MT"/>
              </a:rPr>
              <a:t>5.1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56107" y="3384294"/>
            <a:ext cx="1701164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100"/>
              </a:spcBef>
            </a:pP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Possible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 Not</a:t>
            </a:r>
            <a:r>
              <a:rPr sz="2400" spc="-3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possible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0952" y="4499862"/>
            <a:ext cx="7900670" cy="2310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26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cannot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discrete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values.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quantized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400" dirty="0">
                <a:latin typeface="Arial MT"/>
                <a:cs typeface="Arial MT"/>
              </a:rPr>
              <a:t>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elementary</a:t>
            </a:r>
            <a:r>
              <a:rPr sz="2400" spc="-4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Arial MT"/>
                <a:cs typeface="Arial MT"/>
              </a:rPr>
              <a:t>charge.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545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discreetness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dirty="0">
                <a:latin typeface="Arial MT"/>
                <a:cs typeface="Arial MT"/>
              </a:rPr>
              <a:t>deal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elementary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2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Electric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Charge </a:t>
            </a:r>
            <a:r>
              <a:rPr dirty="0"/>
              <a:t>Electric</a:t>
            </a:r>
            <a:r>
              <a:rPr spc="-40" dirty="0"/>
              <a:t> </a:t>
            </a:r>
            <a:r>
              <a:rPr dirty="0"/>
              <a:t>charge</a:t>
            </a:r>
            <a:r>
              <a:rPr spc="-3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10" dirty="0"/>
              <a:t>quantized</a:t>
            </a:r>
          </a:p>
        </p:txBody>
      </p:sp>
      <p:sp>
        <p:nvSpPr>
          <p:cNvPr id="8" name="object 8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174114" y="2834640"/>
            <a:ext cx="295910" cy="295910"/>
            <a:chOff x="4174114" y="2834640"/>
            <a:chExt cx="295910" cy="295910"/>
          </a:xfrm>
        </p:grpSpPr>
        <p:sp>
          <p:nvSpPr>
            <p:cNvPr id="4" name="object 4"/>
            <p:cNvSpPr/>
            <p:nvPr/>
          </p:nvSpPr>
          <p:spPr>
            <a:xfrm>
              <a:off x="4178685" y="2839212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585" y="279221"/>
                  </a:lnTo>
                  <a:lnTo>
                    <a:pt x="227917" y="258909"/>
                  </a:lnTo>
                  <a:lnTo>
                    <a:pt x="258909" y="227917"/>
                  </a:lnTo>
                  <a:lnTo>
                    <a:pt x="279221" y="188585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74114" y="2834640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10" h="295910">
                  <a:moveTo>
                    <a:pt x="295656" y="163068"/>
                  </a:moveTo>
                  <a:lnTo>
                    <a:pt x="295656" y="132588"/>
                  </a:lnTo>
                  <a:lnTo>
                    <a:pt x="292608" y="117348"/>
                  </a:lnTo>
                  <a:lnTo>
                    <a:pt x="278892" y="77724"/>
                  </a:lnTo>
                  <a:lnTo>
                    <a:pt x="252984" y="42672"/>
                  </a:lnTo>
                  <a:lnTo>
                    <a:pt x="217932" y="16764"/>
                  </a:lnTo>
                  <a:lnTo>
                    <a:pt x="178308" y="3048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7348" y="3048"/>
                  </a:lnTo>
                  <a:lnTo>
                    <a:pt x="103632" y="6096"/>
                  </a:lnTo>
                  <a:lnTo>
                    <a:pt x="89916" y="10668"/>
                  </a:lnTo>
                  <a:lnTo>
                    <a:pt x="77724" y="18288"/>
                  </a:lnTo>
                  <a:lnTo>
                    <a:pt x="64008" y="24384"/>
                  </a:lnTo>
                  <a:lnTo>
                    <a:pt x="33528" y="53340"/>
                  </a:lnTo>
                  <a:lnTo>
                    <a:pt x="10668" y="89916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201168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33528" y="70104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5656" y="163068"/>
                  </a:lnTo>
                  <a:close/>
                </a:path>
                <a:path w="295910" h="295910">
                  <a:moveTo>
                    <a:pt x="286512" y="201168"/>
                  </a:moveTo>
                  <a:lnTo>
                    <a:pt x="286512" y="163068"/>
                  </a:lnTo>
                  <a:lnTo>
                    <a:pt x="283464" y="176784"/>
                  </a:lnTo>
                  <a:lnTo>
                    <a:pt x="280416" y="188976"/>
                  </a:lnTo>
                  <a:lnTo>
                    <a:pt x="263652" y="225552"/>
                  </a:lnTo>
                  <a:lnTo>
                    <a:pt x="236220" y="256032"/>
                  </a:lnTo>
                  <a:lnTo>
                    <a:pt x="201168" y="275844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106680" y="280416"/>
                  </a:lnTo>
                  <a:lnTo>
                    <a:pt x="92964" y="275844"/>
                  </a:lnTo>
                  <a:lnTo>
                    <a:pt x="82296" y="269748"/>
                  </a:lnTo>
                  <a:lnTo>
                    <a:pt x="70104" y="263652"/>
                  </a:lnTo>
                  <a:lnTo>
                    <a:pt x="41148" y="236220"/>
                  </a:lnTo>
                  <a:lnTo>
                    <a:pt x="19812" y="201168"/>
                  </a:lnTo>
                  <a:lnTo>
                    <a:pt x="9144" y="161544"/>
                  </a:lnTo>
                  <a:lnTo>
                    <a:pt x="9144" y="201168"/>
                  </a:lnTo>
                  <a:lnTo>
                    <a:pt x="10668" y="205740"/>
                  </a:lnTo>
                  <a:lnTo>
                    <a:pt x="18288" y="219456"/>
                  </a:lnTo>
                  <a:lnTo>
                    <a:pt x="24384" y="231648"/>
                  </a:lnTo>
                  <a:lnTo>
                    <a:pt x="53340" y="262128"/>
                  </a:lnTo>
                  <a:lnTo>
                    <a:pt x="89916" y="284988"/>
                  </a:lnTo>
                  <a:lnTo>
                    <a:pt x="132588" y="295656"/>
                  </a:lnTo>
                  <a:lnTo>
                    <a:pt x="163068" y="295656"/>
                  </a:lnTo>
                  <a:lnTo>
                    <a:pt x="205740" y="284988"/>
                  </a:lnTo>
                  <a:lnTo>
                    <a:pt x="252984" y="252984"/>
                  </a:lnTo>
                  <a:lnTo>
                    <a:pt x="278892" y="217932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55908" y="2756406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174114" y="3761232"/>
            <a:ext cx="295910" cy="297180"/>
            <a:chOff x="4174114" y="3761232"/>
            <a:chExt cx="295910" cy="297180"/>
          </a:xfrm>
        </p:grpSpPr>
        <p:sp>
          <p:nvSpPr>
            <p:cNvPr id="8" name="object 8"/>
            <p:cNvSpPr/>
            <p:nvPr/>
          </p:nvSpPr>
          <p:spPr>
            <a:xfrm>
              <a:off x="4178685" y="3765803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5"/>
                  </a:lnTo>
                  <a:lnTo>
                    <a:pt x="188585" y="280586"/>
                  </a:lnTo>
                  <a:lnTo>
                    <a:pt x="227917" y="259896"/>
                  </a:lnTo>
                  <a:lnTo>
                    <a:pt x="258909" y="228453"/>
                  </a:lnTo>
                  <a:lnTo>
                    <a:pt x="279221" y="188744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B4E9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74114" y="3761232"/>
              <a:ext cx="295910" cy="297180"/>
            </a:xfrm>
            <a:custGeom>
              <a:avLst/>
              <a:gdLst/>
              <a:ahLst/>
              <a:cxnLst/>
              <a:rect l="l" t="t" r="r" b="b"/>
              <a:pathLst>
                <a:path w="295910" h="297179">
                  <a:moveTo>
                    <a:pt x="295656" y="163068"/>
                  </a:moveTo>
                  <a:lnTo>
                    <a:pt x="295656" y="132588"/>
                  </a:lnTo>
                  <a:lnTo>
                    <a:pt x="292608" y="118872"/>
                  </a:lnTo>
                  <a:lnTo>
                    <a:pt x="289560" y="103632"/>
                  </a:lnTo>
                  <a:lnTo>
                    <a:pt x="271272" y="65532"/>
                  </a:lnTo>
                  <a:lnTo>
                    <a:pt x="242316" y="33528"/>
                  </a:lnTo>
                  <a:lnTo>
                    <a:pt x="205740" y="12192"/>
                  </a:lnTo>
                  <a:lnTo>
                    <a:pt x="147828" y="0"/>
                  </a:lnTo>
                  <a:lnTo>
                    <a:pt x="117348" y="3048"/>
                  </a:lnTo>
                  <a:lnTo>
                    <a:pt x="77724" y="18288"/>
                  </a:lnTo>
                  <a:lnTo>
                    <a:pt x="42672" y="44196"/>
                  </a:lnTo>
                  <a:lnTo>
                    <a:pt x="16764" y="77724"/>
                  </a:lnTo>
                  <a:lnTo>
                    <a:pt x="3048" y="118872"/>
                  </a:lnTo>
                  <a:lnTo>
                    <a:pt x="0" y="134112"/>
                  </a:lnTo>
                  <a:lnTo>
                    <a:pt x="0" y="164592"/>
                  </a:lnTo>
                  <a:lnTo>
                    <a:pt x="3048" y="178308"/>
                  </a:lnTo>
                  <a:lnTo>
                    <a:pt x="6096" y="193548"/>
                  </a:lnTo>
                  <a:lnTo>
                    <a:pt x="9144" y="201676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33528" y="70104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47828" y="9144"/>
                  </a:lnTo>
                  <a:lnTo>
                    <a:pt x="163068" y="10668"/>
                  </a:lnTo>
                  <a:lnTo>
                    <a:pt x="176784" y="12192"/>
                  </a:lnTo>
                  <a:lnTo>
                    <a:pt x="188976" y="15240"/>
                  </a:lnTo>
                  <a:lnTo>
                    <a:pt x="202692" y="21336"/>
                  </a:lnTo>
                  <a:lnTo>
                    <a:pt x="214884" y="25908"/>
                  </a:lnTo>
                  <a:lnTo>
                    <a:pt x="246888" y="50292"/>
                  </a:lnTo>
                  <a:lnTo>
                    <a:pt x="269748" y="82296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5656" y="163068"/>
                  </a:lnTo>
                  <a:close/>
                </a:path>
                <a:path w="295910" h="297179">
                  <a:moveTo>
                    <a:pt x="286512" y="201168"/>
                  </a:moveTo>
                  <a:lnTo>
                    <a:pt x="286512" y="163068"/>
                  </a:lnTo>
                  <a:lnTo>
                    <a:pt x="280416" y="190500"/>
                  </a:lnTo>
                  <a:lnTo>
                    <a:pt x="275844" y="202692"/>
                  </a:lnTo>
                  <a:lnTo>
                    <a:pt x="254508" y="237744"/>
                  </a:lnTo>
                  <a:lnTo>
                    <a:pt x="225552" y="263652"/>
                  </a:lnTo>
                  <a:lnTo>
                    <a:pt x="188976" y="281940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50292" y="246888"/>
                  </a:lnTo>
                  <a:lnTo>
                    <a:pt x="25908" y="214884"/>
                  </a:lnTo>
                  <a:lnTo>
                    <a:pt x="12192" y="176784"/>
                  </a:lnTo>
                  <a:lnTo>
                    <a:pt x="9144" y="163068"/>
                  </a:lnTo>
                  <a:lnTo>
                    <a:pt x="9144" y="201676"/>
                  </a:lnTo>
                  <a:lnTo>
                    <a:pt x="10668" y="205740"/>
                  </a:lnTo>
                  <a:lnTo>
                    <a:pt x="18288" y="219456"/>
                  </a:lnTo>
                  <a:lnTo>
                    <a:pt x="24384" y="231648"/>
                  </a:lnTo>
                  <a:lnTo>
                    <a:pt x="53340" y="263652"/>
                  </a:lnTo>
                  <a:lnTo>
                    <a:pt x="89916" y="284988"/>
                  </a:lnTo>
                  <a:lnTo>
                    <a:pt x="132588" y="295656"/>
                  </a:lnTo>
                  <a:lnTo>
                    <a:pt x="14782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9456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55908" y="3704334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74114" y="4802124"/>
            <a:ext cx="295910" cy="297180"/>
            <a:chOff x="4174114" y="4802124"/>
            <a:chExt cx="295910" cy="297180"/>
          </a:xfrm>
        </p:grpSpPr>
        <p:sp>
          <p:nvSpPr>
            <p:cNvPr id="12" name="object 12"/>
            <p:cNvSpPr/>
            <p:nvPr/>
          </p:nvSpPr>
          <p:spPr>
            <a:xfrm>
              <a:off x="4178685" y="4806696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286511" y="144779"/>
                  </a:move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74114" y="4802124"/>
              <a:ext cx="295910" cy="297180"/>
            </a:xfrm>
            <a:custGeom>
              <a:avLst/>
              <a:gdLst/>
              <a:ahLst/>
              <a:cxnLst/>
              <a:rect l="l" t="t" r="r" b="b"/>
              <a:pathLst>
                <a:path w="295910" h="297179">
                  <a:moveTo>
                    <a:pt x="295656" y="164592"/>
                  </a:moveTo>
                  <a:lnTo>
                    <a:pt x="295656" y="134112"/>
                  </a:lnTo>
                  <a:lnTo>
                    <a:pt x="292608" y="118872"/>
                  </a:lnTo>
                  <a:lnTo>
                    <a:pt x="278892" y="77724"/>
                  </a:lnTo>
                  <a:lnTo>
                    <a:pt x="252984" y="44196"/>
                  </a:lnTo>
                  <a:lnTo>
                    <a:pt x="217932" y="18288"/>
                  </a:lnTo>
                  <a:lnTo>
                    <a:pt x="178308" y="3048"/>
                  </a:lnTo>
                  <a:lnTo>
                    <a:pt x="147828" y="0"/>
                  </a:lnTo>
                  <a:lnTo>
                    <a:pt x="117348" y="3048"/>
                  </a:lnTo>
                  <a:lnTo>
                    <a:pt x="77724" y="18288"/>
                  </a:lnTo>
                  <a:lnTo>
                    <a:pt x="42672" y="44196"/>
                  </a:lnTo>
                  <a:lnTo>
                    <a:pt x="16764" y="77724"/>
                  </a:lnTo>
                  <a:lnTo>
                    <a:pt x="3048" y="118872"/>
                  </a:lnTo>
                  <a:lnTo>
                    <a:pt x="0" y="134112"/>
                  </a:lnTo>
                  <a:lnTo>
                    <a:pt x="0" y="164592"/>
                  </a:lnTo>
                  <a:lnTo>
                    <a:pt x="3048" y="179832"/>
                  </a:lnTo>
                  <a:lnTo>
                    <a:pt x="6096" y="193548"/>
                  </a:lnTo>
                  <a:lnTo>
                    <a:pt x="9144" y="202692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41148" y="60960"/>
                  </a:lnTo>
                  <a:lnTo>
                    <a:pt x="70104" y="33528"/>
                  </a:lnTo>
                  <a:lnTo>
                    <a:pt x="106680" y="16764"/>
                  </a:lnTo>
                  <a:lnTo>
                    <a:pt x="134112" y="10668"/>
                  </a:lnTo>
                  <a:lnTo>
                    <a:pt x="163068" y="10668"/>
                  </a:lnTo>
                  <a:lnTo>
                    <a:pt x="176784" y="12192"/>
                  </a:lnTo>
                  <a:lnTo>
                    <a:pt x="188976" y="16764"/>
                  </a:lnTo>
                  <a:lnTo>
                    <a:pt x="202692" y="21336"/>
                  </a:lnTo>
                  <a:lnTo>
                    <a:pt x="214884" y="27432"/>
                  </a:lnTo>
                  <a:lnTo>
                    <a:pt x="225552" y="33528"/>
                  </a:lnTo>
                  <a:lnTo>
                    <a:pt x="236220" y="42672"/>
                  </a:lnTo>
                  <a:lnTo>
                    <a:pt x="246888" y="50292"/>
                  </a:lnTo>
                  <a:lnTo>
                    <a:pt x="269748" y="82296"/>
                  </a:lnTo>
                  <a:lnTo>
                    <a:pt x="286512" y="135636"/>
                  </a:lnTo>
                  <a:lnTo>
                    <a:pt x="286512" y="202692"/>
                  </a:lnTo>
                  <a:lnTo>
                    <a:pt x="289560" y="193548"/>
                  </a:lnTo>
                  <a:lnTo>
                    <a:pt x="294132" y="178308"/>
                  </a:lnTo>
                  <a:lnTo>
                    <a:pt x="295656" y="164592"/>
                  </a:lnTo>
                  <a:close/>
                </a:path>
                <a:path w="295910" h="297179">
                  <a:moveTo>
                    <a:pt x="286512" y="202692"/>
                  </a:moveTo>
                  <a:lnTo>
                    <a:pt x="286512" y="163068"/>
                  </a:lnTo>
                  <a:lnTo>
                    <a:pt x="280416" y="190500"/>
                  </a:lnTo>
                  <a:lnTo>
                    <a:pt x="275844" y="202692"/>
                  </a:lnTo>
                  <a:lnTo>
                    <a:pt x="254508" y="237744"/>
                  </a:lnTo>
                  <a:lnTo>
                    <a:pt x="225552" y="263652"/>
                  </a:lnTo>
                  <a:lnTo>
                    <a:pt x="188976" y="281940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41148" y="237744"/>
                  </a:lnTo>
                  <a:lnTo>
                    <a:pt x="19812" y="202692"/>
                  </a:lnTo>
                  <a:lnTo>
                    <a:pt x="9144" y="163068"/>
                  </a:lnTo>
                  <a:lnTo>
                    <a:pt x="9144" y="202692"/>
                  </a:lnTo>
                  <a:lnTo>
                    <a:pt x="10668" y="207264"/>
                  </a:lnTo>
                  <a:lnTo>
                    <a:pt x="18288" y="219456"/>
                  </a:lnTo>
                  <a:lnTo>
                    <a:pt x="24384" y="231648"/>
                  </a:lnTo>
                  <a:lnTo>
                    <a:pt x="53340" y="263652"/>
                  </a:lnTo>
                  <a:lnTo>
                    <a:pt x="77724" y="278892"/>
                  </a:lnTo>
                  <a:lnTo>
                    <a:pt x="89916" y="286512"/>
                  </a:lnTo>
                  <a:lnTo>
                    <a:pt x="103632" y="291084"/>
                  </a:lnTo>
                  <a:lnTo>
                    <a:pt x="118872" y="294132"/>
                  </a:lnTo>
                  <a:lnTo>
                    <a:pt x="132588" y="297180"/>
                  </a:lnTo>
                  <a:lnTo>
                    <a:pt x="16306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4508"/>
                  </a:lnTo>
                  <a:lnTo>
                    <a:pt x="278892" y="219456"/>
                  </a:lnTo>
                  <a:lnTo>
                    <a:pt x="284988" y="207264"/>
                  </a:lnTo>
                  <a:lnTo>
                    <a:pt x="286512" y="202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55908" y="4771133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64567" y="4725413"/>
            <a:ext cx="3837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Electron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light. </a:t>
            </a:r>
            <a:r>
              <a:rPr sz="2400" dirty="0">
                <a:latin typeface="Arial MT"/>
                <a:cs typeface="Arial MT"/>
              </a:rPr>
              <a:t>Electron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23299"/>
                </a:solidFill>
                <a:latin typeface="Arial MT"/>
                <a:cs typeface="Arial MT"/>
              </a:rPr>
              <a:t>–e.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1806" y="2613151"/>
            <a:ext cx="3626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Proton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heavy. </a:t>
            </a:r>
            <a:r>
              <a:rPr sz="2400" dirty="0">
                <a:latin typeface="Arial MT"/>
                <a:cs typeface="Arial MT"/>
              </a:rPr>
              <a:t>Proton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3200"/>
                </a:solidFill>
                <a:latin typeface="Arial MT"/>
                <a:cs typeface="Arial MT"/>
              </a:rPr>
              <a:t>+e.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11811" y="3711954"/>
            <a:ext cx="3161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neutron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heavy. </a:t>
            </a:r>
            <a:r>
              <a:rPr sz="2400" dirty="0">
                <a:latin typeface="Arial MT"/>
                <a:cs typeface="Arial MT"/>
              </a:rPr>
              <a:t>neutron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no</a:t>
            </a:r>
            <a:r>
              <a:rPr sz="2400" spc="-5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Arial MT"/>
                <a:cs typeface="Arial MT"/>
              </a:rPr>
              <a:t>charge.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42240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3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Conductors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and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Insulators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16820" y="554172"/>
            <a:ext cx="5313680" cy="211074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Charge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proton,</a:t>
            </a:r>
            <a:r>
              <a:rPr sz="2200" b="1" spc="-2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neutron,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and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electron</a:t>
            </a:r>
            <a:endParaRPr sz="2200">
              <a:latin typeface="Arial"/>
              <a:cs typeface="Arial"/>
            </a:endParaRPr>
          </a:p>
          <a:p>
            <a:pPr marL="1248410" marR="1819910" indent="-914400">
              <a:lnSpc>
                <a:spcPct val="100000"/>
              </a:lnSpc>
              <a:spcBef>
                <a:spcPts val="1180"/>
              </a:spcBef>
            </a:pP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matters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spc="-10" dirty="0">
                <a:latin typeface="Arial MT"/>
                <a:cs typeface="Arial MT"/>
              </a:rPr>
              <a:t>protons, </a:t>
            </a:r>
            <a:r>
              <a:rPr sz="2400" dirty="0">
                <a:latin typeface="Arial MT"/>
                <a:cs typeface="Arial MT"/>
              </a:rPr>
              <a:t>neutrons,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spc="-10" dirty="0">
                <a:latin typeface="Arial MT"/>
                <a:cs typeface="Arial MT"/>
              </a:rPr>
              <a:t>electrons.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00284" y="5799833"/>
            <a:ext cx="20408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Mass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proton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18082" y="5799833"/>
            <a:ext cx="34105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1.67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×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10</a:t>
            </a:r>
            <a:r>
              <a:rPr sz="2400" spc="-37" baseline="24305" dirty="0">
                <a:latin typeface="Arial MT"/>
                <a:cs typeface="Arial MT"/>
              </a:rPr>
              <a:t>-</a:t>
            </a:r>
            <a:r>
              <a:rPr sz="2400" baseline="24305" dirty="0">
                <a:latin typeface="Arial MT"/>
                <a:cs typeface="Arial MT"/>
              </a:rPr>
              <a:t>27</a:t>
            </a:r>
            <a:r>
              <a:rPr sz="2400" spc="322" baseline="2430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kg.</a:t>
            </a:r>
            <a:endParaRPr sz="2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≈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mass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neutron.</a:t>
            </a:r>
            <a:endParaRPr sz="2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≈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1000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electron.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97330" y="2467355"/>
            <a:ext cx="5577840" cy="3197860"/>
          </a:xfrm>
          <a:custGeom>
            <a:avLst/>
            <a:gdLst/>
            <a:ahLst/>
            <a:cxnLst/>
            <a:rect l="l" t="t" r="r" b="b"/>
            <a:pathLst>
              <a:path w="5577840" h="3197860">
                <a:moveTo>
                  <a:pt x="5577840" y="3197352"/>
                </a:moveTo>
                <a:lnTo>
                  <a:pt x="5577840" y="0"/>
                </a:lnTo>
                <a:lnTo>
                  <a:pt x="0" y="0"/>
                </a:lnTo>
                <a:lnTo>
                  <a:pt x="0" y="3197352"/>
                </a:lnTo>
                <a:lnTo>
                  <a:pt x="4572" y="3197352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5568696" y="9144"/>
                </a:lnTo>
                <a:lnTo>
                  <a:pt x="5568696" y="4572"/>
                </a:lnTo>
                <a:lnTo>
                  <a:pt x="5573268" y="9144"/>
                </a:lnTo>
                <a:lnTo>
                  <a:pt x="5573268" y="3197352"/>
                </a:lnTo>
                <a:lnTo>
                  <a:pt x="5577840" y="3197352"/>
                </a:lnTo>
                <a:close/>
              </a:path>
              <a:path w="5577840" h="319786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5577840" h="3197860">
                <a:moveTo>
                  <a:pt x="9144" y="3188208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3188208"/>
                </a:lnTo>
                <a:lnTo>
                  <a:pt x="9144" y="3188208"/>
                </a:lnTo>
                <a:close/>
              </a:path>
              <a:path w="5577840" h="3197860">
                <a:moveTo>
                  <a:pt x="5573268" y="3188208"/>
                </a:moveTo>
                <a:lnTo>
                  <a:pt x="4572" y="3188208"/>
                </a:lnTo>
                <a:lnTo>
                  <a:pt x="9144" y="3192780"/>
                </a:lnTo>
                <a:lnTo>
                  <a:pt x="9144" y="3197352"/>
                </a:lnTo>
                <a:lnTo>
                  <a:pt x="5568696" y="3197352"/>
                </a:lnTo>
                <a:lnTo>
                  <a:pt x="5568696" y="3192780"/>
                </a:lnTo>
                <a:lnTo>
                  <a:pt x="5573268" y="3188208"/>
                </a:lnTo>
                <a:close/>
              </a:path>
              <a:path w="5577840" h="3197860">
                <a:moveTo>
                  <a:pt x="9144" y="3197352"/>
                </a:moveTo>
                <a:lnTo>
                  <a:pt x="9144" y="3192780"/>
                </a:lnTo>
                <a:lnTo>
                  <a:pt x="4572" y="3188208"/>
                </a:lnTo>
                <a:lnTo>
                  <a:pt x="4572" y="3197352"/>
                </a:lnTo>
                <a:lnTo>
                  <a:pt x="9144" y="3197352"/>
                </a:lnTo>
                <a:close/>
              </a:path>
              <a:path w="5577840" h="3197860">
                <a:moveTo>
                  <a:pt x="5573268" y="9144"/>
                </a:moveTo>
                <a:lnTo>
                  <a:pt x="5568696" y="4572"/>
                </a:lnTo>
                <a:lnTo>
                  <a:pt x="5568696" y="9144"/>
                </a:lnTo>
                <a:lnTo>
                  <a:pt x="5573268" y="9144"/>
                </a:lnTo>
                <a:close/>
              </a:path>
              <a:path w="5577840" h="3197860">
                <a:moveTo>
                  <a:pt x="5573268" y="3188208"/>
                </a:moveTo>
                <a:lnTo>
                  <a:pt x="5573268" y="9144"/>
                </a:lnTo>
                <a:lnTo>
                  <a:pt x="5568696" y="9144"/>
                </a:lnTo>
                <a:lnTo>
                  <a:pt x="5568696" y="3188208"/>
                </a:lnTo>
                <a:lnTo>
                  <a:pt x="5573268" y="3188208"/>
                </a:lnTo>
                <a:close/>
              </a:path>
              <a:path w="5577840" h="3197860">
                <a:moveTo>
                  <a:pt x="5573268" y="3197352"/>
                </a:moveTo>
                <a:lnTo>
                  <a:pt x="5573268" y="3188208"/>
                </a:lnTo>
                <a:lnTo>
                  <a:pt x="5568696" y="3192780"/>
                </a:lnTo>
                <a:lnTo>
                  <a:pt x="5568696" y="3197352"/>
                </a:lnTo>
                <a:lnTo>
                  <a:pt x="5573268" y="3197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2338" y="1973580"/>
            <a:ext cx="2994659" cy="17023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65151" y="2901186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1391" y="2866134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5319" y="257809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3459" y="2249524"/>
            <a:ext cx="240665" cy="71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025">
              <a:lnSpc>
                <a:spcPct val="1135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 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7642" y="2148331"/>
            <a:ext cx="1074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nucleus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8721" y="3839970"/>
            <a:ext cx="27019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conductors</a:t>
            </a:r>
            <a:r>
              <a:rPr sz="2400" spc="-10" dirty="0">
                <a:latin typeface="Arial MT"/>
                <a:cs typeface="Arial MT"/>
              </a:rPr>
              <a:t>, </a:t>
            </a:r>
            <a:r>
              <a:rPr sz="2400" dirty="0">
                <a:latin typeface="Arial MT"/>
                <a:cs typeface="Arial MT"/>
              </a:rPr>
              <a:t>outermost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electrons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loosely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spc="-10" dirty="0">
                <a:latin typeface="Arial MT"/>
                <a:cs typeface="Arial MT"/>
              </a:rPr>
              <a:t>nucleus.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7126" y="3826254"/>
            <a:ext cx="27019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Insulators</a:t>
            </a:r>
            <a:r>
              <a:rPr sz="2400" spc="-10" dirty="0">
                <a:latin typeface="Arial MT"/>
                <a:cs typeface="Arial MT"/>
              </a:rPr>
              <a:t>, </a:t>
            </a:r>
            <a:r>
              <a:rPr sz="2400" dirty="0">
                <a:latin typeface="Arial MT"/>
                <a:cs typeface="Arial MT"/>
              </a:rPr>
              <a:t>outermost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electrons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tightly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spc="-10" dirty="0">
                <a:latin typeface="Arial MT"/>
                <a:cs typeface="Arial MT"/>
              </a:rPr>
              <a:t>nucleus.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86662" y="1648968"/>
            <a:ext cx="2517775" cy="2350135"/>
            <a:chOff x="3986662" y="1648968"/>
            <a:chExt cx="2517775" cy="2350135"/>
          </a:xfrm>
        </p:grpSpPr>
        <p:sp>
          <p:nvSpPr>
            <p:cNvPr id="12" name="object 12"/>
            <p:cNvSpPr/>
            <p:nvPr/>
          </p:nvSpPr>
          <p:spPr>
            <a:xfrm>
              <a:off x="4154302" y="1648968"/>
              <a:ext cx="2350135" cy="2350135"/>
            </a:xfrm>
            <a:custGeom>
              <a:avLst/>
              <a:gdLst/>
              <a:ahLst/>
              <a:cxnLst/>
              <a:rect l="l" t="t" r="r" b="b"/>
              <a:pathLst>
                <a:path w="2350134" h="2350135">
                  <a:moveTo>
                    <a:pt x="10668" y="1146048"/>
                  </a:moveTo>
                  <a:lnTo>
                    <a:pt x="10668" y="1138428"/>
                  </a:lnTo>
                  <a:lnTo>
                    <a:pt x="1524" y="1138428"/>
                  </a:lnTo>
                  <a:lnTo>
                    <a:pt x="0" y="1146048"/>
                  </a:lnTo>
                  <a:lnTo>
                    <a:pt x="0" y="1175004"/>
                  </a:lnTo>
                  <a:lnTo>
                    <a:pt x="5486" y="1172260"/>
                  </a:lnTo>
                  <a:lnTo>
                    <a:pt x="6096" y="1170432"/>
                  </a:lnTo>
                  <a:lnTo>
                    <a:pt x="6096" y="1175004"/>
                  </a:lnTo>
                  <a:lnTo>
                    <a:pt x="9144" y="1175004"/>
                  </a:lnTo>
                  <a:lnTo>
                    <a:pt x="9144" y="1176528"/>
                  </a:lnTo>
                  <a:lnTo>
                    <a:pt x="10668" y="1146048"/>
                  </a:lnTo>
                  <a:close/>
                </a:path>
                <a:path w="2350134" h="2350135">
                  <a:moveTo>
                    <a:pt x="4572" y="1175004"/>
                  </a:moveTo>
                  <a:lnTo>
                    <a:pt x="0" y="1175004"/>
                  </a:lnTo>
                  <a:lnTo>
                    <a:pt x="0" y="1193292"/>
                  </a:lnTo>
                  <a:lnTo>
                    <a:pt x="3048" y="1193292"/>
                  </a:lnTo>
                  <a:lnTo>
                    <a:pt x="3048" y="1179576"/>
                  </a:lnTo>
                  <a:lnTo>
                    <a:pt x="4572" y="1175004"/>
                  </a:lnTo>
                  <a:close/>
                </a:path>
                <a:path w="2350134" h="2350135">
                  <a:moveTo>
                    <a:pt x="9144" y="1178052"/>
                  </a:moveTo>
                  <a:lnTo>
                    <a:pt x="9144" y="1175004"/>
                  </a:lnTo>
                  <a:lnTo>
                    <a:pt x="4572" y="1175004"/>
                  </a:lnTo>
                  <a:lnTo>
                    <a:pt x="3048" y="1179576"/>
                  </a:lnTo>
                  <a:lnTo>
                    <a:pt x="4572" y="1181100"/>
                  </a:lnTo>
                  <a:lnTo>
                    <a:pt x="6096" y="1181100"/>
                  </a:lnTo>
                  <a:lnTo>
                    <a:pt x="9144" y="1178052"/>
                  </a:lnTo>
                  <a:close/>
                </a:path>
                <a:path w="2350134" h="2350135">
                  <a:moveTo>
                    <a:pt x="9144" y="1193292"/>
                  </a:moveTo>
                  <a:lnTo>
                    <a:pt x="9144" y="1178052"/>
                  </a:lnTo>
                  <a:lnTo>
                    <a:pt x="6096" y="1181100"/>
                  </a:lnTo>
                  <a:lnTo>
                    <a:pt x="4572" y="1181100"/>
                  </a:lnTo>
                  <a:lnTo>
                    <a:pt x="3048" y="1179576"/>
                  </a:lnTo>
                  <a:lnTo>
                    <a:pt x="3048" y="1193292"/>
                  </a:lnTo>
                  <a:lnTo>
                    <a:pt x="9144" y="1193292"/>
                  </a:lnTo>
                  <a:close/>
                </a:path>
                <a:path w="2350134" h="2350135">
                  <a:moveTo>
                    <a:pt x="6096" y="1175004"/>
                  </a:moveTo>
                  <a:lnTo>
                    <a:pt x="6096" y="1171956"/>
                  </a:lnTo>
                  <a:lnTo>
                    <a:pt x="5486" y="1172260"/>
                  </a:lnTo>
                  <a:lnTo>
                    <a:pt x="4572" y="1175004"/>
                  </a:lnTo>
                  <a:lnTo>
                    <a:pt x="6096" y="1175004"/>
                  </a:lnTo>
                  <a:close/>
                </a:path>
                <a:path w="2350134" h="2350135">
                  <a:moveTo>
                    <a:pt x="6096" y="1171956"/>
                  </a:moveTo>
                  <a:lnTo>
                    <a:pt x="6096" y="1170432"/>
                  </a:lnTo>
                  <a:lnTo>
                    <a:pt x="5486" y="1172260"/>
                  </a:lnTo>
                  <a:lnTo>
                    <a:pt x="6096" y="1171956"/>
                  </a:lnTo>
                  <a:close/>
                </a:path>
                <a:path w="2350134" h="2350135">
                  <a:moveTo>
                    <a:pt x="13716" y="1086612"/>
                  </a:moveTo>
                  <a:lnTo>
                    <a:pt x="13716" y="1071372"/>
                  </a:lnTo>
                  <a:lnTo>
                    <a:pt x="4572" y="1071372"/>
                  </a:lnTo>
                  <a:lnTo>
                    <a:pt x="3048" y="1085088"/>
                  </a:lnTo>
                  <a:lnTo>
                    <a:pt x="1524" y="1109472"/>
                  </a:lnTo>
                  <a:lnTo>
                    <a:pt x="12192" y="1109472"/>
                  </a:lnTo>
                  <a:lnTo>
                    <a:pt x="13716" y="1086612"/>
                  </a:lnTo>
                  <a:close/>
                </a:path>
                <a:path w="2350134" h="2350135">
                  <a:moveTo>
                    <a:pt x="22860" y="1005840"/>
                  </a:moveTo>
                  <a:lnTo>
                    <a:pt x="12192" y="1004316"/>
                  </a:lnTo>
                  <a:lnTo>
                    <a:pt x="9144" y="1025652"/>
                  </a:lnTo>
                  <a:lnTo>
                    <a:pt x="7620" y="1042416"/>
                  </a:lnTo>
                  <a:lnTo>
                    <a:pt x="16764" y="1043940"/>
                  </a:lnTo>
                  <a:lnTo>
                    <a:pt x="19812" y="1027176"/>
                  </a:lnTo>
                  <a:lnTo>
                    <a:pt x="22860" y="1005840"/>
                  </a:lnTo>
                  <a:close/>
                </a:path>
                <a:path w="2350134" h="2350135">
                  <a:moveTo>
                    <a:pt x="33528" y="940308"/>
                  </a:moveTo>
                  <a:lnTo>
                    <a:pt x="24384" y="938784"/>
                  </a:lnTo>
                  <a:lnTo>
                    <a:pt x="18288" y="967740"/>
                  </a:lnTo>
                  <a:lnTo>
                    <a:pt x="16764" y="976884"/>
                  </a:lnTo>
                  <a:lnTo>
                    <a:pt x="25908" y="978408"/>
                  </a:lnTo>
                  <a:lnTo>
                    <a:pt x="27432" y="969264"/>
                  </a:lnTo>
                  <a:lnTo>
                    <a:pt x="33528" y="940308"/>
                  </a:lnTo>
                  <a:close/>
                </a:path>
                <a:path w="2350134" h="2350135">
                  <a:moveTo>
                    <a:pt x="48768" y="876300"/>
                  </a:moveTo>
                  <a:lnTo>
                    <a:pt x="39624" y="873252"/>
                  </a:lnTo>
                  <a:lnTo>
                    <a:pt x="36576" y="882396"/>
                  </a:lnTo>
                  <a:lnTo>
                    <a:pt x="30480" y="909828"/>
                  </a:lnTo>
                  <a:lnTo>
                    <a:pt x="39624" y="912876"/>
                  </a:lnTo>
                  <a:lnTo>
                    <a:pt x="47244" y="883920"/>
                  </a:lnTo>
                  <a:lnTo>
                    <a:pt x="48768" y="876300"/>
                  </a:lnTo>
                  <a:close/>
                </a:path>
                <a:path w="2350134" h="2350135">
                  <a:moveTo>
                    <a:pt x="67056" y="812292"/>
                  </a:moveTo>
                  <a:lnTo>
                    <a:pt x="57912" y="809244"/>
                  </a:lnTo>
                  <a:lnTo>
                    <a:pt x="53340" y="826008"/>
                  </a:lnTo>
                  <a:lnTo>
                    <a:pt x="47244" y="845820"/>
                  </a:lnTo>
                  <a:lnTo>
                    <a:pt x="56388" y="848868"/>
                  </a:lnTo>
                  <a:lnTo>
                    <a:pt x="62484" y="829056"/>
                  </a:lnTo>
                  <a:lnTo>
                    <a:pt x="67056" y="812292"/>
                  </a:lnTo>
                  <a:close/>
                </a:path>
                <a:path w="2350134" h="2350135">
                  <a:moveTo>
                    <a:pt x="89916" y="749808"/>
                  </a:moveTo>
                  <a:lnTo>
                    <a:pt x="80772" y="746760"/>
                  </a:lnTo>
                  <a:lnTo>
                    <a:pt x="71628" y="771144"/>
                  </a:lnTo>
                  <a:lnTo>
                    <a:pt x="68580" y="781812"/>
                  </a:lnTo>
                  <a:lnTo>
                    <a:pt x="76200" y="784860"/>
                  </a:lnTo>
                  <a:lnTo>
                    <a:pt x="80772" y="775716"/>
                  </a:lnTo>
                  <a:lnTo>
                    <a:pt x="89916" y="749808"/>
                  </a:lnTo>
                  <a:close/>
                </a:path>
                <a:path w="2350134" h="2350135">
                  <a:moveTo>
                    <a:pt x="115824" y="688848"/>
                  </a:moveTo>
                  <a:lnTo>
                    <a:pt x="108204" y="684276"/>
                  </a:lnTo>
                  <a:lnTo>
                    <a:pt x="103632" y="691896"/>
                  </a:lnTo>
                  <a:lnTo>
                    <a:pt x="92964" y="717804"/>
                  </a:lnTo>
                  <a:lnTo>
                    <a:pt x="91440" y="719328"/>
                  </a:lnTo>
                  <a:lnTo>
                    <a:pt x="100584" y="723900"/>
                  </a:lnTo>
                  <a:lnTo>
                    <a:pt x="102108" y="722376"/>
                  </a:lnTo>
                  <a:lnTo>
                    <a:pt x="112776" y="696468"/>
                  </a:lnTo>
                  <a:lnTo>
                    <a:pt x="115824" y="688848"/>
                  </a:lnTo>
                  <a:close/>
                </a:path>
                <a:path w="2350134" h="2350135">
                  <a:moveTo>
                    <a:pt x="146304" y="629412"/>
                  </a:moveTo>
                  <a:lnTo>
                    <a:pt x="137160" y="624840"/>
                  </a:lnTo>
                  <a:lnTo>
                    <a:pt x="129540" y="641604"/>
                  </a:lnTo>
                  <a:lnTo>
                    <a:pt x="120396" y="658368"/>
                  </a:lnTo>
                  <a:lnTo>
                    <a:pt x="128016" y="662940"/>
                  </a:lnTo>
                  <a:lnTo>
                    <a:pt x="137160" y="644652"/>
                  </a:lnTo>
                  <a:lnTo>
                    <a:pt x="146304" y="629412"/>
                  </a:lnTo>
                  <a:close/>
                </a:path>
                <a:path w="2350134" h="2350135">
                  <a:moveTo>
                    <a:pt x="178308" y="571500"/>
                  </a:moveTo>
                  <a:lnTo>
                    <a:pt x="170688" y="566928"/>
                  </a:lnTo>
                  <a:lnTo>
                    <a:pt x="155448" y="591312"/>
                  </a:lnTo>
                  <a:lnTo>
                    <a:pt x="150876" y="598932"/>
                  </a:lnTo>
                  <a:lnTo>
                    <a:pt x="160020" y="603504"/>
                  </a:lnTo>
                  <a:lnTo>
                    <a:pt x="164592" y="595884"/>
                  </a:lnTo>
                  <a:lnTo>
                    <a:pt x="178308" y="571500"/>
                  </a:lnTo>
                  <a:close/>
                </a:path>
                <a:path w="2350134" h="2350135">
                  <a:moveTo>
                    <a:pt x="214884" y="516636"/>
                  </a:moveTo>
                  <a:lnTo>
                    <a:pt x="207264" y="510540"/>
                  </a:lnTo>
                  <a:lnTo>
                    <a:pt x="185928" y="542544"/>
                  </a:lnTo>
                  <a:lnTo>
                    <a:pt x="193548" y="547116"/>
                  </a:lnTo>
                  <a:lnTo>
                    <a:pt x="208788" y="524256"/>
                  </a:lnTo>
                  <a:lnTo>
                    <a:pt x="214884" y="516636"/>
                  </a:lnTo>
                  <a:close/>
                </a:path>
                <a:path w="2350134" h="2350135">
                  <a:moveTo>
                    <a:pt x="254508" y="461772"/>
                  </a:moveTo>
                  <a:lnTo>
                    <a:pt x="246888" y="455676"/>
                  </a:lnTo>
                  <a:lnTo>
                    <a:pt x="233172" y="472440"/>
                  </a:lnTo>
                  <a:lnTo>
                    <a:pt x="224028" y="487680"/>
                  </a:lnTo>
                  <a:lnTo>
                    <a:pt x="231648" y="492252"/>
                  </a:lnTo>
                  <a:lnTo>
                    <a:pt x="240792" y="478536"/>
                  </a:lnTo>
                  <a:lnTo>
                    <a:pt x="254508" y="461772"/>
                  </a:lnTo>
                  <a:close/>
                </a:path>
                <a:path w="2350134" h="2350135">
                  <a:moveTo>
                    <a:pt x="295656" y="411480"/>
                  </a:moveTo>
                  <a:lnTo>
                    <a:pt x="289560" y="405384"/>
                  </a:lnTo>
                  <a:lnTo>
                    <a:pt x="268224" y="428244"/>
                  </a:lnTo>
                  <a:lnTo>
                    <a:pt x="263652" y="434340"/>
                  </a:lnTo>
                  <a:lnTo>
                    <a:pt x="271272" y="440436"/>
                  </a:lnTo>
                  <a:lnTo>
                    <a:pt x="275844" y="434340"/>
                  </a:lnTo>
                  <a:lnTo>
                    <a:pt x="295656" y="411480"/>
                  </a:lnTo>
                  <a:close/>
                </a:path>
                <a:path w="2350134" h="2350135">
                  <a:moveTo>
                    <a:pt x="341376" y="362712"/>
                  </a:moveTo>
                  <a:lnTo>
                    <a:pt x="333756" y="355092"/>
                  </a:lnTo>
                  <a:lnTo>
                    <a:pt x="307848" y="382524"/>
                  </a:lnTo>
                  <a:lnTo>
                    <a:pt x="315468" y="390144"/>
                  </a:lnTo>
                  <a:lnTo>
                    <a:pt x="341376" y="362712"/>
                  </a:lnTo>
                  <a:close/>
                </a:path>
                <a:path w="2350134" h="2350135">
                  <a:moveTo>
                    <a:pt x="388620" y="315468"/>
                  </a:moveTo>
                  <a:lnTo>
                    <a:pt x="382524" y="309372"/>
                  </a:lnTo>
                  <a:lnTo>
                    <a:pt x="355092" y="335280"/>
                  </a:lnTo>
                  <a:lnTo>
                    <a:pt x="361188" y="341376"/>
                  </a:lnTo>
                  <a:lnTo>
                    <a:pt x="388620" y="315468"/>
                  </a:lnTo>
                  <a:close/>
                </a:path>
                <a:path w="2350134" h="2350135">
                  <a:moveTo>
                    <a:pt x="438912" y="272796"/>
                  </a:moveTo>
                  <a:lnTo>
                    <a:pt x="432816" y="265176"/>
                  </a:lnTo>
                  <a:lnTo>
                    <a:pt x="428244" y="269748"/>
                  </a:lnTo>
                  <a:lnTo>
                    <a:pt x="403860" y="289560"/>
                  </a:lnTo>
                  <a:lnTo>
                    <a:pt x="409956" y="297180"/>
                  </a:lnTo>
                  <a:lnTo>
                    <a:pt x="434340" y="275844"/>
                  </a:lnTo>
                  <a:lnTo>
                    <a:pt x="438912" y="272796"/>
                  </a:lnTo>
                  <a:close/>
                </a:path>
                <a:path w="2350134" h="2350135">
                  <a:moveTo>
                    <a:pt x="492252" y="231648"/>
                  </a:moveTo>
                  <a:lnTo>
                    <a:pt x="486156" y="224028"/>
                  </a:lnTo>
                  <a:lnTo>
                    <a:pt x="472440" y="234696"/>
                  </a:lnTo>
                  <a:lnTo>
                    <a:pt x="455676" y="246888"/>
                  </a:lnTo>
                  <a:lnTo>
                    <a:pt x="461772" y="254508"/>
                  </a:lnTo>
                  <a:lnTo>
                    <a:pt x="478536" y="242316"/>
                  </a:lnTo>
                  <a:lnTo>
                    <a:pt x="492252" y="231648"/>
                  </a:lnTo>
                  <a:close/>
                </a:path>
                <a:path w="2350134" h="2350135">
                  <a:moveTo>
                    <a:pt x="547116" y="195072"/>
                  </a:moveTo>
                  <a:lnTo>
                    <a:pt x="541020" y="185928"/>
                  </a:lnTo>
                  <a:lnTo>
                    <a:pt x="509016" y="207264"/>
                  </a:lnTo>
                  <a:lnTo>
                    <a:pt x="515112" y="214884"/>
                  </a:lnTo>
                  <a:lnTo>
                    <a:pt x="524256" y="208788"/>
                  </a:lnTo>
                  <a:lnTo>
                    <a:pt x="547116" y="195072"/>
                  </a:lnTo>
                  <a:close/>
                </a:path>
                <a:path w="2350134" h="2350135">
                  <a:moveTo>
                    <a:pt x="603504" y="160020"/>
                  </a:moveTo>
                  <a:lnTo>
                    <a:pt x="598932" y="152400"/>
                  </a:lnTo>
                  <a:lnTo>
                    <a:pt x="589788" y="156972"/>
                  </a:lnTo>
                  <a:lnTo>
                    <a:pt x="565404" y="170688"/>
                  </a:lnTo>
                  <a:lnTo>
                    <a:pt x="569976" y="179832"/>
                  </a:lnTo>
                  <a:lnTo>
                    <a:pt x="571500" y="178308"/>
                  </a:lnTo>
                  <a:lnTo>
                    <a:pt x="594360" y="164592"/>
                  </a:lnTo>
                  <a:lnTo>
                    <a:pt x="603504" y="160020"/>
                  </a:lnTo>
                  <a:close/>
                </a:path>
                <a:path w="2350134" h="2350135">
                  <a:moveTo>
                    <a:pt x="661416" y="129540"/>
                  </a:moveTo>
                  <a:lnTo>
                    <a:pt x="658368" y="120396"/>
                  </a:lnTo>
                  <a:lnTo>
                    <a:pt x="640080" y="129540"/>
                  </a:lnTo>
                  <a:lnTo>
                    <a:pt x="623316" y="138684"/>
                  </a:lnTo>
                  <a:lnTo>
                    <a:pt x="627888" y="146304"/>
                  </a:lnTo>
                  <a:lnTo>
                    <a:pt x="644652" y="137160"/>
                  </a:lnTo>
                  <a:lnTo>
                    <a:pt x="661416" y="129540"/>
                  </a:lnTo>
                  <a:close/>
                </a:path>
                <a:path w="2350134" h="2350135">
                  <a:moveTo>
                    <a:pt x="722376" y="102108"/>
                  </a:moveTo>
                  <a:lnTo>
                    <a:pt x="719328" y="92964"/>
                  </a:lnTo>
                  <a:lnTo>
                    <a:pt x="717804" y="92964"/>
                  </a:lnTo>
                  <a:lnTo>
                    <a:pt x="691896" y="105156"/>
                  </a:lnTo>
                  <a:lnTo>
                    <a:pt x="684276" y="108204"/>
                  </a:lnTo>
                  <a:lnTo>
                    <a:pt x="687324" y="117348"/>
                  </a:lnTo>
                  <a:lnTo>
                    <a:pt x="694944" y="112776"/>
                  </a:lnTo>
                  <a:lnTo>
                    <a:pt x="720852" y="102108"/>
                  </a:lnTo>
                  <a:lnTo>
                    <a:pt x="722376" y="102108"/>
                  </a:lnTo>
                  <a:close/>
                </a:path>
                <a:path w="2350134" h="2350135">
                  <a:moveTo>
                    <a:pt x="784860" y="77724"/>
                  </a:moveTo>
                  <a:lnTo>
                    <a:pt x="780288" y="68580"/>
                  </a:lnTo>
                  <a:lnTo>
                    <a:pt x="771144" y="71628"/>
                  </a:lnTo>
                  <a:lnTo>
                    <a:pt x="745236" y="82296"/>
                  </a:lnTo>
                  <a:lnTo>
                    <a:pt x="748284" y="91440"/>
                  </a:lnTo>
                  <a:lnTo>
                    <a:pt x="774192" y="80772"/>
                  </a:lnTo>
                  <a:lnTo>
                    <a:pt x="784860" y="77724"/>
                  </a:lnTo>
                  <a:close/>
                </a:path>
                <a:path w="2350134" h="2350135">
                  <a:moveTo>
                    <a:pt x="847344" y="56388"/>
                  </a:moveTo>
                  <a:lnTo>
                    <a:pt x="844296" y="47244"/>
                  </a:lnTo>
                  <a:lnTo>
                    <a:pt x="807720" y="59436"/>
                  </a:lnTo>
                  <a:lnTo>
                    <a:pt x="810768" y="68580"/>
                  </a:lnTo>
                  <a:lnTo>
                    <a:pt x="847344" y="56388"/>
                  </a:lnTo>
                  <a:close/>
                </a:path>
                <a:path w="2350134" h="2350135">
                  <a:moveTo>
                    <a:pt x="911352" y="39624"/>
                  </a:moveTo>
                  <a:lnTo>
                    <a:pt x="909828" y="30480"/>
                  </a:lnTo>
                  <a:lnTo>
                    <a:pt x="880872" y="38100"/>
                  </a:lnTo>
                  <a:lnTo>
                    <a:pt x="871728" y="39624"/>
                  </a:lnTo>
                  <a:lnTo>
                    <a:pt x="874776" y="48768"/>
                  </a:lnTo>
                  <a:lnTo>
                    <a:pt x="883920" y="47244"/>
                  </a:lnTo>
                  <a:lnTo>
                    <a:pt x="911352" y="39624"/>
                  </a:lnTo>
                  <a:close/>
                </a:path>
                <a:path w="2350134" h="2350135">
                  <a:moveTo>
                    <a:pt x="976884" y="27432"/>
                  </a:moveTo>
                  <a:lnTo>
                    <a:pt x="975360" y="18288"/>
                  </a:lnTo>
                  <a:lnTo>
                    <a:pt x="938784" y="24384"/>
                  </a:lnTo>
                  <a:lnTo>
                    <a:pt x="937260" y="24384"/>
                  </a:lnTo>
                  <a:lnTo>
                    <a:pt x="938784" y="33528"/>
                  </a:lnTo>
                  <a:lnTo>
                    <a:pt x="940308" y="33528"/>
                  </a:lnTo>
                  <a:lnTo>
                    <a:pt x="969264" y="28956"/>
                  </a:lnTo>
                  <a:lnTo>
                    <a:pt x="976884" y="27432"/>
                  </a:lnTo>
                  <a:close/>
                </a:path>
                <a:path w="2350134" h="2350135">
                  <a:moveTo>
                    <a:pt x="1042416" y="18288"/>
                  </a:moveTo>
                  <a:lnTo>
                    <a:pt x="1040892" y="7620"/>
                  </a:lnTo>
                  <a:lnTo>
                    <a:pt x="1025652" y="10668"/>
                  </a:lnTo>
                  <a:lnTo>
                    <a:pt x="1002792" y="13716"/>
                  </a:lnTo>
                  <a:lnTo>
                    <a:pt x="1004316" y="22860"/>
                  </a:lnTo>
                  <a:lnTo>
                    <a:pt x="1027176" y="19812"/>
                  </a:lnTo>
                  <a:lnTo>
                    <a:pt x="1042416" y="18288"/>
                  </a:lnTo>
                  <a:close/>
                </a:path>
                <a:path w="2350134" h="2350135">
                  <a:moveTo>
                    <a:pt x="1107948" y="12192"/>
                  </a:moveTo>
                  <a:lnTo>
                    <a:pt x="1107948" y="3048"/>
                  </a:lnTo>
                  <a:lnTo>
                    <a:pt x="1085088" y="4572"/>
                  </a:lnTo>
                  <a:lnTo>
                    <a:pt x="1069848" y="6096"/>
                  </a:lnTo>
                  <a:lnTo>
                    <a:pt x="1071372" y="15240"/>
                  </a:lnTo>
                  <a:lnTo>
                    <a:pt x="1085088" y="13716"/>
                  </a:lnTo>
                  <a:lnTo>
                    <a:pt x="1107948" y="12192"/>
                  </a:lnTo>
                  <a:close/>
                </a:path>
                <a:path w="2350134" h="2350135">
                  <a:moveTo>
                    <a:pt x="1175004" y="10668"/>
                  </a:moveTo>
                  <a:lnTo>
                    <a:pt x="1175004" y="0"/>
                  </a:lnTo>
                  <a:lnTo>
                    <a:pt x="1144524" y="1524"/>
                  </a:lnTo>
                  <a:lnTo>
                    <a:pt x="1136904" y="1524"/>
                  </a:lnTo>
                  <a:lnTo>
                    <a:pt x="1136904" y="10668"/>
                  </a:lnTo>
                  <a:lnTo>
                    <a:pt x="1175004" y="10668"/>
                  </a:lnTo>
                  <a:close/>
                </a:path>
                <a:path w="2350134" h="2350135">
                  <a:moveTo>
                    <a:pt x="1242060" y="3048"/>
                  </a:moveTo>
                  <a:lnTo>
                    <a:pt x="1234440" y="2971"/>
                  </a:lnTo>
                  <a:lnTo>
                    <a:pt x="1205484" y="1524"/>
                  </a:lnTo>
                  <a:lnTo>
                    <a:pt x="1203960" y="1524"/>
                  </a:lnTo>
                  <a:lnTo>
                    <a:pt x="1203960" y="10668"/>
                  </a:lnTo>
                  <a:lnTo>
                    <a:pt x="1205484" y="10668"/>
                  </a:lnTo>
                  <a:lnTo>
                    <a:pt x="1234440" y="12192"/>
                  </a:lnTo>
                  <a:lnTo>
                    <a:pt x="1240536" y="12192"/>
                  </a:lnTo>
                  <a:lnTo>
                    <a:pt x="1242060" y="3048"/>
                  </a:lnTo>
                  <a:close/>
                </a:path>
                <a:path w="2350134" h="2350135">
                  <a:moveTo>
                    <a:pt x="1309116" y="9144"/>
                  </a:moveTo>
                  <a:lnTo>
                    <a:pt x="1295400" y="7620"/>
                  </a:lnTo>
                  <a:lnTo>
                    <a:pt x="1271016" y="4572"/>
                  </a:lnTo>
                  <a:lnTo>
                    <a:pt x="1269492" y="13716"/>
                  </a:lnTo>
                  <a:lnTo>
                    <a:pt x="1293876" y="16764"/>
                  </a:lnTo>
                  <a:lnTo>
                    <a:pt x="1307592" y="18288"/>
                  </a:lnTo>
                  <a:lnTo>
                    <a:pt x="1309116" y="9144"/>
                  </a:lnTo>
                  <a:close/>
                </a:path>
                <a:path w="2350134" h="2350135">
                  <a:moveTo>
                    <a:pt x="1374648" y="18288"/>
                  </a:moveTo>
                  <a:lnTo>
                    <a:pt x="1353312" y="13716"/>
                  </a:lnTo>
                  <a:lnTo>
                    <a:pt x="1336548" y="12192"/>
                  </a:lnTo>
                  <a:lnTo>
                    <a:pt x="1335024" y="21336"/>
                  </a:lnTo>
                  <a:lnTo>
                    <a:pt x="1353312" y="24384"/>
                  </a:lnTo>
                  <a:lnTo>
                    <a:pt x="1373124" y="27432"/>
                  </a:lnTo>
                  <a:lnTo>
                    <a:pt x="1374648" y="18288"/>
                  </a:lnTo>
                  <a:close/>
                </a:path>
                <a:path w="2350134" h="2350135">
                  <a:moveTo>
                    <a:pt x="1440180" y="30480"/>
                  </a:moveTo>
                  <a:lnTo>
                    <a:pt x="1411224" y="24384"/>
                  </a:lnTo>
                  <a:lnTo>
                    <a:pt x="1403604" y="22860"/>
                  </a:lnTo>
                  <a:lnTo>
                    <a:pt x="1400556" y="32004"/>
                  </a:lnTo>
                  <a:lnTo>
                    <a:pt x="1409700" y="33528"/>
                  </a:lnTo>
                  <a:lnTo>
                    <a:pt x="1438656" y="39624"/>
                  </a:lnTo>
                  <a:lnTo>
                    <a:pt x="1440180" y="30480"/>
                  </a:lnTo>
                  <a:close/>
                </a:path>
                <a:path w="2350134" h="2350135">
                  <a:moveTo>
                    <a:pt x="1505712" y="47244"/>
                  </a:moveTo>
                  <a:lnTo>
                    <a:pt x="1496568" y="45720"/>
                  </a:lnTo>
                  <a:lnTo>
                    <a:pt x="1469136" y="38100"/>
                  </a:lnTo>
                  <a:lnTo>
                    <a:pt x="1467612" y="38100"/>
                  </a:lnTo>
                  <a:lnTo>
                    <a:pt x="1466088" y="47244"/>
                  </a:lnTo>
                  <a:lnTo>
                    <a:pt x="1493520" y="54864"/>
                  </a:lnTo>
                  <a:lnTo>
                    <a:pt x="1502664" y="56388"/>
                  </a:lnTo>
                  <a:lnTo>
                    <a:pt x="1505712" y="47244"/>
                  </a:lnTo>
                  <a:close/>
                </a:path>
                <a:path w="2350134" h="2350135">
                  <a:moveTo>
                    <a:pt x="1568196" y="68580"/>
                  </a:moveTo>
                  <a:lnTo>
                    <a:pt x="1551432" y="62484"/>
                  </a:lnTo>
                  <a:lnTo>
                    <a:pt x="1533144" y="56388"/>
                  </a:lnTo>
                  <a:lnTo>
                    <a:pt x="1530096" y="65532"/>
                  </a:lnTo>
                  <a:lnTo>
                    <a:pt x="1548384" y="71628"/>
                  </a:lnTo>
                  <a:lnTo>
                    <a:pt x="1565148" y="77724"/>
                  </a:lnTo>
                  <a:lnTo>
                    <a:pt x="1568196" y="68580"/>
                  </a:lnTo>
                  <a:close/>
                </a:path>
                <a:path w="2350134" h="2350135">
                  <a:moveTo>
                    <a:pt x="1630680" y="92964"/>
                  </a:moveTo>
                  <a:lnTo>
                    <a:pt x="1606296" y="82296"/>
                  </a:lnTo>
                  <a:lnTo>
                    <a:pt x="1595628" y="79248"/>
                  </a:lnTo>
                  <a:lnTo>
                    <a:pt x="1592580" y="86868"/>
                  </a:lnTo>
                  <a:lnTo>
                    <a:pt x="1601724" y="91440"/>
                  </a:lnTo>
                  <a:lnTo>
                    <a:pt x="1627632" y="102108"/>
                  </a:lnTo>
                  <a:lnTo>
                    <a:pt x="1630680" y="92964"/>
                  </a:lnTo>
                  <a:close/>
                </a:path>
                <a:path w="2350134" h="2350135">
                  <a:moveTo>
                    <a:pt x="1691640" y="120396"/>
                  </a:moveTo>
                  <a:lnTo>
                    <a:pt x="1684020" y="117348"/>
                  </a:lnTo>
                  <a:lnTo>
                    <a:pt x="1658112" y="105156"/>
                  </a:lnTo>
                  <a:lnTo>
                    <a:pt x="1658112" y="103632"/>
                  </a:lnTo>
                  <a:lnTo>
                    <a:pt x="1653540" y="112776"/>
                  </a:lnTo>
                  <a:lnTo>
                    <a:pt x="1655064" y="112776"/>
                  </a:lnTo>
                  <a:lnTo>
                    <a:pt x="1680972" y="124968"/>
                  </a:lnTo>
                  <a:lnTo>
                    <a:pt x="1688592" y="129540"/>
                  </a:lnTo>
                  <a:lnTo>
                    <a:pt x="1691640" y="120396"/>
                  </a:lnTo>
                  <a:close/>
                </a:path>
                <a:path w="2350134" h="2350135">
                  <a:moveTo>
                    <a:pt x="1751076" y="152400"/>
                  </a:moveTo>
                  <a:lnTo>
                    <a:pt x="1717548" y="134112"/>
                  </a:lnTo>
                  <a:lnTo>
                    <a:pt x="1712976" y="141732"/>
                  </a:lnTo>
                  <a:lnTo>
                    <a:pt x="1731264" y="150876"/>
                  </a:lnTo>
                  <a:lnTo>
                    <a:pt x="1746504" y="160020"/>
                  </a:lnTo>
                  <a:lnTo>
                    <a:pt x="1751076" y="152400"/>
                  </a:lnTo>
                  <a:close/>
                </a:path>
                <a:path w="2350134" h="2350135">
                  <a:moveTo>
                    <a:pt x="1808988" y="185928"/>
                  </a:moveTo>
                  <a:lnTo>
                    <a:pt x="1784604" y="170688"/>
                  </a:lnTo>
                  <a:lnTo>
                    <a:pt x="1775460" y="166116"/>
                  </a:lnTo>
                  <a:lnTo>
                    <a:pt x="1770888" y="173736"/>
                  </a:lnTo>
                  <a:lnTo>
                    <a:pt x="1802892" y="195072"/>
                  </a:lnTo>
                  <a:lnTo>
                    <a:pt x="1808988" y="185928"/>
                  </a:lnTo>
                  <a:close/>
                </a:path>
                <a:path w="2350134" h="2350135">
                  <a:moveTo>
                    <a:pt x="1863852" y="224028"/>
                  </a:moveTo>
                  <a:lnTo>
                    <a:pt x="1833372" y="202692"/>
                  </a:lnTo>
                  <a:lnTo>
                    <a:pt x="1827276" y="210312"/>
                  </a:lnTo>
                  <a:lnTo>
                    <a:pt x="1857756" y="231648"/>
                  </a:lnTo>
                  <a:lnTo>
                    <a:pt x="1863852" y="224028"/>
                  </a:lnTo>
                  <a:close/>
                </a:path>
                <a:path w="2350134" h="2350135">
                  <a:moveTo>
                    <a:pt x="1917192" y="265176"/>
                  </a:moveTo>
                  <a:lnTo>
                    <a:pt x="1886712" y="240792"/>
                  </a:lnTo>
                  <a:lnTo>
                    <a:pt x="1880616" y="248412"/>
                  </a:lnTo>
                  <a:lnTo>
                    <a:pt x="1911096" y="272796"/>
                  </a:lnTo>
                  <a:lnTo>
                    <a:pt x="1917192" y="265176"/>
                  </a:lnTo>
                  <a:close/>
                </a:path>
                <a:path w="2350134" h="2350135">
                  <a:moveTo>
                    <a:pt x="1967484" y="309372"/>
                  </a:moveTo>
                  <a:lnTo>
                    <a:pt x="1964436" y="306324"/>
                  </a:lnTo>
                  <a:lnTo>
                    <a:pt x="1938528" y="283464"/>
                  </a:lnTo>
                  <a:lnTo>
                    <a:pt x="1932432" y="291084"/>
                  </a:lnTo>
                  <a:lnTo>
                    <a:pt x="1958340" y="313944"/>
                  </a:lnTo>
                  <a:lnTo>
                    <a:pt x="1961388" y="315468"/>
                  </a:lnTo>
                  <a:lnTo>
                    <a:pt x="1967484" y="309372"/>
                  </a:lnTo>
                  <a:close/>
                </a:path>
                <a:path w="2350134" h="2350135">
                  <a:moveTo>
                    <a:pt x="2016252" y="355092"/>
                  </a:moveTo>
                  <a:lnTo>
                    <a:pt x="2005584" y="344424"/>
                  </a:lnTo>
                  <a:lnTo>
                    <a:pt x="1988820" y="329184"/>
                  </a:lnTo>
                  <a:lnTo>
                    <a:pt x="1981200" y="335280"/>
                  </a:lnTo>
                  <a:lnTo>
                    <a:pt x="1999488" y="352044"/>
                  </a:lnTo>
                  <a:lnTo>
                    <a:pt x="2008632" y="362712"/>
                  </a:lnTo>
                  <a:lnTo>
                    <a:pt x="2016252" y="355092"/>
                  </a:lnTo>
                  <a:close/>
                </a:path>
                <a:path w="2350134" h="2350135">
                  <a:moveTo>
                    <a:pt x="2060448" y="405384"/>
                  </a:moveTo>
                  <a:lnTo>
                    <a:pt x="2045208" y="385572"/>
                  </a:lnTo>
                  <a:lnTo>
                    <a:pt x="2036064" y="376428"/>
                  </a:lnTo>
                  <a:lnTo>
                    <a:pt x="2028444" y="382524"/>
                  </a:lnTo>
                  <a:lnTo>
                    <a:pt x="2037588" y="391668"/>
                  </a:lnTo>
                  <a:lnTo>
                    <a:pt x="2054352" y="411480"/>
                  </a:lnTo>
                  <a:lnTo>
                    <a:pt x="2060448" y="405384"/>
                  </a:lnTo>
                  <a:close/>
                </a:path>
                <a:path w="2350134" h="2350135">
                  <a:moveTo>
                    <a:pt x="2103120" y="455676"/>
                  </a:moveTo>
                  <a:lnTo>
                    <a:pt x="2081784" y="428244"/>
                  </a:lnTo>
                  <a:lnTo>
                    <a:pt x="2080260" y="426720"/>
                  </a:lnTo>
                  <a:lnTo>
                    <a:pt x="2072640" y="432816"/>
                  </a:lnTo>
                  <a:lnTo>
                    <a:pt x="2074164" y="434340"/>
                  </a:lnTo>
                  <a:lnTo>
                    <a:pt x="2095500" y="461772"/>
                  </a:lnTo>
                  <a:lnTo>
                    <a:pt x="2103120" y="455676"/>
                  </a:lnTo>
                  <a:close/>
                </a:path>
                <a:path w="2350134" h="2350135">
                  <a:moveTo>
                    <a:pt x="2142744" y="510540"/>
                  </a:moveTo>
                  <a:lnTo>
                    <a:pt x="2121408" y="478536"/>
                  </a:lnTo>
                  <a:lnTo>
                    <a:pt x="2113788" y="484632"/>
                  </a:lnTo>
                  <a:lnTo>
                    <a:pt x="2135124" y="515112"/>
                  </a:lnTo>
                  <a:lnTo>
                    <a:pt x="2142744" y="510540"/>
                  </a:lnTo>
                  <a:close/>
                </a:path>
                <a:path w="2350134" h="2350135">
                  <a:moveTo>
                    <a:pt x="2179320" y="566928"/>
                  </a:moveTo>
                  <a:lnTo>
                    <a:pt x="2159508" y="534924"/>
                  </a:lnTo>
                  <a:lnTo>
                    <a:pt x="2150364" y="539496"/>
                  </a:lnTo>
                  <a:lnTo>
                    <a:pt x="2171700" y="571500"/>
                  </a:lnTo>
                  <a:lnTo>
                    <a:pt x="2179320" y="566928"/>
                  </a:lnTo>
                  <a:close/>
                </a:path>
                <a:path w="2350134" h="2350135">
                  <a:moveTo>
                    <a:pt x="2212848" y="624840"/>
                  </a:moveTo>
                  <a:lnTo>
                    <a:pt x="2208276" y="615696"/>
                  </a:lnTo>
                  <a:lnTo>
                    <a:pt x="2194560" y="591312"/>
                  </a:lnTo>
                  <a:lnTo>
                    <a:pt x="2185416" y="595884"/>
                  </a:lnTo>
                  <a:lnTo>
                    <a:pt x="2199132" y="620268"/>
                  </a:lnTo>
                  <a:lnTo>
                    <a:pt x="2203704" y="629412"/>
                  </a:lnTo>
                  <a:lnTo>
                    <a:pt x="2212848" y="624840"/>
                  </a:lnTo>
                  <a:close/>
                </a:path>
                <a:path w="2350134" h="2350135">
                  <a:moveTo>
                    <a:pt x="2241804" y="684276"/>
                  </a:moveTo>
                  <a:lnTo>
                    <a:pt x="2234184" y="665988"/>
                  </a:lnTo>
                  <a:lnTo>
                    <a:pt x="2225040" y="650748"/>
                  </a:lnTo>
                  <a:lnTo>
                    <a:pt x="2217420" y="653796"/>
                  </a:lnTo>
                  <a:lnTo>
                    <a:pt x="2225040" y="670560"/>
                  </a:lnTo>
                  <a:lnTo>
                    <a:pt x="2234184" y="688848"/>
                  </a:lnTo>
                  <a:lnTo>
                    <a:pt x="2241804" y="684276"/>
                  </a:lnTo>
                  <a:close/>
                </a:path>
                <a:path w="2350134" h="2350135">
                  <a:moveTo>
                    <a:pt x="2269236" y="746760"/>
                  </a:moveTo>
                  <a:lnTo>
                    <a:pt x="2267712" y="745236"/>
                  </a:lnTo>
                  <a:lnTo>
                    <a:pt x="2257044" y="717804"/>
                  </a:lnTo>
                  <a:lnTo>
                    <a:pt x="2253996" y="710184"/>
                  </a:lnTo>
                  <a:lnTo>
                    <a:pt x="2244852" y="714756"/>
                  </a:lnTo>
                  <a:lnTo>
                    <a:pt x="2247900" y="722376"/>
                  </a:lnTo>
                  <a:lnTo>
                    <a:pt x="2258568" y="748284"/>
                  </a:lnTo>
                  <a:lnTo>
                    <a:pt x="2260092" y="749808"/>
                  </a:lnTo>
                  <a:lnTo>
                    <a:pt x="2269236" y="746760"/>
                  </a:lnTo>
                  <a:close/>
                </a:path>
                <a:path w="2350134" h="2350135">
                  <a:moveTo>
                    <a:pt x="2290572" y="809244"/>
                  </a:moveTo>
                  <a:lnTo>
                    <a:pt x="2287524" y="798576"/>
                  </a:lnTo>
                  <a:lnTo>
                    <a:pt x="2278380" y="772668"/>
                  </a:lnTo>
                  <a:lnTo>
                    <a:pt x="2269236" y="775716"/>
                  </a:lnTo>
                  <a:lnTo>
                    <a:pt x="2278380" y="801624"/>
                  </a:lnTo>
                  <a:lnTo>
                    <a:pt x="2281428" y="812292"/>
                  </a:lnTo>
                  <a:lnTo>
                    <a:pt x="2290572" y="809244"/>
                  </a:lnTo>
                  <a:close/>
                </a:path>
                <a:path w="2350134" h="2350135">
                  <a:moveTo>
                    <a:pt x="2310384" y="873252"/>
                  </a:moveTo>
                  <a:lnTo>
                    <a:pt x="2304288" y="853440"/>
                  </a:lnTo>
                  <a:lnTo>
                    <a:pt x="2299716" y="836676"/>
                  </a:lnTo>
                  <a:lnTo>
                    <a:pt x="2290572" y="839724"/>
                  </a:lnTo>
                  <a:lnTo>
                    <a:pt x="2295144" y="856488"/>
                  </a:lnTo>
                  <a:lnTo>
                    <a:pt x="2301240" y="876300"/>
                  </a:lnTo>
                  <a:lnTo>
                    <a:pt x="2310384" y="873252"/>
                  </a:lnTo>
                  <a:close/>
                </a:path>
                <a:path w="2350134" h="2350135">
                  <a:moveTo>
                    <a:pt x="2325624" y="938784"/>
                  </a:moveTo>
                  <a:lnTo>
                    <a:pt x="2319528" y="909828"/>
                  </a:lnTo>
                  <a:lnTo>
                    <a:pt x="2318004" y="900684"/>
                  </a:lnTo>
                  <a:lnTo>
                    <a:pt x="2307336" y="903732"/>
                  </a:lnTo>
                  <a:lnTo>
                    <a:pt x="2310384" y="912876"/>
                  </a:lnTo>
                  <a:lnTo>
                    <a:pt x="2316480" y="940308"/>
                  </a:lnTo>
                  <a:lnTo>
                    <a:pt x="2325624" y="938784"/>
                  </a:lnTo>
                  <a:close/>
                </a:path>
                <a:path w="2350134" h="2350135">
                  <a:moveTo>
                    <a:pt x="2336292" y="1004316"/>
                  </a:moveTo>
                  <a:lnTo>
                    <a:pt x="2336292" y="996696"/>
                  </a:lnTo>
                  <a:lnTo>
                    <a:pt x="2331720" y="967740"/>
                  </a:lnTo>
                  <a:lnTo>
                    <a:pt x="2331720" y="966216"/>
                  </a:lnTo>
                  <a:lnTo>
                    <a:pt x="2321052" y="967740"/>
                  </a:lnTo>
                  <a:lnTo>
                    <a:pt x="2321052" y="969264"/>
                  </a:lnTo>
                  <a:lnTo>
                    <a:pt x="2327148" y="998220"/>
                  </a:lnTo>
                  <a:lnTo>
                    <a:pt x="2327148" y="1005840"/>
                  </a:lnTo>
                  <a:lnTo>
                    <a:pt x="2336292" y="1004316"/>
                  </a:lnTo>
                  <a:close/>
                </a:path>
                <a:path w="2350134" h="2350135">
                  <a:moveTo>
                    <a:pt x="2345436" y="1071372"/>
                  </a:moveTo>
                  <a:lnTo>
                    <a:pt x="2343912" y="1054608"/>
                  </a:lnTo>
                  <a:lnTo>
                    <a:pt x="2340864" y="1033272"/>
                  </a:lnTo>
                  <a:lnTo>
                    <a:pt x="2331720" y="1033272"/>
                  </a:lnTo>
                  <a:lnTo>
                    <a:pt x="2333244" y="1056132"/>
                  </a:lnTo>
                  <a:lnTo>
                    <a:pt x="2334768" y="1071372"/>
                  </a:lnTo>
                  <a:lnTo>
                    <a:pt x="2345436" y="1071372"/>
                  </a:lnTo>
                  <a:close/>
                </a:path>
                <a:path w="2350134" h="2350135">
                  <a:moveTo>
                    <a:pt x="2348484" y="1138428"/>
                  </a:moveTo>
                  <a:lnTo>
                    <a:pt x="2348484" y="1115568"/>
                  </a:lnTo>
                  <a:lnTo>
                    <a:pt x="2346960" y="1098804"/>
                  </a:lnTo>
                  <a:lnTo>
                    <a:pt x="2337816" y="1100328"/>
                  </a:lnTo>
                  <a:lnTo>
                    <a:pt x="2337816" y="1115568"/>
                  </a:lnTo>
                  <a:lnTo>
                    <a:pt x="2339340" y="1138428"/>
                  </a:lnTo>
                  <a:lnTo>
                    <a:pt x="2348484" y="1138428"/>
                  </a:lnTo>
                  <a:close/>
                </a:path>
                <a:path w="2350134" h="2350135">
                  <a:moveTo>
                    <a:pt x="2350008" y="1203960"/>
                  </a:moveTo>
                  <a:lnTo>
                    <a:pt x="2350008" y="1175004"/>
                  </a:lnTo>
                  <a:lnTo>
                    <a:pt x="2348484" y="1165860"/>
                  </a:lnTo>
                  <a:lnTo>
                    <a:pt x="2339340" y="1165860"/>
                  </a:lnTo>
                  <a:lnTo>
                    <a:pt x="2339340" y="1203960"/>
                  </a:lnTo>
                  <a:lnTo>
                    <a:pt x="2350008" y="1203960"/>
                  </a:lnTo>
                  <a:close/>
                </a:path>
                <a:path w="2350134" h="2350135">
                  <a:moveTo>
                    <a:pt x="2348484" y="1235964"/>
                  </a:moveTo>
                  <a:lnTo>
                    <a:pt x="2348484" y="1232916"/>
                  </a:lnTo>
                  <a:lnTo>
                    <a:pt x="2339340" y="1232916"/>
                  </a:lnTo>
                  <a:lnTo>
                    <a:pt x="2339340" y="1235964"/>
                  </a:lnTo>
                  <a:lnTo>
                    <a:pt x="2336292" y="1264920"/>
                  </a:lnTo>
                  <a:lnTo>
                    <a:pt x="2336292" y="1271016"/>
                  </a:lnTo>
                  <a:lnTo>
                    <a:pt x="2345436" y="1271016"/>
                  </a:lnTo>
                  <a:lnTo>
                    <a:pt x="2346960" y="1266444"/>
                  </a:lnTo>
                  <a:lnTo>
                    <a:pt x="2348484" y="1235964"/>
                  </a:lnTo>
                  <a:close/>
                </a:path>
                <a:path w="2350134" h="2350135">
                  <a:moveTo>
                    <a:pt x="2343912" y="1299972"/>
                  </a:moveTo>
                  <a:lnTo>
                    <a:pt x="2333244" y="1298448"/>
                  </a:lnTo>
                  <a:lnTo>
                    <a:pt x="2328672" y="1336548"/>
                  </a:lnTo>
                  <a:lnTo>
                    <a:pt x="2337816" y="1338072"/>
                  </a:lnTo>
                  <a:lnTo>
                    <a:pt x="2340864" y="1325880"/>
                  </a:lnTo>
                  <a:lnTo>
                    <a:pt x="2343912" y="1299972"/>
                  </a:lnTo>
                  <a:close/>
                </a:path>
                <a:path w="2350134" h="2350135">
                  <a:moveTo>
                    <a:pt x="2334768" y="1367028"/>
                  </a:moveTo>
                  <a:lnTo>
                    <a:pt x="2325624" y="1365504"/>
                  </a:lnTo>
                  <a:lnTo>
                    <a:pt x="2322576" y="1382268"/>
                  </a:lnTo>
                  <a:lnTo>
                    <a:pt x="2318004" y="1402080"/>
                  </a:lnTo>
                  <a:lnTo>
                    <a:pt x="2327148" y="1403604"/>
                  </a:lnTo>
                  <a:lnTo>
                    <a:pt x="2331720" y="1383792"/>
                  </a:lnTo>
                  <a:lnTo>
                    <a:pt x="2334768" y="1367028"/>
                  </a:lnTo>
                  <a:close/>
                </a:path>
                <a:path w="2350134" h="2350135">
                  <a:moveTo>
                    <a:pt x="2321052" y="1432560"/>
                  </a:moveTo>
                  <a:lnTo>
                    <a:pt x="2311908" y="1429512"/>
                  </a:lnTo>
                  <a:lnTo>
                    <a:pt x="2310384" y="1438656"/>
                  </a:lnTo>
                  <a:lnTo>
                    <a:pt x="2304288" y="1467612"/>
                  </a:lnTo>
                  <a:lnTo>
                    <a:pt x="2313432" y="1469136"/>
                  </a:lnTo>
                  <a:lnTo>
                    <a:pt x="2319528" y="1441704"/>
                  </a:lnTo>
                  <a:lnTo>
                    <a:pt x="2321052" y="1432560"/>
                  </a:lnTo>
                  <a:close/>
                </a:path>
                <a:path w="2350134" h="2350135">
                  <a:moveTo>
                    <a:pt x="2305812" y="1496568"/>
                  </a:moveTo>
                  <a:lnTo>
                    <a:pt x="2296668" y="1495044"/>
                  </a:lnTo>
                  <a:lnTo>
                    <a:pt x="2287524" y="1522476"/>
                  </a:lnTo>
                  <a:lnTo>
                    <a:pt x="2284476" y="1530096"/>
                  </a:lnTo>
                  <a:lnTo>
                    <a:pt x="2293620" y="1533144"/>
                  </a:lnTo>
                  <a:lnTo>
                    <a:pt x="2296668" y="1525524"/>
                  </a:lnTo>
                  <a:lnTo>
                    <a:pt x="2305812" y="1496568"/>
                  </a:lnTo>
                  <a:close/>
                </a:path>
                <a:path w="2350134" h="2350135">
                  <a:moveTo>
                    <a:pt x="2284476" y="1560576"/>
                  </a:moveTo>
                  <a:lnTo>
                    <a:pt x="2276856" y="1557528"/>
                  </a:lnTo>
                  <a:lnTo>
                    <a:pt x="2269236" y="1575816"/>
                  </a:lnTo>
                  <a:lnTo>
                    <a:pt x="2263140" y="1594104"/>
                  </a:lnTo>
                  <a:lnTo>
                    <a:pt x="2272284" y="1597152"/>
                  </a:lnTo>
                  <a:lnTo>
                    <a:pt x="2284476" y="1560576"/>
                  </a:lnTo>
                  <a:close/>
                </a:path>
                <a:path w="2350134" h="2350135">
                  <a:moveTo>
                    <a:pt x="2261616" y="1623060"/>
                  </a:moveTo>
                  <a:lnTo>
                    <a:pt x="2252472" y="1620012"/>
                  </a:lnTo>
                  <a:lnTo>
                    <a:pt x="2249424" y="1629156"/>
                  </a:lnTo>
                  <a:lnTo>
                    <a:pt x="2237232" y="1655064"/>
                  </a:lnTo>
                  <a:lnTo>
                    <a:pt x="2246376" y="1658112"/>
                  </a:lnTo>
                  <a:lnTo>
                    <a:pt x="2257044" y="1632204"/>
                  </a:lnTo>
                  <a:lnTo>
                    <a:pt x="2261616" y="1623060"/>
                  </a:lnTo>
                  <a:close/>
                </a:path>
                <a:path w="2350134" h="2350135">
                  <a:moveTo>
                    <a:pt x="2234184" y="1685544"/>
                  </a:moveTo>
                  <a:lnTo>
                    <a:pt x="2234184" y="1684020"/>
                  </a:lnTo>
                  <a:lnTo>
                    <a:pt x="2225040" y="1680972"/>
                  </a:lnTo>
                  <a:lnTo>
                    <a:pt x="2212848" y="1706880"/>
                  </a:lnTo>
                  <a:lnTo>
                    <a:pt x="2208276" y="1714500"/>
                  </a:lnTo>
                  <a:lnTo>
                    <a:pt x="2217420" y="1719072"/>
                  </a:lnTo>
                  <a:lnTo>
                    <a:pt x="2234184" y="1685544"/>
                  </a:lnTo>
                  <a:close/>
                </a:path>
                <a:path w="2350134" h="2350135">
                  <a:moveTo>
                    <a:pt x="2203704" y="1743456"/>
                  </a:moveTo>
                  <a:lnTo>
                    <a:pt x="2194560" y="1738884"/>
                  </a:lnTo>
                  <a:lnTo>
                    <a:pt x="2176272" y="1772412"/>
                  </a:lnTo>
                  <a:lnTo>
                    <a:pt x="2183892" y="1776984"/>
                  </a:lnTo>
                  <a:lnTo>
                    <a:pt x="2194560" y="1760220"/>
                  </a:lnTo>
                  <a:lnTo>
                    <a:pt x="2203704" y="1743456"/>
                  </a:lnTo>
                  <a:close/>
                </a:path>
                <a:path w="2350134" h="2350135">
                  <a:moveTo>
                    <a:pt x="2168652" y="1801368"/>
                  </a:moveTo>
                  <a:lnTo>
                    <a:pt x="2161032" y="1796796"/>
                  </a:lnTo>
                  <a:lnTo>
                    <a:pt x="2141220" y="1827276"/>
                  </a:lnTo>
                  <a:lnTo>
                    <a:pt x="2141220" y="1828800"/>
                  </a:lnTo>
                  <a:lnTo>
                    <a:pt x="2148840" y="1833372"/>
                  </a:lnTo>
                  <a:lnTo>
                    <a:pt x="2148840" y="1831848"/>
                  </a:lnTo>
                  <a:lnTo>
                    <a:pt x="2168652" y="1801368"/>
                  </a:lnTo>
                  <a:close/>
                </a:path>
                <a:path w="2350134" h="2350135">
                  <a:moveTo>
                    <a:pt x="2132076" y="1857756"/>
                  </a:moveTo>
                  <a:lnTo>
                    <a:pt x="2124456" y="1851660"/>
                  </a:lnTo>
                  <a:lnTo>
                    <a:pt x="2109216" y="1872996"/>
                  </a:lnTo>
                  <a:lnTo>
                    <a:pt x="2101596" y="1882140"/>
                  </a:lnTo>
                  <a:lnTo>
                    <a:pt x="2109216" y="1888236"/>
                  </a:lnTo>
                  <a:lnTo>
                    <a:pt x="2116836" y="1879092"/>
                  </a:lnTo>
                  <a:lnTo>
                    <a:pt x="2132076" y="1857756"/>
                  </a:lnTo>
                  <a:close/>
                </a:path>
                <a:path w="2350134" h="2350135">
                  <a:moveTo>
                    <a:pt x="2090928" y="1911096"/>
                  </a:moveTo>
                  <a:lnTo>
                    <a:pt x="2083308" y="1905000"/>
                  </a:lnTo>
                  <a:lnTo>
                    <a:pt x="2074164" y="1917192"/>
                  </a:lnTo>
                  <a:lnTo>
                    <a:pt x="2058924" y="1933956"/>
                  </a:lnTo>
                  <a:lnTo>
                    <a:pt x="2066544" y="1940052"/>
                  </a:lnTo>
                  <a:lnTo>
                    <a:pt x="2081784" y="1923288"/>
                  </a:lnTo>
                  <a:lnTo>
                    <a:pt x="2090928" y="1911096"/>
                  </a:lnTo>
                  <a:close/>
                </a:path>
                <a:path w="2350134" h="2350135">
                  <a:moveTo>
                    <a:pt x="2048256" y="1961388"/>
                  </a:moveTo>
                  <a:lnTo>
                    <a:pt x="2040636" y="1955292"/>
                  </a:lnTo>
                  <a:lnTo>
                    <a:pt x="2037588" y="1959864"/>
                  </a:lnTo>
                  <a:lnTo>
                    <a:pt x="2014728" y="1982724"/>
                  </a:lnTo>
                  <a:lnTo>
                    <a:pt x="2022348" y="1988820"/>
                  </a:lnTo>
                  <a:lnTo>
                    <a:pt x="2045208" y="1965960"/>
                  </a:lnTo>
                  <a:lnTo>
                    <a:pt x="2048256" y="1961388"/>
                  </a:lnTo>
                  <a:close/>
                </a:path>
                <a:path w="2350134" h="2350135">
                  <a:moveTo>
                    <a:pt x="2002536" y="2010156"/>
                  </a:moveTo>
                  <a:lnTo>
                    <a:pt x="1994916" y="2002536"/>
                  </a:lnTo>
                  <a:lnTo>
                    <a:pt x="1967484" y="2029968"/>
                  </a:lnTo>
                  <a:lnTo>
                    <a:pt x="1973580" y="2036064"/>
                  </a:lnTo>
                  <a:lnTo>
                    <a:pt x="2002536" y="2010156"/>
                  </a:lnTo>
                  <a:close/>
                </a:path>
                <a:path w="2350134" h="2350135">
                  <a:moveTo>
                    <a:pt x="1952244" y="2055876"/>
                  </a:moveTo>
                  <a:lnTo>
                    <a:pt x="1946148" y="2048256"/>
                  </a:lnTo>
                  <a:lnTo>
                    <a:pt x="1917192" y="2072640"/>
                  </a:lnTo>
                  <a:lnTo>
                    <a:pt x="1924812" y="2080260"/>
                  </a:lnTo>
                  <a:lnTo>
                    <a:pt x="1952244" y="2055876"/>
                  </a:lnTo>
                  <a:close/>
                </a:path>
                <a:path w="2350134" h="2350135">
                  <a:moveTo>
                    <a:pt x="1901952" y="2098548"/>
                  </a:moveTo>
                  <a:lnTo>
                    <a:pt x="1895856" y="2090928"/>
                  </a:lnTo>
                  <a:lnTo>
                    <a:pt x="1865376" y="2113788"/>
                  </a:lnTo>
                  <a:lnTo>
                    <a:pt x="1871472" y="2121408"/>
                  </a:lnTo>
                  <a:lnTo>
                    <a:pt x="1901952" y="2098548"/>
                  </a:lnTo>
                  <a:close/>
                </a:path>
                <a:path w="2350134" h="2350135">
                  <a:moveTo>
                    <a:pt x="1847088" y="2138172"/>
                  </a:moveTo>
                  <a:lnTo>
                    <a:pt x="1842516" y="2130552"/>
                  </a:lnTo>
                  <a:lnTo>
                    <a:pt x="1825752" y="2141220"/>
                  </a:lnTo>
                  <a:lnTo>
                    <a:pt x="1810512" y="2151888"/>
                  </a:lnTo>
                  <a:lnTo>
                    <a:pt x="1816608" y="2159508"/>
                  </a:lnTo>
                  <a:lnTo>
                    <a:pt x="1831848" y="2150364"/>
                  </a:lnTo>
                  <a:lnTo>
                    <a:pt x="1847088" y="2138172"/>
                  </a:lnTo>
                  <a:close/>
                </a:path>
                <a:path w="2350134" h="2350135">
                  <a:moveTo>
                    <a:pt x="1792224" y="2174748"/>
                  </a:moveTo>
                  <a:lnTo>
                    <a:pt x="1787652" y="2167128"/>
                  </a:lnTo>
                  <a:lnTo>
                    <a:pt x="1778508" y="2171700"/>
                  </a:lnTo>
                  <a:lnTo>
                    <a:pt x="1755648" y="2186940"/>
                  </a:lnTo>
                  <a:lnTo>
                    <a:pt x="1754124" y="2186940"/>
                  </a:lnTo>
                  <a:lnTo>
                    <a:pt x="1758696" y="2194560"/>
                  </a:lnTo>
                  <a:lnTo>
                    <a:pt x="1760220" y="2194560"/>
                  </a:lnTo>
                  <a:lnTo>
                    <a:pt x="1784604" y="2180844"/>
                  </a:lnTo>
                  <a:lnTo>
                    <a:pt x="1792224" y="2174748"/>
                  </a:lnTo>
                  <a:close/>
                </a:path>
                <a:path w="2350134" h="2350135">
                  <a:moveTo>
                    <a:pt x="1734312" y="2208276"/>
                  </a:moveTo>
                  <a:lnTo>
                    <a:pt x="1729740" y="2200656"/>
                  </a:lnTo>
                  <a:lnTo>
                    <a:pt x="1696212" y="2217420"/>
                  </a:lnTo>
                  <a:lnTo>
                    <a:pt x="1700784" y="2226564"/>
                  </a:lnTo>
                  <a:lnTo>
                    <a:pt x="1709928" y="2221992"/>
                  </a:lnTo>
                  <a:lnTo>
                    <a:pt x="1734312" y="2208276"/>
                  </a:lnTo>
                  <a:close/>
                </a:path>
                <a:path w="2350134" h="2350135">
                  <a:moveTo>
                    <a:pt x="1674876" y="2238756"/>
                  </a:moveTo>
                  <a:lnTo>
                    <a:pt x="1670304" y="2231136"/>
                  </a:lnTo>
                  <a:lnTo>
                    <a:pt x="1655064" y="2237232"/>
                  </a:lnTo>
                  <a:lnTo>
                    <a:pt x="1635252" y="2246376"/>
                  </a:lnTo>
                  <a:lnTo>
                    <a:pt x="1639824" y="2255520"/>
                  </a:lnTo>
                  <a:lnTo>
                    <a:pt x="1658112" y="2246376"/>
                  </a:lnTo>
                  <a:lnTo>
                    <a:pt x="1674876" y="2238756"/>
                  </a:lnTo>
                  <a:close/>
                </a:path>
                <a:path w="2350134" h="2350135">
                  <a:moveTo>
                    <a:pt x="1612392" y="2266188"/>
                  </a:moveTo>
                  <a:lnTo>
                    <a:pt x="1609344" y="2257044"/>
                  </a:lnTo>
                  <a:lnTo>
                    <a:pt x="1601724" y="2260092"/>
                  </a:lnTo>
                  <a:lnTo>
                    <a:pt x="1575816" y="2269236"/>
                  </a:lnTo>
                  <a:lnTo>
                    <a:pt x="1574292" y="2270760"/>
                  </a:lnTo>
                  <a:lnTo>
                    <a:pt x="1577340" y="2279904"/>
                  </a:lnTo>
                  <a:lnTo>
                    <a:pt x="1578864" y="2278380"/>
                  </a:lnTo>
                  <a:lnTo>
                    <a:pt x="1606296" y="2269236"/>
                  </a:lnTo>
                  <a:lnTo>
                    <a:pt x="1612392" y="2266188"/>
                  </a:lnTo>
                  <a:close/>
                </a:path>
                <a:path w="2350134" h="2350135">
                  <a:moveTo>
                    <a:pt x="1549908" y="2289048"/>
                  </a:moveTo>
                  <a:lnTo>
                    <a:pt x="1546860" y="2279904"/>
                  </a:lnTo>
                  <a:lnTo>
                    <a:pt x="1520952" y="2287524"/>
                  </a:lnTo>
                  <a:lnTo>
                    <a:pt x="1510284" y="2292096"/>
                  </a:lnTo>
                  <a:lnTo>
                    <a:pt x="1513332" y="2301240"/>
                  </a:lnTo>
                  <a:lnTo>
                    <a:pt x="1524000" y="2296668"/>
                  </a:lnTo>
                  <a:lnTo>
                    <a:pt x="1549908" y="2289048"/>
                  </a:lnTo>
                  <a:close/>
                </a:path>
                <a:path w="2350134" h="2350135">
                  <a:moveTo>
                    <a:pt x="1485900" y="2308860"/>
                  </a:moveTo>
                  <a:lnTo>
                    <a:pt x="1484376" y="2299716"/>
                  </a:lnTo>
                  <a:lnTo>
                    <a:pt x="1466088" y="2304288"/>
                  </a:lnTo>
                  <a:lnTo>
                    <a:pt x="1446276" y="2308860"/>
                  </a:lnTo>
                  <a:lnTo>
                    <a:pt x="1449324" y="2318004"/>
                  </a:lnTo>
                  <a:lnTo>
                    <a:pt x="1469136" y="2313432"/>
                  </a:lnTo>
                  <a:lnTo>
                    <a:pt x="1485900" y="2308860"/>
                  </a:lnTo>
                  <a:close/>
                </a:path>
                <a:path w="2350134" h="2350135">
                  <a:moveTo>
                    <a:pt x="1420368" y="2324100"/>
                  </a:moveTo>
                  <a:lnTo>
                    <a:pt x="1418844" y="2314956"/>
                  </a:lnTo>
                  <a:lnTo>
                    <a:pt x="1409700" y="2316480"/>
                  </a:lnTo>
                  <a:lnTo>
                    <a:pt x="1382268" y="2322576"/>
                  </a:lnTo>
                  <a:lnTo>
                    <a:pt x="1383792" y="2331720"/>
                  </a:lnTo>
                  <a:lnTo>
                    <a:pt x="1411224" y="2325624"/>
                  </a:lnTo>
                  <a:lnTo>
                    <a:pt x="1420368" y="2324100"/>
                  </a:lnTo>
                  <a:close/>
                </a:path>
                <a:path w="2350134" h="2350135">
                  <a:moveTo>
                    <a:pt x="1354836" y="2336292"/>
                  </a:moveTo>
                  <a:lnTo>
                    <a:pt x="1353312" y="2327148"/>
                  </a:lnTo>
                  <a:lnTo>
                    <a:pt x="1351788" y="2327148"/>
                  </a:lnTo>
                  <a:lnTo>
                    <a:pt x="1322832" y="2331720"/>
                  </a:lnTo>
                  <a:lnTo>
                    <a:pt x="1316736" y="2331720"/>
                  </a:lnTo>
                  <a:lnTo>
                    <a:pt x="1316736" y="2340864"/>
                  </a:lnTo>
                  <a:lnTo>
                    <a:pt x="1324356" y="2340864"/>
                  </a:lnTo>
                  <a:lnTo>
                    <a:pt x="1353312" y="2336292"/>
                  </a:lnTo>
                  <a:lnTo>
                    <a:pt x="1354836" y="2336292"/>
                  </a:lnTo>
                  <a:close/>
                </a:path>
                <a:path w="2350134" h="2350135">
                  <a:moveTo>
                    <a:pt x="1289304" y="2343912"/>
                  </a:moveTo>
                  <a:lnTo>
                    <a:pt x="1287780" y="2334768"/>
                  </a:lnTo>
                  <a:lnTo>
                    <a:pt x="1264920" y="2337816"/>
                  </a:lnTo>
                  <a:lnTo>
                    <a:pt x="1249680" y="2337816"/>
                  </a:lnTo>
                  <a:lnTo>
                    <a:pt x="1251204" y="2346960"/>
                  </a:lnTo>
                  <a:lnTo>
                    <a:pt x="1264920" y="2346960"/>
                  </a:lnTo>
                  <a:lnTo>
                    <a:pt x="1289304" y="2343912"/>
                  </a:lnTo>
                  <a:close/>
                </a:path>
                <a:path w="2350134" h="2350135">
                  <a:moveTo>
                    <a:pt x="1222248" y="2348484"/>
                  </a:moveTo>
                  <a:lnTo>
                    <a:pt x="1222248" y="2339340"/>
                  </a:lnTo>
                  <a:lnTo>
                    <a:pt x="1205484" y="2340864"/>
                  </a:lnTo>
                  <a:lnTo>
                    <a:pt x="1184148" y="2340864"/>
                  </a:lnTo>
                  <a:lnTo>
                    <a:pt x="1184148" y="2350008"/>
                  </a:lnTo>
                  <a:lnTo>
                    <a:pt x="1205484" y="2350008"/>
                  </a:lnTo>
                  <a:lnTo>
                    <a:pt x="1222248" y="2348484"/>
                  </a:lnTo>
                  <a:close/>
                </a:path>
                <a:path w="2350134" h="2350135">
                  <a:moveTo>
                    <a:pt x="1155192" y="2350008"/>
                  </a:moveTo>
                  <a:lnTo>
                    <a:pt x="1155192" y="2340864"/>
                  </a:lnTo>
                  <a:lnTo>
                    <a:pt x="1144524" y="2340864"/>
                  </a:lnTo>
                  <a:lnTo>
                    <a:pt x="1117092" y="2339340"/>
                  </a:lnTo>
                  <a:lnTo>
                    <a:pt x="1117092" y="2348484"/>
                  </a:lnTo>
                  <a:lnTo>
                    <a:pt x="1144524" y="2350008"/>
                  </a:lnTo>
                  <a:lnTo>
                    <a:pt x="1155192" y="2350008"/>
                  </a:lnTo>
                  <a:close/>
                </a:path>
                <a:path w="2350134" h="2350135">
                  <a:moveTo>
                    <a:pt x="1089660" y="2337816"/>
                  </a:moveTo>
                  <a:lnTo>
                    <a:pt x="1085088" y="2337816"/>
                  </a:lnTo>
                  <a:lnTo>
                    <a:pt x="1056132" y="2334768"/>
                  </a:lnTo>
                  <a:lnTo>
                    <a:pt x="1051560" y="2334768"/>
                  </a:lnTo>
                  <a:lnTo>
                    <a:pt x="1050036" y="2343912"/>
                  </a:lnTo>
                  <a:lnTo>
                    <a:pt x="1054608" y="2343912"/>
                  </a:lnTo>
                  <a:lnTo>
                    <a:pt x="1085088" y="2346960"/>
                  </a:lnTo>
                  <a:lnTo>
                    <a:pt x="1088136" y="2346960"/>
                  </a:lnTo>
                  <a:lnTo>
                    <a:pt x="1089660" y="2337816"/>
                  </a:lnTo>
                  <a:close/>
                </a:path>
                <a:path w="2350134" h="2350135">
                  <a:moveTo>
                    <a:pt x="1022604" y="2331720"/>
                  </a:moveTo>
                  <a:lnTo>
                    <a:pt x="998220" y="2327148"/>
                  </a:lnTo>
                  <a:lnTo>
                    <a:pt x="986028" y="2325624"/>
                  </a:lnTo>
                  <a:lnTo>
                    <a:pt x="984504" y="2334768"/>
                  </a:lnTo>
                  <a:lnTo>
                    <a:pt x="996696" y="2336292"/>
                  </a:lnTo>
                  <a:lnTo>
                    <a:pt x="1021080" y="2340864"/>
                  </a:lnTo>
                  <a:lnTo>
                    <a:pt x="1022604" y="2331720"/>
                  </a:lnTo>
                  <a:close/>
                </a:path>
                <a:path w="2350134" h="2350135">
                  <a:moveTo>
                    <a:pt x="957072" y="2321052"/>
                  </a:moveTo>
                  <a:lnTo>
                    <a:pt x="940308" y="2316480"/>
                  </a:lnTo>
                  <a:lnTo>
                    <a:pt x="920496" y="2313432"/>
                  </a:lnTo>
                  <a:lnTo>
                    <a:pt x="917448" y="2322576"/>
                  </a:lnTo>
                  <a:lnTo>
                    <a:pt x="938784" y="2327148"/>
                  </a:lnTo>
                  <a:lnTo>
                    <a:pt x="955548" y="2330196"/>
                  </a:lnTo>
                  <a:lnTo>
                    <a:pt x="957072" y="2321052"/>
                  </a:lnTo>
                  <a:close/>
                </a:path>
                <a:path w="2350134" h="2350135">
                  <a:moveTo>
                    <a:pt x="893064" y="2305812"/>
                  </a:moveTo>
                  <a:lnTo>
                    <a:pt x="883920" y="2304288"/>
                  </a:lnTo>
                  <a:lnTo>
                    <a:pt x="856488" y="2296668"/>
                  </a:lnTo>
                  <a:lnTo>
                    <a:pt x="853440" y="2305812"/>
                  </a:lnTo>
                  <a:lnTo>
                    <a:pt x="880872" y="2313432"/>
                  </a:lnTo>
                  <a:lnTo>
                    <a:pt x="890016" y="2314956"/>
                  </a:lnTo>
                  <a:lnTo>
                    <a:pt x="893064" y="2305812"/>
                  </a:lnTo>
                  <a:close/>
                </a:path>
                <a:path w="2350134" h="2350135">
                  <a:moveTo>
                    <a:pt x="829056" y="2289048"/>
                  </a:moveTo>
                  <a:lnTo>
                    <a:pt x="792480" y="2276856"/>
                  </a:lnTo>
                  <a:lnTo>
                    <a:pt x="789432" y="2286000"/>
                  </a:lnTo>
                  <a:lnTo>
                    <a:pt x="826008" y="2298192"/>
                  </a:lnTo>
                  <a:lnTo>
                    <a:pt x="829056" y="2289048"/>
                  </a:lnTo>
                  <a:close/>
                </a:path>
                <a:path w="2350134" h="2350135">
                  <a:moveTo>
                    <a:pt x="765048" y="2266188"/>
                  </a:moveTo>
                  <a:lnTo>
                    <a:pt x="748284" y="2260092"/>
                  </a:lnTo>
                  <a:lnTo>
                    <a:pt x="729996" y="2252472"/>
                  </a:lnTo>
                  <a:lnTo>
                    <a:pt x="726948" y="2261616"/>
                  </a:lnTo>
                  <a:lnTo>
                    <a:pt x="743712" y="2269236"/>
                  </a:lnTo>
                  <a:lnTo>
                    <a:pt x="762000" y="2275332"/>
                  </a:lnTo>
                  <a:lnTo>
                    <a:pt x="765048" y="2266188"/>
                  </a:lnTo>
                  <a:close/>
                </a:path>
                <a:path w="2350134" h="2350135">
                  <a:moveTo>
                    <a:pt x="704088" y="2241804"/>
                  </a:moveTo>
                  <a:lnTo>
                    <a:pt x="694944" y="2237232"/>
                  </a:lnTo>
                  <a:lnTo>
                    <a:pt x="669036" y="2226564"/>
                  </a:lnTo>
                  <a:lnTo>
                    <a:pt x="665988" y="2234184"/>
                  </a:lnTo>
                  <a:lnTo>
                    <a:pt x="691896" y="2246376"/>
                  </a:lnTo>
                  <a:lnTo>
                    <a:pt x="701040" y="2250948"/>
                  </a:lnTo>
                  <a:lnTo>
                    <a:pt x="704088" y="2241804"/>
                  </a:lnTo>
                  <a:close/>
                </a:path>
                <a:path w="2350134" h="2350135">
                  <a:moveTo>
                    <a:pt x="644652" y="2212848"/>
                  </a:moveTo>
                  <a:lnTo>
                    <a:pt x="611124" y="2196084"/>
                  </a:lnTo>
                  <a:lnTo>
                    <a:pt x="606552" y="2203704"/>
                  </a:lnTo>
                  <a:lnTo>
                    <a:pt x="615696" y="2208276"/>
                  </a:lnTo>
                  <a:lnTo>
                    <a:pt x="640080" y="2221992"/>
                  </a:lnTo>
                  <a:lnTo>
                    <a:pt x="644652" y="2212848"/>
                  </a:lnTo>
                  <a:close/>
                </a:path>
                <a:path w="2350134" h="2350135">
                  <a:moveTo>
                    <a:pt x="586740" y="2180844"/>
                  </a:moveTo>
                  <a:lnTo>
                    <a:pt x="571500" y="2171700"/>
                  </a:lnTo>
                  <a:lnTo>
                    <a:pt x="553212" y="2161032"/>
                  </a:lnTo>
                  <a:lnTo>
                    <a:pt x="548640" y="2168652"/>
                  </a:lnTo>
                  <a:lnTo>
                    <a:pt x="565404" y="2180844"/>
                  </a:lnTo>
                  <a:lnTo>
                    <a:pt x="580644" y="2189988"/>
                  </a:lnTo>
                  <a:lnTo>
                    <a:pt x="586740" y="2180844"/>
                  </a:lnTo>
                  <a:close/>
                </a:path>
                <a:path w="2350134" h="2350135">
                  <a:moveTo>
                    <a:pt x="530352" y="2145792"/>
                  </a:moveTo>
                  <a:lnTo>
                    <a:pt x="522732" y="2141220"/>
                  </a:lnTo>
                  <a:lnTo>
                    <a:pt x="498348" y="2124456"/>
                  </a:lnTo>
                  <a:lnTo>
                    <a:pt x="493776" y="2132076"/>
                  </a:lnTo>
                  <a:lnTo>
                    <a:pt x="518160" y="2150364"/>
                  </a:lnTo>
                  <a:lnTo>
                    <a:pt x="524256" y="2153412"/>
                  </a:lnTo>
                  <a:lnTo>
                    <a:pt x="530352" y="2145792"/>
                  </a:lnTo>
                  <a:close/>
                </a:path>
                <a:path w="2350134" h="2350135">
                  <a:moveTo>
                    <a:pt x="475488" y="2107692"/>
                  </a:moveTo>
                  <a:lnTo>
                    <a:pt x="446532" y="2084832"/>
                  </a:lnTo>
                  <a:lnTo>
                    <a:pt x="440436" y="2092452"/>
                  </a:lnTo>
                  <a:lnTo>
                    <a:pt x="469392" y="2115312"/>
                  </a:lnTo>
                  <a:lnTo>
                    <a:pt x="475488" y="2107692"/>
                  </a:lnTo>
                  <a:close/>
                </a:path>
                <a:path w="2350134" h="2350135">
                  <a:moveTo>
                    <a:pt x="423672" y="2066544"/>
                  </a:moveTo>
                  <a:lnTo>
                    <a:pt x="394716" y="2040636"/>
                  </a:lnTo>
                  <a:lnTo>
                    <a:pt x="388620" y="2048256"/>
                  </a:lnTo>
                  <a:lnTo>
                    <a:pt x="417576" y="2074164"/>
                  </a:lnTo>
                  <a:lnTo>
                    <a:pt x="423672" y="2066544"/>
                  </a:lnTo>
                  <a:close/>
                </a:path>
                <a:path w="2350134" h="2350135">
                  <a:moveTo>
                    <a:pt x="374904" y="2022348"/>
                  </a:moveTo>
                  <a:lnTo>
                    <a:pt x="350520" y="1999488"/>
                  </a:lnTo>
                  <a:lnTo>
                    <a:pt x="347472" y="1994916"/>
                  </a:lnTo>
                  <a:lnTo>
                    <a:pt x="339852" y="2002536"/>
                  </a:lnTo>
                  <a:lnTo>
                    <a:pt x="344424" y="2007108"/>
                  </a:lnTo>
                  <a:lnTo>
                    <a:pt x="367284" y="2028444"/>
                  </a:lnTo>
                  <a:lnTo>
                    <a:pt x="374904" y="2022348"/>
                  </a:lnTo>
                  <a:close/>
                </a:path>
                <a:path w="2350134" h="2350135">
                  <a:moveTo>
                    <a:pt x="327660" y="1975104"/>
                  </a:moveTo>
                  <a:lnTo>
                    <a:pt x="312420" y="1958340"/>
                  </a:lnTo>
                  <a:lnTo>
                    <a:pt x="301752" y="1947672"/>
                  </a:lnTo>
                  <a:lnTo>
                    <a:pt x="294132" y="1953768"/>
                  </a:lnTo>
                  <a:lnTo>
                    <a:pt x="304800" y="1965960"/>
                  </a:lnTo>
                  <a:lnTo>
                    <a:pt x="320040" y="1981200"/>
                  </a:lnTo>
                  <a:lnTo>
                    <a:pt x="327660" y="1975104"/>
                  </a:lnTo>
                  <a:close/>
                </a:path>
                <a:path w="2350134" h="2350135">
                  <a:moveTo>
                    <a:pt x="283464" y="1924812"/>
                  </a:moveTo>
                  <a:lnTo>
                    <a:pt x="275844" y="1917192"/>
                  </a:lnTo>
                  <a:lnTo>
                    <a:pt x="259080" y="1895856"/>
                  </a:lnTo>
                  <a:lnTo>
                    <a:pt x="251460" y="1901952"/>
                  </a:lnTo>
                  <a:lnTo>
                    <a:pt x="268224" y="1923288"/>
                  </a:lnTo>
                  <a:lnTo>
                    <a:pt x="275844" y="1930908"/>
                  </a:lnTo>
                  <a:lnTo>
                    <a:pt x="283464" y="1924812"/>
                  </a:lnTo>
                  <a:close/>
                </a:path>
                <a:path w="2350134" h="2350135">
                  <a:moveTo>
                    <a:pt x="242316" y="1872996"/>
                  </a:moveTo>
                  <a:lnTo>
                    <a:pt x="240792" y="1872996"/>
                  </a:lnTo>
                  <a:lnTo>
                    <a:pt x="219456" y="1842516"/>
                  </a:lnTo>
                  <a:lnTo>
                    <a:pt x="211836" y="1848612"/>
                  </a:lnTo>
                  <a:lnTo>
                    <a:pt x="233172" y="1879092"/>
                  </a:lnTo>
                  <a:lnTo>
                    <a:pt x="234696" y="1879092"/>
                  </a:lnTo>
                  <a:lnTo>
                    <a:pt x="242316" y="1872996"/>
                  </a:lnTo>
                  <a:close/>
                </a:path>
                <a:path w="2350134" h="2350135">
                  <a:moveTo>
                    <a:pt x="204216" y="1819656"/>
                  </a:moveTo>
                  <a:lnTo>
                    <a:pt x="182880" y="1787652"/>
                  </a:lnTo>
                  <a:lnTo>
                    <a:pt x="175260" y="1792224"/>
                  </a:lnTo>
                  <a:lnTo>
                    <a:pt x="195072" y="1824228"/>
                  </a:lnTo>
                  <a:lnTo>
                    <a:pt x="204216" y="1819656"/>
                  </a:lnTo>
                  <a:close/>
                </a:path>
                <a:path w="2350134" h="2350135">
                  <a:moveTo>
                    <a:pt x="169164" y="1763268"/>
                  </a:moveTo>
                  <a:lnTo>
                    <a:pt x="164592" y="1755648"/>
                  </a:lnTo>
                  <a:lnTo>
                    <a:pt x="150876" y="1731264"/>
                  </a:lnTo>
                  <a:lnTo>
                    <a:pt x="149352" y="1729740"/>
                  </a:lnTo>
                  <a:lnTo>
                    <a:pt x="141732" y="1734312"/>
                  </a:lnTo>
                  <a:lnTo>
                    <a:pt x="141732" y="1735836"/>
                  </a:lnTo>
                  <a:lnTo>
                    <a:pt x="155448" y="1760220"/>
                  </a:lnTo>
                  <a:lnTo>
                    <a:pt x="160020" y="1767840"/>
                  </a:lnTo>
                  <a:lnTo>
                    <a:pt x="169164" y="1763268"/>
                  </a:lnTo>
                  <a:close/>
                </a:path>
                <a:path w="2350134" h="2350135">
                  <a:moveTo>
                    <a:pt x="137160" y="1705356"/>
                  </a:moveTo>
                  <a:lnTo>
                    <a:pt x="124968" y="1680972"/>
                  </a:lnTo>
                  <a:lnTo>
                    <a:pt x="120396" y="1670304"/>
                  </a:lnTo>
                  <a:lnTo>
                    <a:pt x="111252" y="1674876"/>
                  </a:lnTo>
                  <a:lnTo>
                    <a:pt x="115824" y="1685544"/>
                  </a:lnTo>
                  <a:lnTo>
                    <a:pt x="128016" y="1708404"/>
                  </a:lnTo>
                  <a:lnTo>
                    <a:pt x="137160" y="1705356"/>
                  </a:lnTo>
                  <a:close/>
                </a:path>
                <a:path w="2350134" h="2350135">
                  <a:moveTo>
                    <a:pt x="108204" y="1644396"/>
                  </a:moveTo>
                  <a:lnTo>
                    <a:pt x="100584" y="1629156"/>
                  </a:lnTo>
                  <a:lnTo>
                    <a:pt x="92964" y="1609344"/>
                  </a:lnTo>
                  <a:lnTo>
                    <a:pt x="83820" y="1613916"/>
                  </a:lnTo>
                  <a:lnTo>
                    <a:pt x="92964" y="1633728"/>
                  </a:lnTo>
                  <a:lnTo>
                    <a:pt x="99060" y="1648968"/>
                  </a:lnTo>
                  <a:lnTo>
                    <a:pt x="108204" y="1644396"/>
                  </a:lnTo>
                  <a:close/>
                </a:path>
                <a:path w="2350134" h="2350135">
                  <a:moveTo>
                    <a:pt x="82296" y="1583436"/>
                  </a:moveTo>
                  <a:lnTo>
                    <a:pt x="80772" y="1575816"/>
                  </a:lnTo>
                  <a:lnTo>
                    <a:pt x="70104" y="1549908"/>
                  </a:lnTo>
                  <a:lnTo>
                    <a:pt x="70104" y="1546860"/>
                  </a:lnTo>
                  <a:lnTo>
                    <a:pt x="60960" y="1549908"/>
                  </a:lnTo>
                  <a:lnTo>
                    <a:pt x="62484" y="1552956"/>
                  </a:lnTo>
                  <a:lnTo>
                    <a:pt x="71628" y="1580388"/>
                  </a:lnTo>
                  <a:lnTo>
                    <a:pt x="74676" y="1586484"/>
                  </a:lnTo>
                  <a:lnTo>
                    <a:pt x="82296" y="1583436"/>
                  </a:lnTo>
                  <a:close/>
                </a:path>
                <a:path w="2350134" h="2350135">
                  <a:moveTo>
                    <a:pt x="60960" y="1520952"/>
                  </a:moveTo>
                  <a:lnTo>
                    <a:pt x="50292" y="1484376"/>
                  </a:lnTo>
                  <a:lnTo>
                    <a:pt x="41148" y="1485900"/>
                  </a:lnTo>
                  <a:lnTo>
                    <a:pt x="51816" y="1522476"/>
                  </a:lnTo>
                  <a:lnTo>
                    <a:pt x="60960" y="1520952"/>
                  </a:lnTo>
                  <a:close/>
                </a:path>
                <a:path w="2350134" h="2350135">
                  <a:moveTo>
                    <a:pt x="44196" y="1456944"/>
                  </a:moveTo>
                  <a:lnTo>
                    <a:pt x="39624" y="1438656"/>
                  </a:lnTo>
                  <a:lnTo>
                    <a:pt x="35052" y="1418844"/>
                  </a:lnTo>
                  <a:lnTo>
                    <a:pt x="25908" y="1421892"/>
                  </a:lnTo>
                  <a:lnTo>
                    <a:pt x="30480" y="1441704"/>
                  </a:lnTo>
                  <a:lnTo>
                    <a:pt x="35052" y="1458468"/>
                  </a:lnTo>
                  <a:lnTo>
                    <a:pt x="44196" y="1456944"/>
                  </a:lnTo>
                  <a:close/>
                </a:path>
                <a:path w="2350134" h="2350135">
                  <a:moveTo>
                    <a:pt x="28956" y="1391412"/>
                  </a:moveTo>
                  <a:lnTo>
                    <a:pt x="22860" y="1354836"/>
                  </a:lnTo>
                  <a:lnTo>
                    <a:pt x="13716" y="1356360"/>
                  </a:lnTo>
                  <a:lnTo>
                    <a:pt x="19812" y="1392936"/>
                  </a:lnTo>
                  <a:lnTo>
                    <a:pt x="28956" y="1391412"/>
                  </a:lnTo>
                  <a:close/>
                </a:path>
                <a:path w="2350134" h="2350135">
                  <a:moveTo>
                    <a:pt x="19812" y="1325880"/>
                  </a:moveTo>
                  <a:lnTo>
                    <a:pt x="18288" y="1324356"/>
                  </a:lnTo>
                  <a:lnTo>
                    <a:pt x="15240" y="1295400"/>
                  </a:lnTo>
                  <a:lnTo>
                    <a:pt x="15240" y="1287780"/>
                  </a:lnTo>
                  <a:lnTo>
                    <a:pt x="6096" y="1289304"/>
                  </a:lnTo>
                  <a:lnTo>
                    <a:pt x="6096" y="1295400"/>
                  </a:lnTo>
                  <a:lnTo>
                    <a:pt x="9144" y="1325880"/>
                  </a:lnTo>
                  <a:lnTo>
                    <a:pt x="9144" y="1327404"/>
                  </a:lnTo>
                  <a:lnTo>
                    <a:pt x="19812" y="1325880"/>
                  </a:lnTo>
                  <a:close/>
                </a:path>
                <a:path w="2350134" h="2350135">
                  <a:moveTo>
                    <a:pt x="12192" y="1260348"/>
                  </a:moveTo>
                  <a:lnTo>
                    <a:pt x="10668" y="1235964"/>
                  </a:lnTo>
                  <a:lnTo>
                    <a:pt x="10668" y="1222248"/>
                  </a:lnTo>
                  <a:lnTo>
                    <a:pt x="1524" y="1222248"/>
                  </a:lnTo>
                  <a:lnTo>
                    <a:pt x="1524" y="1235964"/>
                  </a:lnTo>
                  <a:lnTo>
                    <a:pt x="3048" y="1260348"/>
                  </a:lnTo>
                  <a:lnTo>
                    <a:pt x="12192" y="1260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86657" y="2474988"/>
              <a:ext cx="2188845" cy="1031875"/>
            </a:xfrm>
            <a:custGeom>
              <a:avLst/>
              <a:gdLst/>
              <a:ahLst/>
              <a:cxnLst/>
              <a:rect l="l" t="t" r="r" b="b"/>
              <a:pathLst>
                <a:path w="2188845" h="1031875">
                  <a:moveTo>
                    <a:pt x="262128" y="13716"/>
                  </a:moveTo>
                  <a:lnTo>
                    <a:pt x="225552" y="0"/>
                  </a:lnTo>
                  <a:lnTo>
                    <a:pt x="48399" y="472859"/>
                  </a:lnTo>
                  <a:lnTo>
                    <a:pt x="38100" y="414528"/>
                  </a:lnTo>
                  <a:lnTo>
                    <a:pt x="35382" y="407187"/>
                  </a:lnTo>
                  <a:lnTo>
                    <a:pt x="30099" y="401574"/>
                  </a:lnTo>
                  <a:lnTo>
                    <a:pt x="23101" y="398233"/>
                  </a:lnTo>
                  <a:lnTo>
                    <a:pt x="15240" y="397764"/>
                  </a:lnTo>
                  <a:lnTo>
                    <a:pt x="8788" y="401116"/>
                  </a:lnTo>
                  <a:lnTo>
                    <a:pt x="3619" y="406336"/>
                  </a:lnTo>
                  <a:lnTo>
                    <a:pt x="457" y="412978"/>
                  </a:lnTo>
                  <a:lnTo>
                    <a:pt x="0" y="420624"/>
                  </a:lnTo>
                  <a:lnTo>
                    <a:pt x="22860" y="556514"/>
                  </a:lnTo>
                  <a:lnTo>
                    <a:pt x="27432" y="583692"/>
                  </a:lnTo>
                  <a:lnTo>
                    <a:pt x="155448" y="478536"/>
                  </a:lnTo>
                  <a:lnTo>
                    <a:pt x="160858" y="472986"/>
                  </a:lnTo>
                  <a:lnTo>
                    <a:pt x="163258" y="466153"/>
                  </a:lnTo>
                  <a:lnTo>
                    <a:pt x="162521" y="459028"/>
                  </a:lnTo>
                  <a:lnTo>
                    <a:pt x="158496" y="452628"/>
                  </a:lnTo>
                  <a:lnTo>
                    <a:pt x="152946" y="447217"/>
                  </a:lnTo>
                  <a:lnTo>
                    <a:pt x="146113" y="444817"/>
                  </a:lnTo>
                  <a:lnTo>
                    <a:pt x="138988" y="445554"/>
                  </a:lnTo>
                  <a:lnTo>
                    <a:pt x="132588" y="449580"/>
                  </a:lnTo>
                  <a:lnTo>
                    <a:pt x="84150" y="488746"/>
                  </a:lnTo>
                  <a:lnTo>
                    <a:pt x="262128" y="13716"/>
                  </a:lnTo>
                  <a:close/>
                </a:path>
                <a:path w="2188845" h="1031875">
                  <a:moveTo>
                    <a:pt x="2188464" y="763524"/>
                  </a:moveTo>
                  <a:lnTo>
                    <a:pt x="2025396" y="784860"/>
                  </a:lnTo>
                  <a:lnTo>
                    <a:pt x="2008632" y="807720"/>
                  </a:lnTo>
                  <a:lnTo>
                    <a:pt x="2011108" y="814171"/>
                  </a:lnTo>
                  <a:lnTo>
                    <a:pt x="2015871" y="819340"/>
                  </a:lnTo>
                  <a:lnTo>
                    <a:pt x="2022348" y="822502"/>
                  </a:lnTo>
                  <a:lnTo>
                    <a:pt x="2029968" y="822960"/>
                  </a:lnTo>
                  <a:lnTo>
                    <a:pt x="2092071" y="815009"/>
                  </a:lnTo>
                  <a:lnTo>
                    <a:pt x="2092642" y="814933"/>
                  </a:lnTo>
                  <a:lnTo>
                    <a:pt x="1851660" y="1001268"/>
                  </a:lnTo>
                  <a:lnTo>
                    <a:pt x="1874520" y="1031748"/>
                  </a:lnTo>
                  <a:lnTo>
                    <a:pt x="2115731" y="843991"/>
                  </a:lnTo>
                  <a:lnTo>
                    <a:pt x="2092452" y="902208"/>
                  </a:lnTo>
                  <a:lnTo>
                    <a:pt x="2090686" y="910107"/>
                  </a:lnTo>
                  <a:lnTo>
                    <a:pt x="2092071" y="917448"/>
                  </a:lnTo>
                  <a:lnTo>
                    <a:pt x="2096312" y="923632"/>
                  </a:lnTo>
                  <a:lnTo>
                    <a:pt x="2103120" y="928116"/>
                  </a:lnTo>
                  <a:lnTo>
                    <a:pt x="2110143" y="929017"/>
                  </a:lnTo>
                  <a:lnTo>
                    <a:pt x="2117026" y="927354"/>
                  </a:lnTo>
                  <a:lnTo>
                    <a:pt x="2123046" y="923391"/>
                  </a:lnTo>
                  <a:lnTo>
                    <a:pt x="2127504" y="917448"/>
                  </a:lnTo>
                  <a:lnTo>
                    <a:pt x="2170176" y="809701"/>
                  </a:lnTo>
                  <a:lnTo>
                    <a:pt x="2188464" y="76352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75053" y="221284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5" y="144779"/>
                  </a:moveTo>
                  <a:lnTo>
                    <a:pt x="280586" y="99291"/>
                  </a:lnTo>
                  <a:lnTo>
                    <a:pt x="259896" y="59582"/>
                  </a:lnTo>
                  <a:lnTo>
                    <a:pt x="228453" y="28139"/>
                  </a:lnTo>
                  <a:lnTo>
                    <a:pt x="188744" y="7449"/>
                  </a:lnTo>
                  <a:lnTo>
                    <a:pt x="143255" y="0"/>
                  </a:ln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744" y="280745"/>
                  </a:lnTo>
                  <a:lnTo>
                    <a:pt x="228453" y="260433"/>
                  </a:lnTo>
                  <a:lnTo>
                    <a:pt x="259896" y="229441"/>
                  </a:lnTo>
                  <a:lnTo>
                    <a:pt x="280586" y="190109"/>
                  </a:lnTo>
                  <a:lnTo>
                    <a:pt x="288035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70482" y="2208276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80">
                  <a:moveTo>
                    <a:pt x="297180" y="149352"/>
                  </a:moveTo>
                  <a:lnTo>
                    <a:pt x="284988" y="91440"/>
                  </a:lnTo>
                  <a:lnTo>
                    <a:pt x="252984" y="44196"/>
                  </a:lnTo>
                  <a:lnTo>
                    <a:pt x="219456" y="18288"/>
                  </a:lnTo>
                  <a:lnTo>
                    <a:pt x="178308" y="3048"/>
                  </a:lnTo>
                  <a:lnTo>
                    <a:pt x="147828" y="0"/>
                  </a:lnTo>
                  <a:lnTo>
                    <a:pt x="132588" y="1524"/>
                  </a:lnTo>
                  <a:lnTo>
                    <a:pt x="89916" y="12192"/>
                  </a:lnTo>
                  <a:lnTo>
                    <a:pt x="53340" y="35052"/>
                  </a:lnTo>
                  <a:lnTo>
                    <a:pt x="25908" y="65532"/>
                  </a:lnTo>
                  <a:lnTo>
                    <a:pt x="6096" y="105156"/>
                  </a:lnTo>
                  <a:lnTo>
                    <a:pt x="0" y="134112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3048" y="178308"/>
                  </a:lnTo>
                  <a:lnTo>
                    <a:pt x="6096" y="193548"/>
                  </a:lnTo>
                  <a:lnTo>
                    <a:pt x="9144" y="200406"/>
                  </a:lnTo>
                  <a:lnTo>
                    <a:pt x="9144" y="149352"/>
                  </a:lnTo>
                  <a:lnTo>
                    <a:pt x="10668" y="134112"/>
                  </a:lnTo>
                  <a:lnTo>
                    <a:pt x="19812" y="94488"/>
                  </a:lnTo>
                  <a:lnTo>
                    <a:pt x="41148" y="60960"/>
                  </a:lnTo>
                  <a:lnTo>
                    <a:pt x="82296" y="25908"/>
                  </a:lnTo>
                  <a:lnTo>
                    <a:pt x="120396" y="12192"/>
                  </a:lnTo>
                  <a:lnTo>
                    <a:pt x="134112" y="10668"/>
                  </a:lnTo>
                  <a:lnTo>
                    <a:pt x="163068" y="10668"/>
                  </a:lnTo>
                  <a:lnTo>
                    <a:pt x="202692" y="21336"/>
                  </a:lnTo>
                  <a:lnTo>
                    <a:pt x="236220" y="41148"/>
                  </a:lnTo>
                  <a:lnTo>
                    <a:pt x="271272" y="82296"/>
                  </a:lnTo>
                  <a:lnTo>
                    <a:pt x="280416" y="108204"/>
                  </a:lnTo>
                  <a:lnTo>
                    <a:pt x="284988" y="120396"/>
                  </a:lnTo>
                  <a:lnTo>
                    <a:pt x="286512" y="135636"/>
                  </a:lnTo>
                  <a:lnTo>
                    <a:pt x="288036" y="149352"/>
                  </a:lnTo>
                  <a:lnTo>
                    <a:pt x="288036" y="196596"/>
                  </a:lnTo>
                  <a:lnTo>
                    <a:pt x="294132" y="178308"/>
                  </a:lnTo>
                  <a:lnTo>
                    <a:pt x="295656" y="163068"/>
                  </a:lnTo>
                  <a:lnTo>
                    <a:pt x="297180" y="149352"/>
                  </a:lnTo>
                  <a:close/>
                </a:path>
                <a:path w="297179" h="297180">
                  <a:moveTo>
                    <a:pt x="288036" y="196596"/>
                  </a:moveTo>
                  <a:lnTo>
                    <a:pt x="288036" y="149352"/>
                  </a:lnTo>
                  <a:lnTo>
                    <a:pt x="284988" y="176784"/>
                  </a:lnTo>
                  <a:lnTo>
                    <a:pt x="280416" y="190500"/>
                  </a:lnTo>
                  <a:lnTo>
                    <a:pt x="263652" y="227076"/>
                  </a:lnTo>
                  <a:lnTo>
                    <a:pt x="236220" y="256032"/>
                  </a:lnTo>
                  <a:lnTo>
                    <a:pt x="202692" y="277368"/>
                  </a:lnTo>
                  <a:lnTo>
                    <a:pt x="163068" y="286512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41148" y="237744"/>
                  </a:lnTo>
                  <a:lnTo>
                    <a:pt x="19812" y="202692"/>
                  </a:lnTo>
                  <a:lnTo>
                    <a:pt x="9144" y="149352"/>
                  </a:lnTo>
                  <a:lnTo>
                    <a:pt x="9144" y="200406"/>
                  </a:lnTo>
                  <a:lnTo>
                    <a:pt x="33528" y="243840"/>
                  </a:lnTo>
                  <a:lnTo>
                    <a:pt x="65532" y="271272"/>
                  </a:lnTo>
                  <a:lnTo>
                    <a:pt x="105156" y="291084"/>
                  </a:lnTo>
                  <a:lnTo>
                    <a:pt x="134112" y="297180"/>
                  </a:lnTo>
                  <a:lnTo>
                    <a:pt x="164592" y="297180"/>
                  </a:lnTo>
                  <a:lnTo>
                    <a:pt x="219456" y="278892"/>
                  </a:lnTo>
                  <a:lnTo>
                    <a:pt x="263652" y="242316"/>
                  </a:lnTo>
                  <a:lnTo>
                    <a:pt x="284988" y="205740"/>
                  </a:lnTo>
                  <a:lnTo>
                    <a:pt x="288036" y="19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00460" y="2177286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20390" y="3404616"/>
            <a:ext cx="295910" cy="295910"/>
            <a:chOff x="5620390" y="3404616"/>
            <a:chExt cx="295910" cy="295910"/>
          </a:xfrm>
        </p:grpSpPr>
        <p:sp>
          <p:nvSpPr>
            <p:cNvPr id="18" name="object 18"/>
            <p:cNvSpPr/>
            <p:nvPr/>
          </p:nvSpPr>
          <p:spPr>
            <a:xfrm>
              <a:off x="5624961" y="3409188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585" y="279221"/>
                  </a:lnTo>
                  <a:lnTo>
                    <a:pt x="227917" y="258909"/>
                  </a:lnTo>
                  <a:lnTo>
                    <a:pt x="258909" y="227917"/>
                  </a:lnTo>
                  <a:lnTo>
                    <a:pt x="279221" y="188585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20390" y="3404616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10" h="295910">
                  <a:moveTo>
                    <a:pt x="295656" y="163068"/>
                  </a:moveTo>
                  <a:lnTo>
                    <a:pt x="295656" y="132588"/>
                  </a:lnTo>
                  <a:lnTo>
                    <a:pt x="292608" y="117348"/>
                  </a:lnTo>
                  <a:lnTo>
                    <a:pt x="278892" y="77724"/>
                  </a:lnTo>
                  <a:lnTo>
                    <a:pt x="252984" y="42672"/>
                  </a:lnTo>
                  <a:lnTo>
                    <a:pt x="217932" y="16764"/>
                  </a:lnTo>
                  <a:lnTo>
                    <a:pt x="178308" y="3048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89916" y="10668"/>
                  </a:lnTo>
                  <a:lnTo>
                    <a:pt x="42672" y="42672"/>
                  </a:lnTo>
                  <a:lnTo>
                    <a:pt x="16764" y="77724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201168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41148" y="59436"/>
                  </a:lnTo>
                  <a:lnTo>
                    <a:pt x="59436" y="41148"/>
                  </a:lnTo>
                  <a:lnTo>
                    <a:pt x="70104" y="32004"/>
                  </a:lnTo>
                  <a:lnTo>
                    <a:pt x="94488" y="19812"/>
                  </a:lnTo>
                  <a:lnTo>
                    <a:pt x="106680" y="15240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89560" y="192024"/>
                  </a:lnTo>
                  <a:lnTo>
                    <a:pt x="292608" y="178308"/>
                  </a:lnTo>
                  <a:lnTo>
                    <a:pt x="295656" y="163068"/>
                  </a:lnTo>
                  <a:close/>
                </a:path>
                <a:path w="295910" h="295910">
                  <a:moveTo>
                    <a:pt x="286512" y="201168"/>
                  </a:moveTo>
                  <a:lnTo>
                    <a:pt x="286512" y="163068"/>
                  </a:lnTo>
                  <a:lnTo>
                    <a:pt x="283464" y="176784"/>
                  </a:lnTo>
                  <a:lnTo>
                    <a:pt x="280416" y="188976"/>
                  </a:lnTo>
                  <a:lnTo>
                    <a:pt x="263652" y="225552"/>
                  </a:lnTo>
                  <a:lnTo>
                    <a:pt x="236220" y="256032"/>
                  </a:lnTo>
                  <a:lnTo>
                    <a:pt x="201168" y="275844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92964" y="275844"/>
                  </a:lnTo>
                  <a:lnTo>
                    <a:pt x="48768" y="245364"/>
                  </a:lnTo>
                  <a:lnTo>
                    <a:pt x="41148" y="236220"/>
                  </a:lnTo>
                  <a:lnTo>
                    <a:pt x="32004" y="225552"/>
                  </a:lnTo>
                  <a:lnTo>
                    <a:pt x="19812" y="201168"/>
                  </a:lnTo>
                  <a:lnTo>
                    <a:pt x="15240" y="188976"/>
                  </a:lnTo>
                  <a:lnTo>
                    <a:pt x="9144" y="161544"/>
                  </a:lnTo>
                  <a:lnTo>
                    <a:pt x="9144" y="201168"/>
                  </a:lnTo>
                  <a:lnTo>
                    <a:pt x="42672" y="252984"/>
                  </a:lnTo>
                  <a:lnTo>
                    <a:pt x="77724" y="278892"/>
                  </a:lnTo>
                  <a:lnTo>
                    <a:pt x="118872" y="292608"/>
                  </a:lnTo>
                  <a:lnTo>
                    <a:pt x="132588" y="295656"/>
                  </a:lnTo>
                  <a:lnTo>
                    <a:pt x="163068" y="295656"/>
                  </a:lnTo>
                  <a:lnTo>
                    <a:pt x="178308" y="292608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7932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50367" y="3373626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15400" y="5603237"/>
            <a:ext cx="496887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atom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becomes</a:t>
            </a:r>
            <a:endParaRPr sz="2000">
              <a:latin typeface="Arial MT"/>
              <a:cs typeface="Arial MT"/>
            </a:endParaRPr>
          </a:p>
          <a:p>
            <a:pPr marL="12700" marR="752475">
              <a:lnSpc>
                <a:spcPct val="100000"/>
              </a:lnSpc>
            </a:pP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positive</a:t>
            </a:r>
            <a:r>
              <a:rPr sz="20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ion</a:t>
            </a:r>
            <a:r>
              <a:rPr sz="20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electrons, </a:t>
            </a:r>
            <a:r>
              <a:rPr sz="2000" spc="-25" dirty="0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323299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23299"/>
                </a:solidFill>
                <a:latin typeface="Arial MT"/>
                <a:cs typeface="Arial MT"/>
              </a:rPr>
              <a:t>negative</a:t>
            </a:r>
            <a:r>
              <a:rPr sz="2000" spc="-3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23299"/>
                </a:solidFill>
                <a:latin typeface="Arial MT"/>
                <a:cs typeface="Arial MT"/>
              </a:rPr>
              <a:t>ion</a:t>
            </a:r>
            <a:r>
              <a:rPr sz="2000" spc="-2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gains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extra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electrons.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12096" y="2501899"/>
            <a:ext cx="73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Atom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42240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3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Conductors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and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Insulators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16820" y="691387"/>
            <a:ext cx="6682105" cy="973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Outermost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electrons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in</a:t>
            </a:r>
            <a:r>
              <a:rPr sz="2200" b="1" spc="-7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conductors</a:t>
            </a:r>
            <a:r>
              <a:rPr sz="2200" b="1" spc="-2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and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insulators</a:t>
            </a:r>
            <a:endParaRPr sz="2200">
              <a:latin typeface="Arial"/>
              <a:cs typeface="Arial"/>
            </a:endParaRPr>
          </a:p>
          <a:p>
            <a:pPr marL="731520">
              <a:lnSpc>
                <a:spcPct val="100000"/>
              </a:lnSpc>
              <a:spcBef>
                <a:spcPts val="1945"/>
              </a:spcBef>
            </a:pPr>
            <a:r>
              <a:rPr sz="2400" dirty="0">
                <a:latin typeface="Arial MT"/>
                <a:cs typeface="Arial MT"/>
              </a:rPr>
              <a:t>Atoms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electrically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neutral.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242182" y="3015996"/>
            <a:ext cx="2854960" cy="1308100"/>
            <a:chOff x="6242182" y="3015996"/>
            <a:chExt cx="2854960" cy="1308100"/>
          </a:xfrm>
        </p:grpSpPr>
        <p:sp>
          <p:nvSpPr>
            <p:cNvPr id="4" name="object 4"/>
            <p:cNvSpPr/>
            <p:nvPr/>
          </p:nvSpPr>
          <p:spPr>
            <a:xfrm>
              <a:off x="6246753" y="3022091"/>
              <a:ext cx="2845435" cy="1297305"/>
            </a:xfrm>
            <a:custGeom>
              <a:avLst/>
              <a:gdLst/>
              <a:ahLst/>
              <a:cxnLst/>
              <a:rect l="l" t="t" r="r" b="b"/>
              <a:pathLst>
                <a:path w="2845434" h="1297304">
                  <a:moveTo>
                    <a:pt x="2845307" y="1296923"/>
                  </a:moveTo>
                  <a:lnTo>
                    <a:pt x="2845307" y="0"/>
                  </a:lnTo>
                  <a:lnTo>
                    <a:pt x="0" y="0"/>
                  </a:lnTo>
                  <a:lnTo>
                    <a:pt x="0" y="1296923"/>
                  </a:lnTo>
                  <a:lnTo>
                    <a:pt x="2845307" y="1296923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2182" y="3015996"/>
              <a:ext cx="2854960" cy="1308100"/>
            </a:xfrm>
            <a:custGeom>
              <a:avLst/>
              <a:gdLst/>
              <a:ahLst/>
              <a:cxnLst/>
              <a:rect l="l" t="t" r="r" b="b"/>
              <a:pathLst>
                <a:path w="2854959" h="1308100">
                  <a:moveTo>
                    <a:pt x="2854452" y="1307592"/>
                  </a:moveTo>
                  <a:lnTo>
                    <a:pt x="2854452" y="0"/>
                  </a:lnTo>
                  <a:lnTo>
                    <a:pt x="0" y="0"/>
                  </a:lnTo>
                  <a:lnTo>
                    <a:pt x="0" y="1307592"/>
                  </a:lnTo>
                  <a:lnTo>
                    <a:pt x="4572" y="1307592"/>
                  </a:lnTo>
                  <a:lnTo>
                    <a:pt x="4572" y="10668"/>
                  </a:lnTo>
                  <a:lnTo>
                    <a:pt x="9144" y="6096"/>
                  </a:lnTo>
                  <a:lnTo>
                    <a:pt x="9144" y="10668"/>
                  </a:lnTo>
                  <a:lnTo>
                    <a:pt x="2845308" y="10668"/>
                  </a:lnTo>
                  <a:lnTo>
                    <a:pt x="2845308" y="6096"/>
                  </a:lnTo>
                  <a:lnTo>
                    <a:pt x="2849880" y="10668"/>
                  </a:lnTo>
                  <a:lnTo>
                    <a:pt x="2849880" y="1307592"/>
                  </a:lnTo>
                  <a:lnTo>
                    <a:pt x="2854452" y="1307592"/>
                  </a:lnTo>
                  <a:close/>
                </a:path>
                <a:path w="2854959" h="1308100">
                  <a:moveTo>
                    <a:pt x="9144" y="10668"/>
                  </a:moveTo>
                  <a:lnTo>
                    <a:pt x="9144" y="6096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2854959" h="1308100">
                  <a:moveTo>
                    <a:pt x="9144" y="1298448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1298448"/>
                  </a:lnTo>
                  <a:lnTo>
                    <a:pt x="9144" y="1298448"/>
                  </a:lnTo>
                  <a:close/>
                </a:path>
                <a:path w="2854959" h="1308100">
                  <a:moveTo>
                    <a:pt x="2849880" y="1298448"/>
                  </a:moveTo>
                  <a:lnTo>
                    <a:pt x="4572" y="1298448"/>
                  </a:lnTo>
                  <a:lnTo>
                    <a:pt x="9144" y="1303020"/>
                  </a:lnTo>
                  <a:lnTo>
                    <a:pt x="9144" y="1307592"/>
                  </a:lnTo>
                  <a:lnTo>
                    <a:pt x="2845308" y="1307592"/>
                  </a:lnTo>
                  <a:lnTo>
                    <a:pt x="2845308" y="1303020"/>
                  </a:lnTo>
                  <a:lnTo>
                    <a:pt x="2849880" y="1298448"/>
                  </a:lnTo>
                  <a:close/>
                </a:path>
                <a:path w="2854959" h="1308100">
                  <a:moveTo>
                    <a:pt x="9144" y="1307592"/>
                  </a:moveTo>
                  <a:lnTo>
                    <a:pt x="9144" y="1303020"/>
                  </a:lnTo>
                  <a:lnTo>
                    <a:pt x="4572" y="1298448"/>
                  </a:lnTo>
                  <a:lnTo>
                    <a:pt x="4572" y="1307592"/>
                  </a:lnTo>
                  <a:lnTo>
                    <a:pt x="9144" y="1307592"/>
                  </a:lnTo>
                  <a:close/>
                </a:path>
                <a:path w="2854959" h="1308100">
                  <a:moveTo>
                    <a:pt x="2849880" y="10668"/>
                  </a:moveTo>
                  <a:lnTo>
                    <a:pt x="2845308" y="6096"/>
                  </a:lnTo>
                  <a:lnTo>
                    <a:pt x="2845308" y="10668"/>
                  </a:lnTo>
                  <a:lnTo>
                    <a:pt x="2849880" y="10668"/>
                  </a:lnTo>
                  <a:close/>
                </a:path>
                <a:path w="2854959" h="1308100">
                  <a:moveTo>
                    <a:pt x="2849880" y="1298448"/>
                  </a:moveTo>
                  <a:lnTo>
                    <a:pt x="2849880" y="10668"/>
                  </a:lnTo>
                  <a:lnTo>
                    <a:pt x="2845308" y="10668"/>
                  </a:lnTo>
                  <a:lnTo>
                    <a:pt x="2845308" y="1298448"/>
                  </a:lnTo>
                  <a:lnTo>
                    <a:pt x="2849880" y="1298448"/>
                  </a:lnTo>
                  <a:close/>
                </a:path>
                <a:path w="2854959" h="1308100">
                  <a:moveTo>
                    <a:pt x="2849880" y="1307592"/>
                  </a:moveTo>
                  <a:lnTo>
                    <a:pt x="2849880" y="1298448"/>
                  </a:lnTo>
                  <a:lnTo>
                    <a:pt x="2845308" y="1303020"/>
                  </a:lnTo>
                  <a:lnTo>
                    <a:pt x="2845308" y="1307592"/>
                  </a:lnTo>
                  <a:lnTo>
                    <a:pt x="2849880" y="1307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21368" y="4486146"/>
            <a:ext cx="1583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Conductors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1368" y="5217666"/>
            <a:ext cx="17037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metals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body </a:t>
            </a:r>
            <a:r>
              <a:rPr sz="2400" dirty="0">
                <a:latin typeface="Arial MT"/>
                <a:cs typeface="Arial MT"/>
              </a:rPr>
              <a:t>tap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water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33606" y="2939796"/>
            <a:ext cx="2854960" cy="1308100"/>
            <a:chOff x="1633606" y="2939796"/>
            <a:chExt cx="2854960" cy="1308100"/>
          </a:xfrm>
        </p:grpSpPr>
        <p:sp>
          <p:nvSpPr>
            <p:cNvPr id="9" name="object 9"/>
            <p:cNvSpPr/>
            <p:nvPr/>
          </p:nvSpPr>
          <p:spPr>
            <a:xfrm>
              <a:off x="1638178" y="2945891"/>
              <a:ext cx="2845435" cy="1297305"/>
            </a:xfrm>
            <a:custGeom>
              <a:avLst/>
              <a:gdLst/>
              <a:ahLst/>
              <a:cxnLst/>
              <a:rect l="l" t="t" r="r" b="b"/>
              <a:pathLst>
                <a:path w="2845435" h="1297304">
                  <a:moveTo>
                    <a:pt x="2845307" y="1296923"/>
                  </a:moveTo>
                  <a:lnTo>
                    <a:pt x="2845307" y="0"/>
                  </a:lnTo>
                  <a:lnTo>
                    <a:pt x="0" y="0"/>
                  </a:lnTo>
                  <a:lnTo>
                    <a:pt x="0" y="1296923"/>
                  </a:lnTo>
                  <a:lnTo>
                    <a:pt x="2845307" y="129692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33606" y="2939796"/>
              <a:ext cx="2854960" cy="1308100"/>
            </a:xfrm>
            <a:custGeom>
              <a:avLst/>
              <a:gdLst/>
              <a:ahLst/>
              <a:cxnLst/>
              <a:rect l="l" t="t" r="r" b="b"/>
              <a:pathLst>
                <a:path w="2854960" h="1308100">
                  <a:moveTo>
                    <a:pt x="2854452" y="1307592"/>
                  </a:moveTo>
                  <a:lnTo>
                    <a:pt x="2854452" y="0"/>
                  </a:lnTo>
                  <a:lnTo>
                    <a:pt x="0" y="0"/>
                  </a:lnTo>
                  <a:lnTo>
                    <a:pt x="0" y="1307592"/>
                  </a:lnTo>
                  <a:lnTo>
                    <a:pt x="4572" y="1307592"/>
                  </a:lnTo>
                  <a:lnTo>
                    <a:pt x="4572" y="10668"/>
                  </a:lnTo>
                  <a:lnTo>
                    <a:pt x="9144" y="6096"/>
                  </a:lnTo>
                  <a:lnTo>
                    <a:pt x="9144" y="10668"/>
                  </a:lnTo>
                  <a:lnTo>
                    <a:pt x="2845308" y="10668"/>
                  </a:lnTo>
                  <a:lnTo>
                    <a:pt x="2845308" y="6096"/>
                  </a:lnTo>
                  <a:lnTo>
                    <a:pt x="2849880" y="10668"/>
                  </a:lnTo>
                  <a:lnTo>
                    <a:pt x="2849880" y="1307592"/>
                  </a:lnTo>
                  <a:lnTo>
                    <a:pt x="2854452" y="1307592"/>
                  </a:lnTo>
                  <a:close/>
                </a:path>
                <a:path w="2854960" h="1308100">
                  <a:moveTo>
                    <a:pt x="9144" y="10668"/>
                  </a:moveTo>
                  <a:lnTo>
                    <a:pt x="9144" y="6096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2854960" h="1308100">
                  <a:moveTo>
                    <a:pt x="9144" y="1298448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1298448"/>
                  </a:lnTo>
                  <a:lnTo>
                    <a:pt x="9144" y="1298448"/>
                  </a:lnTo>
                  <a:close/>
                </a:path>
                <a:path w="2854960" h="1308100">
                  <a:moveTo>
                    <a:pt x="2849880" y="1298448"/>
                  </a:moveTo>
                  <a:lnTo>
                    <a:pt x="4572" y="1298448"/>
                  </a:lnTo>
                  <a:lnTo>
                    <a:pt x="9144" y="1303020"/>
                  </a:lnTo>
                  <a:lnTo>
                    <a:pt x="9144" y="1307592"/>
                  </a:lnTo>
                  <a:lnTo>
                    <a:pt x="2845308" y="1307592"/>
                  </a:lnTo>
                  <a:lnTo>
                    <a:pt x="2845308" y="1303020"/>
                  </a:lnTo>
                  <a:lnTo>
                    <a:pt x="2849880" y="1298448"/>
                  </a:lnTo>
                  <a:close/>
                </a:path>
                <a:path w="2854960" h="1308100">
                  <a:moveTo>
                    <a:pt x="9144" y="1307592"/>
                  </a:moveTo>
                  <a:lnTo>
                    <a:pt x="9144" y="1303020"/>
                  </a:lnTo>
                  <a:lnTo>
                    <a:pt x="4572" y="1298448"/>
                  </a:lnTo>
                  <a:lnTo>
                    <a:pt x="4572" y="1307592"/>
                  </a:lnTo>
                  <a:lnTo>
                    <a:pt x="9144" y="1307592"/>
                  </a:lnTo>
                  <a:close/>
                </a:path>
                <a:path w="2854960" h="1308100">
                  <a:moveTo>
                    <a:pt x="2849880" y="10668"/>
                  </a:moveTo>
                  <a:lnTo>
                    <a:pt x="2845308" y="6096"/>
                  </a:lnTo>
                  <a:lnTo>
                    <a:pt x="2845308" y="10668"/>
                  </a:lnTo>
                  <a:lnTo>
                    <a:pt x="2849880" y="10668"/>
                  </a:lnTo>
                  <a:close/>
                </a:path>
                <a:path w="2854960" h="1308100">
                  <a:moveTo>
                    <a:pt x="2849880" y="1298448"/>
                  </a:moveTo>
                  <a:lnTo>
                    <a:pt x="2849880" y="10668"/>
                  </a:lnTo>
                  <a:lnTo>
                    <a:pt x="2845308" y="10668"/>
                  </a:lnTo>
                  <a:lnTo>
                    <a:pt x="2845308" y="1298448"/>
                  </a:lnTo>
                  <a:lnTo>
                    <a:pt x="2849880" y="1298448"/>
                  </a:lnTo>
                  <a:close/>
                </a:path>
                <a:path w="2854960" h="1308100">
                  <a:moveTo>
                    <a:pt x="2849880" y="1307592"/>
                  </a:moveTo>
                  <a:lnTo>
                    <a:pt x="2849880" y="1298448"/>
                  </a:lnTo>
                  <a:lnTo>
                    <a:pt x="2845308" y="1303020"/>
                  </a:lnTo>
                  <a:lnTo>
                    <a:pt x="2845308" y="1307592"/>
                  </a:lnTo>
                  <a:lnTo>
                    <a:pt x="2849880" y="1307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27353" y="3253739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20">
                  <a:moveTo>
                    <a:pt x="288035" y="143255"/>
                  </a:moveTo>
                  <a:lnTo>
                    <a:pt x="280586" y="97926"/>
                  </a:lnTo>
                  <a:lnTo>
                    <a:pt x="259896" y="58594"/>
                  </a:lnTo>
                  <a:lnTo>
                    <a:pt x="228453" y="27602"/>
                  </a:lnTo>
                  <a:lnTo>
                    <a:pt x="188744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744" y="279221"/>
                  </a:lnTo>
                  <a:lnTo>
                    <a:pt x="228453" y="258909"/>
                  </a:lnTo>
                  <a:lnTo>
                    <a:pt x="259896" y="227917"/>
                  </a:lnTo>
                  <a:lnTo>
                    <a:pt x="280586" y="188585"/>
                  </a:lnTo>
                  <a:lnTo>
                    <a:pt x="288035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22782" y="3249168"/>
              <a:ext cx="297180" cy="295910"/>
            </a:xfrm>
            <a:custGeom>
              <a:avLst/>
              <a:gdLst/>
              <a:ahLst/>
              <a:cxnLst/>
              <a:rect l="l" t="t" r="r" b="b"/>
              <a:pathLst>
                <a:path w="297179" h="295910">
                  <a:moveTo>
                    <a:pt x="297180" y="147828"/>
                  </a:moveTo>
                  <a:lnTo>
                    <a:pt x="284988" y="89916"/>
                  </a:lnTo>
                  <a:lnTo>
                    <a:pt x="252984" y="42672"/>
                  </a:lnTo>
                  <a:lnTo>
                    <a:pt x="219456" y="16764"/>
                  </a:lnTo>
                  <a:lnTo>
                    <a:pt x="178308" y="3048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65532" y="24384"/>
                  </a:lnTo>
                  <a:lnTo>
                    <a:pt x="33528" y="53340"/>
                  </a:lnTo>
                  <a:lnTo>
                    <a:pt x="12192" y="89916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9144" y="147828"/>
                  </a:lnTo>
                  <a:lnTo>
                    <a:pt x="10668" y="134112"/>
                  </a:lnTo>
                  <a:lnTo>
                    <a:pt x="19812" y="92964"/>
                  </a:lnTo>
                  <a:lnTo>
                    <a:pt x="41148" y="59436"/>
                  </a:lnTo>
                  <a:lnTo>
                    <a:pt x="60960" y="41148"/>
                  </a:lnTo>
                  <a:lnTo>
                    <a:pt x="71628" y="32004"/>
                  </a:lnTo>
                  <a:lnTo>
                    <a:pt x="82296" y="25908"/>
                  </a:lnTo>
                  <a:lnTo>
                    <a:pt x="94488" y="19812"/>
                  </a:lnTo>
                  <a:lnTo>
                    <a:pt x="106680" y="15240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46888" y="50292"/>
                  </a:lnTo>
                  <a:lnTo>
                    <a:pt x="271272" y="82296"/>
                  </a:lnTo>
                  <a:lnTo>
                    <a:pt x="284988" y="120396"/>
                  </a:lnTo>
                  <a:lnTo>
                    <a:pt x="288036" y="147828"/>
                  </a:lnTo>
                  <a:lnTo>
                    <a:pt x="288036" y="196596"/>
                  </a:lnTo>
                  <a:lnTo>
                    <a:pt x="289560" y="192024"/>
                  </a:lnTo>
                  <a:lnTo>
                    <a:pt x="294132" y="176784"/>
                  </a:lnTo>
                  <a:lnTo>
                    <a:pt x="295656" y="163068"/>
                  </a:lnTo>
                  <a:lnTo>
                    <a:pt x="297180" y="147828"/>
                  </a:lnTo>
                  <a:close/>
                </a:path>
                <a:path w="297179" h="295910">
                  <a:moveTo>
                    <a:pt x="288036" y="196596"/>
                  </a:moveTo>
                  <a:lnTo>
                    <a:pt x="288036" y="147828"/>
                  </a:lnTo>
                  <a:lnTo>
                    <a:pt x="286512" y="161544"/>
                  </a:lnTo>
                  <a:lnTo>
                    <a:pt x="284988" y="176784"/>
                  </a:lnTo>
                  <a:lnTo>
                    <a:pt x="280416" y="188976"/>
                  </a:lnTo>
                  <a:lnTo>
                    <a:pt x="263652" y="225552"/>
                  </a:lnTo>
                  <a:lnTo>
                    <a:pt x="236220" y="254508"/>
                  </a:lnTo>
                  <a:lnTo>
                    <a:pt x="225552" y="263652"/>
                  </a:lnTo>
                  <a:lnTo>
                    <a:pt x="188976" y="280416"/>
                  </a:lnTo>
                  <a:lnTo>
                    <a:pt x="163068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59436" y="254508"/>
                  </a:lnTo>
                  <a:lnTo>
                    <a:pt x="33528" y="225552"/>
                  </a:lnTo>
                  <a:lnTo>
                    <a:pt x="15240" y="188976"/>
                  </a:lnTo>
                  <a:lnTo>
                    <a:pt x="9144" y="147828"/>
                  </a:lnTo>
                  <a:lnTo>
                    <a:pt x="9144" y="198882"/>
                  </a:lnTo>
                  <a:lnTo>
                    <a:pt x="33528" y="242316"/>
                  </a:lnTo>
                  <a:lnTo>
                    <a:pt x="65532" y="271272"/>
                  </a:lnTo>
                  <a:lnTo>
                    <a:pt x="105156" y="289560"/>
                  </a:lnTo>
                  <a:lnTo>
                    <a:pt x="134112" y="295656"/>
                  </a:lnTo>
                  <a:lnTo>
                    <a:pt x="164592" y="295656"/>
                  </a:lnTo>
                  <a:lnTo>
                    <a:pt x="205740" y="284988"/>
                  </a:lnTo>
                  <a:lnTo>
                    <a:pt x="252984" y="252984"/>
                  </a:lnTo>
                  <a:lnTo>
                    <a:pt x="278892" y="217932"/>
                  </a:lnTo>
                  <a:lnTo>
                    <a:pt x="284988" y="205740"/>
                  </a:lnTo>
                  <a:lnTo>
                    <a:pt x="288036" y="19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52760" y="3218178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58218" y="3119628"/>
            <a:ext cx="2446020" cy="1018540"/>
            <a:chOff x="1958218" y="3119628"/>
            <a:chExt cx="2446020" cy="1018540"/>
          </a:xfrm>
        </p:grpSpPr>
        <p:sp>
          <p:nvSpPr>
            <p:cNvPr id="15" name="object 15"/>
            <p:cNvSpPr/>
            <p:nvPr/>
          </p:nvSpPr>
          <p:spPr>
            <a:xfrm>
              <a:off x="3834261" y="3124200"/>
              <a:ext cx="360045" cy="363220"/>
            </a:xfrm>
            <a:custGeom>
              <a:avLst/>
              <a:gdLst/>
              <a:ahLst/>
              <a:cxnLst/>
              <a:rect l="l" t="t" r="r" b="b"/>
              <a:pathLst>
                <a:path w="360045" h="363220">
                  <a:moveTo>
                    <a:pt x="359663" y="181355"/>
                  </a:moveTo>
                  <a:lnTo>
                    <a:pt x="353222" y="132997"/>
                  </a:lnTo>
                  <a:lnTo>
                    <a:pt x="335054" y="89633"/>
                  </a:lnTo>
                  <a:lnTo>
                    <a:pt x="306895" y="52958"/>
                  </a:lnTo>
                  <a:lnTo>
                    <a:pt x="270481" y="24666"/>
                  </a:lnTo>
                  <a:lnTo>
                    <a:pt x="227548" y="6448"/>
                  </a:lnTo>
                  <a:lnTo>
                    <a:pt x="179831" y="0"/>
                  </a:lnTo>
                  <a:lnTo>
                    <a:pt x="132115" y="6448"/>
                  </a:lnTo>
                  <a:lnTo>
                    <a:pt x="89182" y="24666"/>
                  </a:lnTo>
                  <a:lnTo>
                    <a:pt x="52768" y="52958"/>
                  </a:lnTo>
                  <a:lnTo>
                    <a:pt x="24609" y="89633"/>
                  </a:lnTo>
                  <a:lnTo>
                    <a:pt x="6441" y="132997"/>
                  </a:lnTo>
                  <a:lnTo>
                    <a:pt x="0" y="181355"/>
                  </a:lnTo>
                  <a:lnTo>
                    <a:pt x="6441" y="229714"/>
                  </a:lnTo>
                  <a:lnTo>
                    <a:pt x="24609" y="273078"/>
                  </a:lnTo>
                  <a:lnTo>
                    <a:pt x="52768" y="309752"/>
                  </a:lnTo>
                  <a:lnTo>
                    <a:pt x="89182" y="338045"/>
                  </a:lnTo>
                  <a:lnTo>
                    <a:pt x="132115" y="356263"/>
                  </a:lnTo>
                  <a:lnTo>
                    <a:pt x="179831" y="362711"/>
                  </a:lnTo>
                  <a:lnTo>
                    <a:pt x="227548" y="356263"/>
                  </a:lnTo>
                  <a:lnTo>
                    <a:pt x="270481" y="338045"/>
                  </a:lnTo>
                  <a:lnTo>
                    <a:pt x="306895" y="309752"/>
                  </a:lnTo>
                  <a:lnTo>
                    <a:pt x="335054" y="273078"/>
                  </a:lnTo>
                  <a:lnTo>
                    <a:pt x="353222" y="229714"/>
                  </a:lnTo>
                  <a:lnTo>
                    <a:pt x="359663" y="1813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29690" y="3119628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5" h="372110">
                  <a:moveTo>
                    <a:pt x="368808" y="204216"/>
                  </a:moveTo>
                  <a:lnTo>
                    <a:pt x="368808" y="166116"/>
                  </a:lnTo>
                  <a:lnTo>
                    <a:pt x="365760" y="147828"/>
                  </a:lnTo>
                  <a:lnTo>
                    <a:pt x="347472" y="97536"/>
                  </a:lnTo>
                  <a:lnTo>
                    <a:pt x="315468" y="54864"/>
                  </a:lnTo>
                  <a:lnTo>
                    <a:pt x="272796" y="22860"/>
                  </a:lnTo>
                  <a:lnTo>
                    <a:pt x="220980" y="4572"/>
                  </a:lnTo>
                  <a:lnTo>
                    <a:pt x="184404" y="0"/>
                  </a:lnTo>
                  <a:lnTo>
                    <a:pt x="166116" y="1406"/>
                  </a:lnTo>
                  <a:lnTo>
                    <a:pt x="164592" y="1524"/>
                  </a:lnTo>
                  <a:lnTo>
                    <a:pt x="112776" y="15240"/>
                  </a:lnTo>
                  <a:lnTo>
                    <a:pt x="67056" y="42672"/>
                  </a:lnTo>
                  <a:lnTo>
                    <a:pt x="30480" y="82296"/>
                  </a:lnTo>
                  <a:lnTo>
                    <a:pt x="7620" y="131064"/>
                  </a:lnTo>
                  <a:lnTo>
                    <a:pt x="0" y="167640"/>
                  </a:lnTo>
                  <a:lnTo>
                    <a:pt x="0" y="205740"/>
                  </a:lnTo>
                  <a:lnTo>
                    <a:pt x="3048" y="224028"/>
                  </a:lnTo>
                  <a:lnTo>
                    <a:pt x="7620" y="240792"/>
                  </a:lnTo>
                  <a:lnTo>
                    <a:pt x="9144" y="245364"/>
                  </a:lnTo>
                  <a:lnTo>
                    <a:pt x="9144" y="185928"/>
                  </a:lnTo>
                  <a:lnTo>
                    <a:pt x="12192" y="150876"/>
                  </a:lnTo>
                  <a:lnTo>
                    <a:pt x="30480" y="102108"/>
                  </a:lnTo>
                  <a:lnTo>
                    <a:pt x="60960" y="60960"/>
                  </a:lnTo>
                  <a:lnTo>
                    <a:pt x="100584" y="30480"/>
                  </a:lnTo>
                  <a:lnTo>
                    <a:pt x="149352" y="13716"/>
                  </a:lnTo>
                  <a:lnTo>
                    <a:pt x="184404" y="9144"/>
                  </a:lnTo>
                  <a:lnTo>
                    <a:pt x="202692" y="10668"/>
                  </a:lnTo>
                  <a:lnTo>
                    <a:pt x="252984" y="24384"/>
                  </a:lnTo>
                  <a:lnTo>
                    <a:pt x="309372" y="60960"/>
                  </a:lnTo>
                  <a:lnTo>
                    <a:pt x="338328" y="102108"/>
                  </a:lnTo>
                  <a:lnTo>
                    <a:pt x="356616" y="150876"/>
                  </a:lnTo>
                  <a:lnTo>
                    <a:pt x="359664" y="167640"/>
                  </a:lnTo>
                  <a:lnTo>
                    <a:pt x="359664" y="244983"/>
                  </a:lnTo>
                  <a:lnTo>
                    <a:pt x="361188" y="240792"/>
                  </a:lnTo>
                  <a:lnTo>
                    <a:pt x="365760" y="222504"/>
                  </a:lnTo>
                  <a:lnTo>
                    <a:pt x="368808" y="204216"/>
                  </a:lnTo>
                  <a:close/>
                </a:path>
                <a:path w="368935" h="372110">
                  <a:moveTo>
                    <a:pt x="359664" y="244983"/>
                  </a:moveTo>
                  <a:lnTo>
                    <a:pt x="359664" y="204216"/>
                  </a:lnTo>
                  <a:lnTo>
                    <a:pt x="356616" y="222504"/>
                  </a:lnTo>
                  <a:lnTo>
                    <a:pt x="352044" y="239268"/>
                  </a:lnTo>
                  <a:lnTo>
                    <a:pt x="329184" y="284988"/>
                  </a:lnTo>
                  <a:lnTo>
                    <a:pt x="295656" y="321564"/>
                  </a:lnTo>
                  <a:lnTo>
                    <a:pt x="252984" y="348996"/>
                  </a:lnTo>
                  <a:lnTo>
                    <a:pt x="202692" y="361188"/>
                  </a:lnTo>
                  <a:lnTo>
                    <a:pt x="184404" y="362712"/>
                  </a:lnTo>
                  <a:lnTo>
                    <a:pt x="166116" y="361188"/>
                  </a:lnTo>
                  <a:lnTo>
                    <a:pt x="115824" y="348996"/>
                  </a:lnTo>
                  <a:lnTo>
                    <a:pt x="59436" y="310896"/>
                  </a:lnTo>
                  <a:lnTo>
                    <a:pt x="22860" y="254508"/>
                  </a:lnTo>
                  <a:lnTo>
                    <a:pt x="9144" y="204216"/>
                  </a:lnTo>
                  <a:lnTo>
                    <a:pt x="9144" y="245364"/>
                  </a:lnTo>
                  <a:lnTo>
                    <a:pt x="30480" y="289560"/>
                  </a:lnTo>
                  <a:lnTo>
                    <a:pt x="67056" y="329184"/>
                  </a:lnTo>
                  <a:lnTo>
                    <a:pt x="129540" y="364236"/>
                  </a:lnTo>
                  <a:lnTo>
                    <a:pt x="184404" y="371856"/>
                  </a:lnTo>
                  <a:lnTo>
                    <a:pt x="202692" y="370449"/>
                  </a:lnTo>
                  <a:lnTo>
                    <a:pt x="204216" y="370332"/>
                  </a:lnTo>
                  <a:lnTo>
                    <a:pt x="256032" y="356616"/>
                  </a:lnTo>
                  <a:lnTo>
                    <a:pt x="301752" y="329184"/>
                  </a:lnTo>
                  <a:lnTo>
                    <a:pt x="338328" y="289560"/>
                  </a:lnTo>
                  <a:lnTo>
                    <a:pt x="355092" y="257556"/>
                  </a:lnTo>
                  <a:lnTo>
                    <a:pt x="359664" y="244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42461" y="3233927"/>
              <a:ext cx="143510" cy="143510"/>
            </a:xfrm>
            <a:custGeom>
              <a:avLst/>
              <a:gdLst/>
              <a:ahLst/>
              <a:cxnLst/>
              <a:rect l="l" t="t" r="r" b="b"/>
              <a:pathLst>
                <a:path w="143510" h="143510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3820"/>
                  </a:lnTo>
                  <a:lnTo>
                    <a:pt x="56388" y="83820"/>
                  </a:lnTo>
                  <a:lnTo>
                    <a:pt x="56388" y="143256"/>
                  </a:lnTo>
                  <a:lnTo>
                    <a:pt x="83820" y="143256"/>
                  </a:lnTo>
                  <a:lnTo>
                    <a:pt x="83820" y="83820"/>
                  </a:lnTo>
                  <a:lnTo>
                    <a:pt x="143256" y="83820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4261" y="3770376"/>
              <a:ext cx="360045" cy="363220"/>
            </a:xfrm>
            <a:custGeom>
              <a:avLst/>
              <a:gdLst/>
              <a:ahLst/>
              <a:cxnLst/>
              <a:rect l="l" t="t" r="r" b="b"/>
              <a:pathLst>
                <a:path w="360045" h="363220">
                  <a:moveTo>
                    <a:pt x="359663" y="181355"/>
                  </a:moveTo>
                  <a:lnTo>
                    <a:pt x="353222" y="132997"/>
                  </a:lnTo>
                  <a:lnTo>
                    <a:pt x="335054" y="89633"/>
                  </a:lnTo>
                  <a:lnTo>
                    <a:pt x="306895" y="52958"/>
                  </a:lnTo>
                  <a:lnTo>
                    <a:pt x="270481" y="24666"/>
                  </a:lnTo>
                  <a:lnTo>
                    <a:pt x="227548" y="6448"/>
                  </a:lnTo>
                  <a:lnTo>
                    <a:pt x="179831" y="0"/>
                  </a:lnTo>
                  <a:lnTo>
                    <a:pt x="132115" y="6448"/>
                  </a:lnTo>
                  <a:lnTo>
                    <a:pt x="89182" y="24666"/>
                  </a:lnTo>
                  <a:lnTo>
                    <a:pt x="52768" y="52958"/>
                  </a:lnTo>
                  <a:lnTo>
                    <a:pt x="24609" y="89633"/>
                  </a:lnTo>
                  <a:lnTo>
                    <a:pt x="6441" y="132997"/>
                  </a:lnTo>
                  <a:lnTo>
                    <a:pt x="0" y="181355"/>
                  </a:lnTo>
                  <a:lnTo>
                    <a:pt x="6441" y="229714"/>
                  </a:lnTo>
                  <a:lnTo>
                    <a:pt x="24609" y="273078"/>
                  </a:lnTo>
                  <a:lnTo>
                    <a:pt x="52768" y="309752"/>
                  </a:lnTo>
                  <a:lnTo>
                    <a:pt x="89182" y="338045"/>
                  </a:lnTo>
                  <a:lnTo>
                    <a:pt x="132115" y="356263"/>
                  </a:lnTo>
                  <a:lnTo>
                    <a:pt x="179831" y="362711"/>
                  </a:lnTo>
                  <a:lnTo>
                    <a:pt x="227548" y="356263"/>
                  </a:lnTo>
                  <a:lnTo>
                    <a:pt x="270481" y="338045"/>
                  </a:lnTo>
                  <a:lnTo>
                    <a:pt x="306895" y="309752"/>
                  </a:lnTo>
                  <a:lnTo>
                    <a:pt x="335054" y="273078"/>
                  </a:lnTo>
                  <a:lnTo>
                    <a:pt x="353222" y="229714"/>
                  </a:lnTo>
                  <a:lnTo>
                    <a:pt x="359663" y="1813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29690" y="3765804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5" h="372110">
                  <a:moveTo>
                    <a:pt x="368808" y="204216"/>
                  </a:moveTo>
                  <a:lnTo>
                    <a:pt x="368808" y="166116"/>
                  </a:lnTo>
                  <a:lnTo>
                    <a:pt x="365760" y="147828"/>
                  </a:lnTo>
                  <a:lnTo>
                    <a:pt x="347472" y="97536"/>
                  </a:lnTo>
                  <a:lnTo>
                    <a:pt x="315468" y="54864"/>
                  </a:lnTo>
                  <a:lnTo>
                    <a:pt x="272796" y="22860"/>
                  </a:lnTo>
                  <a:lnTo>
                    <a:pt x="220980" y="4572"/>
                  </a:lnTo>
                  <a:lnTo>
                    <a:pt x="184404" y="0"/>
                  </a:lnTo>
                  <a:lnTo>
                    <a:pt x="166116" y="1406"/>
                  </a:lnTo>
                  <a:lnTo>
                    <a:pt x="112776" y="15240"/>
                  </a:lnTo>
                  <a:lnTo>
                    <a:pt x="67056" y="42672"/>
                  </a:lnTo>
                  <a:lnTo>
                    <a:pt x="30480" y="82296"/>
                  </a:lnTo>
                  <a:lnTo>
                    <a:pt x="7620" y="131064"/>
                  </a:lnTo>
                  <a:lnTo>
                    <a:pt x="0" y="167640"/>
                  </a:lnTo>
                  <a:lnTo>
                    <a:pt x="0" y="205740"/>
                  </a:lnTo>
                  <a:lnTo>
                    <a:pt x="3048" y="224028"/>
                  </a:lnTo>
                  <a:lnTo>
                    <a:pt x="7620" y="240792"/>
                  </a:lnTo>
                  <a:lnTo>
                    <a:pt x="9144" y="245364"/>
                  </a:lnTo>
                  <a:lnTo>
                    <a:pt x="9144" y="185928"/>
                  </a:lnTo>
                  <a:lnTo>
                    <a:pt x="12192" y="150876"/>
                  </a:lnTo>
                  <a:lnTo>
                    <a:pt x="30480" y="102108"/>
                  </a:lnTo>
                  <a:lnTo>
                    <a:pt x="60960" y="60960"/>
                  </a:lnTo>
                  <a:lnTo>
                    <a:pt x="100584" y="30480"/>
                  </a:lnTo>
                  <a:lnTo>
                    <a:pt x="149352" y="13716"/>
                  </a:lnTo>
                  <a:lnTo>
                    <a:pt x="184404" y="9144"/>
                  </a:lnTo>
                  <a:lnTo>
                    <a:pt x="202692" y="10668"/>
                  </a:lnTo>
                  <a:lnTo>
                    <a:pt x="252984" y="24384"/>
                  </a:lnTo>
                  <a:lnTo>
                    <a:pt x="309372" y="60960"/>
                  </a:lnTo>
                  <a:lnTo>
                    <a:pt x="338328" y="102108"/>
                  </a:lnTo>
                  <a:lnTo>
                    <a:pt x="356616" y="150876"/>
                  </a:lnTo>
                  <a:lnTo>
                    <a:pt x="359664" y="167640"/>
                  </a:lnTo>
                  <a:lnTo>
                    <a:pt x="359664" y="244983"/>
                  </a:lnTo>
                  <a:lnTo>
                    <a:pt x="361188" y="240792"/>
                  </a:lnTo>
                  <a:lnTo>
                    <a:pt x="365760" y="222504"/>
                  </a:lnTo>
                  <a:lnTo>
                    <a:pt x="368808" y="204216"/>
                  </a:lnTo>
                  <a:close/>
                </a:path>
                <a:path w="368935" h="372110">
                  <a:moveTo>
                    <a:pt x="359664" y="244983"/>
                  </a:moveTo>
                  <a:lnTo>
                    <a:pt x="359664" y="204216"/>
                  </a:lnTo>
                  <a:lnTo>
                    <a:pt x="356616" y="220980"/>
                  </a:lnTo>
                  <a:lnTo>
                    <a:pt x="352044" y="239268"/>
                  </a:lnTo>
                  <a:lnTo>
                    <a:pt x="329184" y="284988"/>
                  </a:lnTo>
                  <a:lnTo>
                    <a:pt x="295656" y="321564"/>
                  </a:lnTo>
                  <a:lnTo>
                    <a:pt x="252984" y="348996"/>
                  </a:lnTo>
                  <a:lnTo>
                    <a:pt x="202692" y="361188"/>
                  </a:lnTo>
                  <a:lnTo>
                    <a:pt x="184404" y="362712"/>
                  </a:lnTo>
                  <a:lnTo>
                    <a:pt x="166116" y="361188"/>
                  </a:lnTo>
                  <a:lnTo>
                    <a:pt x="115824" y="348996"/>
                  </a:lnTo>
                  <a:lnTo>
                    <a:pt x="59436" y="310896"/>
                  </a:lnTo>
                  <a:lnTo>
                    <a:pt x="48768" y="297180"/>
                  </a:lnTo>
                  <a:lnTo>
                    <a:pt x="38100" y="284988"/>
                  </a:lnTo>
                  <a:lnTo>
                    <a:pt x="22860" y="254508"/>
                  </a:lnTo>
                  <a:lnTo>
                    <a:pt x="16764" y="237744"/>
                  </a:lnTo>
                  <a:lnTo>
                    <a:pt x="12192" y="220980"/>
                  </a:lnTo>
                  <a:lnTo>
                    <a:pt x="9144" y="204216"/>
                  </a:lnTo>
                  <a:lnTo>
                    <a:pt x="9144" y="245364"/>
                  </a:lnTo>
                  <a:lnTo>
                    <a:pt x="30480" y="289560"/>
                  </a:lnTo>
                  <a:lnTo>
                    <a:pt x="67056" y="329184"/>
                  </a:lnTo>
                  <a:lnTo>
                    <a:pt x="112776" y="356616"/>
                  </a:lnTo>
                  <a:lnTo>
                    <a:pt x="166116" y="370332"/>
                  </a:lnTo>
                  <a:lnTo>
                    <a:pt x="184404" y="371856"/>
                  </a:lnTo>
                  <a:lnTo>
                    <a:pt x="202692" y="370449"/>
                  </a:lnTo>
                  <a:lnTo>
                    <a:pt x="256032" y="356616"/>
                  </a:lnTo>
                  <a:lnTo>
                    <a:pt x="301752" y="329184"/>
                  </a:lnTo>
                  <a:lnTo>
                    <a:pt x="338328" y="289560"/>
                  </a:lnTo>
                  <a:lnTo>
                    <a:pt x="355092" y="257556"/>
                  </a:lnTo>
                  <a:lnTo>
                    <a:pt x="359664" y="244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42461" y="3880103"/>
              <a:ext cx="143510" cy="143510"/>
            </a:xfrm>
            <a:custGeom>
              <a:avLst/>
              <a:gdLst/>
              <a:ahLst/>
              <a:cxnLst/>
              <a:rect l="l" t="t" r="r" b="b"/>
              <a:pathLst>
                <a:path w="143510" h="143510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3820"/>
                  </a:lnTo>
                  <a:lnTo>
                    <a:pt x="56388" y="83820"/>
                  </a:lnTo>
                  <a:lnTo>
                    <a:pt x="56388" y="143256"/>
                  </a:lnTo>
                  <a:lnTo>
                    <a:pt x="83820" y="143256"/>
                  </a:lnTo>
                  <a:lnTo>
                    <a:pt x="83820" y="83820"/>
                  </a:lnTo>
                  <a:lnTo>
                    <a:pt x="143256" y="83820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98525" y="3124200"/>
              <a:ext cx="361315" cy="363220"/>
            </a:xfrm>
            <a:custGeom>
              <a:avLst/>
              <a:gdLst/>
              <a:ahLst/>
              <a:cxnLst/>
              <a:rect l="l" t="t" r="r" b="b"/>
              <a:pathLst>
                <a:path w="361314" h="363220">
                  <a:moveTo>
                    <a:pt x="361187" y="181355"/>
                  </a:moveTo>
                  <a:lnTo>
                    <a:pt x="354739" y="132997"/>
                  </a:lnTo>
                  <a:lnTo>
                    <a:pt x="336521" y="89633"/>
                  </a:lnTo>
                  <a:lnTo>
                    <a:pt x="308228" y="52958"/>
                  </a:lnTo>
                  <a:lnTo>
                    <a:pt x="271554" y="24666"/>
                  </a:lnTo>
                  <a:lnTo>
                    <a:pt x="228190" y="6448"/>
                  </a:lnTo>
                  <a:lnTo>
                    <a:pt x="179831" y="0"/>
                  </a:lnTo>
                  <a:lnTo>
                    <a:pt x="132115" y="6448"/>
                  </a:lnTo>
                  <a:lnTo>
                    <a:pt x="89182" y="24666"/>
                  </a:lnTo>
                  <a:lnTo>
                    <a:pt x="52768" y="52958"/>
                  </a:lnTo>
                  <a:lnTo>
                    <a:pt x="24609" y="89633"/>
                  </a:lnTo>
                  <a:lnTo>
                    <a:pt x="6441" y="132997"/>
                  </a:lnTo>
                  <a:lnTo>
                    <a:pt x="0" y="181355"/>
                  </a:lnTo>
                  <a:lnTo>
                    <a:pt x="6441" y="229714"/>
                  </a:lnTo>
                  <a:lnTo>
                    <a:pt x="24609" y="273078"/>
                  </a:lnTo>
                  <a:lnTo>
                    <a:pt x="52768" y="309752"/>
                  </a:lnTo>
                  <a:lnTo>
                    <a:pt x="89182" y="338045"/>
                  </a:lnTo>
                  <a:lnTo>
                    <a:pt x="132115" y="356263"/>
                  </a:lnTo>
                  <a:lnTo>
                    <a:pt x="179831" y="362711"/>
                  </a:lnTo>
                  <a:lnTo>
                    <a:pt x="228190" y="356263"/>
                  </a:lnTo>
                  <a:lnTo>
                    <a:pt x="271554" y="338045"/>
                  </a:lnTo>
                  <a:lnTo>
                    <a:pt x="308228" y="309752"/>
                  </a:lnTo>
                  <a:lnTo>
                    <a:pt x="336521" y="273078"/>
                  </a:lnTo>
                  <a:lnTo>
                    <a:pt x="354739" y="229714"/>
                  </a:lnTo>
                  <a:lnTo>
                    <a:pt x="361187" y="1813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93954" y="3119628"/>
              <a:ext cx="370840" cy="372110"/>
            </a:xfrm>
            <a:custGeom>
              <a:avLst/>
              <a:gdLst/>
              <a:ahLst/>
              <a:cxnLst/>
              <a:rect l="l" t="t" r="r" b="b"/>
              <a:pathLst>
                <a:path w="370839" h="372110">
                  <a:moveTo>
                    <a:pt x="370332" y="185928"/>
                  </a:moveTo>
                  <a:lnTo>
                    <a:pt x="365760" y="147828"/>
                  </a:lnTo>
                  <a:lnTo>
                    <a:pt x="347472" y="97536"/>
                  </a:lnTo>
                  <a:lnTo>
                    <a:pt x="303276" y="42672"/>
                  </a:lnTo>
                  <a:lnTo>
                    <a:pt x="257556" y="15240"/>
                  </a:lnTo>
                  <a:lnTo>
                    <a:pt x="204216" y="1524"/>
                  </a:lnTo>
                  <a:lnTo>
                    <a:pt x="184404" y="0"/>
                  </a:lnTo>
                  <a:lnTo>
                    <a:pt x="167640" y="1397"/>
                  </a:lnTo>
                  <a:lnTo>
                    <a:pt x="166116" y="1524"/>
                  </a:lnTo>
                  <a:lnTo>
                    <a:pt x="112776" y="15240"/>
                  </a:lnTo>
                  <a:lnTo>
                    <a:pt x="67056" y="42672"/>
                  </a:lnTo>
                  <a:lnTo>
                    <a:pt x="32004" y="82296"/>
                  </a:lnTo>
                  <a:lnTo>
                    <a:pt x="9144" y="131064"/>
                  </a:lnTo>
                  <a:lnTo>
                    <a:pt x="0" y="185928"/>
                  </a:lnTo>
                  <a:lnTo>
                    <a:pt x="1524" y="205740"/>
                  </a:lnTo>
                  <a:lnTo>
                    <a:pt x="4572" y="224028"/>
                  </a:lnTo>
                  <a:lnTo>
                    <a:pt x="9144" y="240792"/>
                  </a:lnTo>
                  <a:lnTo>
                    <a:pt x="9144" y="185928"/>
                  </a:lnTo>
                  <a:lnTo>
                    <a:pt x="10668" y="167640"/>
                  </a:lnTo>
                  <a:lnTo>
                    <a:pt x="22860" y="117348"/>
                  </a:lnTo>
                  <a:lnTo>
                    <a:pt x="50292" y="73152"/>
                  </a:lnTo>
                  <a:lnTo>
                    <a:pt x="86868" y="39624"/>
                  </a:lnTo>
                  <a:lnTo>
                    <a:pt x="132588" y="18288"/>
                  </a:lnTo>
                  <a:lnTo>
                    <a:pt x="184404" y="9271"/>
                  </a:lnTo>
                  <a:lnTo>
                    <a:pt x="185928" y="9144"/>
                  </a:lnTo>
                  <a:lnTo>
                    <a:pt x="202692" y="10668"/>
                  </a:lnTo>
                  <a:lnTo>
                    <a:pt x="268224" y="30480"/>
                  </a:lnTo>
                  <a:lnTo>
                    <a:pt x="309372" y="60960"/>
                  </a:lnTo>
                  <a:lnTo>
                    <a:pt x="339852" y="102108"/>
                  </a:lnTo>
                  <a:lnTo>
                    <a:pt x="356616" y="150876"/>
                  </a:lnTo>
                  <a:lnTo>
                    <a:pt x="361188" y="185928"/>
                  </a:lnTo>
                  <a:lnTo>
                    <a:pt x="361188" y="240792"/>
                  </a:lnTo>
                  <a:lnTo>
                    <a:pt x="365760" y="222504"/>
                  </a:lnTo>
                  <a:lnTo>
                    <a:pt x="368808" y="204216"/>
                  </a:lnTo>
                  <a:lnTo>
                    <a:pt x="370332" y="185928"/>
                  </a:lnTo>
                  <a:close/>
                </a:path>
                <a:path w="370839" h="372110">
                  <a:moveTo>
                    <a:pt x="361188" y="240792"/>
                  </a:moveTo>
                  <a:lnTo>
                    <a:pt x="361188" y="185928"/>
                  </a:lnTo>
                  <a:lnTo>
                    <a:pt x="359664" y="204216"/>
                  </a:lnTo>
                  <a:lnTo>
                    <a:pt x="356616" y="222504"/>
                  </a:lnTo>
                  <a:lnTo>
                    <a:pt x="339852" y="269748"/>
                  </a:lnTo>
                  <a:lnTo>
                    <a:pt x="309372" y="310896"/>
                  </a:lnTo>
                  <a:lnTo>
                    <a:pt x="268224" y="341376"/>
                  </a:lnTo>
                  <a:lnTo>
                    <a:pt x="220980" y="358140"/>
                  </a:lnTo>
                  <a:lnTo>
                    <a:pt x="185928" y="362585"/>
                  </a:lnTo>
                  <a:lnTo>
                    <a:pt x="184404" y="362712"/>
                  </a:lnTo>
                  <a:lnTo>
                    <a:pt x="132588" y="353568"/>
                  </a:lnTo>
                  <a:lnTo>
                    <a:pt x="86868" y="332232"/>
                  </a:lnTo>
                  <a:lnTo>
                    <a:pt x="50292" y="298704"/>
                  </a:lnTo>
                  <a:lnTo>
                    <a:pt x="22860" y="254508"/>
                  </a:lnTo>
                  <a:lnTo>
                    <a:pt x="10668" y="204216"/>
                  </a:lnTo>
                  <a:lnTo>
                    <a:pt x="9144" y="185928"/>
                  </a:lnTo>
                  <a:lnTo>
                    <a:pt x="9144" y="240792"/>
                  </a:lnTo>
                  <a:lnTo>
                    <a:pt x="32004" y="289560"/>
                  </a:lnTo>
                  <a:lnTo>
                    <a:pt x="67056" y="329184"/>
                  </a:lnTo>
                  <a:lnTo>
                    <a:pt x="112776" y="356616"/>
                  </a:lnTo>
                  <a:lnTo>
                    <a:pt x="166116" y="370332"/>
                  </a:lnTo>
                  <a:lnTo>
                    <a:pt x="184404" y="371738"/>
                  </a:lnTo>
                  <a:lnTo>
                    <a:pt x="185928" y="371856"/>
                  </a:lnTo>
                  <a:lnTo>
                    <a:pt x="202692" y="370459"/>
                  </a:lnTo>
                  <a:lnTo>
                    <a:pt x="204216" y="370332"/>
                  </a:lnTo>
                  <a:lnTo>
                    <a:pt x="222504" y="367284"/>
                  </a:lnTo>
                  <a:lnTo>
                    <a:pt x="272796" y="348996"/>
                  </a:lnTo>
                  <a:lnTo>
                    <a:pt x="315468" y="316992"/>
                  </a:lnTo>
                  <a:lnTo>
                    <a:pt x="347472" y="274320"/>
                  </a:lnTo>
                  <a:lnTo>
                    <a:pt x="355092" y="257556"/>
                  </a:lnTo>
                  <a:lnTo>
                    <a:pt x="361188" y="240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06725" y="3233927"/>
              <a:ext cx="144780" cy="143510"/>
            </a:xfrm>
            <a:custGeom>
              <a:avLst/>
              <a:gdLst/>
              <a:ahLst/>
              <a:cxnLst/>
              <a:rect l="l" t="t" r="r" b="b"/>
              <a:pathLst>
                <a:path w="144780" h="143510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3820"/>
                  </a:lnTo>
                  <a:lnTo>
                    <a:pt x="56388" y="83820"/>
                  </a:lnTo>
                  <a:lnTo>
                    <a:pt x="56388" y="143256"/>
                  </a:lnTo>
                  <a:lnTo>
                    <a:pt x="85344" y="143256"/>
                  </a:lnTo>
                  <a:lnTo>
                    <a:pt x="85344" y="83820"/>
                  </a:lnTo>
                  <a:lnTo>
                    <a:pt x="144780" y="83820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98525" y="3770376"/>
              <a:ext cx="361315" cy="363220"/>
            </a:xfrm>
            <a:custGeom>
              <a:avLst/>
              <a:gdLst/>
              <a:ahLst/>
              <a:cxnLst/>
              <a:rect l="l" t="t" r="r" b="b"/>
              <a:pathLst>
                <a:path w="361314" h="363220">
                  <a:moveTo>
                    <a:pt x="361187" y="181355"/>
                  </a:moveTo>
                  <a:lnTo>
                    <a:pt x="354739" y="132997"/>
                  </a:lnTo>
                  <a:lnTo>
                    <a:pt x="336521" y="89633"/>
                  </a:lnTo>
                  <a:lnTo>
                    <a:pt x="308228" y="52958"/>
                  </a:lnTo>
                  <a:lnTo>
                    <a:pt x="271554" y="24666"/>
                  </a:lnTo>
                  <a:lnTo>
                    <a:pt x="228190" y="6448"/>
                  </a:lnTo>
                  <a:lnTo>
                    <a:pt x="179831" y="0"/>
                  </a:lnTo>
                  <a:lnTo>
                    <a:pt x="132115" y="6448"/>
                  </a:lnTo>
                  <a:lnTo>
                    <a:pt x="89182" y="24666"/>
                  </a:lnTo>
                  <a:lnTo>
                    <a:pt x="52768" y="52958"/>
                  </a:lnTo>
                  <a:lnTo>
                    <a:pt x="24609" y="89633"/>
                  </a:lnTo>
                  <a:lnTo>
                    <a:pt x="6441" y="132997"/>
                  </a:lnTo>
                  <a:lnTo>
                    <a:pt x="0" y="181355"/>
                  </a:lnTo>
                  <a:lnTo>
                    <a:pt x="6441" y="229714"/>
                  </a:lnTo>
                  <a:lnTo>
                    <a:pt x="24609" y="273078"/>
                  </a:lnTo>
                  <a:lnTo>
                    <a:pt x="52768" y="309752"/>
                  </a:lnTo>
                  <a:lnTo>
                    <a:pt x="89182" y="338045"/>
                  </a:lnTo>
                  <a:lnTo>
                    <a:pt x="132115" y="356263"/>
                  </a:lnTo>
                  <a:lnTo>
                    <a:pt x="179831" y="362711"/>
                  </a:lnTo>
                  <a:lnTo>
                    <a:pt x="228190" y="356263"/>
                  </a:lnTo>
                  <a:lnTo>
                    <a:pt x="271554" y="338045"/>
                  </a:lnTo>
                  <a:lnTo>
                    <a:pt x="308228" y="309752"/>
                  </a:lnTo>
                  <a:lnTo>
                    <a:pt x="336521" y="273078"/>
                  </a:lnTo>
                  <a:lnTo>
                    <a:pt x="354739" y="229714"/>
                  </a:lnTo>
                  <a:lnTo>
                    <a:pt x="361187" y="1813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93954" y="3765804"/>
              <a:ext cx="370840" cy="372110"/>
            </a:xfrm>
            <a:custGeom>
              <a:avLst/>
              <a:gdLst/>
              <a:ahLst/>
              <a:cxnLst/>
              <a:rect l="l" t="t" r="r" b="b"/>
              <a:pathLst>
                <a:path w="370839" h="372110">
                  <a:moveTo>
                    <a:pt x="370332" y="185928"/>
                  </a:moveTo>
                  <a:lnTo>
                    <a:pt x="365760" y="147828"/>
                  </a:lnTo>
                  <a:lnTo>
                    <a:pt x="347472" y="97536"/>
                  </a:lnTo>
                  <a:lnTo>
                    <a:pt x="303276" y="42672"/>
                  </a:lnTo>
                  <a:lnTo>
                    <a:pt x="257556" y="15240"/>
                  </a:lnTo>
                  <a:lnTo>
                    <a:pt x="204216" y="1524"/>
                  </a:lnTo>
                  <a:lnTo>
                    <a:pt x="185928" y="117"/>
                  </a:lnTo>
                  <a:lnTo>
                    <a:pt x="184404" y="0"/>
                  </a:lnTo>
                  <a:lnTo>
                    <a:pt x="167640" y="1397"/>
                  </a:lnTo>
                  <a:lnTo>
                    <a:pt x="166116" y="1524"/>
                  </a:lnTo>
                  <a:lnTo>
                    <a:pt x="147828" y="4572"/>
                  </a:lnTo>
                  <a:lnTo>
                    <a:pt x="96012" y="22860"/>
                  </a:lnTo>
                  <a:lnTo>
                    <a:pt x="54864" y="54864"/>
                  </a:lnTo>
                  <a:lnTo>
                    <a:pt x="22860" y="97536"/>
                  </a:lnTo>
                  <a:lnTo>
                    <a:pt x="4572" y="149352"/>
                  </a:lnTo>
                  <a:lnTo>
                    <a:pt x="0" y="185928"/>
                  </a:lnTo>
                  <a:lnTo>
                    <a:pt x="1524" y="205740"/>
                  </a:lnTo>
                  <a:lnTo>
                    <a:pt x="4572" y="224028"/>
                  </a:lnTo>
                  <a:lnTo>
                    <a:pt x="9144" y="240792"/>
                  </a:lnTo>
                  <a:lnTo>
                    <a:pt x="9144" y="185928"/>
                  </a:lnTo>
                  <a:lnTo>
                    <a:pt x="10668" y="167640"/>
                  </a:lnTo>
                  <a:lnTo>
                    <a:pt x="22860" y="117348"/>
                  </a:lnTo>
                  <a:lnTo>
                    <a:pt x="50292" y="73152"/>
                  </a:lnTo>
                  <a:lnTo>
                    <a:pt x="86868" y="39624"/>
                  </a:lnTo>
                  <a:lnTo>
                    <a:pt x="132588" y="18288"/>
                  </a:lnTo>
                  <a:lnTo>
                    <a:pt x="184404" y="9271"/>
                  </a:lnTo>
                  <a:lnTo>
                    <a:pt x="185928" y="9144"/>
                  </a:lnTo>
                  <a:lnTo>
                    <a:pt x="237744" y="18288"/>
                  </a:lnTo>
                  <a:lnTo>
                    <a:pt x="283464" y="39624"/>
                  </a:lnTo>
                  <a:lnTo>
                    <a:pt x="330708" y="88392"/>
                  </a:lnTo>
                  <a:lnTo>
                    <a:pt x="356616" y="150876"/>
                  </a:lnTo>
                  <a:lnTo>
                    <a:pt x="361188" y="185928"/>
                  </a:lnTo>
                  <a:lnTo>
                    <a:pt x="361188" y="240792"/>
                  </a:lnTo>
                  <a:lnTo>
                    <a:pt x="365760" y="222504"/>
                  </a:lnTo>
                  <a:lnTo>
                    <a:pt x="368808" y="204216"/>
                  </a:lnTo>
                  <a:lnTo>
                    <a:pt x="370332" y="185928"/>
                  </a:lnTo>
                  <a:close/>
                </a:path>
                <a:path w="370839" h="372110">
                  <a:moveTo>
                    <a:pt x="361188" y="240792"/>
                  </a:moveTo>
                  <a:lnTo>
                    <a:pt x="361188" y="185928"/>
                  </a:lnTo>
                  <a:lnTo>
                    <a:pt x="359664" y="204216"/>
                  </a:lnTo>
                  <a:lnTo>
                    <a:pt x="356616" y="220980"/>
                  </a:lnTo>
                  <a:lnTo>
                    <a:pt x="339852" y="269748"/>
                  </a:lnTo>
                  <a:lnTo>
                    <a:pt x="309372" y="310896"/>
                  </a:lnTo>
                  <a:lnTo>
                    <a:pt x="268224" y="341376"/>
                  </a:lnTo>
                  <a:lnTo>
                    <a:pt x="220980" y="358140"/>
                  </a:lnTo>
                  <a:lnTo>
                    <a:pt x="184404" y="362712"/>
                  </a:lnTo>
                  <a:lnTo>
                    <a:pt x="167640" y="361188"/>
                  </a:lnTo>
                  <a:lnTo>
                    <a:pt x="117348" y="348996"/>
                  </a:lnTo>
                  <a:lnTo>
                    <a:pt x="73152" y="321564"/>
                  </a:lnTo>
                  <a:lnTo>
                    <a:pt x="50292" y="297180"/>
                  </a:lnTo>
                  <a:lnTo>
                    <a:pt x="39624" y="284988"/>
                  </a:lnTo>
                  <a:lnTo>
                    <a:pt x="16764" y="237744"/>
                  </a:lnTo>
                  <a:lnTo>
                    <a:pt x="9144" y="185928"/>
                  </a:lnTo>
                  <a:lnTo>
                    <a:pt x="9144" y="240792"/>
                  </a:lnTo>
                  <a:lnTo>
                    <a:pt x="32004" y="289560"/>
                  </a:lnTo>
                  <a:lnTo>
                    <a:pt x="67056" y="329184"/>
                  </a:lnTo>
                  <a:lnTo>
                    <a:pt x="112776" y="356616"/>
                  </a:lnTo>
                  <a:lnTo>
                    <a:pt x="166116" y="370332"/>
                  </a:lnTo>
                  <a:lnTo>
                    <a:pt x="184404" y="371738"/>
                  </a:lnTo>
                  <a:lnTo>
                    <a:pt x="185928" y="371856"/>
                  </a:lnTo>
                  <a:lnTo>
                    <a:pt x="240792" y="362712"/>
                  </a:lnTo>
                  <a:lnTo>
                    <a:pt x="288036" y="339852"/>
                  </a:lnTo>
                  <a:lnTo>
                    <a:pt x="327660" y="303276"/>
                  </a:lnTo>
                  <a:lnTo>
                    <a:pt x="355092" y="257556"/>
                  </a:lnTo>
                  <a:lnTo>
                    <a:pt x="361188" y="240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06725" y="3883151"/>
              <a:ext cx="144780" cy="143510"/>
            </a:xfrm>
            <a:custGeom>
              <a:avLst/>
              <a:gdLst/>
              <a:ahLst/>
              <a:cxnLst/>
              <a:rect l="l" t="t" r="r" b="b"/>
              <a:pathLst>
                <a:path w="144780" h="143510">
                  <a:moveTo>
                    <a:pt x="144780" y="53340"/>
                  </a:moveTo>
                  <a:lnTo>
                    <a:pt x="85344" y="53340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3340"/>
                  </a:lnTo>
                  <a:lnTo>
                    <a:pt x="0" y="53340"/>
                  </a:lnTo>
                  <a:lnTo>
                    <a:pt x="0" y="80772"/>
                  </a:lnTo>
                  <a:lnTo>
                    <a:pt x="56388" y="80772"/>
                  </a:lnTo>
                  <a:lnTo>
                    <a:pt x="56388" y="143256"/>
                  </a:lnTo>
                  <a:lnTo>
                    <a:pt x="85344" y="143256"/>
                  </a:lnTo>
                  <a:lnTo>
                    <a:pt x="85344" y="80772"/>
                  </a:lnTo>
                  <a:lnTo>
                    <a:pt x="144780" y="80772"/>
                  </a:lnTo>
                  <a:lnTo>
                    <a:pt x="144780" y="53340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62789" y="3124200"/>
              <a:ext cx="360045" cy="363220"/>
            </a:xfrm>
            <a:custGeom>
              <a:avLst/>
              <a:gdLst/>
              <a:ahLst/>
              <a:cxnLst/>
              <a:rect l="l" t="t" r="r" b="b"/>
              <a:pathLst>
                <a:path w="360044" h="363220">
                  <a:moveTo>
                    <a:pt x="359663" y="181355"/>
                  </a:moveTo>
                  <a:lnTo>
                    <a:pt x="353222" y="132997"/>
                  </a:lnTo>
                  <a:lnTo>
                    <a:pt x="335054" y="89633"/>
                  </a:lnTo>
                  <a:lnTo>
                    <a:pt x="306895" y="52958"/>
                  </a:lnTo>
                  <a:lnTo>
                    <a:pt x="270481" y="24666"/>
                  </a:lnTo>
                  <a:lnTo>
                    <a:pt x="227548" y="6448"/>
                  </a:lnTo>
                  <a:lnTo>
                    <a:pt x="179831" y="0"/>
                  </a:lnTo>
                  <a:lnTo>
                    <a:pt x="132115" y="6448"/>
                  </a:lnTo>
                  <a:lnTo>
                    <a:pt x="89182" y="24666"/>
                  </a:lnTo>
                  <a:lnTo>
                    <a:pt x="52768" y="52958"/>
                  </a:lnTo>
                  <a:lnTo>
                    <a:pt x="24609" y="89633"/>
                  </a:lnTo>
                  <a:lnTo>
                    <a:pt x="6441" y="132997"/>
                  </a:lnTo>
                  <a:lnTo>
                    <a:pt x="0" y="181355"/>
                  </a:lnTo>
                  <a:lnTo>
                    <a:pt x="6441" y="229714"/>
                  </a:lnTo>
                  <a:lnTo>
                    <a:pt x="24609" y="273078"/>
                  </a:lnTo>
                  <a:lnTo>
                    <a:pt x="52768" y="309752"/>
                  </a:lnTo>
                  <a:lnTo>
                    <a:pt x="89182" y="338045"/>
                  </a:lnTo>
                  <a:lnTo>
                    <a:pt x="132115" y="356263"/>
                  </a:lnTo>
                  <a:lnTo>
                    <a:pt x="179831" y="362711"/>
                  </a:lnTo>
                  <a:lnTo>
                    <a:pt x="227548" y="356263"/>
                  </a:lnTo>
                  <a:lnTo>
                    <a:pt x="270481" y="338045"/>
                  </a:lnTo>
                  <a:lnTo>
                    <a:pt x="306895" y="309752"/>
                  </a:lnTo>
                  <a:lnTo>
                    <a:pt x="335054" y="273078"/>
                  </a:lnTo>
                  <a:lnTo>
                    <a:pt x="353222" y="229714"/>
                  </a:lnTo>
                  <a:lnTo>
                    <a:pt x="359663" y="1813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58218" y="3119628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5" h="372110">
                  <a:moveTo>
                    <a:pt x="368808" y="204216"/>
                  </a:moveTo>
                  <a:lnTo>
                    <a:pt x="368808" y="166116"/>
                  </a:lnTo>
                  <a:lnTo>
                    <a:pt x="365760" y="147828"/>
                  </a:lnTo>
                  <a:lnTo>
                    <a:pt x="347472" y="97536"/>
                  </a:lnTo>
                  <a:lnTo>
                    <a:pt x="315468" y="54864"/>
                  </a:lnTo>
                  <a:lnTo>
                    <a:pt x="272796" y="22860"/>
                  </a:lnTo>
                  <a:lnTo>
                    <a:pt x="220980" y="4572"/>
                  </a:lnTo>
                  <a:lnTo>
                    <a:pt x="184404" y="0"/>
                  </a:lnTo>
                  <a:lnTo>
                    <a:pt x="166116" y="1406"/>
                  </a:lnTo>
                  <a:lnTo>
                    <a:pt x="164592" y="1524"/>
                  </a:lnTo>
                  <a:lnTo>
                    <a:pt x="112776" y="15240"/>
                  </a:lnTo>
                  <a:lnTo>
                    <a:pt x="67056" y="42672"/>
                  </a:lnTo>
                  <a:lnTo>
                    <a:pt x="30480" y="82296"/>
                  </a:lnTo>
                  <a:lnTo>
                    <a:pt x="7620" y="131064"/>
                  </a:lnTo>
                  <a:lnTo>
                    <a:pt x="0" y="167640"/>
                  </a:lnTo>
                  <a:lnTo>
                    <a:pt x="0" y="205740"/>
                  </a:lnTo>
                  <a:lnTo>
                    <a:pt x="3048" y="224028"/>
                  </a:lnTo>
                  <a:lnTo>
                    <a:pt x="7620" y="240792"/>
                  </a:lnTo>
                  <a:lnTo>
                    <a:pt x="9144" y="245364"/>
                  </a:lnTo>
                  <a:lnTo>
                    <a:pt x="9144" y="167640"/>
                  </a:lnTo>
                  <a:lnTo>
                    <a:pt x="12192" y="150876"/>
                  </a:lnTo>
                  <a:lnTo>
                    <a:pt x="38100" y="86868"/>
                  </a:lnTo>
                  <a:lnTo>
                    <a:pt x="73152" y="50292"/>
                  </a:lnTo>
                  <a:lnTo>
                    <a:pt x="115824" y="22860"/>
                  </a:lnTo>
                  <a:lnTo>
                    <a:pt x="166116" y="10668"/>
                  </a:lnTo>
                  <a:lnTo>
                    <a:pt x="184404" y="9144"/>
                  </a:lnTo>
                  <a:lnTo>
                    <a:pt x="201168" y="10541"/>
                  </a:lnTo>
                  <a:lnTo>
                    <a:pt x="202692" y="10668"/>
                  </a:lnTo>
                  <a:lnTo>
                    <a:pt x="252984" y="24384"/>
                  </a:lnTo>
                  <a:lnTo>
                    <a:pt x="295656" y="50292"/>
                  </a:lnTo>
                  <a:lnTo>
                    <a:pt x="338328" y="102108"/>
                  </a:lnTo>
                  <a:lnTo>
                    <a:pt x="356616" y="150876"/>
                  </a:lnTo>
                  <a:lnTo>
                    <a:pt x="359664" y="185928"/>
                  </a:lnTo>
                  <a:lnTo>
                    <a:pt x="359664" y="244983"/>
                  </a:lnTo>
                  <a:lnTo>
                    <a:pt x="361188" y="240792"/>
                  </a:lnTo>
                  <a:lnTo>
                    <a:pt x="365760" y="222504"/>
                  </a:lnTo>
                  <a:lnTo>
                    <a:pt x="368808" y="204216"/>
                  </a:lnTo>
                  <a:close/>
                </a:path>
                <a:path w="368935" h="372110">
                  <a:moveTo>
                    <a:pt x="359664" y="244983"/>
                  </a:moveTo>
                  <a:lnTo>
                    <a:pt x="359664" y="185928"/>
                  </a:lnTo>
                  <a:lnTo>
                    <a:pt x="356616" y="222504"/>
                  </a:lnTo>
                  <a:lnTo>
                    <a:pt x="352044" y="239268"/>
                  </a:lnTo>
                  <a:lnTo>
                    <a:pt x="329184" y="284988"/>
                  </a:lnTo>
                  <a:lnTo>
                    <a:pt x="295656" y="321564"/>
                  </a:lnTo>
                  <a:lnTo>
                    <a:pt x="252984" y="348996"/>
                  </a:lnTo>
                  <a:lnTo>
                    <a:pt x="201168" y="361188"/>
                  </a:lnTo>
                  <a:lnTo>
                    <a:pt x="184404" y="362712"/>
                  </a:lnTo>
                  <a:lnTo>
                    <a:pt x="166116" y="361188"/>
                  </a:lnTo>
                  <a:lnTo>
                    <a:pt x="115824" y="348996"/>
                  </a:lnTo>
                  <a:lnTo>
                    <a:pt x="73152" y="321564"/>
                  </a:lnTo>
                  <a:lnTo>
                    <a:pt x="59436" y="310896"/>
                  </a:lnTo>
                  <a:lnTo>
                    <a:pt x="22860" y="254508"/>
                  </a:lnTo>
                  <a:lnTo>
                    <a:pt x="9144" y="204216"/>
                  </a:lnTo>
                  <a:lnTo>
                    <a:pt x="9144" y="245364"/>
                  </a:lnTo>
                  <a:lnTo>
                    <a:pt x="30480" y="289560"/>
                  </a:lnTo>
                  <a:lnTo>
                    <a:pt x="67056" y="329184"/>
                  </a:lnTo>
                  <a:lnTo>
                    <a:pt x="129540" y="364236"/>
                  </a:lnTo>
                  <a:lnTo>
                    <a:pt x="184404" y="371856"/>
                  </a:lnTo>
                  <a:lnTo>
                    <a:pt x="201168" y="370459"/>
                  </a:lnTo>
                  <a:lnTo>
                    <a:pt x="202692" y="370332"/>
                  </a:lnTo>
                  <a:lnTo>
                    <a:pt x="256032" y="356616"/>
                  </a:lnTo>
                  <a:lnTo>
                    <a:pt x="301752" y="329184"/>
                  </a:lnTo>
                  <a:lnTo>
                    <a:pt x="338328" y="289560"/>
                  </a:lnTo>
                  <a:lnTo>
                    <a:pt x="355092" y="257556"/>
                  </a:lnTo>
                  <a:lnTo>
                    <a:pt x="359664" y="244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69465" y="3233927"/>
              <a:ext cx="144780" cy="143510"/>
            </a:xfrm>
            <a:custGeom>
              <a:avLst/>
              <a:gdLst/>
              <a:ahLst/>
              <a:cxnLst/>
              <a:rect l="l" t="t" r="r" b="b"/>
              <a:pathLst>
                <a:path w="144780" h="143510">
                  <a:moveTo>
                    <a:pt x="144780" y="56388"/>
                  </a:moveTo>
                  <a:lnTo>
                    <a:pt x="86868" y="56388"/>
                  </a:lnTo>
                  <a:lnTo>
                    <a:pt x="86868" y="0"/>
                  </a:lnTo>
                  <a:lnTo>
                    <a:pt x="57912" y="0"/>
                  </a:lnTo>
                  <a:lnTo>
                    <a:pt x="57912" y="56388"/>
                  </a:lnTo>
                  <a:lnTo>
                    <a:pt x="0" y="56388"/>
                  </a:lnTo>
                  <a:lnTo>
                    <a:pt x="0" y="83820"/>
                  </a:lnTo>
                  <a:lnTo>
                    <a:pt x="57912" y="83820"/>
                  </a:lnTo>
                  <a:lnTo>
                    <a:pt x="57912" y="143256"/>
                  </a:lnTo>
                  <a:lnTo>
                    <a:pt x="86868" y="143256"/>
                  </a:lnTo>
                  <a:lnTo>
                    <a:pt x="86868" y="83820"/>
                  </a:lnTo>
                  <a:lnTo>
                    <a:pt x="144780" y="83820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2789" y="3770376"/>
              <a:ext cx="360045" cy="363220"/>
            </a:xfrm>
            <a:custGeom>
              <a:avLst/>
              <a:gdLst/>
              <a:ahLst/>
              <a:cxnLst/>
              <a:rect l="l" t="t" r="r" b="b"/>
              <a:pathLst>
                <a:path w="360044" h="363220">
                  <a:moveTo>
                    <a:pt x="359663" y="181355"/>
                  </a:moveTo>
                  <a:lnTo>
                    <a:pt x="353222" y="132997"/>
                  </a:lnTo>
                  <a:lnTo>
                    <a:pt x="335054" y="89633"/>
                  </a:lnTo>
                  <a:lnTo>
                    <a:pt x="306895" y="52958"/>
                  </a:lnTo>
                  <a:lnTo>
                    <a:pt x="270481" y="24666"/>
                  </a:lnTo>
                  <a:lnTo>
                    <a:pt x="227548" y="6448"/>
                  </a:lnTo>
                  <a:lnTo>
                    <a:pt x="179831" y="0"/>
                  </a:lnTo>
                  <a:lnTo>
                    <a:pt x="132115" y="6448"/>
                  </a:lnTo>
                  <a:lnTo>
                    <a:pt x="89182" y="24666"/>
                  </a:lnTo>
                  <a:lnTo>
                    <a:pt x="52768" y="52958"/>
                  </a:lnTo>
                  <a:lnTo>
                    <a:pt x="24609" y="89633"/>
                  </a:lnTo>
                  <a:lnTo>
                    <a:pt x="6441" y="132997"/>
                  </a:lnTo>
                  <a:lnTo>
                    <a:pt x="0" y="181355"/>
                  </a:lnTo>
                  <a:lnTo>
                    <a:pt x="6441" y="229714"/>
                  </a:lnTo>
                  <a:lnTo>
                    <a:pt x="24609" y="273078"/>
                  </a:lnTo>
                  <a:lnTo>
                    <a:pt x="52768" y="309752"/>
                  </a:lnTo>
                  <a:lnTo>
                    <a:pt x="89182" y="338045"/>
                  </a:lnTo>
                  <a:lnTo>
                    <a:pt x="132115" y="356263"/>
                  </a:lnTo>
                  <a:lnTo>
                    <a:pt x="179831" y="362711"/>
                  </a:lnTo>
                  <a:lnTo>
                    <a:pt x="227548" y="356263"/>
                  </a:lnTo>
                  <a:lnTo>
                    <a:pt x="270481" y="338045"/>
                  </a:lnTo>
                  <a:lnTo>
                    <a:pt x="306895" y="309752"/>
                  </a:lnTo>
                  <a:lnTo>
                    <a:pt x="335054" y="273078"/>
                  </a:lnTo>
                  <a:lnTo>
                    <a:pt x="353222" y="229714"/>
                  </a:lnTo>
                  <a:lnTo>
                    <a:pt x="359663" y="1813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58218" y="3765804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5" h="372110">
                  <a:moveTo>
                    <a:pt x="368808" y="204216"/>
                  </a:moveTo>
                  <a:lnTo>
                    <a:pt x="368808" y="166116"/>
                  </a:lnTo>
                  <a:lnTo>
                    <a:pt x="365760" y="147828"/>
                  </a:lnTo>
                  <a:lnTo>
                    <a:pt x="347472" y="97536"/>
                  </a:lnTo>
                  <a:lnTo>
                    <a:pt x="315468" y="54864"/>
                  </a:lnTo>
                  <a:lnTo>
                    <a:pt x="272796" y="22860"/>
                  </a:lnTo>
                  <a:lnTo>
                    <a:pt x="220980" y="4572"/>
                  </a:lnTo>
                  <a:lnTo>
                    <a:pt x="184404" y="0"/>
                  </a:lnTo>
                  <a:lnTo>
                    <a:pt x="166116" y="1406"/>
                  </a:lnTo>
                  <a:lnTo>
                    <a:pt x="112776" y="15240"/>
                  </a:lnTo>
                  <a:lnTo>
                    <a:pt x="67056" y="42672"/>
                  </a:lnTo>
                  <a:lnTo>
                    <a:pt x="30480" y="82296"/>
                  </a:lnTo>
                  <a:lnTo>
                    <a:pt x="7620" y="131064"/>
                  </a:lnTo>
                  <a:lnTo>
                    <a:pt x="0" y="167640"/>
                  </a:lnTo>
                  <a:lnTo>
                    <a:pt x="0" y="205740"/>
                  </a:lnTo>
                  <a:lnTo>
                    <a:pt x="3048" y="224028"/>
                  </a:lnTo>
                  <a:lnTo>
                    <a:pt x="7620" y="240792"/>
                  </a:lnTo>
                  <a:lnTo>
                    <a:pt x="9144" y="245364"/>
                  </a:lnTo>
                  <a:lnTo>
                    <a:pt x="9144" y="167640"/>
                  </a:lnTo>
                  <a:lnTo>
                    <a:pt x="12192" y="150876"/>
                  </a:lnTo>
                  <a:lnTo>
                    <a:pt x="38100" y="86868"/>
                  </a:lnTo>
                  <a:lnTo>
                    <a:pt x="73152" y="50292"/>
                  </a:lnTo>
                  <a:lnTo>
                    <a:pt x="115824" y="22860"/>
                  </a:lnTo>
                  <a:lnTo>
                    <a:pt x="166116" y="10668"/>
                  </a:lnTo>
                  <a:lnTo>
                    <a:pt x="184404" y="9144"/>
                  </a:lnTo>
                  <a:lnTo>
                    <a:pt x="201168" y="10541"/>
                  </a:lnTo>
                  <a:lnTo>
                    <a:pt x="202692" y="10668"/>
                  </a:lnTo>
                  <a:lnTo>
                    <a:pt x="252984" y="24384"/>
                  </a:lnTo>
                  <a:lnTo>
                    <a:pt x="295656" y="50292"/>
                  </a:lnTo>
                  <a:lnTo>
                    <a:pt x="338328" y="102108"/>
                  </a:lnTo>
                  <a:lnTo>
                    <a:pt x="356616" y="150876"/>
                  </a:lnTo>
                  <a:lnTo>
                    <a:pt x="359664" y="185928"/>
                  </a:lnTo>
                  <a:lnTo>
                    <a:pt x="359664" y="244983"/>
                  </a:lnTo>
                  <a:lnTo>
                    <a:pt x="361188" y="240792"/>
                  </a:lnTo>
                  <a:lnTo>
                    <a:pt x="365760" y="222504"/>
                  </a:lnTo>
                  <a:lnTo>
                    <a:pt x="368808" y="204216"/>
                  </a:lnTo>
                  <a:close/>
                </a:path>
                <a:path w="368935" h="372110">
                  <a:moveTo>
                    <a:pt x="359664" y="244983"/>
                  </a:moveTo>
                  <a:lnTo>
                    <a:pt x="359664" y="185928"/>
                  </a:lnTo>
                  <a:lnTo>
                    <a:pt x="356616" y="220980"/>
                  </a:lnTo>
                  <a:lnTo>
                    <a:pt x="352044" y="239268"/>
                  </a:lnTo>
                  <a:lnTo>
                    <a:pt x="329184" y="284988"/>
                  </a:lnTo>
                  <a:lnTo>
                    <a:pt x="295656" y="321564"/>
                  </a:lnTo>
                  <a:lnTo>
                    <a:pt x="252984" y="348996"/>
                  </a:lnTo>
                  <a:lnTo>
                    <a:pt x="201168" y="361188"/>
                  </a:lnTo>
                  <a:lnTo>
                    <a:pt x="184404" y="362712"/>
                  </a:lnTo>
                  <a:lnTo>
                    <a:pt x="166116" y="361188"/>
                  </a:lnTo>
                  <a:lnTo>
                    <a:pt x="115824" y="348996"/>
                  </a:lnTo>
                  <a:lnTo>
                    <a:pt x="73152" y="321564"/>
                  </a:lnTo>
                  <a:lnTo>
                    <a:pt x="59436" y="310896"/>
                  </a:lnTo>
                  <a:lnTo>
                    <a:pt x="48768" y="297180"/>
                  </a:lnTo>
                  <a:lnTo>
                    <a:pt x="38100" y="284988"/>
                  </a:lnTo>
                  <a:lnTo>
                    <a:pt x="22860" y="254508"/>
                  </a:lnTo>
                  <a:lnTo>
                    <a:pt x="16764" y="237744"/>
                  </a:lnTo>
                  <a:lnTo>
                    <a:pt x="12192" y="220980"/>
                  </a:lnTo>
                  <a:lnTo>
                    <a:pt x="9144" y="204216"/>
                  </a:lnTo>
                  <a:lnTo>
                    <a:pt x="9144" y="245364"/>
                  </a:lnTo>
                  <a:lnTo>
                    <a:pt x="30480" y="289560"/>
                  </a:lnTo>
                  <a:lnTo>
                    <a:pt x="67056" y="329184"/>
                  </a:lnTo>
                  <a:lnTo>
                    <a:pt x="112776" y="356616"/>
                  </a:lnTo>
                  <a:lnTo>
                    <a:pt x="166116" y="370332"/>
                  </a:lnTo>
                  <a:lnTo>
                    <a:pt x="184404" y="371856"/>
                  </a:lnTo>
                  <a:lnTo>
                    <a:pt x="201168" y="370459"/>
                  </a:lnTo>
                  <a:lnTo>
                    <a:pt x="239268" y="362712"/>
                  </a:lnTo>
                  <a:lnTo>
                    <a:pt x="288036" y="339852"/>
                  </a:lnTo>
                  <a:lnTo>
                    <a:pt x="327660" y="303276"/>
                  </a:lnTo>
                  <a:lnTo>
                    <a:pt x="355092" y="257556"/>
                  </a:lnTo>
                  <a:lnTo>
                    <a:pt x="359664" y="244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9465" y="3880103"/>
              <a:ext cx="144780" cy="143510"/>
            </a:xfrm>
            <a:custGeom>
              <a:avLst/>
              <a:gdLst/>
              <a:ahLst/>
              <a:cxnLst/>
              <a:rect l="l" t="t" r="r" b="b"/>
              <a:pathLst>
                <a:path w="144780" h="143510">
                  <a:moveTo>
                    <a:pt x="144780" y="56388"/>
                  </a:moveTo>
                  <a:lnTo>
                    <a:pt x="86868" y="56388"/>
                  </a:lnTo>
                  <a:lnTo>
                    <a:pt x="86868" y="0"/>
                  </a:lnTo>
                  <a:lnTo>
                    <a:pt x="57912" y="0"/>
                  </a:lnTo>
                  <a:lnTo>
                    <a:pt x="57912" y="56388"/>
                  </a:lnTo>
                  <a:lnTo>
                    <a:pt x="0" y="56388"/>
                  </a:lnTo>
                  <a:lnTo>
                    <a:pt x="0" y="83820"/>
                  </a:lnTo>
                  <a:lnTo>
                    <a:pt x="57912" y="83820"/>
                  </a:lnTo>
                  <a:lnTo>
                    <a:pt x="57912" y="143256"/>
                  </a:lnTo>
                  <a:lnTo>
                    <a:pt x="86868" y="143256"/>
                  </a:lnTo>
                  <a:lnTo>
                    <a:pt x="86868" y="83820"/>
                  </a:lnTo>
                  <a:lnTo>
                    <a:pt x="144780" y="83820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11629" y="346862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5" y="144779"/>
                  </a:moveTo>
                  <a:lnTo>
                    <a:pt x="280586" y="99291"/>
                  </a:lnTo>
                  <a:lnTo>
                    <a:pt x="259896" y="59582"/>
                  </a:lnTo>
                  <a:lnTo>
                    <a:pt x="228453" y="28139"/>
                  </a:lnTo>
                  <a:lnTo>
                    <a:pt x="188744" y="7449"/>
                  </a:lnTo>
                  <a:lnTo>
                    <a:pt x="143255" y="0"/>
                  </a:ln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744" y="280745"/>
                  </a:lnTo>
                  <a:lnTo>
                    <a:pt x="228453" y="260433"/>
                  </a:lnTo>
                  <a:lnTo>
                    <a:pt x="259896" y="229441"/>
                  </a:lnTo>
                  <a:lnTo>
                    <a:pt x="280586" y="190109"/>
                  </a:lnTo>
                  <a:lnTo>
                    <a:pt x="288035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07058" y="3464052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47828"/>
                  </a:moveTo>
                  <a:lnTo>
                    <a:pt x="295656" y="134112"/>
                  </a:lnTo>
                  <a:lnTo>
                    <a:pt x="294132" y="118872"/>
                  </a:lnTo>
                  <a:lnTo>
                    <a:pt x="284988" y="91440"/>
                  </a:lnTo>
                  <a:lnTo>
                    <a:pt x="252984" y="44196"/>
                  </a:lnTo>
                  <a:lnTo>
                    <a:pt x="219456" y="18288"/>
                  </a:lnTo>
                  <a:lnTo>
                    <a:pt x="178308" y="3048"/>
                  </a:lnTo>
                  <a:lnTo>
                    <a:pt x="147828" y="0"/>
                  </a:lnTo>
                  <a:lnTo>
                    <a:pt x="132588" y="1524"/>
                  </a:lnTo>
                  <a:lnTo>
                    <a:pt x="89916" y="12192"/>
                  </a:lnTo>
                  <a:lnTo>
                    <a:pt x="53340" y="35052"/>
                  </a:lnTo>
                  <a:lnTo>
                    <a:pt x="25908" y="65532"/>
                  </a:lnTo>
                  <a:lnTo>
                    <a:pt x="6096" y="105156"/>
                  </a:lnTo>
                  <a:lnTo>
                    <a:pt x="0" y="134112"/>
                  </a:lnTo>
                  <a:lnTo>
                    <a:pt x="0" y="164592"/>
                  </a:lnTo>
                  <a:lnTo>
                    <a:pt x="3048" y="178308"/>
                  </a:lnTo>
                  <a:lnTo>
                    <a:pt x="6096" y="193548"/>
                  </a:lnTo>
                  <a:lnTo>
                    <a:pt x="9144" y="200406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25908" y="82296"/>
                  </a:lnTo>
                  <a:lnTo>
                    <a:pt x="50292" y="50292"/>
                  </a:lnTo>
                  <a:lnTo>
                    <a:pt x="82296" y="25908"/>
                  </a:lnTo>
                  <a:lnTo>
                    <a:pt x="120396" y="12192"/>
                  </a:lnTo>
                  <a:lnTo>
                    <a:pt x="149352" y="9144"/>
                  </a:lnTo>
                  <a:lnTo>
                    <a:pt x="176784" y="12192"/>
                  </a:lnTo>
                  <a:lnTo>
                    <a:pt x="214884" y="27432"/>
                  </a:lnTo>
                  <a:lnTo>
                    <a:pt x="246888" y="50292"/>
                  </a:lnTo>
                  <a:lnTo>
                    <a:pt x="271272" y="82296"/>
                  </a:lnTo>
                  <a:lnTo>
                    <a:pt x="280416" y="108204"/>
                  </a:lnTo>
                  <a:lnTo>
                    <a:pt x="284988" y="120396"/>
                  </a:lnTo>
                  <a:lnTo>
                    <a:pt x="286512" y="135636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79" h="297179">
                  <a:moveTo>
                    <a:pt x="286512" y="201168"/>
                  </a:moveTo>
                  <a:lnTo>
                    <a:pt x="286512" y="163068"/>
                  </a:lnTo>
                  <a:lnTo>
                    <a:pt x="284988" y="176784"/>
                  </a:lnTo>
                  <a:lnTo>
                    <a:pt x="280416" y="190500"/>
                  </a:lnTo>
                  <a:lnTo>
                    <a:pt x="263652" y="227076"/>
                  </a:lnTo>
                  <a:lnTo>
                    <a:pt x="236220" y="256032"/>
                  </a:lnTo>
                  <a:lnTo>
                    <a:pt x="202692" y="277368"/>
                  </a:lnTo>
                  <a:lnTo>
                    <a:pt x="163068" y="286512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50292" y="246888"/>
                  </a:lnTo>
                  <a:lnTo>
                    <a:pt x="25908" y="214884"/>
                  </a:lnTo>
                  <a:lnTo>
                    <a:pt x="12192" y="176784"/>
                  </a:lnTo>
                  <a:lnTo>
                    <a:pt x="9144" y="147828"/>
                  </a:lnTo>
                  <a:lnTo>
                    <a:pt x="9144" y="200406"/>
                  </a:lnTo>
                  <a:lnTo>
                    <a:pt x="33528" y="243840"/>
                  </a:lnTo>
                  <a:lnTo>
                    <a:pt x="65532" y="271272"/>
                  </a:lnTo>
                  <a:lnTo>
                    <a:pt x="105156" y="291084"/>
                  </a:lnTo>
                  <a:lnTo>
                    <a:pt x="134112" y="297180"/>
                  </a:lnTo>
                  <a:lnTo>
                    <a:pt x="149352" y="297180"/>
                  </a:lnTo>
                  <a:lnTo>
                    <a:pt x="163068" y="295656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63652" y="242316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137035" y="3433062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470282" y="3499104"/>
            <a:ext cx="297180" cy="297180"/>
            <a:chOff x="2470282" y="3499104"/>
            <a:chExt cx="297180" cy="297180"/>
          </a:xfrm>
        </p:grpSpPr>
        <p:sp>
          <p:nvSpPr>
            <p:cNvPr id="37" name="object 37"/>
            <p:cNvSpPr/>
            <p:nvPr/>
          </p:nvSpPr>
          <p:spPr>
            <a:xfrm>
              <a:off x="2474854" y="350367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5" y="144779"/>
                  </a:moveTo>
                  <a:lnTo>
                    <a:pt x="280586" y="98706"/>
                  </a:lnTo>
                  <a:lnTo>
                    <a:pt x="259896" y="58923"/>
                  </a:lnTo>
                  <a:lnTo>
                    <a:pt x="228453" y="27700"/>
                  </a:lnTo>
                  <a:lnTo>
                    <a:pt x="188744" y="7303"/>
                  </a:lnTo>
                  <a:lnTo>
                    <a:pt x="143255" y="0"/>
                  </a:lnTo>
                  <a:lnTo>
                    <a:pt x="97926" y="7303"/>
                  </a:lnTo>
                  <a:lnTo>
                    <a:pt x="58594" y="27700"/>
                  </a:lnTo>
                  <a:lnTo>
                    <a:pt x="27602" y="58923"/>
                  </a:lnTo>
                  <a:lnTo>
                    <a:pt x="7290" y="98706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744" y="280745"/>
                  </a:lnTo>
                  <a:lnTo>
                    <a:pt x="228453" y="260433"/>
                  </a:lnTo>
                  <a:lnTo>
                    <a:pt x="259896" y="229441"/>
                  </a:lnTo>
                  <a:lnTo>
                    <a:pt x="280586" y="190109"/>
                  </a:lnTo>
                  <a:lnTo>
                    <a:pt x="288035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70282" y="349910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79">
                  <a:moveTo>
                    <a:pt x="297180" y="147828"/>
                  </a:moveTo>
                  <a:lnTo>
                    <a:pt x="289560" y="103632"/>
                  </a:lnTo>
                  <a:lnTo>
                    <a:pt x="271272" y="65532"/>
                  </a:lnTo>
                  <a:lnTo>
                    <a:pt x="242316" y="33528"/>
                  </a:lnTo>
                  <a:lnTo>
                    <a:pt x="192024" y="6096"/>
                  </a:lnTo>
                  <a:lnTo>
                    <a:pt x="147828" y="0"/>
                  </a:lnTo>
                  <a:lnTo>
                    <a:pt x="132588" y="1524"/>
                  </a:lnTo>
                  <a:lnTo>
                    <a:pt x="89916" y="12192"/>
                  </a:lnTo>
                  <a:lnTo>
                    <a:pt x="53340" y="35052"/>
                  </a:lnTo>
                  <a:lnTo>
                    <a:pt x="25908" y="65532"/>
                  </a:lnTo>
                  <a:lnTo>
                    <a:pt x="6096" y="105156"/>
                  </a:lnTo>
                  <a:lnTo>
                    <a:pt x="0" y="134112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3048" y="178308"/>
                  </a:lnTo>
                  <a:lnTo>
                    <a:pt x="6096" y="193548"/>
                  </a:lnTo>
                  <a:lnTo>
                    <a:pt x="9144" y="200406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25908" y="82296"/>
                  </a:lnTo>
                  <a:lnTo>
                    <a:pt x="50292" y="50292"/>
                  </a:lnTo>
                  <a:lnTo>
                    <a:pt x="82296" y="25908"/>
                  </a:lnTo>
                  <a:lnTo>
                    <a:pt x="94488" y="21336"/>
                  </a:lnTo>
                  <a:lnTo>
                    <a:pt x="106680" y="15240"/>
                  </a:lnTo>
                  <a:lnTo>
                    <a:pt x="120396" y="12192"/>
                  </a:lnTo>
                  <a:lnTo>
                    <a:pt x="134112" y="10668"/>
                  </a:lnTo>
                  <a:lnTo>
                    <a:pt x="149352" y="9144"/>
                  </a:lnTo>
                  <a:lnTo>
                    <a:pt x="176784" y="12192"/>
                  </a:lnTo>
                  <a:lnTo>
                    <a:pt x="214884" y="25908"/>
                  </a:lnTo>
                  <a:lnTo>
                    <a:pt x="246888" y="50292"/>
                  </a:lnTo>
                  <a:lnTo>
                    <a:pt x="271272" y="82296"/>
                  </a:lnTo>
                  <a:lnTo>
                    <a:pt x="280416" y="108204"/>
                  </a:lnTo>
                  <a:lnTo>
                    <a:pt x="284988" y="120396"/>
                  </a:lnTo>
                  <a:lnTo>
                    <a:pt x="286512" y="134112"/>
                  </a:lnTo>
                  <a:lnTo>
                    <a:pt x="288036" y="149352"/>
                  </a:lnTo>
                  <a:lnTo>
                    <a:pt x="288036" y="196596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80" h="297179">
                  <a:moveTo>
                    <a:pt x="288036" y="196596"/>
                  </a:moveTo>
                  <a:lnTo>
                    <a:pt x="288036" y="149352"/>
                  </a:lnTo>
                  <a:lnTo>
                    <a:pt x="284988" y="176784"/>
                  </a:lnTo>
                  <a:lnTo>
                    <a:pt x="280416" y="190500"/>
                  </a:lnTo>
                  <a:lnTo>
                    <a:pt x="263652" y="227076"/>
                  </a:lnTo>
                  <a:lnTo>
                    <a:pt x="236220" y="256032"/>
                  </a:lnTo>
                  <a:lnTo>
                    <a:pt x="202692" y="277368"/>
                  </a:lnTo>
                  <a:lnTo>
                    <a:pt x="163068" y="286512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50292" y="246888"/>
                  </a:lnTo>
                  <a:lnTo>
                    <a:pt x="25908" y="214884"/>
                  </a:lnTo>
                  <a:lnTo>
                    <a:pt x="12192" y="176784"/>
                  </a:lnTo>
                  <a:lnTo>
                    <a:pt x="9144" y="147828"/>
                  </a:lnTo>
                  <a:lnTo>
                    <a:pt x="9144" y="200406"/>
                  </a:lnTo>
                  <a:lnTo>
                    <a:pt x="33528" y="243840"/>
                  </a:lnTo>
                  <a:lnTo>
                    <a:pt x="65532" y="271272"/>
                  </a:lnTo>
                  <a:lnTo>
                    <a:pt x="105156" y="291084"/>
                  </a:lnTo>
                  <a:lnTo>
                    <a:pt x="149352" y="297180"/>
                  </a:lnTo>
                  <a:lnTo>
                    <a:pt x="164592" y="295656"/>
                  </a:lnTo>
                  <a:lnTo>
                    <a:pt x="219456" y="278892"/>
                  </a:lnTo>
                  <a:lnTo>
                    <a:pt x="263652" y="242316"/>
                  </a:lnTo>
                  <a:lnTo>
                    <a:pt x="284988" y="205740"/>
                  </a:lnTo>
                  <a:lnTo>
                    <a:pt x="288036" y="19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517024" y="3468114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685422" y="2965704"/>
            <a:ext cx="297180" cy="297180"/>
            <a:chOff x="1685422" y="2965704"/>
            <a:chExt cx="297180" cy="297180"/>
          </a:xfrm>
        </p:grpSpPr>
        <p:sp>
          <p:nvSpPr>
            <p:cNvPr id="41" name="object 41"/>
            <p:cNvSpPr/>
            <p:nvPr/>
          </p:nvSpPr>
          <p:spPr>
            <a:xfrm>
              <a:off x="1691518" y="2970275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19" h="288289">
                  <a:moveTo>
                    <a:pt x="286511" y="144779"/>
                  </a:moveTo>
                  <a:lnTo>
                    <a:pt x="279221" y="98706"/>
                  </a:lnTo>
                  <a:lnTo>
                    <a:pt x="258909" y="58923"/>
                  </a:lnTo>
                  <a:lnTo>
                    <a:pt x="227917" y="27700"/>
                  </a:lnTo>
                  <a:lnTo>
                    <a:pt x="188585" y="7303"/>
                  </a:lnTo>
                  <a:lnTo>
                    <a:pt x="143255" y="0"/>
                  </a:lnTo>
                  <a:lnTo>
                    <a:pt x="97926" y="7303"/>
                  </a:lnTo>
                  <a:lnTo>
                    <a:pt x="58594" y="27700"/>
                  </a:lnTo>
                  <a:lnTo>
                    <a:pt x="27602" y="58923"/>
                  </a:lnTo>
                  <a:lnTo>
                    <a:pt x="7290" y="98706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85422" y="296570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79">
                  <a:moveTo>
                    <a:pt x="297180" y="163068"/>
                  </a:moveTo>
                  <a:lnTo>
                    <a:pt x="297180" y="132588"/>
                  </a:lnTo>
                  <a:lnTo>
                    <a:pt x="294132" y="118872"/>
                  </a:lnTo>
                  <a:lnTo>
                    <a:pt x="291084" y="103632"/>
                  </a:lnTo>
                  <a:lnTo>
                    <a:pt x="286512" y="91440"/>
                  </a:lnTo>
                  <a:lnTo>
                    <a:pt x="278892" y="77724"/>
                  </a:lnTo>
                  <a:lnTo>
                    <a:pt x="272796" y="65532"/>
                  </a:lnTo>
                  <a:lnTo>
                    <a:pt x="243840" y="33528"/>
                  </a:lnTo>
                  <a:lnTo>
                    <a:pt x="207264" y="12192"/>
                  </a:lnTo>
                  <a:lnTo>
                    <a:pt x="164592" y="1524"/>
                  </a:lnTo>
                  <a:lnTo>
                    <a:pt x="149352" y="0"/>
                  </a:lnTo>
                  <a:lnTo>
                    <a:pt x="118872" y="3048"/>
                  </a:lnTo>
                  <a:lnTo>
                    <a:pt x="77724" y="18288"/>
                  </a:lnTo>
                  <a:lnTo>
                    <a:pt x="44196" y="44196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3048" y="178308"/>
                  </a:lnTo>
                  <a:lnTo>
                    <a:pt x="7620" y="193548"/>
                  </a:lnTo>
                  <a:lnTo>
                    <a:pt x="10668" y="202692"/>
                  </a:lnTo>
                  <a:lnTo>
                    <a:pt x="10668" y="134112"/>
                  </a:lnTo>
                  <a:lnTo>
                    <a:pt x="16764" y="106680"/>
                  </a:lnTo>
                  <a:lnTo>
                    <a:pt x="21336" y="94488"/>
                  </a:lnTo>
                  <a:lnTo>
                    <a:pt x="33528" y="70104"/>
                  </a:lnTo>
                  <a:lnTo>
                    <a:pt x="42672" y="59436"/>
                  </a:lnTo>
                  <a:lnTo>
                    <a:pt x="50292" y="50292"/>
                  </a:lnTo>
                  <a:lnTo>
                    <a:pt x="60960" y="41148"/>
                  </a:lnTo>
                  <a:lnTo>
                    <a:pt x="71628" y="33528"/>
                  </a:lnTo>
                  <a:lnTo>
                    <a:pt x="83820" y="25908"/>
                  </a:lnTo>
                  <a:lnTo>
                    <a:pt x="94488" y="21336"/>
                  </a:lnTo>
                  <a:lnTo>
                    <a:pt x="108204" y="15240"/>
                  </a:lnTo>
                  <a:lnTo>
                    <a:pt x="121920" y="12192"/>
                  </a:lnTo>
                  <a:lnTo>
                    <a:pt x="149352" y="9144"/>
                  </a:lnTo>
                  <a:lnTo>
                    <a:pt x="176784" y="12192"/>
                  </a:lnTo>
                  <a:lnTo>
                    <a:pt x="214884" y="25908"/>
                  </a:lnTo>
                  <a:lnTo>
                    <a:pt x="246888" y="50292"/>
                  </a:lnTo>
                  <a:lnTo>
                    <a:pt x="271272" y="82296"/>
                  </a:lnTo>
                  <a:lnTo>
                    <a:pt x="284988" y="120396"/>
                  </a:lnTo>
                  <a:lnTo>
                    <a:pt x="288036" y="149352"/>
                  </a:lnTo>
                  <a:lnTo>
                    <a:pt x="288036" y="201168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63068"/>
                  </a:lnTo>
                  <a:close/>
                </a:path>
                <a:path w="297180" h="297179">
                  <a:moveTo>
                    <a:pt x="288036" y="201168"/>
                  </a:moveTo>
                  <a:lnTo>
                    <a:pt x="288036" y="149352"/>
                  </a:lnTo>
                  <a:lnTo>
                    <a:pt x="284988" y="176784"/>
                  </a:lnTo>
                  <a:lnTo>
                    <a:pt x="281940" y="190500"/>
                  </a:lnTo>
                  <a:lnTo>
                    <a:pt x="263652" y="227076"/>
                  </a:lnTo>
                  <a:lnTo>
                    <a:pt x="237744" y="256032"/>
                  </a:lnTo>
                  <a:lnTo>
                    <a:pt x="202692" y="277368"/>
                  </a:lnTo>
                  <a:lnTo>
                    <a:pt x="149352" y="288036"/>
                  </a:lnTo>
                  <a:lnTo>
                    <a:pt x="134112" y="286512"/>
                  </a:lnTo>
                  <a:lnTo>
                    <a:pt x="94488" y="277368"/>
                  </a:lnTo>
                  <a:lnTo>
                    <a:pt x="60960" y="256032"/>
                  </a:lnTo>
                  <a:lnTo>
                    <a:pt x="33528" y="225552"/>
                  </a:lnTo>
                  <a:lnTo>
                    <a:pt x="16764" y="188976"/>
                  </a:lnTo>
                  <a:lnTo>
                    <a:pt x="12192" y="176784"/>
                  </a:lnTo>
                  <a:lnTo>
                    <a:pt x="10668" y="163068"/>
                  </a:lnTo>
                  <a:lnTo>
                    <a:pt x="10668" y="202692"/>
                  </a:lnTo>
                  <a:lnTo>
                    <a:pt x="35052" y="243840"/>
                  </a:lnTo>
                  <a:lnTo>
                    <a:pt x="65532" y="271272"/>
                  </a:lnTo>
                  <a:lnTo>
                    <a:pt x="105156" y="291084"/>
                  </a:lnTo>
                  <a:lnTo>
                    <a:pt x="149352" y="297180"/>
                  </a:lnTo>
                  <a:lnTo>
                    <a:pt x="179832" y="294132"/>
                  </a:lnTo>
                  <a:lnTo>
                    <a:pt x="219456" y="278892"/>
                  </a:lnTo>
                  <a:lnTo>
                    <a:pt x="254508" y="252984"/>
                  </a:lnTo>
                  <a:lnTo>
                    <a:pt x="280416" y="219456"/>
                  </a:lnTo>
                  <a:lnTo>
                    <a:pt x="286512" y="205740"/>
                  </a:lnTo>
                  <a:lnTo>
                    <a:pt x="288036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716925" y="2934714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659514" y="3933444"/>
            <a:ext cx="295910" cy="295910"/>
            <a:chOff x="1659514" y="3933444"/>
            <a:chExt cx="295910" cy="295910"/>
          </a:xfrm>
        </p:grpSpPr>
        <p:sp>
          <p:nvSpPr>
            <p:cNvPr id="45" name="object 45"/>
            <p:cNvSpPr/>
            <p:nvPr/>
          </p:nvSpPr>
          <p:spPr>
            <a:xfrm>
              <a:off x="1664086" y="3938015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20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585" y="279221"/>
                  </a:lnTo>
                  <a:lnTo>
                    <a:pt x="227917" y="258909"/>
                  </a:lnTo>
                  <a:lnTo>
                    <a:pt x="258909" y="227917"/>
                  </a:lnTo>
                  <a:lnTo>
                    <a:pt x="279221" y="188585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59514" y="3933444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10" h="295910">
                  <a:moveTo>
                    <a:pt x="295656" y="163068"/>
                  </a:moveTo>
                  <a:lnTo>
                    <a:pt x="295656" y="132588"/>
                  </a:lnTo>
                  <a:lnTo>
                    <a:pt x="292608" y="117348"/>
                  </a:lnTo>
                  <a:lnTo>
                    <a:pt x="278892" y="76200"/>
                  </a:lnTo>
                  <a:lnTo>
                    <a:pt x="252984" y="42672"/>
                  </a:lnTo>
                  <a:lnTo>
                    <a:pt x="217932" y="16764"/>
                  </a:lnTo>
                  <a:lnTo>
                    <a:pt x="178308" y="1524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89916" y="10668"/>
                  </a:lnTo>
                  <a:lnTo>
                    <a:pt x="42672" y="42672"/>
                  </a:lnTo>
                  <a:lnTo>
                    <a:pt x="16764" y="77724"/>
                  </a:lnTo>
                  <a:lnTo>
                    <a:pt x="3048" y="117348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201168"/>
                  </a:lnTo>
                  <a:lnTo>
                    <a:pt x="9144" y="132588"/>
                  </a:lnTo>
                  <a:lnTo>
                    <a:pt x="12192" y="118872"/>
                  </a:lnTo>
                  <a:lnTo>
                    <a:pt x="25908" y="80772"/>
                  </a:lnTo>
                  <a:lnTo>
                    <a:pt x="50292" y="48768"/>
                  </a:lnTo>
                  <a:lnTo>
                    <a:pt x="59436" y="41148"/>
                  </a:lnTo>
                  <a:lnTo>
                    <a:pt x="70104" y="32004"/>
                  </a:lnTo>
                  <a:lnTo>
                    <a:pt x="94488" y="19812"/>
                  </a:lnTo>
                  <a:lnTo>
                    <a:pt x="106680" y="15240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46888" y="50292"/>
                  </a:lnTo>
                  <a:lnTo>
                    <a:pt x="275844" y="94488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89560" y="192024"/>
                  </a:lnTo>
                  <a:lnTo>
                    <a:pt x="294132" y="176784"/>
                  </a:lnTo>
                  <a:lnTo>
                    <a:pt x="295656" y="163068"/>
                  </a:lnTo>
                  <a:close/>
                </a:path>
                <a:path w="295910" h="295910">
                  <a:moveTo>
                    <a:pt x="286512" y="201168"/>
                  </a:moveTo>
                  <a:lnTo>
                    <a:pt x="286512" y="161544"/>
                  </a:lnTo>
                  <a:lnTo>
                    <a:pt x="280416" y="188976"/>
                  </a:lnTo>
                  <a:lnTo>
                    <a:pt x="275844" y="202692"/>
                  </a:lnTo>
                  <a:lnTo>
                    <a:pt x="254508" y="236220"/>
                  </a:lnTo>
                  <a:lnTo>
                    <a:pt x="225552" y="263652"/>
                  </a:lnTo>
                  <a:lnTo>
                    <a:pt x="188976" y="280416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92964" y="275844"/>
                  </a:lnTo>
                  <a:lnTo>
                    <a:pt x="59436" y="254508"/>
                  </a:lnTo>
                  <a:lnTo>
                    <a:pt x="32004" y="225552"/>
                  </a:lnTo>
                  <a:lnTo>
                    <a:pt x="15240" y="188976"/>
                  </a:lnTo>
                  <a:lnTo>
                    <a:pt x="9144" y="161544"/>
                  </a:lnTo>
                  <a:lnTo>
                    <a:pt x="9144" y="201168"/>
                  </a:lnTo>
                  <a:lnTo>
                    <a:pt x="10668" y="205740"/>
                  </a:lnTo>
                  <a:lnTo>
                    <a:pt x="18288" y="219456"/>
                  </a:lnTo>
                  <a:lnTo>
                    <a:pt x="24384" y="231648"/>
                  </a:lnTo>
                  <a:lnTo>
                    <a:pt x="53340" y="262128"/>
                  </a:lnTo>
                  <a:lnTo>
                    <a:pt x="89916" y="284988"/>
                  </a:lnTo>
                  <a:lnTo>
                    <a:pt x="118872" y="292608"/>
                  </a:lnTo>
                  <a:lnTo>
                    <a:pt x="132588" y="295656"/>
                  </a:lnTo>
                  <a:lnTo>
                    <a:pt x="163068" y="295656"/>
                  </a:lnTo>
                  <a:lnTo>
                    <a:pt x="178308" y="292608"/>
                  </a:lnTo>
                  <a:lnTo>
                    <a:pt x="192024" y="289560"/>
                  </a:lnTo>
                  <a:lnTo>
                    <a:pt x="205740" y="284988"/>
                  </a:lnTo>
                  <a:lnTo>
                    <a:pt x="219456" y="277368"/>
                  </a:lnTo>
                  <a:lnTo>
                    <a:pt x="231648" y="271272"/>
                  </a:lnTo>
                  <a:lnTo>
                    <a:pt x="262128" y="242316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689492" y="3902454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351154" y="3788664"/>
            <a:ext cx="297180" cy="297180"/>
            <a:chOff x="3351154" y="3788664"/>
            <a:chExt cx="297180" cy="297180"/>
          </a:xfrm>
        </p:grpSpPr>
        <p:sp>
          <p:nvSpPr>
            <p:cNvPr id="49" name="object 49"/>
            <p:cNvSpPr/>
            <p:nvPr/>
          </p:nvSpPr>
          <p:spPr>
            <a:xfrm>
              <a:off x="3355726" y="3793235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20">
                  <a:moveTo>
                    <a:pt x="288035" y="143255"/>
                  </a:moveTo>
                  <a:lnTo>
                    <a:pt x="280732" y="97926"/>
                  </a:lnTo>
                  <a:lnTo>
                    <a:pt x="260335" y="58594"/>
                  </a:lnTo>
                  <a:lnTo>
                    <a:pt x="229112" y="27602"/>
                  </a:lnTo>
                  <a:lnTo>
                    <a:pt x="189329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9329" y="279221"/>
                  </a:lnTo>
                  <a:lnTo>
                    <a:pt x="229112" y="258909"/>
                  </a:lnTo>
                  <a:lnTo>
                    <a:pt x="260335" y="227917"/>
                  </a:lnTo>
                  <a:lnTo>
                    <a:pt x="280732" y="188585"/>
                  </a:lnTo>
                  <a:lnTo>
                    <a:pt x="288035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51154" y="378866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47828"/>
                  </a:moveTo>
                  <a:lnTo>
                    <a:pt x="284988" y="89916"/>
                  </a:lnTo>
                  <a:lnTo>
                    <a:pt x="263652" y="53340"/>
                  </a:lnTo>
                  <a:lnTo>
                    <a:pt x="231648" y="24384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89916" y="10668"/>
                  </a:lnTo>
                  <a:lnTo>
                    <a:pt x="77724" y="18288"/>
                  </a:lnTo>
                  <a:lnTo>
                    <a:pt x="65532" y="24384"/>
                  </a:lnTo>
                  <a:lnTo>
                    <a:pt x="33528" y="53340"/>
                  </a:lnTo>
                  <a:lnTo>
                    <a:pt x="12192" y="89916"/>
                  </a:lnTo>
                  <a:lnTo>
                    <a:pt x="1524" y="132588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9144" y="196596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15240" y="106680"/>
                  </a:lnTo>
                  <a:lnTo>
                    <a:pt x="21336" y="94488"/>
                  </a:lnTo>
                  <a:lnTo>
                    <a:pt x="25908" y="82296"/>
                  </a:lnTo>
                  <a:lnTo>
                    <a:pt x="50292" y="50292"/>
                  </a:lnTo>
                  <a:lnTo>
                    <a:pt x="82296" y="25908"/>
                  </a:lnTo>
                  <a:lnTo>
                    <a:pt x="120396" y="12192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37744" y="41148"/>
                  </a:lnTo>
                  <a:lnTo>
                    <a:pt x="263652" y="70104"/>
                  </a:lnTo>
                  <a:lnTo>
                    <a:pt x="281940" y="106680"/>
                  </a:lnTo>
                  <a:lnTo>
                    <a:pt x="288036" y="147828"/>
                  </a:lnTo>
                  <a:lnTo>
                    <a:pt x="288036" y="198882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79" h="297179">
                  <a:moveTo>
                    <a:pt x="288036" y="198882"/>
                  </a:moveTo>
                  <a:lnTo>
                    <a:pt x="288036" y="147828"/>
                  </a:lnTo>
                  <a:lnTo>
                    <a:pt x="286512" y="163068"/>
                  </a:lnTo>
                  <a:lnTo>
                    <a:pt x="284988" y="176784"/>
                  </a:lnTo>
                  <a:lnTo>
                    <a:pt x="281940" y="188976"/>
                  </a:lnTo>
                  <a:lnTo>
                    <a:pt x="275844" y="202692"/>
                  </a:lnTo>
                  <a:lnTo>
                    <a:pt x="271272" y="214884"/>
                  </a:lnTo>
                  <a:lnTo>
                    <a:pt x="246888" y="246888"/>
                  </a:lnTo>
                  <a:lnTo>
                    <a:pt x="214884" y="269748"/>
                  </a:lnTo>
                  <a:lnTo>
                    <a:pt x="176784" y="283464"/>
                  </a:lnTo>
                  <a:lnTo>
                    <a:pt x="163068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59436" y="254508"/>
                  </a:lnTo>
                  <a:lnTo>
                    <a:pt x="33528" y="225552"/>
                  </a:lnTo>
                  <a:lnTo>
                    <a:pt x="15240" y="188976"/>
                  </a:lnTo>
                  <a:lnTo>
                    <a:pt x="9144" y="147828"/>
                  </a:lnTo>
                  <a:lnTo>
                    <a:pt x="9144" y="196596"/>
                  </a:lnTo>
                  <a:lnTo>
                    <a:pt x="25908" y="231648"/>
                  </a:lnTo>
                  <a:lnTo>
                    <a:pt x="65532" y="271272"/>
                  </a:lnTo>
                  <a:lnTo>
                    <a:pt x="118872" y="294132"/>
                  </a:lnTo>
                  <a:lnTo>
                    <a:pt x="149352" y="297180"/>
                  </a:lnTo>
                  <a:lnTo>
                    <a:pt x="164592" y="295656"/>
                  </a:lnTo>
                  <a:lnTo>
                    <a:pt x="178308" y="292608"/>
                  </a:lnTo>
                  <a:lnTo>
                    <a:pt x="193548" y="289560"/>
                  </a:lnTo>
                  <a:lnTo>
                    <a:pt x="231648" y="271272"/>
                  </a:lnTo>
                  <a:lnTo>
                    <a:pt x="263652" y="242316"/>
                  </a:lnTo>
                  <a:lnTo>
                    <a:pt x="284988" y="205740"/>
                  </a:lnTo>
                  <a:lnTo>
                    <a:pt x="288036" y="1988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381132" y="3757674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40853" y="1858771"/>
            <a:ext cx="1873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Electrons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can </a:t>
            </a:r>
            <a:r>
              <a:rPr sz="2400" dirty="0">
                <a:latin typeface="Arial MT"/>
                <a:cs typeface="Arial MT"/>
              </a:rPr>
              <a:t>move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freely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155580" y="1823719"/>
            <a:ext cx="20815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fixed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(solid)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slowly (liquid)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80719" y="1785619"/>
            <a:ext cx="31953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Electrons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ions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freely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73199" y="4451094"/>
            <a:ext cx="1346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Insulators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73199" y="5182613"/>
            <a:ext cx="14655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glass plastic </a:t>
            </a:r>
            <a:r>
              <a:rPr sz="2400" dirty="0">
                <a:latin typeface="Arial MT"/>
                <a:cs typeface="Arial MT"/>
              </a:rPr>
              <a:t>pure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water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374770" y="3080004"/>
            <a:ext cx="334010" cy="1163320"/>
            <a:chOff x="6374770" y="3080004"/>
            <a:chExt cx="334010" cy="1163320"/>
          </a:xfrm>
        </p:grpSpPr>
        <p:sp>
          <p:nvSpPr>
            <p:cNvPr id="58" name="object 58"/>
            <p:cNvSpPr/>
            <p:nvPr/>
          </p:nvSpPr>
          <p:spPr>
            <a:xfrm>
              <a:off x="6380865" y="3084575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286511" y="144779"/>
                  </a:moveTo>
                  <a:lnTo>
                    <a:pt x="279221" y="98706"/>
                  </a:lnTo>
                  <a:lnTo>
                    <a:pt x="258909" y="58923"/>
                  </a:lnTo>
                  <a:lnTo>
                    <a:pt x="227917" y="27700"/>
                  </a:lnTo>
                  <a:lnTo>
                    <a:pt x="188585" y="7303"/>
                  </a:lnTo>
                  <a:lnTo>
                    <a:pt x="143255" y="0"/>
                  </a:lnTo>
                  <a:lnTo>
                    <a:pt x="97926" y="7303"/>
                  </a:lnTo>
                  <a:lnTo>
                    <a:pt x="58594" y="27700"/>
                  </a:lnTo>
                  <a:lnTo>
                    <a:pt x="27602" y="58923"/>
                  </a:lnTo>
                  <a:lnTo>
                    <a:pt x="7290" y="98706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74770" y="308000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63068"/>
                  </a:moveTo>
                  <a:lnTo>
                    <a:pt x="297180" y="132588"/>
                  </a:lnTo>
                  <a:lnTo>
                    <a:pt x="294132" y="118872"/>
                  </a:lnTo>
                  <a:lnTo>
                    <a:pt x="291084" y="103632"/>
                  </a:lnTo>
                  <a:lnTo>
                    <a:pt x="286512" y="91440"/>
                  </a:lnTo>
                  <a:lnTo>
                    <a:pt x="278892" y="77724"/>
                  </a:lnTo>
                  <a:lnTo>
                    <a:pt x="272796" y="65532"/>
                  </a:lnTo>
                  <a:lnTo>
                    <a:pt x="243840" y="33528"/>
                  </a:lnTo>
                  <a:lnTo>
                    <a:pt x="207264" y="12192"/>
                  </a:lnTo>
                  <a:lnTo>
                    <a:pt x="164592" y="1524"/>
                  </a:lnTo>
                  <a:lnTo>
                    <a:pt x="149352" y="0"/>
                  </a:lnTo>
                  <a:lnTo>
                    <a:pt x="118872" y="3048"/>
                  </a:lnTo>
                  <a:lnTo>
                    <a:pt x="77724" y="18288"/>
                  </a:lnTo>
                  <a:lnTo>
                    <a:pt x="44196" y="44196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4572" y="178308"/>
                  </a:lnTo>
                  <a:lnTo>
                    <a:pt x="7620" y="193548"/>
                  </a:lnTo>
                  <a:lnTo>
                    <a:pt x="10668" y="202692"/>
                  </a:lnTo>
                  <a:lnTo>
                    <a:pt x="10668" y="134112"/>
                  </a:lnTo>
                  <a:lnTo>
                    <a:pt x="16764" y="106680"/>
                  </a:lnTo>
                  <a:lnTo>
                    <a:pt x="33528" y="70104"/>
                  </a:lnTo>
                  <a:lnTo>
                    <a:pt x="60960" y="41148"/>
                  </a:lnTo>
                  <a:lnTo>
                    <a:pt x="96012" y="21336"/>
                  </a:lnTo>
                  <a:lnTo>
                    <a:pt x="108204" y="15240"/>
                  </a:lnTo>
                  <a:lnTo>
                    <a:pt x="121920" y="12192"/>
                  </a:lnTo>
                  <a:lnTo>
                    <a:pt x="149352" y="9144"/>
                  </a:lnTo>
                  <a:lnTo>
                    <a:pt x="176784" y="12192"/>
                  </a:lnTo>
                  <a:lnTo>
                    <a:pt x="214884" y="25908"/>
                  </a:lnTo>
                  <a:lnTo>
                    <a:pt x="246888" y="50292"/>
                  </a:lnTo>
                  <a:lnTo>
                    <a:pt x="271272" y="82296"/>
                  </a:lnTo>
                  <a:lnTo>
                    <a:pt x="284988" y="120396"/>
                  </a:lnTo>
                  <a:lnTo>
                    <a:pt x="288036" y="134112"/>
                  </a:lnTo>
                  <a:lnTo>
                    <a:pt x="288036" y="201168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63068"/>
                  </a:lnTo>
                  <a:close/>
                </a:path>
                <a:path w="297179" h="297179">
                  <a:moveTo>
                    <a:pt x="288036" y="201168"/>
                  </a:moveTo>
                  <a:lnTo>
                    <a:pt x="288036" y="163068"/>
                  </a:lnTo>
                  <a:lnTo>
                    <a:pt x="281940" y="190500"/>
                  </a:lnTo>
                  <a:lnTo>
                    <a:pt x="277368" y="202692"/>
                  </a:lnTo>
                  <a:lnTo>
                    <a:pt x="256032" y="237744"/>
                  </a:lnTo>
                  <a:lnTo>
                    <a:pt x="227076" y="263652"/>
                  </a:lnTo>
                  <a:lnTo>
                    <a:pt x="190500" y="281940"/>
                  </a:lnTo>
                  <a:lnTo>
                    <a:pt x="149352" y="288036"/>
                  </a:lnTo>
                  <a:lnTo>
                    <a:pt x="134112" y="286512"/>
                  </a:lnTo>
                  <a:lnTo>
                    <a:pt x="94488" y="277368"/>
                  </a:lnTo>
                  <a:lnTo>
                    <a:pt x="60960" y="256032"/>
                  </a:lnTo>
                  <a:lnTo>
                    <a:pt x="33528" y="225552"/>
                  </a:lnTo>
                  <a:lnTo>
                    <a:pt x="16764" y="188976"/>
                  </a:lnTo>
                  <a:lnTo>
                    <a:pt x="10668" y="163068"/>
                  </a:lnTo>
                  <a:lnTo>
                    <a:pt x="10668" y="202692"/>
                  </a:lnTo>
                  <a:lnTo>
                    <a:pt x="35052" y="243840"/>
                  </a:lnTo>
                  <a:lnTo>
                    <a:pt x="79248" y="278892"/>
                  </a:lnTo>
                  <a:lnTo>
                    <a:pt x="118872" y="294132"/>
                  </a:lnTo>
                  <a:lnTo>
                    <a:pt x="149352" y="297180"/>
                  </a:lnTo>
                  <a:lnTo>
                    <a:pt x="179832" y="294132"/>
                  </a:lnTo>
                  <a:lnTo>
                    <a:pt x="219456" y="278892"/>
                  </a:lnTo>
                  <a:lnTo>
                    <a:pt x="254508" y="252984"/>
                  </a:lnTo>
                  <a:lnTo>
                    <a:pt x="280416" y="219456"/>
                  </a:lnTo>
                  <a:lnTo>
                    <a:pt x="286512" y="205740"/>
                  </a:lnTo>
                  <a:lnTo>
                    <a:pt x="288036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17441" y="3950207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5"/>
                  </a:lnTo>
                  <a:lnTo>
                    <a:pt x="188585" y="280586"/>
                  </a:lnTo>
                  <a:lnTo>
                    <a:pt x="227917" y="259896"/>
                  </a:lnTo>
                  <a:lnTo>
                    <a:pt x="258909" y="228453"/>
                  </a:lnTo>
                  <a:lnTo>
                    <a:pt x="279221" y="188744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11346" y="3945636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63068"/>
                  </a:moveTo>
                  <a:lnTo>
                    <a:pt x="297180" y="132588"/>
                  </a:lnTo>
                  <a:lnTo>
                    <a:pt x="294132" y="118872"/>
                  </a:lnTo>
                  <a:lnTo>
                    <a:pt x="291084" y="103632"/>
                  </a:lnTo>
                  <a:lnTo>
                    <a:pt x="286512" y="89916"/>
                  </a:lnTo>
                  <a:lnTo>
                    <a:pt x="278892" y="77724"/>
                  </a:lnTo>
                  <a:lnTo>
                    <a:pt x="272796" y="65532"/>
                  </a:lnTo>
                  <a:lnTo>
                    <a:pt x="243840" y="33528"/>
                  </a:lnTo>
                  <a:lnTo>
                    <a:pt x="219456" y="18288"/>
                  </a:lnTo>
                  <a:lnTo>
                    <a:pt x="207264" y="10668"/>
                  </a:lnTo>
                  <a:lnTo>
                    <a:pt x="193548" y="6096"/>
                  </a:lnTo>
                  <a:lnTo>
                    <a:pt x="178308" y="3048"/>
                  </a:lnTo>
                  <a:lnTo>
                    <a:pt x="164592" y="0"/>
                  </a:lnTo>
                  <a:lnTo>
                    <a:pt x="134112" y="0"/>
                  </a:lnTo>
                  <a:lnTo>
                    <a:pt x="118872" y="3048"/>
                  </a:lnTo>
                  <a:lnTo>
                    <a:pt x="77724" y="18288"/>
                  </a:lnTo>
                  <a:lnTo>
                    <a:pt x="44196" y="42672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10668" y="201168"/>
                  </a:lnTo>
                  <a:lnTo>
                    <a:pt x="10668" y="134112"/>
                  </a:lnTo>
                  <a:lnTo>
                    <a:pt x="16764" y="106680"/>
                  </a:lnTo>
                  <a:lnTo>
                    <a:pt x="21336" y="94488"/>
                  </a:lnTo>
                  <a:lnTo>
                    <a:pt x="33528" y="70104"/>
                  </a:lnTo>
                  <a:lnTo>
                    <a:pt x="42672" y="59436"/>
                  </a:lnTo>
                  <a:lnTo>
                    <a:pt x="50292" y="50292"/>
                  </a:lnTo>
                  <a:lnTo>
                    <a:pt x="83820" y="25908"/>
                  </a:lnTo>
                  <a:lnTo>
                    <a:pt x="121920" y="12192"/>
                  </a:lnTo>
                  <a:lnTo>
                    <a:pt x="149352" y="9144"/>
                  </a:lnTo>
                  <a:lnTo>
                    <a:pt x="176784" y="12192"/>
                  </a:lnTo>
                  <a:lnTo>
                    <a:pt x="214884" y="25908"/>
                  </a:lnTo>
                  <a:lnTo>
                    <a:pt x="256032" y="59436"/>
                  </a:lnTo>
                  <a:lnTo>
                    <a:pt x="277368" y="94488"/>
                  </a:lnTo>
                  <a:lnTo>
                    <a:pt x="288036" y="134112"/>
                  </a:lnTo>
                  <a:lnTo>
                    <a:pt x="288036" y="201168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63068"/>
                  </a:lnTo>
                  <a:close/>
                </a:path>
                <a:path w="297179" h="297179">
                  <a:moveTo>
                    <a:pt x="288036" y="201168"/>
                  </a:moveTo>
                  <a:lnTo>
                    <a:pt x="288036" y="147828"/>
                  </a:lnTo>
                  <a:lnTo>
                    <a:pt x="286512" y="163068"/>
                  </a:lnTo>
                  <a:lnTo>
                    <a:pt x="284988" y="176784"/>
                  </a:lnTo>
                  <a:lnTo>
                    <a:pt x="271272" y="214884"/>
                  </a:lnTo>
                  <a:lnTo>
                    <a:pt x="246888" y="246888"/>
                  </a:lnTo>
                  <a:lnTo>
                    <a:pt x="202692" y="275844"/>
                  </a:lnTo>
                  <a:lnTo>
                    <a:pt x="163068" y="286512"/>
                  </a:lnTo>
                  <a:lnTo>
                    <a:pt x="134112" y="286512"/>
                  </a:lnTo>
                  <a:lnTo>
                    <a:pt x="120396" y="284988"/>
                  </a:lnTo>
                  <a:lnTo>
                    <a:pt x="108204" y="280416"/>
                  </a:lnTo>
                  <a:lnTo>
                    <a:pt x="94488" y="275844"/>
                  </a:lnTo>
                  <a:lnTo>
                    <a:pt x="60960" y="256032"/>
                  </a:lnTo>
                  <a:lnTo>
                    <a:pt x="33528" y="225552"/>
                  </a:lnTo>
                  <a:lnTo>
                    <a:pt x="16764" y="188976"/>
                  </a:lnTo>
                  <a:lnTo>
                    <a:pt x="10668" y="161544"/>
                  </a:lnTo>
                  <a:lnTo>
                    <a:pt x="10668" y="201168"/>
                  </a:lnTo>
                  <a:lnTo>
                    <a:pt x="44196" y="252984"/>
                  </a:lnTo>
                  <a:lnTo>
                    <a:pt x="79248" y="278892"/>
                  </a:lnTo>
                  <a:lnTo>
                    <a:pt x="118872" y="294132"/>
                  </a:lnTo>
                  <a:lnTo>
                    <a:pt x="149352" y="297180"/>
                  </a:lnTo>
                  <a:lnTo>
                    <a:pt x="179832" y="294132"/>
                  </a:lnTo>
                  <a:lnTo>
                    <a:pt x="219456" y="278892"/>
                  </a:lnTo>
                  <a:lnTo>
                    <a:pt x="254508" y="252984"/>
                  </a:lnTo>
                  <a:lnTo>
                    <a:pt x="280416" y="219456"/>
                  </a:lnTo>
                  <a:lnTo>
                    <a:pt x="286512" y="205740"/>
                  </a:lnTo>
                  <a:lnTo>
                    <a:pt x="288036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985909" y="1479804"/>
            <a:ext cx="4295140" cy="5183505"/>
            <a:chOff x="985909" y="1479804"/>
            <a:chExt cx="4295140" cy="5183505"/>
          </a:xfrm>
        </p:grpSpPr>
        <p:sp>
          <p:nvSpPr>
            <p:cNvPr id="63" name="object 63"/>
            <p:cNvSpPr/>
            <p:nvPr/>
          </p:nvSpPr>
          <p:spPr>
            <a:xfrm>
              <a:off x="1955165" y="2654807"/>
              <a:ext cx="2356485" cy="841375"/>
            </a:xfrm>
            <a:custGeom>
              <a:avLst/>
              <a:gdLst/>
              <a:ahLst/>
              <a:cxnLst/>
              <a:rect l="l" t="t" r="r" b="b"/>
              <a:pathLst>
                <a:path w="2356485" h="841375">
                  <a:moveTo>
                    <a:pt x="662940" y="829056"/>
                  </a:moveTo>
                  <a:lnTo>
                    <a:pt x="15240" y="0"/>
                  </a:lnTo>
                  <a:lnTo>
                    <a:pt x="0" y="12192"/>
                  </a:lnTo>
                  <a:lnTo>
                    <a:pt x="647700" y="841248"/>
                  </a:lnTo>
                  <a:lnTo>
                    <a:pt x="662940" y="829056"/>
                  </a:lnTo>
                  <a:close/>
                </a:path>
                <a:path w="2356485" h="841375">
                  <a:moveTo>
                    <a:pt x="2356104" y="47244"/>
                  </a:moveTo>
                  <a:lnTo>
                    <a:pt x="2337816" y="39624"/>
                  </a:lnTo>
                  <a:lnTo>
                    <a:pt x="2159508" y="434340"/>
                  </a:lnTo>
                  <a:lnTo>
                    <a:pt x="2176272" y="441960"/>
                  </a:lnTo>
                  <a:lnTo>
                    <a:pt x="2356104" y="47244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85909" y="1479804"/>
              <a:ext cx="4295140" cy="5183505"/>
            </a:xfrm>
            <a:custGeom>
              <a:avLst/>
              <a:gdLst/>
              <a:ahLst/>
              <a:cxnLst/>
              <a:rect l="l" t="t" r="r" b="b"/>
              <a:pathLst>
                <a:path w="4295140" h="5183505">
                  <a:moveTo>
                    <a:pt x="4294629" y="5183124"/>
                  </a:moveTo>
                  <a:lnTo>
                    <a:pt x="4294629" y="0"/>
                  </a:lnTo>
                  <a:lnTo>
                    <a:pt x="0" y="0"/>
                  </a:lnTo>
                  <a:lnTo>
                    <a:pt x="0" y="5183124"/>
                  </a:lnTo>
                  <a:lnTo>
                    <a:pt x="4572" y="5183124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4283961" y="9144"/>
                  </a:lnTo>
                  <a:lnTo>
                    <a:pt x="4283961" y="4572"/>
                  </a:lnTo>
                  <a:lnTo>
                    <a:pt x="4290057" y="9144"/>
                  </a:lnTo>
                  <a:lnTo>
                    <a:pt x="4290057" y="5183124"/>
                  </a:lnTo>
                  <a:lnTo>
                    <a:pt x="4294629" y="5183124"/>
                  </a:lnTo>
                  <a:close/>
                </a:path>
                <a:path w="4295140" h="5183505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4295140" h="5183505">
                  <a:moveTo>
                    <a:pt x="9144" y="5173980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5173980"/>
                  </a:lnTo>
                  <a:lnTo>
                    <a:pt x="9144" y="5173980"/>
                  </a:lnTo>
                  <a:close/>
                </a:path>
                <a:path w="4295140" h="5183505">
                  <a:moveTo>
                    <a:pt x="4290057" y="5173980"/>
                  </a:moveTo>
                  <a:lnTo>
                    <a:pt x="4572" y="5173980"/>
                  </a:lnTo>
                  <a:lnTo>
                    <a:pt x="9144" y="5178552"/>
                  </a:lnTo>
                  <a:lnTo>
                    <a:pt x="9144" y="5183124"/>
                  </a:lnTo>
                  <a:lnTo>
                    <a:pt x="4283961" y="5183124"/>
                  </a:lnTo>
                  <a:lnTo>
                    <a:pt x="4283961" y="5178552"/>
                  </a:lnTo>
                  <a:lnTo>
                    <a:pt x="4290057" y="5173980"/>
                  </a:lnTo>
                  <a:close/>
                </a:path>
                <a:path w="4295140" h="5183505">
                  <a:moveTo>
                    <a:pt x="9144" y="5183124"/>
                  </a:moveTo>
                  <a:lnTo>
                    <a:pt x="9144" y="5178552"/>
                  </a:lnTo>
                  <a:lnTo>
                    <a:pt x="4572" y="5173980"/>
                  </a:lnTo>
                  <a:lnTo>
                    <a:pt x="4572" y="5183124"/>
                  </a:lnTo>
                  <a:lnTo>
                    <a:pt x="9144" y="5183124"/>
                  </a:lnTo>
                  <a:close/>
                </a:path>
                <a:path w="4295140" h="5183505">
                  <a:moveTo>
                    <a:pt x="4290057" y="9144"/>
                  </a:moveTo>
                  <a:lnTo>
                    <a:pt x="4283961" y="4572"/>
                  </a:lnTo>
                  <a:lnTo>
                    <a:pt x="4283961" y="9144"/>
                  </a:lnTo>
                  <a:lnTo>
                    <a:pt x="4290057" y="9144"/>
                  </a:lnTo>
                  <a:close/>
                </a:path>
                <a:path w="4295140" h="5183505">
                  <a:moveTo>
                    <a:pt x="4290057" y="5173980"/>
                  </a:moveTo>
                  <a:lnTo>
                    <a:pt x="4290057" y="9144"/>
                  </a:lnTo>
                  <a:lnTo>
                    <a:pt x="4283961" y="9144"/>
                  </a:lnTo>
                  <a:lnTo>
                    <a:pt x="4283961" y="5173980"/>
                  </a:lnTo>
                  <a:lnTo>
                    <a:pt x="4290057" y="5173980"/>
                  </a:lnTo>
                  <a:close/>
                </a:path>
                <a:path w="4295140" h="5183505">
                  <a:moveTo>
                    <a:pt x="4290057" y="5183124"/>
                  </a:moveTo>
                  <a:lnTo>
                    <a:pt x="4290057" y="5173980"/>
                  </a:lnTo>
                  <a:lnTo>
                    <a:pt x="4283961" y="5178552"/>
                  </a:lnTo>
                  <a:lnTo>
                    <a:pt x="4283961" y="5183124"/>
                  </a:lnTo>
                  <a:lnTo>
                    <a:pt x="4290057" y="51831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6442847" y="3914646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331842" y="3339084"/>
            <a:ext cx="295910" cy="297180"/>
            <a:chOff x="7331842" y="3339084"/>
            <a:chExt cx="295910" cy="297180"/>
          </a:xfrm>
        </p:grpSpPr>
        <p:sp>
          <p:nvSpPr>
            <p:cNvPr id="67" name="object 67"/>
            <p:cNvSpPr/>
            <p:nvPr/>
          </p:nvSpPr>
          <p:spPr>
            <a:xfrm>
              <a:off x="7336413" y="3343655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5"/>
                  </a:lnTo>
                  <a:lnTo>
                    <a:pt x="188585" y="280586"/>
                  </a:lnTo>
                  <a:lnTo>
                    <a:pt x="227917" y="259896"/>
                  </a:lnTo>
                  <a:lnTo>
                    <a:pt x="258909" y="228453"/>
                  </a:lnTo>
                  <a:lnTo>
                    <a:pt x="279221" y="188744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31842" y="3339084"/>
              <a:ext cx="295910" cy="297180"/>
            </a:xfrm>
            <a:custGeom>
              <a:avLst/>
              <a:gdLst/>
              <a:ahLst/>
              <a:cxnLst/>
              <a:rect l="l" t="t" r="r" b="b"/>
              <a:pathLst>
                <a:path w="295909" h="297179">
                  <a:moveTo>
                    <a:pt x="295656" y="163068"/>
                  </a:moveTo>
                  <a:lnTo>
                    <a:pt x="295656" y="132588"/>
                  </a:lnTo>
                  <a:lnTo>
                    <a:pt x="292608" y="118872"/>
                  </a:lnTo>
                  <a:lnTo>
                    <a:pt x="289560" y="103632"/>
                  </a:lnTo>
                  <a:lnTo>
                    <a:pt x="271272" y="65532"/>
                  </a:lnTo>
                  <a:lnTo>
                    <a:pt x="242316" y="33528"/>
                  </a:lnTo>
                  <a:lnTo>
                    <a:pt x="205740" y="12192"/>
                  </a:lnTo>
                  <a:lnTo>
                    <a:pt x="176784" y="3048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7348" y="3048"/>
                  </a:lnTo>
                  <a:lnTo>
                    <a:pt x="76200" y="18288"/>
                  </a:lnTo>
                  <a:lnTo>
                    <a:pt x="33528" y="53340"/>
                  </a:lnTo>
                  <a:lnTo>
                    <a:pt x="10668" y="91440"/>
                  </a:lnTo>
                  <a:lnTo>
                    <a:pt x="0" y="134112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201168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32004" y="70104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47828" y="9144"/>
                  </a:lnTo>
                  <a:lnTo>
                    <a:pt x="161544" y="10668"/>
                  </a:lnTo>
                  <a:lnTo>
                    <a:pt x="176784" y="12192"/>
                  </a:lnTo>
                  <a:lnTo>
                    <a:pt x="214884" y="25908"/>
                  </a:lnTo>
                  <a:lnTo>
                    <a:pt x="246888" y="50292"/>
                  </a:lnTo>
                  <a:lnTo>
                    <a:pt x="254508" y="59436"/>
                  </a:lnTo>
                  <a:lnTo>
                    <a:pt x="263652" y="70104"/>
                  </a:lnTo>
                  <a:lnTo>
                    <a:pt x="275844" y="94488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89560" y="192024"/>
                  </a:lnTo>
                  <a:lnTo>
                    <a:pt x="292608" y="178308"/>
                  </a:lnTo>
                  <a:lnTo>
                    <a:pt x="295656" y="163068"/>
                  </a:lnTo>
                  <a:close/>
                </a:path>
                <a:path w="295909" h="297179">
                  <a:moveTo>
                    <a:pt x="286512" y="201168"/>
                  </a:moveTo>
                  <a:lnTo>
                    <a:pt x="286512" y="163068"/>
                  </a:lnTo>
                  <a:lnTo>
                    <a:pt x="280416" y="190500"/>
                  </a:lnTo>
                  <a:lnTo>
                    <a:pt x="275844" y="202692"/>
                  </a:lnTo>
                  <a:lnTo>
                    <a:pt x="254508" y="236220"/>
                  </a:lnTo>
                  <a:lnTo>
                    <a:pt x="225552" y="263652"/>
                  </a:lnTo>
                  <a:lnTo>
                    <a:pt x="188976" y="280416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118872" y="284988"/>
                  </a:lnTo>
                  <a:lnTo>
                    <a:pt x="106680" y="280416"/>
                  </a:lnTo>
                  <a:lnTo>
                    <a:pt x="92964" y="275844"/>
                  </a:lnTo>
                  <a:lnTo>
                    <a:pt x="59436" y="256032"/>
                  </a:lnTo>
                  <a:lnTo>
                    <a:pt x="41148" y="236220"/>
                  </a:lnTo>
                  <a:lnTo>
                    <a:pt x="32004" y="225552"/>
                  </a:lnTo>
                  <a:lnTo>
                    <a:pt x="15240" y="188976"/>
                  </a:lnTo>
                  <a:lnTo>
                    <a:pt x="9144" y="163068"/>
                  </a:lnTo>
                  <a:lnTo>
                    <a:pt x="9144" y="201168"/>
                  </a:lnTo>
                  <a:lnTo>
                    <a:pt x="42672" y="252984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782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9456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377059" y="3308094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8671438" y="3619500"/>
            <a:ext cx="297180" cy="297180"/>
            <a:chOff x="8671438" y="3619500"/>
            <a:chExt cx="297180" cy="297180"/>
          </a:xfrm>
        </p:grpSpPr>
        <p:sp>
          <p:nvSpPr>
            <p:cNvPr id="71" name="object 71"/>
            <p:cNvSpPr/>
            <p:nvPr/>
          </p:nvSpPr>
          <p:spPr>
            <a:xfrm>
              <a:off x="8676009" y="3624071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286511" y="144779"/>
                  </a:move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671438" y="361950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49352"/>
                  </a:moveTo>
                  <a:lnTo>
                    <a:pt x="289560" y="105156"/>
                  </a:lnTo>
                  <a:lnTo>
                    <a:pt x="271272" y="65532"/>
                  </a:lnTo>
                  <a:lnTo>
                    <a:pt x="242316" y="33528"/>
                  </a:lnTo>
                  <a:lnTo>
                    <a:pt x="205740" y="12192"/>
                  </a:lnTo>
                  <a:lnTo>
                    <a:pt x="147828" y="0"/>
                  </a:lnTo>
                  <a:lnTo>
                    <a:pt x="117348" y="3048"/>
                  </a:lnTo>
                  <a:lnTo>
                    <a:pt x="77724" y="18288"/>
                  </a:lnTo>
                  <a:lnTo>
                    <a:pt x="42672" y="44196"/>
                  </a:lnTo>
                  <a:lnTo>
                    <a:pt x="16764" y="77724"/>
                  </a:lnTo>
                  <a:lnTo>
                    <a:pt x="3048" y="118872"/>
                  </a:lnTo>
                  <a:lnTo>
                    <a:pt x="0" y="134112"/>
                  </a:lnTo>
                  <a:lnTo>
                    <a:pt x="0" y="164592"/>
                  </a:lnTo>
                  <a:lnTo>
                    <a:pt x="3048" y="179832"/>
                  </a:lnTo>
                  <a:lnTo>
                    <a:pt x="6096" y="193548"/>
                  </a:lnTo>
                  <a:lnTo>
                    <a:pt x="9144" y="202692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41148" y="60960"/>
                  </a:lnTo>
                  <a:lnTo>
                    <a:pt x="70104" y="33528"/>
                  </a:lnTo>
                  <a:lnTo>
                    <a:pt x="106680" y="16764"/>
                  </a:lnTo>
                  <a:lnTo>
                    <a:pt x="134112" y="10668"/>
                  </a:lnTo>
                  <a:lnTo>
                    <a:pt x="163068" y="10668"/>
                  </a:lnTo>
                  <a:lnTo>
                    <a:pt x="176784" y="12192"/>
                  </a:lnTo>
                  <a:lnTo>
                    <a:pt x="188976" y="16764"/>
                  </a:lnTo>
                  <a:lnTo>
                    <a:pt x="202692" y="21336"/>
                  </a:lnTo>
                  <a:lnTo>
                    <a:pt x="236220" y="41148"/>
                  </a:lnTo>
                  <a:lnTo>
                    <a:pt x="263652" y="71628"/>
                  </a:lnTo>
                  <a:lnTo>
                    <a:pt x="280416" y="108204"/>
                  </a:lnTo>
                  <a:lnTo>
                    <a:pt x="286512" y="135636"/>
                  </a:lnTo>
                  <a:lnTo>
                    <a:pt x="286512" y="201676"/>
                  </a:lnTo>
                  <a:lnTo>
                    <a:pt x="289560" y="193548"/>
                  </a:lnTo>
                  <a:lnTo>
                    <a:pt x="294132" y="178308"/>
                  </a:lnTo>
                  <a:lnTo>
                    <a:pt x="295656" y="164592"/>
                  </a:lnTo>
                  <a:lnTo>
                    <a:pt x="297180" y="149352"/>
                  </a:lnTo>
                  <a:close/>
                </a:path>
                <a:path w="297179" h="297179">
                  <a:moveTo>
                    <a:pt x="286512" y="201676"/>
                  </a:moveTo>
                  <a:lnTo>
                    <a:pt x="286512" y="163068"/>
                  </a:lnTo>
                  <a:lnTo>
                    <a:pt x="280416" y="190500"/>
                  </a:lnTo>
                  <a:lnTo>
                    <a:pt x="275844" y="202692"/>
                  </a:lnTo>
                  <a:lnTo>
                    <a:pt x="254508" y="237744"/>
                  </a:lnTo>
                  <a:lnTo>
                    <a:pt x="225552" y="263652"/>
                  </a:lnTo>
                  <a:lnTo>
                    <a:pt x="188976" y="281940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41148" y="237744"/>
                  </a:lnTo>
                  <a:lnTo>
                    <a:pt x="19812" y="202692"/>
                  </a:lnTo>
                  <a:lnTo>
                    <a:pt x="9144" y="163068"/>
                  </a:lnTo>
                  <a:lnTo>
                    <a:pt x="9144" y="202692"/>
                  </a:lnTo>
                  <a:lnTo>
                    <a:pt x="10668" y="207264"/>
                  </a:lnTo>
                  <a:lnTo>
                    <a:pt x="18288" y="219456"/>
                  </a:lnTo>
                  <a:lnTo>
                    <a:pt x="24384" y="231648"/>
                  </a:lnTo>
                  <a:lnTo>
                    <a:pt x="53340" y="263652"/>
                  </a:lnTo>
                  <a:lnTo>
                    <a:pt x="77724" y="278892"/>
                  </a:lnTo>
                  <a:lnTo>
                    <a:pt x="89916" y="286512"/>
                  </a:lnTo>
                  <a:lnTo>
                    <a:pt x="103632" y="291084"/>
                  </a:lnTo>
                  <a:lnTo>
                    <a:pt x="118872" y="294132"/>
                  </a:lnTo>
                  <a:lnTo>
                    <a:pt x="132588" y="297180"/>
                  </a:lnTo>
                  <a:lnTo>
                    <a:pt x="16306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62128" y="243840"/>
                  </a:lnTo>
                  <a:lnTo>
                    <a:pt x="284988" y="205740"/>
                  </a:lnTo>
                  <a:lnTo>
                    <a:pt x="286512" y="20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8701413" y="3588510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7770754" y="3800855"/>
            <a:ext cx="297180" cy="297180"/>
            <a:chOff x="7770754" y="3800855"/>
            <a:chExt cx="297180" cy="297180"/>
          </a:xfrm>
        </p:grpSpPr>
        <p:sp>
          <p:nvSpPr>
            <p:cNvPr id="75" name="object 75"/>
            <p:cNvSpPr/>
            <p:nvPr/>
          </p:nvSpPr>
          <p:spPr>
            <a:xfrm>
              <a:off x="7775325" y="380542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5" y="143255"/>
                  </a:moveTo>
                  <a:lnTo>
                    <a:pt x="280732" y="97926"/>
                  </a:lnTo>
                  <a:lnTo>
                    <a:pt x="260335" y="58594"/>
                  </a:lnTo>
                  <a:lnTo>
                    <a:pt x="229112" y="27602"/>
                  </a:lnTo>
                  <a:lnTo>
                    <a:pt x="189329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9329"/>
                  </a:lnTo>
                  <a:lnTo>
                    <a:pt x="27602" y="229112"/>
                  </a:lnTo>
                  <a:lnTo>
                    <a:pt x="58594" y="260335"/>
                  </a:lnTo>
                  <a:lnTo>
                    <a:pt x="97926" y="280732"/>
                  </a:lnTo>
                  <a:lnTo>
                    <a:pt x="143255" y="288035"/>
                  </a:lnTo>
                  <a:lnTo>
                    <a:pt x="189329" y="280732"/>
                  </a:lnTo>
                  <a:lnTo>
                    <a:pt x="229112" y="260335"/>
                  </a:lnTo>
                  <a:lnTo>
                    <a:pt x="260335" y="229112"/>
                  </a:lnTo>
                  <a:lnTo>
                    <a:pt x="280732" y="189329"/>
                  </a:lnTo>
                  <a:lnTo>
                    <a:pt x="288035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770754" y="3800855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47828"/>
                  </a:moveTo>
                  <a:lnTo>
                    <a:pt x="289560" y="103632"/>
                  </a:lnTo>
                  <a:lnTo>
                    <a:pt x="263652" y="53340"/>
                  </a:lnTo>
                  <a:lnTo>
                    <a:pt x="231648" y="25908"/>
                  </a:lnTo>
                  <a:lnTo>
                    <a:pt x="192024" y="6096"/>
                  </a:lnTo>
                  <a:lnTo>
                    <a:pt x="147828" y="0"/>
                  </a:lnTo>
                  <a:lnTo>
                    <a:pt x="132588" y="1524"/>
                  </a:lnTo>
                  <a:lnTo>
                    <a:pt x="89916" y="12192"/>
                  </a:lnTo>
                  <a:lnTo>
                    <a:pt x="53340" y="33528"/>
                  </a:lnTo>
                  <a:lnTo>
                    <a:pt x="44196" y="44196"/>
                  </a:lnTo>
                  <a:lnTo>
                    <a:pt x="33528" y="54864"/>
                  </a:lnTo>
                  <a:lnTo>
                    <a:pt x="6096" y="105156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3048" y="178308"/>
                  </a:lnTo>
                  <a:lnTo>
                    <a:pt x="7620" y="193548"/>
                  </a:lnTo>
                  <a:lnTo>
                    <a:pt x="9144" y="198120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15240" y="106680"/>
                  </a:lnTo>
                  <a:lnTo>
                    <a:pt x="21336" y="94488"/>
                  </a:lnTo>
                  <a:lnTo>
                    <a:pt x="25908" y="82296"/>
                  </a:lnTo>
                  <a:lnTo>
                    <a:pt x="50292" y="50292"/>
                  </a:lnTo>
                  <a:lnTo>
                    <a:pt x="82296" y="25908"/>
                  </a:lnTo>
                  <a:lnTo>
                    <a:pt x="120396" y="12192"/>
                  </a:lnTo>
                  <a:lnTo>
                    <a:pt x="149352" y="9144"/>
                  </a:lnTo>
                  <a:lnTo>
                    <a:pt x="176784" y="12192"/>
                  </a:lnTo>
                  <a:lnTo>
                    <a:pt x="190500" y="15240"/>
                  </a:lnTo>
                  <a:lnTo>
                    <a:pt x="202692" y="21336"/>
                  </a:lnTo>
                  <a:lnTo>
                    <a:pt x="214884" y="25908"/>
                  </a:lnTo>
                  <a:lnTo>
                    <a:pt x="246888" y="50292"/>
                  </a:lnTo>
                  <a:lnTo>
                    <a:pt x="271272" y="82296"/>
                  </a:lnTo>
                  <a:lnTo>
                    <a:pt x="284988" y="120396"/>
                  </a:lnTo>
                  <a:lnTo>
                    <a:pt x="288036" y="149352"/>
                  </a:lnTo>
                  <a:lnTo>
                    <a:pt x="288036" y="198882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79" h="297179">
                  <a:moveTo>
                    <a:pt x="288036" y="198882"/>
                  </a:moveTo>
                  <a:lnTo>
                    <a:pt x="288036" y="149352"/>
                  </a:lnTo>
                  <a:lnTo>
                    <a:pt x="284988" y="176784"/>
                  </a:lnTo>
                  <a:lnTo>
                    <a:pt x="281940" y="190500"/>
                  </a:lnTo>
                  <a:lnTo>
                    <a:pt x="275844" y="202692"/>
                  </a:lnTo>
                  <a:lnTo>
                    <a:pt x="271272" y="214884"/>
                  </a:lnTo>
                  <a:lnTo>
                    <a:pt x="263652" y="227076"/>
                  </a:lnTo>
                  <a:lnTo>
                    <a:pt x="236220" y="256032"/>
                  </a:lnTo>
                  <a:lnTo>
                    <a:pt x="202692" y="277368"/>
                  </a:lnTo>
                  <a:lnTo>
                    <a:pt x="163068" y="286512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50292" y="246888"/>
                  </a:lnTo>
                  <a:lnTo>
                    <a:pt x="25908" y="214884"/>
                  </a:lnTo>
                  <a:lnTo>
                    <a:pt x="12192" y="176784"/>
                  </a:lnTo>
                  <a:lnTo>
                    <a:pt x="9144" y="147828"/>
                  </a:lnTo>
                  <a:lnTo>
                    <a:pt x="9144" y="198120"/>
                  </a:lnTo>
                  <a:lnTo>
                    <a:pt x="12192" y="207264"/>
                  </a:lnTo>
                  <a:lnTo>
                    <a:pt x="18288" y="219456"/>
                  </a:lnTo>
                  <a:lnTo>
                    <a:pt x="33528" y="243840"/>
                  </a:lnTo>
                  <a:lnTo>
                    <a:pt x="44196" y="252984"/>
                  </a:lnTo>
                  <a:lnTo>
                    <a:pt x="54864" y="263652"/>
                  </a:lnTo>
                  <a:lnTo>
                    <a:pt x="105156" y="291084"/>
                  </a:lnTo>
                  <a:lnTo>
                    <a:pt x="149352" y="297180"/>
                  </a:lnTo>
                  <a:lnTo>
                    <a:pt x="164592" y="295656"/>
                  </a:lnTo>
                  <a:lnTo>
                    <a:pt x="207264" y="284988"/>
                  </a:lnTo>
                  <a:lnTo>
                    <a:pt x="243840" y="263652"/>
                  </a:lnTo>
                  <a:lnTo>
                    <a:pt x="252984" y="252984"/>
                  </a:lnTo>
                  <a:lnTo>
                    <a:pt x="263652" y="242316"/>
                  </a:lnTo>
                  <a:lnTo>
                    <a:pt x="271272" y="231648"/>
                  </a:lnTo>
                  <a:lnTo>
                    <a:pt x="278892" y="219456"/>
                  </a:lnTo>
                  <a:lnTo>
                    <a:pt x="288036" y="1988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800730" y="3769866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211190" y="3261360"/>
            <a:ext cx="295910" cy="297180"/>
            <a:chOff x="8211190" y="3261360"/>
            <a:chExt cx="295910" cy="297180"/>
          </a:xfrm>
        </p:grpSpPr>
        <p:sp>
          <p:nvSpPr>
            <p:cNvPr id="79" name="object 79"/>
            <p:cNvSpPr/>
            <p:nvPr/>
          </p:nvSpPr>
          <p:spPr>
            <a:xfrm>
              <a:off x="8215761" y="3265932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5"/>
                  </a:lnTo>
                  <a:lnTo>
                    <a:pt x="188585" y="280586"/>
                  </a:lnTo>
                  <a:lnTo>
                    <a:pt x="227917" y="259896"/>
                  </a:lnTo>
                  <a:lnTo>
                    <a:pt x="258909" y="228453"/>
                  </a:lnTo>
                  <a:lnTo>
                    <a:pt x="279221" y="188744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211190" y="3261360"/>
              <a:ext cx="295910" cy="297180"/>
            </a:xfrm>
            <a:custGeom>
              <a:avLst/>
              <a:gdLst/>
              <a:ahLst/>
              <a:cxnLst/>
              <a:rect l="l" t="t" r="r" b="b"/>
              <a:pathLst>
                <a:path w="295909" h="297179">
                  <a:moveTo>
                    <a:pt x="295656" y="163068"/>
                  </a:moveTo>
                  <a:lnTo>
                    <a:pt x="295656" y="132588"/>
                  </a:lnTo>
                  <a:lnTo>
                    <a:pt x="292608" y="118872"/>
                  </a:lnTo>
                  <a:lnTo>
                    <a:pt x="289560" y="103632"/>
                  </a:lnTo>
                  <a:lnTo>
                    <a:pt x="271272" y="65532"/>
                  </a:lnTo>
                  <a:lnTo>
                    <a:pt x="242316" y="33528"/>
                  </a:lnTo>
                  <a:lnTo>
                    <a:pt x="205740" y="12192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89916" y="12192"/>
                  </a:lnTo>
                  <a:lnTo>
                    <a:pt x="53340" y="33528"/>
                  </a:lnTo>
                  <a:lnTo>
                    <a:pt x="24384" y="65532"/>
                  </a:lnTo>
                  <a:lnTo>
                    <a:pt x="6096" y="103632"/>
                  </a:lnTo>
                  <a:lnTo>
                    <a:pt x="0" y="134112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201168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33528" y="70104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47828" y="9144"/>
                  </a:lnTo>
                  <a:lnTo>
                    <a:pt x="163068" y="10668"/>
                  </a:lnTo>
                  <a:lnTo>
                    <a:pt x="202692" y="19812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89560" y="192024"/>
                  </a:lnTo>
                  <a:lnTo>
                    <a:pt x="292608" y="178308"/>
                  </a:lnTo>
                  <a:lnTo>
                    <a:pt x="295656" y="163068"/>
                  </a:lnTo>
                  <a:close/>
                </a:path>
                <a:path w="295909" h="297179">
                  <a:moveTo>
                    <a:pt x="286512" y="201168"/>
                  </a:moveTo>
                  <a:lnTo>
                    <a:pt x="286512" y="163068"/>
                  </a:lnTo>
                  <a:lnTo>
                    <a:pt x="280416" y="190500"/>
                  </a:lnTo>
                  <a:lnTo>
                    <a:pt x="275844" y="202692"/>
                  </a:lnTo>
                  <a:lnTo>
                    <a:pt x="245364" y="246888"/>
                  </a:lnTo>
                  <a:lnTo>
                    <a:pt x="213360" y="271272"/>
                  </a:lnTo>
                  <a:lnTo>
                    <a:pt x="175260" y="284988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92964" y="275844"/>
                  </a:lnTo>
                  <a:lnTo>
                    <a:pt x="59436" y="256032"/>
                  </a:lnTo>
                  <a:lnTo>
                    <a:pt x="41148" y="236220"/>
                  </a:lnTo>
                  <a:lnTo>
                    <a:pt x="32004" y="225552"/>
                  </a:lnTo>
                  <a:lnTo>
                    <a:pt x="15240" y="188976"/>
                  </a:lnTo>
                  <a:lnTo>
                    <a:pt x="9144" y="161544"/>
                  </a:lnTo>
                  <a:lnTo>
                    <a:pt x="9144" y="201168"/>
                  </a:lnTo>
                  <a:lnTo>
                    <a:pt x="42672" y="252984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782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9456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8241166" y="3230370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565270" y="3133344"/>
            <a:ext cx="2242185" cy="1016635"/>
            <a:chOff x="6565270" y="3133344"/>
            <a:chExt cx="2242185" cy="1016635"/>
          </a:xfrm>
        </p:grpSpPr>
        <p:sp>
          <p:nvSpPr>
            <p:cNvPr id="83" name="object 83"/>
            <p:cNvSpPr/>
            <p:nvPr/>
          </p:nvSpPr>
          <p:spPr>
            <a:xfrm>
              <a:off x="8442838" y="3137915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359663" y="179831"/>
                  </a:moveTo>
                  <a:lnTo>
                    <a:pt x="353222" y="132115"/>
                  </a:lnTo>
                  <a:lnTo>
                    <a:pt x="335054" y="89182"/>
                  </a:lnTo>
                  <a:lnTo>
                    <a:pt x="306895" y="52768"/>
                  </a:lnTo>
                  <a:lnTo>
                    <a:pt x="270481" y="24609"/>
                  </a:lnTo>
                  <a:lnTo>
                    <a:pt x="227548" y="6441"/>
                  </a:lnTo>
                  <a:lnTo>
                    <a:pt x="179831" y="0"/>
                  </a:lnTo>
                  <a:lnTo>
                    <a:pt x="132115" y="6441"/>
                  </a:lnTo>
                  <a:lnTo>
                    <a:pt x="89182" y="24609"/>
                  </a:lnTo>
                  <a:lnTo>
                    <a:pt x="52768" y="52768"/>
                  </a:lnTo>
                  <a:lnTo>
                    <a:pt x="24609" y="89182"/>
                  </a:lnTo>
                  <a:lnTo>
                    <a:pt x="6441" y="132115"/>
                  </a:lnTo>
                  <a:lnTo>
                    <a:pt x="0" y="179831"/>
                  </a:lnTo>
                  <a:lnTo>
                    <a:pt x="6441" y="228190"/>
                  </a:lnTo>
                  <a:lnTo>
                    <a:pt x="24609" y="271554"/>
                  </a:lnTo>
                  <a:lnTo>
                    <a:pt x="52768" y="308228"/>
                  </a:lnTo>
                  <a:lnTo>
                    <a:pt x="89182" y="336521"/>
                  </a:lnTo>
                  <a:lnTo>
                    <a:pt x="132115" y="354739"/>
                  </a:lnTo>
                  <a:lnTo>
                    <a:pt x="179831" y="361187"/>
                  </a:lnTo>
                  <a:lnTo>
                    <a:pt x="227548" y="354739"/>
                  </a:lnTo>
                  <a:lnTo>
                    <a:pt x="270481" y="336521"/>
                  </a:lnTo>
                  <a:lnTo>
                    <a:pt x="306895" y="308228"/>
                  </a:lnTo>
                  <a:lnTo>
                    <a:pt x="335054" y="271554"/>
                  </a:lnTo>
                  <a:lnTo>
                    <a:pt x="353222" y="228190"/>
                  </a:lnTo>
                  <a:lnTo>
                    <a:pt x="359663" y="179831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438266" y="3133344"/>
              <a:ext cx="368935" cy="370840"/>
            </a:xfrm>
            <a:custGeom>
              <a:avLst/>
              <a:gdLst/>
              <a:ahLst/>
              <a:cxnLst/>
              <a:rect l="l" t="t" r="r" b="b"/>
              <a:pathLst>
                <a:path w="368934" h="370839">
                  <a:moveTo>
                    <a:pt x="368808" y="204216"/>
                  </a:moveTo>
                  <a:lnTo>
                    <a:pt x="368808" y="166116"/>
                  </a:lnTo>
                  <a:lnTo>
                    <a:pt x="365760" y="147828"/>
                  </a:lnTo>
                  <a:lnTo>
                    <a:pt x="347472" y="96012"/>
                  </a:lnTo>
                  <a:lnTo>
                    <a:pt x="315468" y="53340"/>
                  </a:lnTo>
                  <a:lnTo>
                    <a:pt x="272796" y="21336"/>
                  </a:lnTo>
                  <a:lnTo>
                    <a:pt x="220980" y="3048"/>
                  </a:lnTo>
                  <a:lnTo>
                    <a:pt x="202692" y="0"/>
                  </a:lnTo>
                  <a:lnTo>
                    <a:pt x="164592" y="0"/>
                  </a:lnTo>
                  <a:lnTo>
                    <a:pt x="112776" y="13716"/>
                  </a:lnTo>
                  <a:lnTo>
                    <a:pt x="67056" y="41148"/>
                  </a:lnTo>
                  <a:lnTo>
                    <a:pt x="30480" y="80772"/>
                  </a:lnTo>
                  <a:lnTo>
                    <a:pt x="7620" y="129540"/>
                  </a:lnTo>
                  <a:lnTo>
                    <a:pt x="0" y="166116"/>
                  </a:lnTo>
                  <a:lnTo>
                    <a:pt x="0" y="204216"/>
                  </a:lnTo>
                  <a:lnTo>
                    <a:pt x="3048" y="222504"/>
                  </a:lnTo>
                  <a:lnTo>
                    <a:pt x="7620" y="240792"/>
                  </a:lnTo>
                  <a:lnTo>
                    <a:pt x="9144" y="244983"/>
                  </a:lnTo>
                  <a:lnTo>
                    <a:pt x="9144" y="166116"/>
                  </a:lnTo>
                  <a:lnTo>
                    <a:pt x="12192" y="149352"/>
                  </a:lnTo>
                  <a:lnTo>
                    <a:pt x="30480" y="100584"/>
                  </a:lnTo>
                  <a:lnTo>
                    <a:pt x="73152" y="48768"/>
                  </a:lnTo>
                  <a:lnTo>
                    <a:pt x="115824" y="22860"/>
                  </a:lnTo>
                  <a:lnTo>
                    <a:pt x="166116" y="9144"/>
                  </a:lnTo>
                  <a:lnTo>
                    <a:pt x="202692" y="9144"/>
                  </a:lnTo>
                  <a:lnTo>
                    <a:pt x="252984" y="22860"/>
                  </a:lnTo>
                  <a:lnTo>
                    <a:pt x="295656" y="48768"/>
                  </a:lnTo>
                  <a:lnTo>
                    <a:pt x="330708" y="86868"/>
                  </a:lnTo>
                  <a:lnTo>
                    <a:pt x="352044" y="132588"/>
                  </a:lnTo>
                  <a:lnTo>
                    <a:pt x="359664" y="167640"/>
                  </a:lnTo>
                  <a:lnTo>
                    <a:pt x="359664" y="243840"/>
                  </a:lnTo>
                  <a:lnTo>
                    <a:pt x="361188" y="239268"/>
                  </a:lnTo>
                  <a:lnTo>
                    <a:pt x="365760" y="222504"/>
                  </a:lnTo>
                  <a:lnTo>
                    <a:pt x="368808" y="204216"/>
                  </a:lnTo>
                  <a:close/>
                </a:path>
                <a:path w="368934" h="370839">
                  <a:moveTo>
                    <a:pt x="359664" y="243840"/>
                  </a:moveTo>
                  <a:lnTo>
                    <a:pt x="359664" y="185928"/>
                  </a:lnTo>
                  <a:lnTo>
                    <a:pt x="356616" y="220980"/>
                  </a:lnTo>
                  <a:lnTo>
                    <a:pt x="352044" y="237744"/>
                  </a:lnTo>
                  <a:lnTo>
                    <a:pt x="320040" y="297180"/>
                  </a:lnTo>
                  <a:lnTo>
                    <a:pt x="268224" y="339852"/>
                  </a:lnTo>
                  <a:lnTo>
                    <a:pt x="219456" y="358140"/>
                  </a:lnTo>
                  <a:lnTo>
                    <a:pt x="184404" y="361188"/>
                  </a:lnTo>
                  <a:lnTo>
                    <a:pt x="166116" y="359664"/>
                  </a:lnTo>
                  <a:lnTo>
                    <a:pt x="115824" y="347472"/>
                  </a:lnTo>
                  <a:lnTo>
                    <a:pt x="73152" y="321564"/>
                  </a:lnTo>
                  <a:lnTo>
                    <a:pt x="38100" y="283464"/>
                  </a:lnTo>
                  <a:lnTo>
                    <a:pt x="16764" y="237744"/>
                  </a:lnTo>
                  <a:lnTo>
                    <a:pt x="9144" y="202692"/>
                  </a:lnTo>
                  <a:lnTo>
                    <a:pt x="9144" y="244983"/>
                  </a:lnTo>
                  <a:lnTo>
                    <a:pt x="30480" y="289560"/>
                  </a:lnTo>
                  <a:lnTo>
                    <a:pt x="67056" y="329184"/>
                  </a:lnTo>
                  <a:lnTo>
                    <a:pt x="112776" y="356616"/>
                  </a:lnTo>
                  <a:lnTo>
                    <a:pt x="166116" y="370332"/>
                  </a:lnTo>
                  <a:lnTo>
                    <a:pt x="204216" y="370332"/>
                  </a:lnTo>
                  <a:lnTo>
                    <a:pt x="256032" y="356616"/>
                  </a:lnTo>
                  <a:lnTo>
                    <a:pt x="301752" y="327660"/>
                  </a:lnTo>
                  <a:lnTo>
                    <a:pt x="338328" y="288036"/>
                  </a:lnTo>
                  <a:lnTo>
                    <a:pt x="355092" y="257556"/>
                  </a:lnTo>
                  <a:lnTo>
                    <a:pt x="359664" y="243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551037" y="3246119"/>
              <a:ext cx="143510" cy="144780"/>
            </a:xfrm>
            <a:custGeom>
              <a:avLst/>
              <a:gdLst/>
              <a:ahLst/>
              <a:cxnLst/>
              <a:rect l="l" t="t" r="r" b="b"/>
              <a:pathLst>
                <a:path w="143509" h="144779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3820" y="144780"/>
                  </a:lnTo>
                  <a:lnTo>
                    <a:pt x="83820" y="85344"/>
                  </a:lnTo>
                  <a:lnTo>
                    <a:pt x="143256" y="85344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442838" y="3784091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359663" y="179831"/>
                  </a:moveTo>
                  <a:lnTo>
                    <a:pt x="353222" y="132115"/>
                  </a:lnTo>
                  <a:lnTo>
                    <a:pt x="335054" y="89182"/>
                  </a:lnTo>
                  <a:lnTo>
                    <a:pt x="306895" y="52768"/>
                  </a:lnTo>
                  <a:lnTo>
                    <a:pt x="270481" y="24609"/>
                  </a:lnTo>
                  <a:lnTo>
                    <a:pt x="227548" y="6441"/>
                  </a:lnTo>
                  <a:lnTo>
                    <a:pt x="179831" y="0"/>
                  </a:lnTo>
                  <a:lnTo>
                    <a:pt x="132115" y="6441"/>
                  </a:lnTo>
                  <a:lnTo>
                    <a:pt x="89182" y="24609"/>
                  </a:lnTo>
                  <a:lnTo>
                    <a:pt x="52768" y="52768"/>
                  </a:lnTo>
                  <a:lnTo>
                    <a:pt x="24609" y="89182"/>
                  </a:lnTo>
                  <a:lnTo>
                    <a:pt x="6441" y="132115"/>
                  </a:lnTo>
                  <a:lnTo>
                    <a:pt x="0" y="179831"/>
                  </a:lnTo>
                  <a:lnTo>
                    <a:pt x="6441" y="228190"/>
                  </a:lnTo>
                  <a:lnTo>
                    <a:pt x="24609" y="271554"/>
                  </a:lnTo>
                  <a:lnTo>
                    <a:pt x="52768" y="308228"/>
                  </a:lnTo>
                  <a:lnTo>
                    <a:pt x="89182" y="336521"/>
                  </a:lnTo>
                  <a:lnTo>
                    <a:pt x="132115" y="354739"/>
                  </a:lnTo>
                  <a:lnTo>
                    <a:pt x="179831" y="361187"/>
                  </a:lnTo>
                  <a:lnTo>
                    <a:pt x="227548" y="354739"/>
                  </a:lnTo>
                  <a:lnTo>
                    <a:pt x="270481" y="336521"/>
                  </a:lnTo>
                  <a:lnTo>
                    <a:pt x="306895" y="308228"/>
                  </a:lnTo>
                  <a:lnTo>
                    <a:pt x="335054" y="271554"/>
                  </a:lnTo>
                  <a:lnTo>
                    <a:pt x="353222" y="228190"/>
                  </a:lnTo>
                  <a:lnTo>
                    <a:pt x="359663" y="179831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438266" y="3777996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10">
                  <a:moveTo>
                    <a:pt x="368808" y="205740"/>
                  </a:moveTo>
                  <a:lnTo>
                    <a:pt x="368808" y="167640"/>
                  </a:lnTo>
                  <a:lnTo>
                    <a:pt x="365760" y="149352"/>
                  </a:lnTo>
                  <a:lnTo>
                    <a:pt x="347472" y="97536"/>
                  </a:lnTo>
                  <a:lnTo>
                    <a:pt x="315468" y="54864"/>
                  </a:lnTo>
                  <a:lnTo>
                    <a:pt x="272796" y="22860"/>
                  </a:lnTo>
                  <a:lnTo>
                    <a:pt x="220980" y="4572"/>
                  </a:lnTo>
                  <a:lnTo>
                    <a:pt x="184404" y="0"/>
                  </a:lnTo>
                  <a:lnTo>
                    <a:pt x="166116" y="1406"/>
                  </a:lnTo>
                  <a:lnTo>
                    <a:pt x="112776" y="15240"/>
                  </a:lnTo>
                  <a:lnTo>
                    <a:pt x="67056" y="42672"/>
                  </a:lnTo>
                  <a:lnTo>
                    <a:pt x="30480" y="82296"/>
                  </a:lnTo>
                  <a:lnTo>
                    <a:pt x="7620" y="131064"/>
                  </a:lnTo>
                  <a:lnTo>
                    <a:pt x="0" y="167640"/>
                  </a:lnTo>
                  <a:lnTo>
                    <a:pt x="0" y="205740"/>
                  </a:lnTo>
                  <a:lnTo>
                    <a:pt x="3048" y="224028"/>
                  </a:lnTo>
                  <a:lnTo>
                    <a:pt x="7620" y="242316"/>
                  </a:lnTo>
                  <a:lnTo>
                    <a:pt x="9144" y="246507"/>
                  </a:lnTo>
                  <a:lnTo>
                    <a:pt x="9144" y="167640"/>
                  </a:lnTo>
                  <a:lnTo>
                    <a:pt x="12192" y="150876"/>
                  </a:lnTo>
                  <a:lnTo>
                    <a:pt x="30480" y="102108"/>
                  </a:lnTo>
                  <a:lnTo>
                    <a:pt x="73152" y="50292"/>
                  </a:lnTo>
                  <a:lnTo>
                    <a:pt x="115824" y="24384"/>
                  </a:lnTo>
                  <a:lnTo>
                    <a:pt x="166116" y="10668"/>
                  </a:lnTo>
                  <a:lnTo>
                    <a:pt x="202692" y="10668"/>
                  </a:lnTo>
                  <a:lnTo>
                    <a:pt x="252984" y="24384"/>
                  </a:lnTo>
                  <a:lnTo>
                    <a:pt x="295656" y="50292"/>
                  </a:lnTo>
                  <a:lnTo>
                    <a:pt x="330708" y="88392"/>
                  </a:lnTo>
                  <a:lnTo>
                    <a:pt x="352044" y="134112"/>
                  </a:lnTo>
                  <a:lnTo>
                    <a:pt x="359664" y="169164"/>
                  </a:lnTo>
                  <a:lnTo>
                    <a:pt x="359664" y="245364"/>
                  </a:lnTo>
                  <a:lnTo>
                    <a:pt x="361188" y="240792"/>
                  </a:lnTo>
                  <a:lnTo>
                    <a:pt x="365760" y="224028"/>
                  </a:lnTo>
                  <a:lnTo>
                    <a:pt x="368808" y="205740"/>
                  </a:lnTo>
                  <a:close/>
                </a:path>
                <a:path w="368934" h="372110">
                  <a:moveTo>
                    <a:pt x="359664" y="245364"/>
                  </a:moveTo>
                  <a:lnTo>
                    <a:pt x="359664" y="187452"/>
                  </a:lnTo>
                  <a:lnTo>
                    <a:pt x="356616" y="222504"/>
                  </a:lnTo>
                  <a:lnTo>
                    <a:pt x="352044" y="239268"/>
                  </a:lnTo>
                  <a:lnTo>
                    <a:pt x="320040" y="298704"/>
                  </a:lnTo>
                  <a:lnTo>
                    <a:pt x="268224" y="341376"/>
                  </a:lnTo>
                  <a:lnTo>
                    <a:pt x="219456" y="359664"/>
                  </a:lnTo>
                  <a:lnTo>
                    <a:pt x="184404" y="362712"/>
                  </a:lnTo>
                  <a:lnTo>
                    <a:pt x="166116" y="361188"/>
                  </a:lnTo>
                  <a:lnTo>
                    <a:pt x="115824" y="348996"/>
                  </a:lnTo>
                  <a:lnTo>
                    <a:pt x="73152" y="321564"/>
                  </a:lnTo>
                  <a:lnTo>
                    <a:pt x="59436" y="310896"/>
                  </a:lnTo>
                  <a:lnTo>
                    <a:pt x="22860" y="254508"/>
                  </a:lnTo>
                  <a:lnTo>
                    <a:pt x="9144" y="204216"/>
                  </a:lnTo>
                  <a:lnTo>
                    <a:pt x="9144" y="246507"/>
                  </a:lnTo>
                  <a:lnTo>
                    <a:pt x="30480" y="291084"/>
                  </a:lnTo>
                  <a:lnTo>
                    <a:pt x="67056" y="329184"/>
                  </a:lnTo>
                  <a:lnTo>
                    <a:pt x="80772" y="341376"/>
                  </a:lnTo>
                  <a:lnTo>
                    <a:pt x="129540" y="364236"/>
                  </a:lnTo>
                  <a:lnTo>
                    <a:pt x="166116" y="371856"/>
                  </a:lnTo>
                  <a:lnTo>
                    <a:pt x="204216" y="371856"/>
                  </a:lnTo>
                  <a:lnTo>
                    <a:pt x="256032" y="358140"/>
                  </a:lnTo>
                  <a:lnTo>
                    <a:pt x="301752" y="329184"/>
                  </a:lnTo>
                  <a:lnTo>
                    <a:pt x="338328" y="289560"/>
                  </a:lnTo>
                  <a:lnTo>
                    <a:pt x="355092" y="259080"/>
                  </a:lnTo>
                  <a:lnTo>
                    <a:pt x="359664" y="2453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551037" y="3892295"/>
              <a:ext cx="143510" cy="144780"/>
            </a:xfrm>
            <a:custGeom>
              <a:avLst/>
              <a:gdLst/>
              <a:ahLst/>
              <a:cxnLst/>
              <a:rect l="l" t="t" r="r" b="b"/>
              <a:pathLst>
                <a:path w="143509" h="144779">
                  <a:moveTo>
                    <a:pt x="143256" y="56388"/>
                  </a:moveTo>
                  <a:lnTo>
                    <a:pt x="83820" y="56388"/>
                  </a:lnTo>
                  <a:lnTo>
                    <a:pt x="83820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3820" y="144780"/>
                  </a:lnTo>
                  <a:lnTo>
                    <a:pt x="83820" y="85344"/>
                  </a:lnTo>
                  <a:lnTo>
                    <a:pt x="143256" y="85344"/>
                  </a:lnTo>
                  <a:lnTo>
                    <a:pt x="143256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507102" y="3137915"/>
              <a:ext cx="361315" cy="361315"/>
            </a:xfrm>
            <a:custGeom>
              <a:avLst/>
              <a:gdLst/>
              <a:ahLst/>
              <a:cxnLst/>
              <a:rect l="l" t="t" r="r" b="b"/>
              <a:pathLst>
                <a:path w="361315" h="361314">
                  <a:moveTo>
                    <a:pt x="361187" y="179831"/>
                  </a:moveTo>
                  <a:lnTo>
                    <a:pt x="354739" y="132115"/>
                  </a:lnTo>
                  <a:lnTo>
                    <a:pt x="336521" y="89182"/>
                  </a:lnTo>
                  <a:lnTo>
                    <a:pt x="308228" y="52768"/>
                  </a:lnTo>
                  <a:lnTo>
                    <a:pt x="271554" y="24609"/>
                  </a:lnTo>
                  <a:lnTo>
                    <a:pt x="228190" y="6441"/>
                  </a:lnTo>
                  <a:lnTo>
                    <a:pt x="179831" y="0"/>
                  </a:lnTo>
                  <a:lnTo>
                    <a:pt x="132115" y="6441"/>
                  </a:lnTo>
                  <a:lnTo>
                    <a:pt x="89182" y="24609"/>
                  </a:lnTo>
                  <a:lnTo>
                    <a:pt x="52768" y="52768"/>
                  </a:lnTo>
                  <a:lnTo>
                    <a:pt x="24609" y="89182"/>
                  </a:lnTo>
                  <a:lnTo>
                    <a:pt x="6441" y="132115"/>
                  </a:lnTo>
                  <a:lnTo>
                    <a:pt x="0" y="179831"/>
                  </a:lnTo>
                  <a:lnTo>
                    <a:pt x="6441" y="228190"/>
                  </a:lnTo>
                  <a:lnTo>
                    <a:pt x="24609" y="271554"/>
                  </a:lnTo>
                  <a:lnTo>
                    <a:pt x="52768" y="308228"/>
                  </a:lnTo>
                  <a:lnTo>
                    <a:pt x="89182" y="336521"/>
                  </a:lnTo>
                  <a:lnTo>
                    <a:pt x="132115" y="354739"/>
                  </a:lnTo>
                  <a:lnTo>
                    <a:pt x="179831" y="361187"/>
                  </a:lnTo>
                  <a:lnTo>
                    <a:pt x="228190" y="354739"/>
                  </a:lnTo>
                  <a:lnTo>
                    <a:pt x="271554" y="336521"/>
                  </a:lnTo>
                  <a:lnTo>
                    <a:pt x="308228" y="308228"/>
                  </a:lnTo>
                  <a:lnTo>
                    <a:pt x="336521" y="271554"/>
                  </a:lnTo>
                  <a:lnTo>
                    <a:pt x="354739" y="228190"/>
                  </a:lnTo>
                  <a:lnTo>
                    <a:pt x="361187" y="179831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502530" y="3133344"/>
              <a:ext cx="370840" cy="370840"/>
            </a:xfrm>
            <a:custGeom>
              <a:avLst/>
              <a:gdLst/>
              <a:ahLst/>
              <a:cxnLst/>
              <a:rect l="l" t="t" r="r" b="b"/>
              <a:pathLst>
                <a:path w="370840" h="370839">
                  <a:moveTo>
                    <a:pt x="370332" y="184404"/>
                  </a:moveTo>
                  <a:lnTo>
                    <a:pt x="361188" y="129540"/>
                  </a:lnTo>
                  <a:lnTo>
                    <a:pt x="338328" y="80772"/>
                  </a:lnTo>
                  <a:lnTo>
                    <a:pt x="303276" y="41148"/>
                  </a:lnTo>
                  <a:lnTo>
                    <a:pt x="257556" y="13716"/>
                  </a:lnTo>
                  <a:lnTo>
                    <a:pt x="204216" y="0"/>
                  </a:lnTo>
                  <a:lnTo>
                    <a:pt x="166116" y="0"/>
                  </a:lnTo>
                  <a:lnTo>
                    <a:pt x="112776" y="13716"/>
                  </a:lnTo>
                  <a:lnTo>
                    <a:pt x="67056" y="41148"/>
                  </a:lnTo>
                  <a:lnTo>
                    <a:pt x="32004" y="80772"/>
                  </a:lnTo>
                  <a:lnTo>
                    <a:pt x="7620" y="129540"/>
                  </a:lnTo>
                  <a:lnTo>
                    <a:pt x="0" y="185928"/>
                  </a:lnTo>
                  <a:lnTo>
                    <a:pt x="1524" y="204216"/>
                  </a:lnTo>
                  <a:lnTo>
                    <a:pt x="4572" y="222504"/>
                  </a:lnTo>
                  <a:lnTo>
                    <a:pt x="9144" y="240792"/>
                  </a:lnTo>
                  <a:lnTo>
                    <a:pt x="9144" y="184404"/>
                  </a:lnTo>
                  <a:lnTo>
                    <a:pt x="10668" y="166116"/>
                  </a:lnTo>
                  <a:lnTo>
                    <a:pt x="22860" y="115824"/>
                  </a:lnTo>
                  <a:lnTo>
                    <a:pt x="50292" y="73152"/>
                  </a:lnTo>
                  <a:lnTo>
                    <a:pt x="86868" y="38100"/>
                  </a:lnTo>
                  <a:lnTo>
                    <a:pt x="132588" y="16764"/>
                  </a:lnTo>
                  <a:lnTo>
                    <a:pt x="167640" y="9144"/>
                  </a:lnTo>
                  <a:lnTo>
                    <a:pt x="202692" y="9144"/>
                  </a:lnTo>
                  <a:lnTo>
                    <a:pt x="252984" y="22860"/>
                  </a:lnTo>
                  <a:lnTo>
                    <a:pt x="297180" y="48768"/>
                  </a:lnTo>
                  <a:lnTo>
                    <a:pt x="330708" y="86868"/>
                  </a:lnTo>
                  <a:lnTo>
                    <a:pt x="352044" y="132588"/>
                  </a:lnTo>
                  <a:lnTo>
                    <a:pt x="361188" y="185928"/>
                  </a:lnTo>
                  <a:lnTo>
                    <a:pt x="361188" y="239268"/>
                  </a:lnTo>
                  <a:lnTo>
                    <a:pt x="365760" y="222504"/>
                  </a:lnTo>
                  <a:lnTo>
                    <a:pt x="368808" y="204216"/>
                  </a:lnTo>
                  <a:lnTo>
                    <a:pt x="370332" y="184404"/>
                  </a:lnTo>
                  <a:close/>
                </a:path>
                <a:path w="370840" h="370839">
                  <a:moveTo>
                    <a:pt x="361188" y="239268"/>
                  </a:moveTo>
                  <a:lnTo>
                    <a:pt x="361188" y="185928"/>
                  </a:lnTo>
                  <a:lnTo>
                    <a:pt x="359664" y="202692"/>
                  </a:lnTo>
                  <a:lnTo>
                    <a:pt x="356616" y="220980"/>
                  </a:lnTo>
                  <a:lnTo>
                    <a:pt x="339852" y="269748"/>
                  </a:lnTo>
                  <a:lnTo>
                    <a:pt x="309372" y="309372"/>
                  </a:lnTo>
                  <a:lnTo>
                    <a:pt x="268224" y="339852"/>
                  </a:lnTo>
                  <a:lnTo>
                    <a:pt x="219456" y="358140"/>
                  </a:lnTo>
                  <a:lnTo>
                    <a:pt x="184404" y="361188"/>
                  </a:lnTo>
                  <a:lnTo>
                    <a:pt x="167640" y="359664"/>
                  </a:lnTo>
                  <a:lnTo>
                    <a:pt x="149352" y="358140"/>
                  </a:lnTo>
                  <a:lnTo>
                    <a:pt x="100584" y="339852"/>
                  </a:lnTo>
                  <a:lnTo>
                    <a:pt x="48768" y="297180"/>
                  </a:lnTo>
                  <a:lnTo>
                    <a:pt x="22860" y="252984"/>
                  </a:lnTo>
                  <a:lnTo>
                    <a:pt x="10668" y="202692"/>
                  </a:lnTo>
                  <a:lnTo>
                    <a:pt x="9144" y="184404"/>
                  </a:lnTo>
                  <a:lnTo>
                    <a:pt x="9144" y="240792"/>
                  </a:lnTo>
                  <a:lnTo>
                    <a:pt x="32004" y="289560"/>
                  </a:lnTo>
                  <a:lnTo>
                    <a:pt x="67056" y="329184"/>
                  </a:lnTo>
                  <a:lnTo>
                    <a:pt x="112776" y="356616"/>
                  </a:lnTo>
                  <a:lnTo>
                    <a:pt x="166116" y="370332"/>
                  </a:lnTo>
                  <a:lnTo>
                    <a:pt x="204216" y="370332"/>
                  </a:lnTo>
                  <a:lnTo>
                    <a:pt x="257556" y="356616"/>
                  </a:lnTo>
                  <a:lnTo>
                    <a:pt x="303276" y="327660"/>
                  </a:lnTo>
                  <a:lnTo>
                    <a:pt x="338328" y="288036"/>
                  </a:lnTo>
                  <a:lnTo>
                    <a:pt x="355092" y="257556"/>
                  </a:lnTo>
                  <a:lnTo>
                    <a:pt x="361188" y="23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615301" y="3246119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80" y="56388"/>
                  </a:moveTo>
                  <a:lnTo>
                    <a:pt x="85344" y="56388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6388" y="85344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507102" y="3784091"/>
              <a:ext cx="361315" cy="361315"/>
            </a:xfrm>
            <a:custGeom>
              <a:avLst/>
              <a:gdLst/>
              <a:ahLst/>
              <a:cxnLst/>
              <a:rect l="l" t="t" r="r" b="b"/>
              <a:pathLst>
                <a:path w="361315" h="361314">
                  <a:moveTo>
                    <a:pt x="361187" y="179831"/>
                  </a:moveTo>
                  <a:lnTo>
                    <a:pt x="354739" y="132115"/>
                  </a:lnTo>
                  <a:lnTo>
                    <a:pt x="336521" y="89182"/>
                  </a:lnTo>
                  <a:lnTo>
                    <a:pt x="308228" y="52768"/>
                  </a:lnTo>
                  <a:lnTo>
                    <a:pt x="271554" y="24609"/>
                  </a:lnTo>
                  <a:lnTo>
                    <a:pt x="228190" y="6441"/>
                  </a:lnTo>
                  <a:lnTo>
                    <a:pt x="179831" y="0"/>
                  </a:lnTo>
                  <a:lnTo>
                    <a:pt x="132115" y="6441"/>
                  </a:lnTo>
                  <a:lnTo>
                    <a:pt x="89182" y="24609"/>
                  </a:lnTo>
                  <a:lnTo>
                    <a:pt x="52768" y="52768"/>
                  </a:lnTo>
                  <a:lnTo>
                    <a:pt x="24609" y="89182"/>
                  </a:lnTo>
                  <a:lnTo>
                    <a:pt x="6441" y="132115"/>
                  </a:lnTo>
                  <a:lnTo>
                    <a:pt x="0" y="179831"/>
                  </a:lnTo>
                  <a:lnTo>
                    <a:pt x="6441" y="228190"/>
                  </a:lnTo>
                  <a:lnTo>
                    <a:pt x="24609" y="271554"/>
                  </a:lnTo>
                  <a:lnTo>
                    <a:pt x="52768" y="308228"/>
                  </a:lnTo>
                  <a:lnTo>
                    <a:pt x="89182" y="336521"/>
                  </a:lnTo>
                  <a:lnTo>
                    <a:pt x="132115" y="354739"/>
                  </a:lnTo>
                  <a:lnTo>
                    <a:pt x="179831" y="361187"/>
                  </a:lnTo>
                  <a:lnTo>
                    <a:pt x="228190" y="354739"/>
                  </a:lnTo>
                  <a:lnTo>
                    <a:pt x="271554" y="336521"/>
                  </a:lnTo>
                  <a:lnTo>
                    <a:pt x="308228" y="308228"/>
                  </a:lnTo>
                  <a:lnTo>
                    <a:pt x="336521" y="271554"/>
                  </a:lnTo>
                  <a:lnTo>
                    <a:pt x="354739" y="228190"/>
                  </a:lnTo>
                  <a:lnTo>
                    <a:pt x="361187" y="179831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502530" y="3777996"/>
              <a:ext cx="370840" cy="372110"/>
            </a:xfrm>
            <a:custGeom>
              <a:avLst/>
              <a:gdLst/>
              <a:ahLst/>
              <a:cxnLst/>
              <a:rect l="l" t="t" r="r" b="b"/>
              <a:pathLst>
                <a:path w="370840" h="372110">
                  <a:moveTo>
                    <a:pt x="370332" y="185928"/>
                  </a:moveTo>
                  <a:lnTo>
                    <a:pt x="361188" y="131064"/>
                  </a:lnTo>
                  <a:lnTo>
                    <a:pt x="338328" y="82296"/>
                  </a:lnTo>
                  <a:lnTo>
                    <a:pt x="303276" y="42672"/>
                  </a:lnTo>
                  <a:lnTo>
                    <a:pt x="257556" y="15240"/>
                  </a:lnTo>
                  <a:lnTo>
                    <a:pt x="204216" y="1524"/>
                  </a:lnTo>
                  <a:lnTo>
                    <a:pt x="184404" y="0"/>
                  </a:lnTo>
                  <a:lnTo>
                    <a:pt x="167640" y="1397"/>
                  </a:lnTo>
                  <a:lnTo>
                    <a:pt x="129540" y="9144"/>
                  </a:lnTo>
                  <a:lnTo>
                    <a:pt x="80772" y="32004"/>
                  </a:lnTo>
                  <a:lnTo>
                    <a:pt x="32004" y="82296"/>
                  </a:lnTo>
                  <a:lnTo>
                    <a:pt x="7620" y="131064"/>
                  </a:lnTo>
                  <a:lnTo>
                    <a:pt x="0" y="187452"/>
                  </a:lnTo>
                  <a:lnTo>
                    <a:pt x="1524" y="205740"/>
                  </a:lnTo>
                  <a:lnTo>
                    <a:pt x="4572" y="224028"/>
                  </a:lnTo>
                  <a:lnTo>
                    <a:pt x="9144" y="242316"/>
                  </a:lnTo>
                  <a:lnTo>
                    <a:pt x="9144" y="185928"/>
                  </a:lnTo>
                  <a:lnTo>
                    <a:pt x="10668" y="167640"/>
                  </a:lnTo>
                  <a:lnTo>
                    <a:pt x="22860" y="117348"/>
                  </a:lnTo>
                  <a:lnTo>
                    <a:pt x="50292" y="74676"/>
                  </a:lnTo>
                  <a:lnTo>
                    <a:pt x="86868" y="39624"/>
                  </a:lnTo>
                  <a:lnTo>
                    <a:pt x="132588" y="18288"/>
                  </a:lnTo>
                  <a:lnTo>
                    <a:pt x="167640" y="10668"/>
                  </a:lnTo>
                  <a:lnTo>
                    <a:pt x="202692" y="10668"/>
                  </a:lnTo>
                  <a:lnTo>
                    <a:pt x="252984" y="24384"/>
                  </a:lnTo>
                  <a:lnTo>
                    <a:pt x="297180" y="50292"/>
                  </a:lnTo>
                  <a:lnTo>
                    <a:pt x="330708" y="88392"/>
                  </a:lnTo>
                  <a:lnTo>
                    <a:pt x="356616" y="150876"/>
                  </a:lnTo>
                  <a:lnTo>
                    <a:pt x="361188" y="187452"/>
                  </a:lnTo>
                  <a:lnTo>
                    <a:pt x="361188" y="240792"/>
                  </a:lnTo>
                  <a:lnTo>
                    <a:pt x="365760" y="224028"/>
                  </a:lnTo>
                  <a:lnTo>
                    <a:pt x="368808" y="205740"/>
                  </a:lnTo>
                  <a:lnTo>
                    <a:pt x="370332" y="185928"/>
                  </a:lnTo>
                  <a:close/>
                </a:path>
                <a:path w="370840" h="372110">
                  <a:moveTo>
                    <a:pt x="361188" y="240792"/>
                  </a:moveTo>
                  <a:lnTo>
                    <a:pt x="361188" y="187452"/>
                  </a:lnTo>
                  <a:lnTo>
                    <a:pt x="359664" y="204216"/>
                  </a:lnTo>
                  <a:lnTo>
                    <a:pt x="356616" y="222504"/>
                  </a:lnTo>
                  <a:lnTo>
                    <a:pt x="339852" y="271272"/>
                  </a:lnTo>
                  <a:lnTo>
                    <a:pt x="309372" y="310896"/>
                  </a:lnTo>
                  <a:lnTo>
                    <a:pt x="268224" y="341376"/>
                  </a:lnTo>
                  <a:lnTo>
                    <a:pt x="219456" y="359664"/>
                  </a:lnTo>
                  <a:lnTo>
                    <a:pt x="184404" y="362712"/>
                  </a:lnTo>
                  <a:lnTo>
                    <a:pt x="167640" y="361188"/>
                  </a:lnTo>
                  <a:lnTo>
                    <a:pt x="149352" y="359664"/>
                  </a:lnTo>
                  <a:lnTo>
                    <a:pt x="100584" y="341376"/>
                  </a:lnTo>
                  <a:lnTo>
                    <a:pt x="60960" y="310896"/>
                  </a:lnTo>
                  <a:lnTo>
                    <a:pt x="30480" y="269748"/>
                  </a:lnTo>
                  <a:lnTo>
                    <a:pt x="13716" y="222504"/>
                  </a:lnTo>
                  <a:lnTo>
                    <a:pt x="9144" y="185928"/>
                  </a:lnTo>
                  <a:lnTo>
                    <a:pt x="9144" y="242316"/>
                  </a:lnTo>
                  <a:lnTo>
                    <a:pt x="32004" y="291084"/>
                  </a:lnTo>
                  <a:lnTo>
                    <a:pt x="67056" y="329184"/>
                  </a:lnTo>
                  <a:lnTo>
                    <a:pt x="112776" y="358140"/>
                  </a:lnTo>
                  <a:lnTo>
                    <a:pt x="166116" y="371856"/>
                  </a:lnTo>
                  <a:lnTo>
                    <a:pt x="204216" y="371856"/>
                  </a:lnTo>
                  <a:lnTo>
                    <a:pt x="257556" y="358140"/>
                  </a:lnTo>
                  <a:lnTo>
                    <a:pt x="303276" y="329184"/>
                  </a:lnTo>
                  <a:lnTo>
                    <a:pt x="338328" y="289560"/>
                  </a:lnTo>
                  <a:lnTo>
                    <a:pt x="355092" y="259080"/>
                  </a:lnTo>
                  <a:lnTo>
                    <a:pt x="361188" y="240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615301" y="3895343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80" y="53340"/>
                  </a:moveTo>
                  <a:lnTo>
                    <a:pt x="85344" y="53340"/>
                  </a:lnTo>
                  <a:lnTo>
                    <a:pt x="85344" y="0"/>
                  </a:lnTo>
                  <a:lnTo>
                    <a:pt x="56388" y="0"/>
                  </a:lnTo>
                  <a:lnTo>
                    <a:pt x="56388" y="53340"/>
                  </a:lnTo>
                  <a:lnTo>
                    <a:pt x="0" y="53340"/>
                  </a:lnTo>
                  <a:lnTo>
                    <a:pt x="0" y="82296"/>
                  </a:lnTo>
                  <a:lnTo>
                    <a:pt x="56388" y="82296"/>
                  </a:lnTo>
                  <a:lnTo>
                    <a:pt x="56388" y="144780"/>
                  </a:lnTo>
                  <a:lnTo>
                    <a:pt x="85344" y="144780"/>
                  </a:lnTo>
                  <a:lnTo>
                    <a:pt x="85344" y="82296"/>
                  </a:lnTo>
                  <a:lnTo>
                    <a:pt x="144780" y="82296"/>
                  </a:lnTo>
                  <a:lnTo>
                    <a:pt x="144780" y="53340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571366" y="3137915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359663" y="179831"/>
                  </a:moveTo>
                  <a:lnTo>
                    <a:pt x="353222" y="132115"/>
                  </a:lnTo>
                  <a:lnTo>
                    <a:pt x="335054" y="89182"/>
                  </a:lnTo>
                  <a:lnTo>
                    <a:pt x="306895" y="52768"/>
                  </a:lnTo>
                  <a:lnTo>
                    <a:pt x="270481" y="24609"/>
                  </a:lnTo>
                  <a:lnTo>
                    <a:pt x="227548" y="6441"/>
                  </a:lnTo>
                  <a:lnTo>
                    <a:pt x="179831" y="0"/>
                  </a:lnTo>
                  <a:lnTo>
                    <a:pt x="132115" y="6441"/>
                  </a:lnTo>
                  <a:lnTo>
                    <a:pt x="89182" y="24609"/>
                  </a:lnTo>
                  <a:lnTo>
                    <a:pt x="52768" y="52768"/>
                  </a:lnTo>
                  <a:lnTo>
                    <a:pt x="24609" y="89182"/>
                  </a:lnTo>
                  <a:lnTo>
                    <a:pt x="6441" y="132115"/>
                  </a:lnTo>
                  <a:lnTo>
                    <a:pt x="0" y="179831"/>
                  </a:lnTo>
                  <a:lnTo>
                    <a:pt x="6441" y="228190"/>
                  </a:lnTo>
                  <a:lnTo>
                    <a:pt x="24609" y="271554"/>
                  </a:lnTo>
                  <a:lnTo>
                    <a:pt x="52768" y="308228"/>
                  </a:lnTo>
                  <a:lnTo>
                    <a:pt x="89182" y="336521"/>
                  </a:lnTo>
                  <a:lnTo>
                    <a:pt x="132115" y="354739"/>
                  </a:lnTo>
                  <a:lnTo>
                    <a:pt x="179831" y="361187"/>
                  </a:lnTo>
                  <a:lnTo>
                    <a:pt x="227548" y="354739"/>
                  </a:lnTo>
                  <a:lnTo>
                    <a:pt x="270481" y="336521"/>
                  </a:lnTo>
                  <a:lnTo>
                    <a:pt x="306895" y="308228"/>
                  </a:lnTo>
                  <a:lnTo>
                    <a:pt x="335054" y="271554"/>
                  </a:lnTo>
                  <a:lnTo>
                    <a:pt x="353222" y="228190"/>
                  </a:lnTo>
                  <a:lnTo>
                    <a:pt x="359663" y="179831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565270" y="3133344"/>
              <a:ext cx="370840" cy="370840"/>
            </a:xfrm>
            <a:custGeom>
              <a:avLst/>
              <a:gdLst/>
              <a:ahLst/>
              <a:cxnLst/>
              <a:rect l="l" t="t" r="r" b="b"/>
              <a:pathLst>
                <a:path w="370840" h="370839">
                  <a:moveTo>
                    <a:pt x="370332" y="204216"/>
                  </a:moveTo>
                  <a:lnTo>
                    <a:pt x="370332" y="166116"/>
                  </a:lnTo>
                  <a:lnTo>
                    <a:pt x="367284" y="147828"/>
                  </a:lnTo>
                  <a:lnTo>
                    <a:pt x="348996" y="96012"/>
                  </a:lnTo>
                  <a:lnTo>
                    <a:pt x="316992" y="53340"/>
                  </a:lnTo>
                  <a:lnTo>
                    <a:pt x="274320" y="21336"/>
                  </a:lnTo>
                  <a:lnTo>
                    <a:pt x="222504" y="3048"/>
                  </a:lnTo>
                  <a:lnTo>
                    <a:pt x="204216" y="0"/>
                  </a:lnTo>
                  <a:lnTo>
                    <a:pt x="166116" y="0"/>
                  </a:lnTo>
                  <a:lnTo>
                    <a:pt x="112776" y="13716"/>
                  </a:lnTo>
                  <a:lnTo>
                    <a:pt x="67056" y="41148"/>
                  </a:lnTo>
                  <a:lnTo>
                    <a:pt x="32004" y="80772"/>
                  </a:lnTo>
                  <a:lnTo>
                    <a:pt x="9144" y="129540"/>
                  </a:lnTo>
                  <a:lnTo>
                    <a:pt x="0" y="185928"/>
                  </a:lnTo>
                  <a:lnTo>
                    <a:pt x="1524" y="204216"/>
                  </a:lnTo>
                  <a:lnTo>
                    <a:pt x="4572" y="222504"/>
                  </a:lnTo>
                  <a:lnTo>
                    <a:pt x="9144" y="240792"/>
                  </a:lnTo>
                  <a:lnTo>
                    <a:pt x="10668" y="244983"/>
                  </a:lnTo>
                  <a:lnTo>
                    <a:pt x="10668" y="166116"/>
                  </a:lnTo>
                  <a:lnTo>
                    <a:pt x="13716" y="149352"/>
                  </a:lnTo>
                  <a:lnTo>
                    <a:pt x="32004" y="100584"/>
                  </a:lnTo>
                  <a:lnTo>
                    <a:pt x="74676" y="48768"/>
                  </a:lnTo>
                  <a:lnTo>
                    <a:pt x="117348" y="22860"/>
                  </a:lnTo>
                  <a:lnTo>
                    <a:pt x="167640" y="9144"/>
                  </a:lnTo>
                  <a:lnTo>
                    <a:pt x="204216" y="9144"/>
                  </a:lnTo>
                  <a:lnTo>
                    <a:pt x="254508" y="22860"/>
                  </a:lnTo>
                  <a:lnTo>
                    <a:pt x="297180" y="48768"/>
                  </a:lnTo>
                  <a:lnTo>
                    <a:pt x="339852" y="100584"/>
                  </a:lnTo>
                  <a:lnTo>
                    <a:pt x="358140" y="149352"/>
                  </a:lnTo>
                  <a:lnTo>
                    <a:pt x="361188" y="185928"/>
                  </a:lnTo>
                  <a:lnTo>
                    <a:pt x="361188" y="243840"/>
                  </a:lnTo>
                  <a:lnTo>
                    <a:pt x="362712" y="239268"/>
                  </a:lnTo>
                  <a:lnTo>
                    <a:pt x="367284" y="222504"/>
                  </a:lnTo>
                  <a:lnTo>
                    <a:pt x="370332" y="204216"/>
                  </a:lnTo>
                  <a:close/>
                </a:path>
                <a:path w="370840" h="370839">
                  <a:moveTo>
                    <a:pt x="361188" y="243840"/>
                  </a:moveTo>
                  <a:lnTo>
                    <a:pt x="361188" y="185928"/>
                  </a:lnTo>
                  <a:lnTo>
                    <a:pt x="358140" y="220980"/>
                  </a:lnTo>
                  <a:lnTo>
                    <a:pt x="353568" y="237744"/>
                  </a:lnTo>
                  <a:lnTo>
                    <a:pt x="321564" y="297180"/>
                  </a:lnTo>
                  <a:lnTo>
                    <a:pt x="269748" y="339852"/>
                  </a:lnTo>
                  <a:lnTo>
                    <a:pt x="220980" y="358140"/>
                  </a:lnTo>
                  <a:lnTo>
                    <a:pt x="204216" y="359537"/>
                  </a:lnTo>
                  <a:lnTo>
                    <a:pt x="185928" y="361188"/>
                  </a:lnTo>
                  <a:lnTo>
                    <a:pt x="132588" y="353568"/>
                  </a:lnTo>
                  <a:lnTo>
                    <a:pt x="86868" y="330708"/>
                  </a:lnTo>
                  <a:lnTo>
                    <a:pt x="50292" y="297180"/>
                  </a:lnTo>
                  <a:lnTo>
                    <a:pt x="24384" y="252984"/>
                  </a:lnTo>
                  <a:lnTo>
                    <a:pt x="10668" y="202692"/>
                  </a:lnTo>
                  <a:lnTo>
                    <a:pt x="10668" y="244983"/>
                  </a:lnTo>
                  <a:lnTo>
                    <a:pt x="32004" y="289560"/>
                  </a:lnTo>
                  <a:lnTo>
                    <a:pt x="68580" y="329184"/>
                  </a:lnTo>
                  <a:lnTo>
                    <a:pt x="114300" y="356616"/>
                  </a:lnTo>
                  <a:lnTo>
                    <a:pt x="167640" y="370332"/>
                  </a:lnTo>
                  <a:lnTo>
                    <a:pt x="204216" y="370332"/>
                  </a:lnTo>
                  <a:lnTo>
                    <a:pt x="257556" y="356616"/>
                  </a:lnTo>
                  <a:lnTo>
                    <a:pt x="303276" y="327660"/>
                  </a:lnTo>
                  <a:lnTo>
                    <a:pt x="339852" y="288036"/>
                  </a:lnTo>
                  <a:lnTo>
                    <a:pt x="356616" y="257556"/>
                  </a:lnTo>
                  <a:lnTo>
                    <a:pt x="361188" y="243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678041" y="3246119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80" y="56388"/>
                  </a:moveTo>
                  <a:lnTo>
                    <a:pt x="86868" y="56388"/>
                  </a:lnTo>
                  <a:lnTo>
                    <a:pt x="86868" y="0"/>
                  </a:lnTo>
                  <a:lnTo>
                    <a:pt x="57912" y="0"/>
                  </a:lnTo>
                  <a:lnTo>
                    <a:pt x="57912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7912" y="85344"/>
                  </a:lnTo>
                  <a:lnTo>
                    <a:pt x="57912" y="144780"/>
                  </a:lnTo>
                  <a:lnTo>
                    <a:pt x="86868" y="144780"/>
                  </a:lnTo>
                  <a:lnTo>
                    <a:pt x="86868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571366" y="3784091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359663" y="179831"/>
                  </a:moveTo>
                  <a:lnTo>
                    <a:pt x="353222" y="132115"/>
                  </a:lnTo>
                  <a:lnTo>
                    <a:pt x="335054" y="89182"/>
                  </a:lnTo>
                  <a:lnTo>
                    <a:pt x="306895" y="52768"/>
                  </a:lnTo>
                  <a:lnTo>
                    <a:pt x="270481" y="24609"/>
                  </a:lnTo>
                  <a:lnTo>
                    <a:pt x="227548" y="6441"/>
                  </a:lnTo>
                  <a:lnTo>
                    <a:pt x="179831" y="0"/>
                  </a:lnTo>
                  <a:lnTo>
                    <a:pt x="132115" y="6441"/>
                  </a:lnTo>
                  <a:lnTo>
                    <a:pt x="89182" y="24609"/>
                  </a:lnTo>
                  <a:lnTo>
                    <a:pt x="52768" y="52768"/>
                  </a:lnTo>
                  <a:lnTo>
                    <a:pt x="24609" y="89182"/>
                  </a:lnTo>
                  <a:lnTo>
                    <a:pt x="6441" y="132115"/>
                  </a:lnTo>
                  <a:lnTo>
                    <a:pt x="0" y="179831"/>
                  </a:lnTo>
                  <a:lnTo>
                    <a:pt x="6441" y="228190"/>
                  </a:lnTo>
                  <a:lnTo>
                    <a:pt x="24609" y="271554"/>
                  </a:lnTo>
                  <a:lnTo>
                    <a:pt x="52768" y="308228"/>
                  </a:lnTo>
                  <a:lnTo>
                    <a:pt x="89182" y="336521"/>
                  </a:lnTo>
                  <a:lnTo>
                    <a:pt x="132115" y="354739"/>
                  </a:lnTo>
                  <a:lnTo>
                    <a:pt x="179831" y="361187"/>
                  </a:lnTo>
                  <a:lnTo>
                    <a:pt x="227548" y="354739"/>
                  </a:lnTo>
                  <a:lnTo>
                    <a:pt x="270481" y="336521"/>
                  </a:lnTo>
                  <a:lnTo>
                    <a:pt x="306895" y="308228"/>
                  </a:lnTo>
                  <a:lnTo>
                    <a:pt x="335054" y="271554"/>
                  </a:lnTo>
                  <a:lnTo>
                    <a:pt x="353222" y="228190"/>
                  </a:lnTo>
                  <a:lnTo>
                    <a:pt x="359663" y="179831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565270" y="3777996"/>
              <a:ext cx="370840" cy="372110"/>
            </a:xfrm>
            <a:custGeom>
              <a:avLst/>
              <a:gdLst/>
              <a:ahLst/>
              <a:cxnLst/>
              <a:rect l="l" t="t" r="r" b="b"/>
              <a:pathLst>
                <a:path w="370840" h="372110">
                  <a:moveTo>
                    <a:pt x="370332" y="205740"/>
                  </a:moveTo>
                  <a:lnTo>
                    <a:pt x="370332" y="167640"/>
                  </a:lnTo>
                  <a:lnTo>
                    <a:pt x="367284" y="149352"/>
                  </a:lnTo>
                  <a:lnTo>
                    <a:pt x="348996" y="97536"/>
                  </a:lnTo>
                  <a:lnTo>
                    <a:pt x="316992" y="54864"/>
                  </a:lnTo>
                  <a:lnTo>
                    <a:pt x="274320" y="22860"/>
                  </a:lnTo>
                  <a:lnTo>
                    <a:pt x="222504" y="4572"/>
                  </a:lnTo>
                  <a:lnTo>
                    <a:pt x="185928" y="0"/>
                  </a:lnTo>
                  <a:lnTo>
                    <a:pt x="167640" y="1406"/>
                  </a:lnTo>
                  <a:lnTo>
                    <a:pt x="112776" y="15240"/>
                  </a:lnTo>
                  <a:lnTo>
                    <a:pt x="67056" y="42672"/>
                  </a:lnTo>
                  <a:lnTo>
                    <a:pt x="32004" y="82296"/>
                  </a:lnTo>
                  <a:lnTo>
                    <a:pt x="9144" y="131064"/>
                  </a:lnTo>
                  <a:lnTo>
                    <a:pt x="0" y="187452"/>
                  </a:lnTo>
                  <a:lnTo>
                    <a:pt x="1524" y="205740"/>
                  </a:lnTo>
                  <a:lnTo>
                    <a:pt x="4572" y="224028"/>
                  </a:lnTo>
                  <a:lnTo>
                    <a:pt x="9144" y="242316"/>
                  </a:lnTo>
                  <a:lnTo>
                    <a:pt x="10668" y="246507"/>
                  </a:lnTo>
                  <a:lnTo>
                    <a:pt x="10668" y="167640"/>
                  </a:lnTo>
                  <a:lnTo>
                    <a:pt x="13716" y="150876"/>
                  </a:lnTo>
                  <a:lnTo>
                    <a:pt x="32004" y="102108"/>
                  </a:lnTo>
                  <a:lnTo>
                    <a:pt x="74676" y="50292"/>
                  </a:lnTo>
                  <a:lnTo>
                    <a:pt x="117348" y="24384"/>
                  </a:lnTo>
                  <a:lnTo>
                    <a:pt x="167640" y="10668"/>
                  </a:lnTo>
                  <a:lnTo>
                    <a:pt x="204216" y="10668"/>
                  </a:lnTo>
                  <a:lnTo>
                    <a:pt x="254508" y="24384"/>
                  </a:lnTo>
                  <a:lnTo>
                    <a:pt x="297180" y="50292"/>
                  </a:lnTo>
                  <a:lnTo>
                    <a:pt x="339852" y="102108"/>
                  </a:lnTo>
                  <a:lnTo>
                    <a:pt x="358140" y="150876"/>
                  </a:lnTo>
                  <a:lnTo>
                    <a:pt x="361188" y="187452"/>
                  </a:lnTo>
                  <a:lnTo>
                    <a:pt x="361188" y="245364"/>
                  </a:lnTo>
                  <a:lnTo>
                    <a:pt x="362712" y="240792"/>
                  </a:lnTo>
                  <a:lnTo>
                    <a:pt x="367284" y="224028"/>
                  </a:lnTo>
                  <a:lnTo>
                    <a:pt x="370332" y="205740"/>
                  </a:lnTo>
                  <a:close/>
                </a:path>
                <a:path w="370840" h="372110">
                  <a:moveTo>
                    <a:pt x="361188" y="245364"/>
                  </a:moveTo>
                  <a:lnTo>
                    <a:pt x="361188" y="187452"/>
                  </a:lnTo>
                  <a:lnTo>
                    <a:pt x="358140" y="222504"/>
                  </a:lnTo>
                  <a:lnTo>
                    <a:pt x="353568" y="239268"/>
                  </a:lnTo>
                  <a:lnTo>
                    <a:pt x="321564" y="298704"/>
                  </a:lnTo>
                  <a:lnTo>
                    <a:pt x="269748" y="341376"/>
                  </a:lnTo>
                  <a:lnTo>
                    <a:pt x="220980" y="359664"/>
                  </a:lnTo>
                  <a:lnTo>
                    <a:pt x="204216" y="361061"/>
                  </a:lnTo>
                  <a:lnTo>
                    <a:pt x="185928" y="362712"/>
                  </a:lnTo>
                  <a:lnTo>
                    <a:pt x="132588" y="355092"/>
                  </a:lnTo>
                  <a:lnTo>
                    <a:pt x="86868" y="332232"/>
                  </a:lnTo>
                  <a:lnTo>
                    <a:pt x="50292" y="298704"/>
                  </a:lnTo>
                  <a:lnTo>
                    <a:pt x="24384" y="254508"/>
                  </a:lnTo>
                  <a:lnTo>
                    <a:pt x="10668" y="204216"/>
                  </a:lnTo>
                  <a:lnTo>
                    <a:pt x="10668" y="246507"/>
                  </a:lnTo>
                  <a:lnTo>
                    <a:pt x="32004" y="291084"/>
                  </a:lnTo>
                  <a:lnTo>
                    <a:pt x="68580" y="329184"/>
                  </a:lnTo>
                  <a:lnTo>
                    <a:pt x="82296" y="341376"/>
                  </a:lnTo>
                  <a:lnTo>
                    <a:pt x="131064" y="364236"/>
                  </a:lnTo>
                  <a:lnTo>
                    <a:pt x="167640" y="371856"/>
                  </a:lnTo>
                  <a:lnTo>
                    <a:pt x="204216" y="371856"/>
                  </a:lnTo>
                  <a:lnTo>
                    <a:pt x="257556" y="358140"/>
                  </a:lnTo>
                  <a:lnTo>
                    <a:pt x="303276" y="329184"/>
                  </a:lnTo>
                  <a:lnTo>
                    <a:pt x="339852" y="289560"/>
                  </a:lnTo>
                  <a:lnTo>
                    <a:pt x="356616" y="259080"/>
                  </a:lnTo>
                  <a:lnTo>
                    <a:pt x="361188" y="2453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678041" y="3892295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80" y="56388"/>
                  </a:moveTo>
                  <a:lnTo>
                    <a:pt x="86868" y="56388"/>
                  </a:lnTo>
                  <a:lnTo>
                    <a:pt x="86868" y="0"/>
                  </a:lnTo>
                  <a:lnTo>
                    <a:pt x="57912" y="0"/>
                  </a:lnTo>
                  <a:lnTo>
                    <a:pt x="57912" y="56388"/>
                  </a:lnTo>
                  <a:lnTo>
                    <a:pt x="0" y="56388"/>
                  </a:lnTo>
                  <a:lnTo>
                    <a:pt x="0" y="85344"/>
                  </a:lnTo>
                  <a:lnTo>
                    <a:pt x="57912" y="85344"/>
                  </a:lnTo>
                  <a:lnTo>
                    <a:pt x="57912" y="144780"/>
                  </a:lnTo>
                  <a:lnTo>
                    <a:pt x="86868" y="144780"/>
                  </a:lnTo>
                  <a:lnTo>
                    <a:pt x="86868" y="85344"/>
                  </a:lnTo>
                  <a:lnTo>
                    <a:pt x="144780" y="85344"/>
                  </a:lnTo>
                  <a:lnTo>
                    <a:pt x="144780" y="5638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6406270" y="3049014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5413126" y="1479804"/>
            <a:ext cx="4295140" cy="5183505"/>
          </a:xfrm>
          <a:custGeom>
            <a:avLst/>
            <a:gdLst/>
            <a:ahLst/>
            <a:cxnLst/>
            <a:rect l="l" t="t" r="r" b="b"/>
            <a:pathLst>
              <a:path w="4295140" h="5183505">
                <a:moveTo>
                  <a:pt x="4294632" y="5183124"/>
                </a:moveTo>
                <a:lnTo>
                  <a:pt x="4294632" y="0"/>
                </a:lnTo>
                <a:lnTo>
                  <a:pt x="0" y="0"/>
                </a:lnTo>
                <a:lnTo>
                  <a:pt x="0" y="5183124"/>
                </a:lnTo>
                <a:lnTo>
                  <a:pt x="4572" y="5183124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4285488" y="9144"/>
                </a:lnTo>
                <a:lnTo>
                  <a:pt x="4285488" y="4572"/>
                </a:lnTo>
                <a:lnTo>
                  <a:pt x="4290060" y="9144"/>
                </a:lnTo>
                <a:lnTo>
                  <a:pt x="4290060" y="5183124"/>
                </a:lnTo>
                <a:lnTo>
                  <a:pt x="4294632" y="5183124"/>
                </a:lnTo>
                <a:close/>
              </a:path>
              <a:path w="4295140" h="5183505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4295140" h="5183505">
                <a:moveTo>
                  <a:pt x="9144" y="5173980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5173980"/>
                </a:lnTo>
                <a:lnTo>
                  <a:pt x="9144" y="5173980"/>
                </a:lnTo>
                <a:close/>
              </a:path>
              <a:path w="4295140" h="5183505">
                <a:moveTo>
                  <a:pt x="4290060" y="5173980"/>
                </a:moveTo>
                <a:lnTo>
                  <a:pt x="4572" y="5173980"/>
                </a:lnTo>
                <a:lnTo>
                  <a:pt x="9144" y="5178552"/>
                </a:lnTo>
                <a:lnTo>
                  <a:pt x="9144" y="5183124"/>
                </a:lnTo>
                <a:lnTo>
                  <a:pt x="4285488" y="5183124"/>
                </a:lnTo>
                <a:lnTo>
                  <a:pt x="4285488" y="5178552"/>
                </a:lnTo>
                <a:lnTo>
                  <a:pt x="4290060" y="5173980"/>
                </a:lnTo>
                <a:close/>
              </a:path>
              <a:path w="4295140" h="5183505">
                <a:moveTo>
                  <a:pt x="9144" y="5183124"/>
                </a:moveTo>
                <a:lnTo>
                  <a:pt x="9144" y="5178552"/>
                </a:lnTo>
                <a:lnTo>
                  <a:pt x="4572" y="5173980"/>
                </a:lnTo>
                <a:lnTo>
                  <a:pt x="4572" y="5183124"/>
                </a:lnTo>
                <a:lnTo>
                  <a:pt x="9144" y="5183124"/>
                </a:lnTo>
                <a:close/>
              </a:path>
              <a:path w="4295140" h="5183505">
                <a:moveTo>
                  <a:pt x="4290060" y="9144"/>
                </a:moveTo>
                <a:lnTo>
                  <a:pt x="4285488" y="4572"/>
                </a:lnTo>
                <a:lnTo>
                  <a:pt x="4285488" y="9144"/>
                </a:lnTo>
                <a:lnTo>
                  <a:pt x="4290060" y="9144"/>
                </a:lnTo>
                <a:close/>
              </a:path>
              <a:path w="4295140" h="5183505">
                <a:moveTo>
                  <a:pt x="4290060" y="5173980"/>
                </a:moveTo>
                <a:lnTo>
                  <a:pt x="4290060" y="9144"/>
                </a:lnTo>
                <a:lnTo>
                  <a:pt x="4285488" y="9144"/>
                </a:lnTo>
                <a:lnTo>
                  <a:pt x="4285488" y="5173980"/>
                </a:lnTo>
                <a:lnTo>
                  <a:pt x="4290060" y="5173980"/>
                </a:lnTo>
                <a:close/>
              </a:path>
              <a:path w="4295140" h="5183505">
                <a:moveTo>
                  <a:pt x="4290060" y="5183124"/>
                </a:moveTo>
                <a:lnTo>
                  <a:pt x="4290060" y="5173980"/>
                </a:lnTo>
                <a:lnTo>
                  <a:pt x="4285488" y="5178552"/>
                </a:lnTo>
                <a:lnTo>
                  <a:pt x="4285488" y="5183124"/>
                </a:lnTo>
                <a:lnTo>
                  <a:pt x="4290060" y="5183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521906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3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Conductors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and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Insulators </a:t>
            </a:r>
            <a:r>
              <a:rPr dirty="0"/>
              <a:t>Electrons</a:t>
            </a:r>
            <a:r>
              <a:rPr spc="-5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conductors</a:t>
            </a:r>
            <a:r>
              <a:rPr spc="-3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insulators</a:t>
            </a:r>
          </a:p>
        </p:txBody>
      </p:sp>
      <p:sp>
        <p:nvSpPr>
          <p:cNvPr id="104" name="object 104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875666" y="3521964"/>
            <a:ext cx="1268095" cy="728980"/>
            <a:chOff x="2875666" y="3521964"/>
            <a:chExt cx="1268095" cy="728980"/>
          </a:xfrm>
        </p:grpSpPr>
        <p:sp>
          <p:nvSpPr>
            <p:cNvPr id="4" name="object 4"/>
            <p:cNvSpPr/>
            <p:nvPr/>
          </p:nvSpPr>
          <p:spPr>
            <a:xfrm>
              <a:off x="2880237" y="3526535"/>
              <a:ext cx="1259205" cy="719455"/>
            </a:xfrm>
            <a:custGeom>
              <a:avLst/>
              <a:gdLst/>
              <a:ahLst/>
              <a:cxnLst/>
              <a:rect l="l" t="t" r="r" b="b"/>
              <a:pathLst>
                <a:path w="1259204" h="719454">
                  <a:moveTo>
                    <a:pt x="1258823" y="719327"/>
                  </a:moveTo>
                  <a:lnTo>
                    <a:pt x="1258823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1258823" y="719327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75666" y="3521964"/>
              <a:ext cx="1268095" cy="728980"/>
            </a:xfrm>
            <a:custGeom>
              <a:avLst/>
              <a:gdLst/>
              <a:ahLst/>
              <a:cxnLst/>
              <a:rect l="l" t="t" r="r" b="b"/>
              <a:pathLst>
                <a:path w="1268095" h="728979">
                  <a:moveTo>
                    <a:pt x="1267968" y="728472"/>
                  </a:moveTo>
                  <a:lnTo>
                    <a:pt x="1267968" y="0"/>
                  </a:lnTo>
                  <a:lnTo>
                    <a:pt x="0" y="0"/>
                  </a:lnTo>
                  <a:lnTo>
                    <a:pt x="0" y="728472"/>
                  </a:lnTo>
                  <a:lnTo>
                    <a:pt x="4572" y="72847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258824" y="9144"/>
                  </a:lnTo>
                  <a:lnTo>
                    <a:pt x="1258824" y="4572"/>
                  </a:lnTo>
                  <a:lnTo>
                    <a:pt x="1263396" y="9144"/>
                  </a:lnTo>
                  <a:lnTo>
                    <a:pt x="1263396" y="728472"/>
                  </a:lnTo>
                  <a:lnTo>
                    <a:pt x="1267968" y="728472"/>
                  </a:lnTo>
                  <a:close/>
                </a:path>
                <a:path w="1268095" h="728979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268095" h="728979">
                  <a:moveTo>
                    <a:pt x="9144" y="719328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719328"/>
                  </a:lnTo>
                  <a:lnTo>
                    <a:pt x="9144" y="719328"/>
                  </a:lnTo>
                  <a:close/>
                </a:path>
                <a:path w="1268095" h="728979">
                  <a:moveTo>
                    <a:pt x="1263396" y="719328"/>
                  </a:moveTo>
                  <a:lnTo>
                    <a:pt x="4572" y="719328"/>
                  </a:lnTo>
                  <a:lnTo>
                    <a:pt x="9144" y="723900"/>
                  </a:lnTo>
                  <a:lnTo>
                    <a:pt x="9144" y="728472"/>
                  </a:lnTo>
                  <a:lnTo>
                    <a:pt x="1258824" y="728472"/>
                  </a:lnTo>
                  <a:lnTo>
                    <a:pt x="1258824" y="723900"/>
                  </a:lnTo>
                  <a:lnTo>
                    <a:pt x="1263396" y="719328"/>
                  </a:lnTo>
                  <a:close/>
                </a:path>
                <a:path w="1268095" h="728979">
                  <a:moveTo>
                    <a:pt x="9144" y="728472"/>
                  </a:moveTo>
                  <a:lnTo>
                    <a:pt x="9144" y="723900"/>
                  </a:lnTo>
                  <a:lnTo>
                    <a:pt x="4572" y="719328"/>
                  </a:lnTo>
                  <a:lnTo>
                    <a:pt x="4572" y="728472"/>
                  </a:lnTo>
                  <a:lnTo>
                    <a:pt x="9144" y="728472"/>
                  </a:lnTo>
                  <a:close/>
                </a:path>
                <a:path w="1268095" h="728979">
                  <a:moveTo>
                    <a:pt x="1263396" y="9144"/>
                  </a:moveTo>
                  <a:lnTo>
                    <a:pt x="1258824" y="4572"/>
                  </a:lnTo>
                  <a:lnTo>
                    <a:pt x="1258824" y="9144"/>
                  </a:lnTo>
                  <a:lnTo>
                    <a:pt x="1263396" y="9144"/>
                  </a:lnTo>
                  <a:close/>
                </a:path>
                <a:path w="1268095" h="728979">
                  <a:moveTo>
                    <a:pt x="1263396" y="719328"/>
                  </a:moveTo>
                  <a:lnTo>
                    <a:pt x="1263396" y="9144"/>
                  </a:lnTo>
                  <a:lnTo>
                    <a:pt x="1258824" y="9144"/>
                  </a:lnTo>
                  <a:lnTo>
                    <a:pt x="1258824" y="719328"/>
                  </a:lnTo>
                  <a:lnTo>
                    <a:pt x="1263396" y="719328"/>
                  </a:lnTo>
                  <a:close/>
                </a:path>
                <a:path w="1268095" h="728979">
                  <a:moveTo>
                    <a:pt x="1263396" y="728472"/>
                  </a:moveTo>
                  <a:lnTo>
                    <a:pt x="1263396" y="719328"/>
                  </a:lnTo>
                  <a:lnTo>
                    <a:pt x="1258824" y="723900"/>
                  </a:lnTo>
                  <a:lnTo>
                    <a:pt x="1258824" y="728472"/>
                  </a:lnTo>
                  <a:lnTo>
                    <a:pt x="1263396" y="728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07752" y="3550410"/>
            <a:ext cx="1002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5080" indent="-40386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Insulator </a:t>
            </a:r>
            <a:r>
              <a:rPr sz="2000" spc="-5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20802" y="1613916"/>
            <a:ext cx="1376680" cy="1015365"/>
            <a:chOff x="2820802" y="1613916"/>
            <a:chExt cx="1376680" cy="1015365"/>
          </a:xfrm>
        </p:grpSpPr>
        <p:sp>
          <p:nvSpPr>
            <p:cNvPr id="8" name="object 8"/>
            <p:cNvSpPr/>
            <p:nvPr/>
          </p:nvSpPr>
          <p:spPr>
            <a:xfrm>
              <a:off x="2825374" y="1618487"/>
              <a:ext cx="1367155" cy="1005840"/>
            </a:xfrm>
            <a:custGeom>
              <a:avLst/>
              <a:gdLst/>
              <a:ahLst/>
              <a:cxnLst/>
              <a:rect l="l" t="t" r="r" b="b"/>
              <a:pathLst>
                <a:path w="1367154" h="1005839">
                  <a:moveTo>
                    <a:pt x="1367027" y="1005839"/>
                  </a:moveTo>
                  <a:lnTo>
                    <a:pt x="1367027" y="0"/>
                  </a:lnTo>
                  <a:lnTo>
                    <a:pt x="0" y="0"/>
                  </a:lnTo>
                  <a:lnTo>
                    <a:pt x="0" y="1005839"/>
                  </a:lnTo>
                  <a:lnTo>
                    <a:pt x="1367027" y="1005839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20802" y="1613916"/>
              <a:ext cx="1376680" cy="1015365"/>
            </a:xfrm>
            <a:custGeom>
              <a:avLst/>
              <a:gdLst/>
              <a:ahLst/>
              <a:cxnLst/>
              <a:rect l="l" t="t" r="r" b="b"/>
              <a:pathLst>
                <a:path w="1376679" h="1015364">
                  <a:moveTo>
                    <a:pt x="1376172" y="1014984"/>
                  </a:moveTo>
                  <a:lnTo>
                    <a:pt x="1376172" y="0"/>
                  </a:lnTo>
                  <a:lnTo>
                    <a:pt x="0" y="0"/>
                  </a:lnTo>
                  <a:lnTo>
                    <a:pt x="0" y="1014984"/>
                  </a:lnTo>
                  <a:lnTo>
                    <a:pt x="4572" y="1014984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367028" y="9144"/>
                  </a:lnTo>
                  <a:lnTo>
                    <a:pt x="1367028" y="4572"/>
                  </a:lnTo>
                  <a:lnTo>
                    <a:pt x="1371600" y="9144"/>
                  </a:lnTo>
                  <a:lnTo>
                    <a:pt x="1371600" y="1014984"/>
                  </a:lnTo>
                  <a:lnTo>
                    <a:pt x="1376172" y="1014984"/>
                  </a:lnTo>
                  <a:close/>
                </a:path>
                <a:path w="1376679" h="1015364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376679" h="1015364">
                  <a:moveTo>
                    <a:pt x="9144" y="1005840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1005840"/>
                  </a:lnTo>
                  <a:lnTo>
                    <a:pt x="9144" y="1005840"/>
                  </a:lnTo>
                  <a:close/>
                </a:path>
                <a:path w="1376679" h="1015364">
                  <a:moveTo>
                    <a:pt x="1371600" y="1005840"/>
                  </a:moveTo>
                  <a:lnTo>
                    <a:pt x="4572" y="1005840"/>
                  </a:lnTo>
                  <a:lnTo>
                    <a:pt x="9144" y="1010412"/>
                  </a:lnTo>
                  <a:lnTo>
                    <a:pt x="9144" y="1014984"/>
                  </a:lnTo>
                  <a:lnTo>
                    <a:pt x="1367028" y="1014984"/>
                  </a:lnTo>
                  <a:lnTo>
                    <a:pt x="1367028" y="1010412"/>
                  </a:lnTo>
                  <a:lnTo>
                    <a:pt x="1371600" y="1005840"/>
                  </a:lnTo>
                  <a:close/>
                </a:path>
                <a:path w="1376679" h="1015364">
                  <a:moveTo>
                    <a:pt x="9144" y="1014984"/>
                  </a:moveTo>
                  <a:lnTo>
                    <a:pt x="9144" y="1010412"/>
                  </a:lnTo>
                  <a:lnTo>
                    <a:pt x="4572" y="1005840"/>
                  </a:lnTo>
                  <a:lnTo>
                    <a:pt x="4572" y="1014984"/>
                  </a:lnTo>
                  <a:lnTo>
                    <a:pt x="9144" y="1014984"/>
                  </a:lnTo>
                  <a:close/>
                </a:path>
                <a:path w="1376679" h="1015364">
                  <a:moveTo>
                    <a:pt x="1371600" y="9144"/>
                  </a:moveTo>
                  <a:lnTo>
                    <a:pt x="1367028" y="4572"/>
                  </a:lnTo>
                  <a:lnTo>
                    <a:pt x="1367028" y="9144"/>
                  </a:lnTo>
                  <a:lnTo>
                    <a:pt x="1371600" y="9144"/>
                  </a:lnTo>
                  <a:close/>
                </a:path>
                <a:path w="1376679" h="1015364">
                  <a:moveTo>
                    <a:pt x="1371600" y="1005840"/>
                  </a:moveTo>
                  <a:lnTo>
                    <a:pt x="1371600" y="9144"/>
                  </a:lnTo>
                  <a:lnTo>
                    <a:pt x="1367028" y="9144"/>
                  </a:lnTo>
                  <a:lnTo>
                    <a:pt x="1367028" y="1005840"/>
                  </a:lnTo>
                  <a:lnTo>
                    <a:pt x="1371600" y="1005840"/>
                  </a:lnTo>
                  <a:close/>
                </a:path>
                <a:path w="1376679" h="1015364">
                  <a:moveTo>
                    <a:pt x="1371600" y="1014984"/>
                  </a:moveTo>
                  <a:lnTo>
                    <a:pt x="1371600" y="1005840"/>
                  </a:lnTo>
                  <a:lnTo>
                    <a:pt x="1367028" y="1010412"/>
                  </a:lnTo>
                  <a:lnTo>
                    <a:pt x="1367028" y="1014984"/>
                  </a:lnTo>
                  <a:lnTo>
                    <a:pt x="1371600" y="1014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36124" y="1642363"/>
            <a:ext cx="11455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Neutral conductor </a:t>
            </a:r>
            <a:r>
              <a:rPr sz="2000" spc="-5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59061" y="1900427"/>
            <a:ext cx="2578100" cy="1624965"/>
            <a:chOff x="1059061" y="1900427"/>
            <a:chExt cx="2578100" cy="1624965"/>
          </a:xfrm>
        </p:grpSpPr>
        <p:sp>
          <p:nvSpPr>
            <p:cNvPr id="12" name="object 12"/>
            <p:cNvSpPr/>
            <p:nvPr/>
          </p:nvSpPr>
          <p:spPr>
            <a:xfrm>
              <a:off x="3379673" y="2625864"/>
              <a:ext cx="257175" cy="899160"/>
            </a:xfrm>
            <a:custGeom>
              <a:avLst/>
              <a:gdLst/>
              <a:ahLst/>
              <a:cxnLst/>
              <a:rect l="l" t="t" r="r" b="b"/>
              <a:pathLst>
                <a:path w="257175" h="899160">
                  <a:moveTo>
                    <a:pt x="256895" y="728472"/>
                  </a:moveTo>
                  <a:lnTo>
                    <a:pt x="253415" y="717804"/>
                  </a:lnTo>
                  <a:lnTo>
                    <a:pt x="128447" y="502920"/>
                  </a:lnTo>
                  <a:lnTo>
                    <a:pt x="3479" y="717804"/>
                  </a:lnTo>
                  <a:lnTo>
                    <a:pt x="0" y="728472"/>
                  </a:lnTo>
                  <a:lnTo>
                    <a:pt x="812" y="739140"/>
                  </a:lnTo>
                  <a:lnTo>
                    <a:pt x="5626" y="748665"/>
                  </a:lnTo>
                  <a:lnTo>
                    <a:pt x="14147" y="755904"/>
                  </a:lnTo>
                  <a:lnTo>
                    <a:pt x="25057" y="759396"/>
                  </a:lnTo>
                  <a:lnTo>
                    <a:pt x="36245" y="758761"/>
                  </a:lnTo>
                  <a:lnTo>
                    <a:pt x="46291" y="754392"/>
                  </a:lnTo>
                  <a:lnTo>
                    <a:pt x="53771" y="746760"/>
                  </a:lnTo>
                  <a:lnTo>
                    <a:pt x="99491" y="667270"/>
                  </a:lnTo>
                  <a:lnTo>
                    <a:pt x="99491" y="899160"/>
                  </a:lnTo>
                  <a:lnTo>
                    <a:pt x="157403" y="899160"/>
                  </a:lnTo>
                  <a:lnTo>
                    <a:pt x="157403" y="665060"/>
                  </a:lnTo>
                  <a:lnTo>
                    <a:pt x="128739" y="616419"/>
                  </a:lnTo>
                  <a:lnTo>
                    <a:pt x="152831" y="657301"/>
                  </a:lnTo>
                  <a:lnTo>
                    <a:pt x="204647" y="745236"/>
                  </a:lnTo>
                  <a:lnTo>
                    <a:pt x="232079" y="759371"/>
                  </a:lnTo>
                  <a:lnTo>
                    <a:pt x="242747" y="755904"/>
                  </a:lnTo>
                  <a:lnTo>
                    <a:pt x="251269" y="748665"/>
                  </a:lnTo>
                  <a:lnTo>
                    <a:pt x="256082" y="739140"/>
                  </a:lnTo>
                  <a:lnTo>
                    <a:pt x="256895" y="728472"/>
                  </a:lnTo>
                  <a:close/>
                </a:path>
                <a:path w="257175" h="899160">
                  <a:moveTo>
                    <a:pt x="256895" y="170688"/>
                  </a:moveTo>
                  <a:lnTo>
                    <a:pt x="256082" y="160020"/>
                  </a:lnTo>
                  <a:lnTo>
                    <a:pt x="251269" y="150495"/>
                  </a:lnTo>
                  <a:lnTo>
                    <a:pt x="242747" y="143256"/>
                  </a:lnTo>
                  <a:lnTo>
                    <a:pt x="232079" y="139776"/>
                  </a:lnTo>
                  <a:lnTo>
                    <a:pt x="221411" y="140589"/>
                  </a:lnTo>
                  <a:lnTo>
                    <a:pt x="211886" y="145389"/>
                  </a:lnTo>
                  <a:lnTo>
                    <a:pt x="204647" y="153924"/>
                  </a:lnTo>
                  <a:lnTo>
                    <a:pt x="157403" y="234086"/>
                  </a:lnTo>
                  <a:lnTo>
                    <a:pt x="157403" y="0"/>
                  </a:lnTo>
                  <a:lnTo>
                    <a:pt x="99491" y="0"/>
                  </a:lnTo>
                  <a:lnTo>
                    <a:pt x="99491" y="232702"/>
                  </a:lnTo>
                  <a:lnTo>
                    <a:pt x="53771" y="153924"/>
                  </a:lnTo>
                  <a:lnTo>
                    <a:pt x="46291" y="145389"/>
                  </a:lnTo>
                  <a:lnTo>
                    <a:pt x="36245" y="140589"/>
                  </a:lnTo>
                  <a:lnTo>
                    <a:pt x="25057" y="139776"/>
                  </a:lnTo>
                  <a:lnTo>
                    <a:pt x="14147" y="143256"/>
                  </a:lnTo>
                  <a:lnTo>
                    <a:pt x="5626" y="150495"/>
                  </a:lnTo>
                  <a:lnTo>
                    <a:pt x="812" y="160020"/>
                  </a:lnTo>
                  <a:lnTo>
                    <a:pt x="0" y="170688"/>
                  </a:lnTo>
                  <a:lnTo>
                    <a:pt x="3479" y="181356"/>
                  </a:lnTo>
                  <a:lnTo>
                    <a:pt x="99491" y="346443"/>
                  </a:lnTo>
                  <a:lnTo>
                    <a:pt x="128447" y="396240"/>
                  </a:lnTo>
                  <a:lnTo>
                    <a:pt x="157403" y="346443"/>
                  </a:lnTo>
                  <a:lnTo>
                    <a:pt x="253415" y="181356"/>
                  </a:lnTo>
                  <a:lnTo>
                    <a:pt x="256895" y="1706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63633" y="1904999"/>
              <a:ext cx="1259205" cy="719455"/>
            </a:xfrm>
            <a:custGeom>
              <a:avLst/>
              <a:gdLst/>
              <a:ahLst/>
              <a:cxnLst/>
              <a:rect l="l" t="t" r="r" b="b"/>
              <a:pathLst>
                <a:path w="1259205" h="719455">
                  <a:moveTo>
                    <a:pt x="1258823" y="719327"/>
                  </a:moveTo>
                  <a:lnTo>
                    <a:pt x="1258823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1258823" y="719327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59061" y="1900427"/>
              <a:ext cx="1268095" cy="728980"/>
            </a:xfrm>
            <a:custGeom>
              <a:avLst/>
              <a:gdLst/>
              <a:ahLst/>
              <a:cxnLst/>
              <a:rect l="l" t="t" r="r" b="b"/>
              <a:pathLst>
                <a:path w="1268095" h="728980">
                  <a:moveTo>
                    <a:pt x="1267964" y="728472"/>
                  </a:moveTo>
                  <a:lnTo>
                    <a:pt x="1267964" y="0"/>
                  </a:lnTo>
                  <a:lnTo>
                    <a:pt x="0" y="0"/>
                  </a:lnTo>
                  <a:lnTo>
                    <a:pt x="0" y="728472"/>
                  </a:lnTo>
                  <a:lnTo>
                    <a:pt x="4572" y="72847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258820" y="9144"/>
                  </a:lnTo>
                  <a:lnTo>
                    <a:pt x="1258820" y="4572"/>
                  </a:lnTo>
                  <a:lnTo>
                    <a:pt x="1263392" y="9144"/>
                  </a:lnTo>
                  <a:lnTo>
                    <a:pt x="1263392" y="728472"/>
                  </a:lnTo>
                  <a:lnTo>
                    <a:pt x="1267964" y="728472"/>
                  </a:lnTo>
                  <a:close/>
                </a:path>
                <a:path w="1268095" h="728980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268095" h="728980">
                  <a:moveTo>
                    <a:pt x="9144" y="719328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719328"/>
                  </a:lnTo>
                  <a:lnTo>
                    <a:pt x="9144" y="719328"/>
                  </a:lnTo>
                  <a:close/>
                </a:path>
                <a:path w="1268095" h="728980">
                  <a:moveTo>
                    <a:pt x="1263392" y="719328"/>
                  </a:moveTo>
                  <a:lnTo>
                    <a:pt x="4572" y="719328"/>
                  </a:lnTo>
                  <a:lnTo>
                    <a:pt x="9144" y="723900"/>
                  </a:lnTo>
                  <a:lnTo>
                    <a:pt x="9144" y="728472"/>
                  </a:lnTo>
                  <a:lnTo>
                    <a:pt x="1258820" y="728472"/>
                  </a:lnTo>
                  <a:lnTo>
                    <a:pt x="1258820" y="723900"/>
                  </a:lnTo>
                  <a:lnTo>
                    <a:pt x="1263392" y="719328"/>
                  </a:lnTo>
                  <a:close/>
                </a:path>
                <a:path w="1268095" h="728980">
                  <a:moveTo>
                    <a:pt x="9144" y="728472"/>
                  </a:moveTo>
                  <a:lnTo>
                    <a:pt x="9144" y="723900"/>
                  </a:lnTo>
                  <a:lnTo>
                    <a:pt x="4572" y="719328"/>
                  </a:lnTo>
                  <a:lnTo>
                    <a:pt x="4572" y="728472"/>
                  </a:lnTo>
                  <a:lnTo>
                    <a:pt x="9144" y="728472"/>
                  </a:lnTo>
                  <a:close/>
                </a:path>
                <a:path w="1268095" h="728980">
                  <a:moveTo>
                    <a:pt x="1263392" y="9144"/>
                  </a:moveTo>
                  <a:lnTo>
                    <a:pt x="1258820" y="4572"/>
                  </a:lnTo>
                  <a:lnTo>
                    <a:pt x="1258820" y="9144"/>
                  </a:lnTo>
                  <a:lnTo>
                    <a:pt x="1263392" y="9144"/>
                  </a:lnTo>
                  <a:close/>
                </a:path>
                <a:path w="1268095" h="728980">
                  <a:moveTo>
                    <a:pt x="1263392" y="719328"/>
                  </a:moveTo>
                  <a:lnTo>
                    <a:pt x="1263392" y="9144"/>
                  </a:lnTo>
                  <a:lnTo>
                    <a:pt x="1258820" y="9144"/>
                  </a:lnTo>
                  <a:lnTo>
                    <a:pt x="1258820" y="719328"/>
                  </a:lnTo>
                  <a:lnTo>
                    <a:pt x="1263392" y="719328"/>
                  </a:lnTo>
                  <a:close/>
                </a:path>
                <a:path w="1268095" h="728980">
                  <a:moveTo>
                    <a:pt x="1263392" y="728472"/>
                  </a:moveTo>
                  <a:lnTo>
                    <a:pt x="1263392" y="719328"/>
                  </a:lnTo>
                  <a:lnTo>
                    <a:pt x="1258820" y="723900"/>
                  </a:lnTo>
                  <a:lnTo>
                    <a:pt x="1258820" y="728472"/>
                  </a:lnTo>
                  <a:lnTo>
                    <a:pt x="1263392" y="728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91140" y="1930399"/>
            <a:ext cx="1002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5080" indent="-40386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Insulator </a:t>
            </a:r>
            <a:r>
              <a:rPr sz="2000" spc="-5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59061" y="3521964"/>
            <a:ext cx="1268095" cy="728980"/>
            <a:chOff x="1059061" y="3521964"/>
            <a:chExt cx="1268095" cy="728980"/>
          </a:xfrm>
        </p:grpSpPr>
        <p:sp>
          <p:nvSpPr>
            <p:cNvPr id="17" name="object 17"/>
            <p:cNvSpPr/>
            <p:nvPr/>
          </p:nvSpPr>
          <p:spPr>
            <a:xfrm>
              <a:off x="1063633" y="3526535"/>
              <a:ext cx="1259205" cy="719455"/>
            </a:xfrm>
            <a:custGeom>
              <a:avLst/>
              <a:gdLst/>
              <a:ahLst/>
              <a:cxnLst/>
              <a:rect l="l" t="t" r="r" b="b"/>
              <a:pathLst>
                <a:path w="1259205" h="719454">
                  <a:moveTo>
                    <a:pt x="1258823" y="719327"/>
                  </a:moveTo>
                  <a:lnTo>
                    <a:pt x="1258823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1258823" y="719327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59061" y="3521964"/>
              <a:ext cx="1268095" cy="728980"/>
            </a:xfrm>
            <a:custGeom>
              <a:avLst/>
              <a:gdLst/>
              <a:ahLst/>
              <a:cxnLst/>
              <a:rect l="l" t="t" r="r" b="b"/>
              <a:pathLst>
                <a:path w="1268095" h="728979">
                  <a:moveTo>
                    <a:pt x="1267964" y="728472"/>
                  </a:moveTo>
                  <a:lnTo>
                    <a:pt x="1267964" y="0"/>
                  </a:lnTo>
                  <a:lnTo>
                    <a:pt x="0" y="0"/>
                  </a:lnTo>
                  <a:lnTo>
                    <a:pt x="0" y="728472"/>
                  </a:lnTo>
                  <a:lnTo>
                    <a:pt x="4572" y="72847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258820" y="9144"/>
                  </a:lnTo>
                  <a:lnTo>
                    <a:pt x="1258820" y="4572"/>
                  </a:lnTo>
                  <a:lnTo>
                    <a:pt x="1263392" y="9144"/>
                  </a:lnTo>
                  <a:lnTo>
                    <a:pt x="1263392" y="728472"/>
                  </a:lnTo>
                  <a:lnTo>
                    <a:pt x="1267964" y="728472"/>
                  </a:lnTo>
                  <a:close/>
                </a:path>
                <a:path w="1268095" h="728979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268095" h="728979">
                  <a:moveTo>
                    <a:pt x="9144" y="719328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719328"/>
                  </a:lnTo>
                  <a:lnTo>
                    <a:pt x="9144" y="719328"/>
                  </a:lnTo>
                  <a:close/>
                </a:path>
                <a:path w="1268095" h="728979">
                  <a:moveTo>
                    <a:pt x="1263392" y="719328"/>
                  </a:moveTo>
                  <a:lnTo>
                    <a:pt x="4572" y="719328"/>
                  </a:lnTo>
                  <a:lnTo>
                    <a:pt x="9144" y="723900"/>
                  </a:lnTo>
                  <a:lnTo>
                    <a:pt x="9144" y="728472"/>
                  </a:lnTo>
                  <a:lnTo>
                    <a:pt x="1258820" y="728472"/>
                  </a:lnTo>
                  <a:lnTo>
                    <a:pt x="1258820" y="723900"/>
                  </a:lnTo>
                  <a:lnTo>
                    <a:pt x="1263392" y="719328"/>
                  </a:lnTo>
                  <a:close/>
                </a:path>
                <a:path w="1268095" h="728979">
                  <a:moveTo>
                    <a:pt x="9144" y="728472"/>
                  </a:moveTo>
                  <a:lnTo>
                    <a:pt x="9144" y="723900"/>
                  </a:lnTo>
                  <a:lnTo>
                    <a:pt x="4572" y="719328"/>
                  </a:lnTo>
                  <a:lnTo>
                    <a:pt x="4572" y="728472"/>
                  </a:lnTo>
                  <a:lnTo>
                    <a:pt x="9144" y="728472"/>
                  </a:lnTo>
                  <a:close/>
                </a:path>
                <a:path w="1268095" h="728979">
                  <a:moveTo>
                    <a:pt x="1263392" y="9144"/>
                  </a:moveTo>
                  <a:lnTo>
                    <a:pt x="1258820" y="4572"/>
                  </a:lnTo>
                  <a:lnTo>
                    <a:pt x="1258820" y="9144"/>
                  </a:lnTo>
                  <a:lnTo>
                    <a:pt x="1263392" y="9144"/>
                  </a:lnTo>
                  <a:close/>
                </a:path>
                <a:path w="1268095" h="728979">
                  <a:moveTo>
                    <a:pt x="1263392" y="719328"/>
                  </a:moveTo>
                  <a:lnTo>
                    <a:pt x="1263392" y="9144"/>
                  </a:lnTo>
                  <a:lnTo>
                    <a:pt x="1258820" y="9144"/>
                  </a:lnTo>
                  <a:lnTo>
                    <a:pt x="1258820" y="719328"/>
                  </a:lnTo>
                  <a:lnTo>
                    <a:pt x="1263392" y="719328"/>
                  </a:lnTo>
                  <a:close/>
                </a:path>
                <a:path w="1268095" h="728979">
                  <a:moveTo>
                    <a:pt x="1263392" y="728472"/>
                  </a:moveTo>
                  <a:lnTo>
                    <a:pt x="1263392" y="719328"/>
                  </a:lnTo>
                  <a:lnTo>
                    <a:pt x="1258820" y="723900"/>
                  </a:lnTo>
                  <a:lnTo>
                    <a:pt x="1258820" y="728472"/>
                  </a:lnTo>
                  <a:lnTo>
                    <a:pt x="1263392" y="728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91140" y="3550410"/>
            <a:ext cx="1002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5080" indent="-40386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Insulator </a:t>
            </a:r>
            <a:r>
              <a:rPr sz="2000" spc="-5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64573" y="2624327"/>
            <a:ext cx="8034020" cy="1626235"/>
            <a:chOff x="1564573" y="2624327"/>
            <a:chExt cx="8034020" cy="1626235"/>
          </a:xfrm>
        </p:grpSpPr>
        <p:sp>
          <p:nvSpPr>
            <p:cNvPr id="21" name="object 21"/>
            <p:cNvSpPr/>
            <p:nvPr/>
          </p:nvSpPr>
          <p:spPr>
            <a:xfrm>
              <a:off x="1564563" y="2624340"/>
              <a:ext cx="256540" cy="901065"/>
            </a:xfrm>
            <a:custGeom>
              <a:avLst/>
              <a:gdLst/>
              <a:ahLst/>
              <a:cxnLst/>
              <a:rect l="l" t="t" r="r" b="b"/>
              <a:pathLst>
                <a:path w="256539" h="901064">
                  <a:moveTo>
                    <a:pt x="256273" y="729996"/>
                  </a:moveTo>
                  <a:lnTo>
                    <a:pt x="251917" y="719328"/>
                  </a:lnTo>
                  <a:lnTo>
                    <a:pt x="128473" y="504444"/>
                  </a:lnTo>
                  <a:lnTo>
                    <a:pt x="3505" y="719328"/>
                  </a:lnTo>
                  <a:lnTo>
                    <a:pt x="0" y="729996"/>
                  </a:lnTo>
                  <a:lnTo>
                    <a:pt x="647" y="740664"/>
                  </a:lnTo>
                  <a:lnTo>
                    <a:pt x="5003" y="750189"/>
                  </a:lnTo>
                  <a:lnTo>
                    <a:pt x="12649" y="757428"/>
                  </a:lnTo>
                  <a:lnTo>
                    <a:pt x="23558" y="760920"/>
                  </a:lnTo>
                  <a:lnTo>
                    <a:pt x="34747" y="760285"/>
                  </a:lnTo>
                  <a:lnTo>
                    <a:pt x="44792" y="755916"/>
                  </a:lnTo>
                  <a:lnTo>
                    <a:pt x="52273" y="748284"/>
                  </a:lnTo>
                  <a:lnTo>
                    <a:pt x="99517" y="667385"/>
                  </a:lnTo>
                  <a:lnTo>
                    <a:pt x="99517" y="900684"/>
                  </a:lnTo>
                  <a:lnTo>
                    <a:pt x="155905" y="900684"/>
                  </a:lnTo>
                  <a:lnTo>
                    <a:pt x="155905" y="666584"/>
                  </a:lnTo>
                  <a:lnTo>
                    <a:pt x="203149" y="746760"/>
                  </a:lnTo>
                  <a:lnTo>
                    <a:pt x="210629" y="755281"/>
                  </a:lnTo>
                  <a:lnTo>
                    <a:pt x="220675" y="760095"/>
                  </a:lnTo>
                  <a:lnTo>
                    <a:pt x="231863" y="760895"/>
                  </a:lnTo>
                  <a:lnTo>
                    <a:pt x="242773" y="757428"/>
                  </a:lnTo>
                  <a:lnTo>
                    <a:pt x="251269" y="750189"/>
                  </a:lnTo>
                  <a:lnTo>
                    <a:pt x="255917" y="740664"/>
                  </a:lnTo>
                  <a:lnTo>
                    <a:pt x="256273" y="729996"/>
                  </a:lnTo>
                  <a:close/>
                </a:path>
                <a:path w="256539" h="901064">
                  <a:moveTo>
                    <a:pt x="256273" y="170688"/>
                  </a:moveTo>
                  <a:lnTo>
                    <a:pt x="255917" y="160020"/>
                  </a:lnTo>
                  <a:lnTo>
                    <a:pt x="251269" y="150495"/>
                  </a:lnTo>
                  <a:lnTo>
                    <a:pt x="242773" y="143256"/>
                  </a:lnTo>
                  <a:lnTo>
                    <a:pt x="231863" y="139750"/>
                  </a:lnTo>
                  <a:lnTo>
                    <a:pt x="220675" y="140398"/>
                  </a:lnTo>
                  <a:lnTo>
                    <a:pt x="210629" y="144754"/>
                  </a:lnTo>
                  <a:lnTo>
                    <a:pt x="203149" y="152400"/>
                  </a:lnTo>
                  <a:lnTo>
                    <a:pt x="155905" y="233286"/>
                  </a:lnTo>
                  <a:lnTo>
                    <a:pt x="155905" y="0"/>
                  </a:lnTo>
                  <a:lnTo>
                    <a:pt x="99517" y="0"/>
                  </a:lnTo>
                  <a:lnTo>
                    <a:pt x="99517" y="233286"/>
                  </a:lnTo>
                  <a:lnTo>
                    <a:pt x="127711" y="281559"/>
                  </a:lnTo>
                  <a:lnTo>
                    <a:pt x="52273" y="152400"/>
                  </a:lnTo>
                  <a:lnTo>
                    <a:pt x="44792" y="144754"/>
                  </a:lnTo>
                  <a:lnTo>
                    <a:pt x="34747" y="140398"/>
                  </a:lnTo>
                  <a:lnTo>
                    <a:pt x="23558" y="139750"/>
                  </a:lnTo>
                  <a:lnTo>
                    <a:pt x="12649" y="143256"/>
                  </a:lnTo>
                  <a:lnTo>
                    <a:pt x="5003" y="150495"/>
                  </a:lnTo>
                  <a:lnTo>
                    <a:pt x="647" y="160020"/>
                  </a:lnTo>
                  <a:lnTo>
                    <a:pt x="0" y="170688"/>
                  </a:lnTo>
                  <a:lnTo>
                    <a:pt x="3505" y="181356"/>
                  </a:lnTo>
                  <a:lnTo>
                    <a:pt x="99517" y="346443"/>
                  </a:lnTo>
                  <a:lnTo>
                    <a:pt x="128473" y="396240"/>
                  </a:lnTo>
                  <a:lnTo>
                    <a:pt x="155905" y="348488"/>
                  </a:lnTo>
                  <a:lnTo>
                    <a:pt x="251917" y="181356"/>
                  </a:lnTo>
                  <a:lnTo>
                    <a:pt x="256273" y="1706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34634" y="3526535"/>
              <a:ext cx="1259205" cy="719455"/>
            </a:xfrm>
            <a:custGeom>
              <a:avLst/>
              <a:gdLst/>
              <a:ahLst/>
              <a:cxnLst/>
              <a:rect l="l" t="t" r="r" b="b"/>
              <a:pathLst>
                <a:path w="1259204" h="719454">
                  <a:moveTo>
                    <a:pt x="1258823" y="719327"/>
                  </a:moveTo>
                  <a:lnTo>
                    <a:pt x="1258823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1258823" y="719327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30062" y="3521963"/>
              <a:ext cx="1268095" cy="728980"/>
            </a:xfrm>
            <a:custGeom>
              <a:avLst/>
              <a:gdLst/>
              <a:ahLst/>
              <a:cxnLst/>
              <a:rect l="l" t="t" r="r" b="b"/>
              <a:pathLst>
                <a:path w="1268095" h="728979">
                  <a:moveTo>
                    <a:pt x="1267968" y="728472"/>
                  </a:moveTo>
                  <a:lnTo>
                    <a:pt x="1267968" y="0"/>
                  </a:lnTo>
                  <a:lnTo>
                    <a:pt x="0" y="0"/>
                  </a:lnTo>
                  <a:lnTo>
                    <a:pt x="0" y="728472"/>
                  </a:lnTo>
                  <a:lnTo>
                    <a:pt x="4572" y="72847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258824" y="9144"/>
                  </a:lnTo>
                  <a:lnTo>
                    <a:pt x="1258824" y="4572"/>
                  </a:lnTo>
                  <a:lnTo>
                    <a:pt x="1263396" y="9144"/>
                  </a:lnTo>
                  <a:lnTo>
                    <a:pt x="1263396" y="728472"/>
                  </a:lnTo>
                  <a:lnTo>
                    <a:pt x="1267968" y="728472"/>
                  </a:lnTo>
                  <a:close/>
                </a:path>
                <a:path w="1268095" h="728979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268095" h="728979">
                  <a:moveTo>
                    <a:pt x="9144" y="719328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719328"/>
                  </a:lnTo>
                  <a:lnTo>
                    <a:pt x="9144" y="719328"/>
                  </a:lnTo>
                  <a:close/>
                </a:path>
                <a:path w="1268095" h="728979">
                  <a:moveTo>
                    <a:pt x="1263396" y="719328"/>
                  </a:moveTo>
                  <a:lnTo>
                    <a:pt x="4572" y="719328"/>
                  </a:lnTo>
                  <a:lnTo>
                    <a:pt x="9144" y="723900"/>
                  </a:lnTo>
                  <a:lnTo>
                    <a:pt x="9144" y="728472"/>
                  </a:lnTo>
                  <a:lnTo>
                    <a:pt x="1258824" y="728472"/>
                  </a:lnTo>
                  <a:lnTo>
                    <a:pt x="1258824" y="723900"/>
                  </a:lnTo>
                  <a:lnTo>
                    <a:pt x="1263396" y="719328"/>
                  </a:lnTo>
                  <a:close/>
                </a:path>
                <a:path w="1268095" h="728979">
                  <a:moveTo>
                    <a:pt x="9144" y="728472"/>
                  </a:moveTo>
                  <a:lnTo>
                    <a:pt x="9144" y="723900"/>
                  </a:lnTo>
                  <a:lnTo>
                    <a:pt x="4572" y="719328"/>
                  </a:lnTo>
                  <a:lnTo>
                    <a:pt x="4572" y="728472"/>
                  </a:lnTo>
                  <a:lnTo>
                    <a:pt x="9144" y="728472"/>
                  </a:lnTo>
                  <a:close/>
                </a:path>
                <a:path w="1268095" h="728979">
                  <a:moveTo>
                    <a:pt x="1263396" y="9144"/>
                  </a:moveTo>
                  <a:lnTo>
                    <a:pt x="1258824" y="4572"/>
                  </a:lnTo>
                  <a:lnTo>
                    <a:pt x="1258824" y="9144"/>
                  </a:lnTo>
                  <a:lnTo>
                    <a:pt x="1263396" y="9144"/>
                  </a:lnTo>
                  <a:close/>
                </a:path>
                <a:path w="1268095" h="728979">
                  <a:moveTo>
                    <a:pt x="1263396" y="719328"/>
                  </a:moveTo>
                  <a:lnTo>
                    <a:pt x="1263396" y="9144"/>
                  </a:lnTo>
                  <a:lnTo>
                    <a:pt x="1258824" y="9144"/>
                  </a:lnTo>
                  <a:lnTo>
                    <a:pt x="1258824" y="719328"/>
                  </a:lnTo>
                  <a:lnTo>
                    <a:pt x="1263396" y="719328"/>
                  </a:lnTo>
                  <a:close/>
                </a:path>
                <a:path w="1268095" h="728979">
                  <a:moveTo>
                    <a:pt x="1263396" y="728472"/>
                  </a:moveTo>
                  <a:lnTo>
                    <a:pt x="1263396" y="719328"/>
                  </a:lnTo>
                  <a:lnTo>
                    <a:pt x="1258824" y="723900"/>
                  </a:lnTo>
                  <a:lnTo>
                    <a:pt x="1258824" y="728472"/>
                  </a:lnTo>
                  <a:lnTo>
                    <a:pt x="1263396" y="728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62146" y="3550410"/>
            <a:ext cx="1002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305" marR="5080" indent="-3962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Insulator </a:t>
            </a:r>
            <a:r>
              <a:rPr sz="2000" spc="-5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331586" y="1900427"/>
            <a:ext cx="1268095" cy="728980"/>
            <a:chOff x="8331586" y="1900427"/>
            <a:chExt cx="1268095" cy="728980"/>
          </a:xfrm>
        </p:grpSpPr>
        <p:sp>
          <p:nvSpPr>
            <p:cNvPr id="26" name="object 26"/>
            <p:cNvSpPr/>
            <p:nvPr/>
          </p:nvSpPr>
          <p:spPr>
            <a:xfrm>
              <a:off x="8336157" y="1904999"/>
              <a:ext cx="1259205" cy="719455"/>
            </a:xfrm>
            <a:custGeom>
              <a:avLst/>
              <a:gdLst/>
              <a:ahLst/>
              <a:cxnLst/>
              <a:rect l="l" t="t" r="r" b="b"/>
              <a:pathLst>
                <a:path w="1259204" h="719455">
                  <a:moveTo>
                    <a:pt x="1258823" y="719327"/>
                  </a:moveTo>
                  <a:lnTo>
                    <a:pt x="1258823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1258823" y="719327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31586" y="1900427"/>
              <a:ext cx="1268095" cy="728980"/>
            </a:xfrm>
            <a:custGeom>
              <a:avLst/>
              <a:gdLst/>
              <a:ahLst/>
              <a:cxnLst/>
              <a:rect l="l" t="t" r="r" b="b"/>
              <a:pathLst>
                <a:path w="1268095" h="728980">
                  <a:moveTo>
                    <a:pt x="1267968" y="728472"/>
                  </a:moveTo>
                  <a:lnTo>
                    <a:pt x="1267968" y="0"/>
                  </a:lnTo>
                  <a:lnTo>
                    <a:pt x="0" y="0"/>
                  </a:lnTo>
                  <a:lnTo>
                    <a:pt x="0" y="728472"/>
                  </a:lnTo>
                  <a:lnTo>
                    <a:pt x="4572" y="72847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258824" y="9144"/>
                  </a:lnTo>
                  <a:lnTo>
                    <a:pt x="1258824" y="4572"/>
                  </a:lnTo>
                  <a:lnTo>
                    <a:pt x="1263396" y="9144"/>
                  </a:lnTo>
                  <a:lnTo>
                    <a:pt x="1263396" y="728472"/>
                  </a:lnTo>
                  <a:lnTo>
                    <a:pt x="1267968" y="728472"/>
                  </a:lnTo>
                  <a:close/>
                </a:path>
                <a:path w="1268095" h="728980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268095" h="728980">
                  <a:moveTo>
                    <a:pt x="9144" y="719328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719328"/>
                  </a:lnTo>
                  <a:lnTo>
                    <a:pt x="9144" y="719328"/>
                  </a:lnTo>
                  <a:close/>
                </a:path>
                <a:path w="1268095" h="728980">
                  <a:moveTo>
                    <a:pt x="1263396" y="719328"/>
                  </a:moveTo>
                  <a:lnTo>
                    <a:pt x="4572" y="719328"/>
                  </a:lnTo>
                  <a:lnTo>
                    <a:pt x="9144" y="723900"/>
                  </a:lnTo>
                  <a:lnTo>
                    <a:pt x="9144" y="728472"/>
                  </a:lnTo>
                  <a:lnTo>
                    <a:pt x="1258824" y="728472"/>
                  </a:lnTo>
                  <a:lnTo>
                    <a:pt x="1258824" y="723900"/>
                  </a:lnTo>
                  <a:lnTo>
                    <a:pt x="1263396" y="719328"/>
                  </a:lnTo>
                  <a:close/>
                </a:path>
                <a:path w="1268095" h="728980">
                  <a:moveTo>
                    <a:pt x="9144" y="728472"/>
                  </a:moveTo>
                  <a:lnTo>
                    <a:pt x="9144" y="723900"/>
                  </a:lnTo>
                  <a:lnTo>
                    <a:pt x="4572" y="719328"/>
                  </a:lnTo>
                  <a:lnTo>
                    <a:pt x="4572" y="728472"/>
                  </a:lnTo>
                  <a:lnTo>
                    <a:pt x="9144" y="728472"/>
                  </a:lnTo>
                  <a:close/>
                </a:path>
                <a:path w="1268095" h="728980">
                  <a:moveTo>
                    <a:pt x="1263396" y="9144"/>
                  </a:moveTo>
                  <a:lnTo>
                    <a:pt x="1258824" y="4572"/>
                  </a:lnTo>
                  <a:lnTo>
                    <a:pt x="1258824" y="9144"/>
                  </a:lnTo>
                  <a:lnTo>
                    <a:pt x="1263396" y="9144"/>
                  </a:lnTo>
                  <a:close/>
                </a:path>
                <a:path w="1268095" h="728980">
                  <a:moveTo>
                    <a:pt x="1263396" y="719328"/>
                  </a:moveTo>
                  <a:lnTo>
                    <a:pt x="1263396" y="9144"/>
                  </a:lnTo>
                  <a:lnTo>
                    <a:pt x="1258824" y="9144"/>
                  </a:lnTo>
                  <a:lnTo>
                    <a:pt x="1258824" y="719328"/>
                  </a:lnTo>
                  <a:lnTo>
                    <a:pt x="1263396" y="719328"/>
                  </a:lnTo>
                  <a:close/>
                </a:path>
                <a:path w="1268095" h="728980">
                  <a:moveTo>
                    <a:pt x="1263396" y="728472"/>
                  </a:moveTo>
                  <a:lnTo>
                    <a:pt x="1263396" y="719328"/>
                  </a:lnTo>
                  <a:lnTo>
                    <a:pt x="1258824" y="723900"/>
                  </a:lnTo>
                  <a:lnTo>
                    <a:pt x="1258824" y="728472"/>
                  </a:lnTo>
                  <a:lnTo>
                    <a:pt x="1263396" y="728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463670" y="1930399"/>
            <a:ext cx="1002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5080" indent="-40386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Insulator </a:t>
            </a:r>
            <a:r>
              <a:rPr sz="2000" spc="-5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92274" y="1613916"/>
            <a:ext cx="4400550" cy="1912620"/>
            <a:chOff x="4692274" y="1613916"/>
            <a:chExt cx="4400550" cy="1912620"/>
          </a:xfrm>
        </p:grpSpPr>
        <p:sp>
          <p:nvSpPr>
            <p:cNvPr id="30" name="object 30"/>
            <p:cNvSpPr/>
            <p:nvPr/>
          </p:nvSpPr>
          <p:spPr>
            <a:xfrm>
              <a:off x="8836241" y="2625864"/>
              <a:ext cx="256540" cy="901065"/>
            </a:xfrm>
            <a:custGeom>
              <a:avLst/>
              <a:gdLst/>
              <a:ahLst/>
              <a:cxnLst/>
              <a:rect l="l" t="t" r="r" b="b"/>
              <a:pathLst>
                <a:path w="256540" h="901064">
                  <a:moveTo>
                    <a:pt x="256247" y="729996"/>
                  </a:moveTo>
                  <a:lnTo>
                    <a:pt x="252768" y="719328"/>
                  </a:lnTo>
                  <a:lnTo>
                    <a:pt x="127800" y="504444"/>
                  </a:lnTo>
                  <a:lnTo>
                    <a:pt x="4356" y="719328"/>
                  </a:lnTo>
                  <a:lnTo>
                    <a:pt x="0" y="729996"/>
                  </a:lnTo>
                  <a:lnTo>
                    <a:pt x="355" y="740664"/>
                  </a:lnTo>
                  <a:lnTo>
                    <a:pt x="5003" y="750189"/>
                  </a:lnTo>
                  <a:lnTo>
                    <a:pt x="13500" y="757428"/>
                  </a:lnTo>
                  <a:lnTo>
                    <a:pt x="24409" y="761568"/>
                  </a:lnTo>
                  <a:lnTo>
                    <a:pt x="35598" y="760857"/>
                  </a:lnTo>
                  <a:lnTo>
                    <a:pt x="45643" y="756132"/>
                  </a:lnTo>
                  <a:lnTo>
                    <a:pt x="53124" y="748284"/>
                  </a:lnTo>
                  <a:lnTo>
                    <a:pt x="100368" y="667385"/>
                  </a:lnTo>
                  <a:lnTo>
                    <a:pt x="100368" y="900684"/>
                  </a:lnTo>
                  <a:lnTo>
                    <a:pt x="156756" y="900684"/>
                  </a:lnTo>
                  <a:lnTo>
                    <a:pt x="156756" y="667385"/>
                  </a:lnTo>
                  <a:lnTo>
                    <a:pt x="204000" y="748284"/>
                  </a:lnTo>
                  <a:lnTo>
                    <a:pt x="211455" y="756132"/>
                  </a:lnTo>
                  <a:lnTo>
                    <a:pt x="221335" y="760857"/>
                  </a:lnTo>
                  <a:lnTo>
                    <a:pt x="232079" y="761568"/>
                  </a:lnTo>
                  <a:lnTo>
                    <a:pt x="242100" y="757428"/>
                  </a:lnTo>
                  <a:lnTo>
                    <a:pt x="250621" y="750189"/>
                  </a:lnTo>
                  <a:lnTo>
                    <a:pt x="255435" y="740664"/>
                  </a:lnTo>
                  <a:lnTo>
                    <a:pt x="256247" y="729996"/>
                  </a:lnTo>
                  <a:close/>
                </a:path>
                <a:path w="256540" h="901064">
                  <a:moveTo>
                    <a:pt x="256247" y="170688"/>
                  </a:moveTo>
                  <a:lnTo>
                    <a:pt x="255435" y="160020"/>
                  </a:lnTo>
                  <a:lnTo>
                    <a:pt x="250621" y="150495"/>
                  </a:lnTo>
                  <a:lnTo>
                    <a:pt x="242100" y="143256"/>
                  </a:lnTo>
                  <a:lnTo>
                    <a:pt x="232079" y="139776"/>
                  </a:lnTo>
                  <a:lnTo>
                    <a:pt x="221335" y="140589"/>
                  </a:lnTo>
                  <a:lnTo>
                    <a:pt x="211455" y="145389"/>
                  </a:lnTo>
                  <a:lnTo>
                    <a:pt x="204000" y="153924"/>
                  </a:lnTo>
                  <a:lnTo>
                    <a:pt x="156756" y="234086"/>
                  </a:lnTo>
                  <a:lnTo>
                    <a:pt x="156756" y="0"/>
                  </a:lnTo>
                  <a:lnTo>
                    <a:pt x="100368" y="0"/>
                  </a:lnTo>
                  <a:lnTo>
                    <a:pt x="100368" y="234086"/>
                  </a:lnTo>
                  <a:lnTo>
                    <a:pt x="128562" y="281940"/>
                  </a:lnTo>
                  <a:lnTo>
                    <a:pt x="53124" y="153924"/>
                  </a:lnTo>
                  <a:lnTo>
                    <a:pt x="45643" y="145389"/>
                  </a:lnTo>
                  <a:lnTo>
                    <a:pt x="35598" y="140589"/>
                  </a:lnTo>
                  <a:lnTo>
                    <a:pt x="24409" y="139776"/>
                  </a:lnTo>
                  <a:lnTo>
                    <a:pt x="13500" y="143256"/>
                  </a:lnTo>
                  <a:lnTo>
                    <a:pt x="5003" y="150495"/>
                  </a:lnTo>
                  <a:lnTo>
                    <a:pt x="355" y="160020"/>
                  </a:lnTo>
                  <a:lnTo>
                    <a:pt x="0" y="170688"/>
                  </a:lnTo>
                  <a:lnTo>
                    <a:pt x="4356" y="181356"/>
                  </a:lnTo>
                  <a:lnTo>
                    <a:pt x="100368" y="348488"/>
                  </a:lnTo>
                  <a:lnTo>
                    <a:pt x="127800" y="396240"/>
                  </a:lnTo>
                  <a:lnTo>
                    <a:pt x="156756" y="346443"/>
                  </a:lnTo>
                  <a:lnTo>
                    <a:pt x="252768" y="181356"/>
                  </a:lnTo>
                  <a:lnTo>
                    <a:pt x="256247" y="17068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96845" y="1618487"/>
              <a:ext cx="1367155" cy="1005840"/>
            </a:xfrm>
            <a:custGeom>
              <a:avLst/>
              <a:gdLst/>
              <a:ahLst/>
              <a:cxnLst/>
              <a:rect l="l" t="t" r="r" b="b"/>
              <a:pathLst>
                <a:path w="1367154" h="1005839">
                  <a:moveTo>
                    <a:pt x="1367027" y="1005839"/>
                  </a:moveTo>
                  <a:lnTo>
                    <a:pt x="1367027" y="0"/>
                  </a:lnTo>
                  <a:lnTo>
                    <a:pt x="0" y="0"/>
                  </a:lnTo>
                  <a:lnTo>
                    <a:pt x="0" y="1005839"/>
                  </a:lnTo>
                  <a:lnTo>
                    <a:pt x="1367027" y="1005839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92274" y="1613916"/>
              <a:ext cx="1376680" cy="1015365"/>
            </a:xfrm>
            <a:custGeom>
              <a:avLst/>
              <a:gdLst/>
              <a:ahLst/>
              <a:cxnLst/>
              <a:rect l="l" t="t" r="r" b="b"/>
              <a:pathLst>
                <a:path w="1376679" h="1015364">
                  <a:moveTo>
                    <a:pt x="1376172" y="1014984"/>
                  </a:moveTo>
                  <a:lnTo>
                    <a:pt x="1376172" y="0"/>
                  </a:lnTo>
                  <a:lnTo>
                    <a:pt x="0" y="0"/>
                  </a:lnTo>
                  <a:lnTo>
                    <a:pt x="0" y="1014984"/>
                  </a:lnTo>
                  <a:lnTo>
                    <a:pt x="4572" y="1014984"/>
                  </a:ln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1367028" y="9144"/>
                  </a:lnTo>
                  <a:lnTo>
                    <a:pt x="1367028" y="4572"/>
                  </a:lnTo>
                  <a:lnTo>
                    <a:pt x="1371600" y="9144"/>
                  </a:lnTo>
                  <a:lnTo>
                    <a:pt x="1371600" y="1014984"/>
                  </a:lnTo>
                  <a:lnTo>
                    <a:pt x="1376172" y="1014984"/>
                  </a:lnTo>
                  <a:close/>
                </a:path>
                <a:path w="1376679" h="1015364">
                  <a:moveTo>
                    <a:pt x="10668" y="9144"/>
                  </a:move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close/>
                </a:path>
                <a:path w="1376679" h="1015364">
                  <a:moveTo>
                    <a:pt x="10668" y="1005840"/>
                  </a:moveTo>
                  <a:lnTo>
                    <a:pt x="10668" y="9144"/>
                  </a:lnTo>
                  <a:lnTo>
                    <a:pt x="4572" y="9144"/>
                  </a:lnTo>
                  <a:lnTo>
                    <a:pt x="4572" y="1005840"/>
                  </a:lnTo>
                  <a:lnTo>
                    <a:pt x="10668" y="1005840"/>
                  </a:lnTo>
                  <a:close/>
                </a:path>
                <a:path w="1376679" h="1015364">
                  <a:moveTo>
                    <a:pt x="1371600" y="1005840"/>
                  </a:moveTo>
                  <a:lnTo>
                    <a:pt x="4572" y="1005840"/>
                  </a:lnTo>
                  <a:lnTo>
                    <a:pt x="10668" y="1010412"/>
                  </a:lnTo>
                  <a:lnTo>
                    <a:pt x="10668" y="1014984"/>
                  </a:lnTo>
                  <a:lnTo>
                    <a:pt x="1367028" y="1014984"/>
                  </a:lnTo>
                  <a:lnTo>
                    <a:pt x="1367028" y="1010412"/>
                  </a:lnTo>
                  <a:lnTo>
                    <a:pt x="1371600" y="1005840"/>
                  </a:lnTo>
                  <a:close/>
                </a:path>
                <a:path w="1376679" h="1015364">
                  <a:moveTo>
                    <a:pt x="10668" y="1014984"/>
                  </a:moveTo>
                  <a:lnTo>
                    <a:pt x="10668" y="1010412"/>
                  </a:lnTo>
                  <a:lnTo>
                    <a:pt x="4572" y="1005840"/>
                  </a:lnTo>
                  <a:lnTo>
                    <a:pt x="4572" y="1014984"/>
                  </a:lnTo>
                  <a:lnTo>
                    <a:pt x="10668" y="1014984"/>
                  </a:lnTo>
                  <a:close/>
                </a:path>
                <a:path w="1376679" h="1015364">
                  <a:moveTo>
                    <a:pt x="1371600" y="9144"/>
                  </a:moveTo>
                  <a:lnTo>
                    <a:pt x="1367028" y="4572"/>
                  </a:lnTo>
                  <a:lnTo>
                    <a:pt x="1367028" y="9144"/>
                  </a:lnTo>
                  <a:lnTo>
                    <a:pt x="1371600" y="9144"/>
                  </a:lnTo>
                  <a:close/>
                </a:path>
                <a:path w="1376679" h="1015364">
                  <a:moveTo>
                    <a:pt x="1371600" y="1005840"/>
                  </a:moveTo>
                  <a:lnTo>
                    <a:pt x="1371600" y="9144"/>
                  </a:lnTo>
                  <a:lnTo>
                    <a:pt x="1367028" y="9144"/>
                  </a:lnTo>
                  <a:lnTo>
                    <a:pt x="1367028" y="1005840"/>
                  </a:lnTo>
                  <a:lnTo>
                    <a:pt x="1371600" y="1005840"/>
                  </a:lnTo>
                  <a:close/>
                </a:path>
                <a:path w="1376679" h="1015364">
                  <a:moveTo>
                    <a:pt x="1371600" y="1014984"/>
                  </a:moveTo>
                  <a:lnTo>
                    <a:pt x="1371600" y="1005840"/>
                  </a:lnTo>
                  <a:lnTo>
                    <a:pt x="1367028" y="1010412"/>
                  </a:lnTo>
                  <a:lnTo>
                    <a:pt x="1367028" y="1014984"/>
                  </a:lnTo>
                  <a:lnTo>
                    <a:pt x="1371600" y="1014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778639" y="1642363"/>
            <a:ext cx="12014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Neutral Conductor </a:t>
            </a:r>
            <a:r>
              <a:rPr sz="2000" spc="-5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747138" y="3521964"/>
            <a:ext cx="1268095" cy="728980"/>
            <a:chOff x="4747138" y="3521964"/>
            <a:chExt cx="1268095" cy="728980"/>
          </a:xfrm>
        </p:grpSpPr>
        <p:sp>
          <p:nvSpPr>
            <p:cNvPr id="35" name="object 35"/>
            <p:cNvSpPr/>
            <p:nvPr/>
          </p:nvSpPr>
          <p:spPr>
            <a:xfrm>
              <a:off x="4751709" y="3526535"/>
              <a:ext cx="1259205" cy="719455"/>
            </a:xfrm>
            <a:custGeom>
              <a:avLst/>
              <a:gdLst/>
              <a:ahLst/>
              <a:cxnLst/>
              <a:rect l="l" t="t" r="r" b="b"/>
              <a:pathLst>
                <a:path w="1259204" h="719454">
                  <a:moveTo>
                    <a:pt x="1258823" y="719327"/>
                  </a:moveTo>
                  <a:lnTo>
                    <a:pt x="1258823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1258823" y="719327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47138" y="3521964"/>
              <a:ext cx="1268095" cy="728980"/>
            </a:xfrm>
            <a:custGeom>
              <a:avLst/>
              <a:gdLst/>
              <a:ahLst/>
              <a:cxnLst/>
              <a:rect l="l" t="t" r="r" b="b"/>
              <a:pathLst>
                <a:path w="1268095" h="728979">
                  <a:moveTo>
                    <a:pt x="1267968" y="728472"/>
                  </a:moveTo>
                  <a:lnTo>
                    <a:pt x="1267968" y="0"/>
                  </a:lnTo>
                  <a:lnTo>
                    <a:pt x="0" y="0"/>
                  </a:lnTo>
                  <a:lnTo>
                    <a:pt x="0" y="728472"/>
                  </a:lnTo>
                  <a:lnTo>
                    <a:pt x="4572" y="72847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258824" y="9144"/>
                  </a:lnTo>
                  <a:lnTo>
                    <a:pt x="1258824" y="4572"/>
                  </a:lnTo>
                  <a:lnTo>
                    <a:pt x="1263396" y="9144"/>
                  </a:lnTo>
                  <a:lnTo>
                    <a:pt x="1263396" y="728472"/>
                  </a:lnTo>
                  <a:lnTo>
                    <a:pt x="1267968" y="728472"/>
                  </a:lnTo>
                  <a:close/>
                </a:path>
                <a:path w="1268095" h="728979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268095" h="728979">
                  <a:moveTo>
                    <a:pt x="9144" y="719328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719328"/>
                  </a:lnTo>
                  <a:lnTo>
                    <a:pt x="9144" y="719328"/>
                  </a:lnTo>
                  <a:close/>
                </a:path>
                <a:path w="1268095" h="728979">
                  <a:moveTo>
                    <a:pt x="1263396" y="719328"/>
                  </a:moveTo>
                  <a:lnTo>
                    <a:pt x="4572" y="719328"/>
                  </a:lnTo>
                  <a:lnTo>
                    <a:pt x="9144" y="723900"/>
                  </a:lnTo>
                  <a:lnTo>
                    <a:pt x="9144" y="728472"/>
                  </a:lnTo>
                  <a:lnTo>
                    <a:pt x="1258824" y="728472"/>
                  </a:lnTo>
                  <a:lnTo>
                    <a:pt x="1258824" y="723900"/>
                  </a:lnTo>
                  <a:lnTo>
                    <a:pt x="1263396" y="719328"/>
                  </a:lnTo>
                  <a:close/>
                </a:path>
                <a:path w="1268095" h="728979">
                  <a:moveTo>
                    <a:pt x="9144" y="728472"/>
                  </a:moveTo>
                  <a:lnTo>
                    <a:pt x="9144" y="723900"/>
                  </a:lnTo>
                  <a:lnTo>
                    <a:pt x="4572" y="719328"/>
                  </a:lnTo>
                  <a:lnTo>
                    <a:pt x="4572" y="728472"/>
                  </a:lnTo>
                  <a:lnTo>
                    <a:pt x="9144" y="728472"/>
                  </a:lnTo>
                  <a:close/>
                </a:path>
                <a:path w="1268095" h="728979">
                  <a:moveTo>
                    <a:pt x="1263396" y="9144"/>
                  </a:moveTo>
                  <a:lnTo>
                    <a:pt x="1258824" y="4572"/>
                  </a:lnTo>
                  <a:lnTo>
                    <a:pt x="1258824" y="9144"/>
                  </a:lnTo>
                  <a:lnTo>
                    <a:pt x="1263396" y="9144"/>
                  </a:lnTo>
                  <a:close/>
                </a:path>
                <a:path w="1268095" h="728979">
                  <a:moveTo>
                    <a:pt x="1263396" y="719328"/>
                  </a:moveTo>
                  <a:lnTo>
                    <a:pt x="1263396" y="9144"/>
                  </a:lnTo>
                  <a:lnTo>
                    <a:pt x="1258824" y="9144"/>
                  </a:lnTo>
                  <a:lnTo>
                    <a:pt x="1258824" y="719328"/>
                  </a:lnTo>
                  <a:lnTo>
                    <a:pt x="1263396" y="719328"/>
                  </a:lnTo>
                  <a:close/>
                </a:path>
                <a:path w="1268095" h="728979">
                  <a:moveTo>
                    <a:pt x="1263396" y="728472"/>
                  </a:moveTo>
                  <a:lnTo>
                    <a:pt x="1263396" y="719328"/>
                  </a:lnTo>
                  <a:lnTo>
                    <a:pt x="1258824" y="723900"/>
                  </a:lnTo>
                  <a:lnTo>
                    <a:pt x="1258824" y="728472"/>
                  </a:lnTo>
                  <a:lnTo>
                    <a:pt x="1263396" y="728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79223" y="3550410"/>
            <a:ext cx="1002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305" marR="5080" indent="-3962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Insulator </a:t>
            </a:r>
            <a:r>
              <a:rPr sz="2000" spc="-5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251796" y="2625852"/>
            <a:ext cx="2581910" cy="1624965"/>
            <a:chOff x="5251796" y="2625852"/>
            <a:chExt cx="2581910" cy="1624965"/>
          </a:xfrm>
        </p:grpSpPr>
        <p:sp>
          <p:nvSpPr>
            <p:cNvPr id="39" name="object 39"/>
            <p:cNvSpPr/>
            <p:nvPr/>
          </p:nvSpPr>
          <p:spPr>
            <a:xfrm>
              <a:off x="5251793" y="2625864"/>
              <a:ext cx="257810" cy="901065"/>
            </a:xfrm>
            <a:custGeom>
              <a:avLst/>
              <a:gdLst/>
              <a:ahLst/>
              <a:cxnLst/>
              <a:rect l="l" t="t" r="r" b="b"/>
              <a:pathLst>
                <a:path w="257810" h="901064">
                  <a:moveTo>
                    <a:pt x="256247" y="729996"/>
                  </a:moveTo>
                  <a:lnTo>
                    <a:pt x="252768" y="719328"/>
                  </a:lnTo>
                  <a:lnTo>
                    <a:pt x="127800" y="504444"/>
                  </a:lnTo>
                  <a:lnTo>
                    <a:pt x="4356" y="719328"/>
                  </a:lnTo>
                  <a:lnTo>
                    <a:pt x="0" y="729996"/>
                  </a:lnTo>
                  <a:lnTo>
                    <a:pt x="355" y="740664"/>
                  </a:lnTo>
                  <a:lnTo>
                    <a:pt x="5003" y="750189"/>
                  </a:lnTo>
                  <a:lnTo>
                    <a:pt x="13500" y="757428"/>
                  </a:lnTo>
                  <a:lnTo>
                    <a:pt x="24409" y="761568"/>
                  </a:lnTo>
                  <a:lnTo>
                    <a:pt x="35598" y="760857"/>
                  </a:lnTo>
                  <a:lnTo>
                    <a:pt x="45643" y="756132"/>
                  </a:lnTo>
                  <a:lnTo>
                    <a:pt x="53124" y="748284"/>
                  </a:lnTo>
                  <a:lnTo>
                    <a:pt x="100368" y="667385"/>
                  </a:lnTo>
                  <a:lnTo>
                    <a:pt x="100368" y="900684"/>
                  </a:lnTo>
                  <a:lnTo>
                    <a:pt x="156756" y="900684"/>
                  </a:lnTo>
                  <a:lnTo>
                    <a:pt x="156756" y="667385"/>
                  </a:lnTo>
                  <a:lnTo>
                    <a:pt x="204000" y="748284"/>
                  </a:lnTo>
                  <a:lnTo>
                    <a:pt x="211239" y="756132"/>
                  </a:lnTo>
                  <a:lnTo>
                    <a:pt x="220764" y="760857"/>
                  </a:lnTo>
                  <a:lnTo>
                    <a:pt x="231432" y="761568"/>
                  </a:lnTo>
                  <a:lnTo>
                    <a:pt x="242100" y="757428"/>
                  </a:lnTo>
                  <a:lnTo>
                    <a:pt x="250621" y="750189"/>
                  </a:lnTo>
                  <a:lnTo>
                    <a:pt x="255435" y="740664"/>
                  </a:lnTo>
                  <a:lnTo>
                    <a:pt x="256247" y="729996"/>
                  </a:lnTo>
                  <a:close/>
                </a:path>
                <a:path w="257810" h="901064">
                  <a:moveTo>
                    <a:pt x="257771" y="170688"/>
                  </a:moveTo>
                  <a:lnTo>
                    <a:pt x="256959" y="160020"/>
                  </a:lnTo>
                  <a:lnTo>
                    <a:pt x="252145" y="150495"/>
                  </a:lnTo>
                  <a:lnTo>
                    <a:pt x="243624" y="143256"/>
                  </a:lnTo>
                  <a:lnTo>
                    <a:pt x="233603" y="139776"/>
                  </a:lnTo>
                  <a:lnTo>
                    <a:pt x="222859" y="140589"/>
                  </a:lnTo>
                  <a:lnTo>
                    <a:pt x="212979" y="145389"/>
                  </a:lnTo>
                  <a:lnTo>
                    <a:pt x="205524" y="153924"/>
                  </a:lnTo>
                  <a:lnTo>
                    <a:pt x="158280" y="234086"/>
                  </a:lnTo>
                  <a:lnTo>
                    <a:pt x="158280" y="0"/>
                  </a:lnTo>
                  <a:lnTo>
                    <a:pt x="101892" y="0"/>
                  </a:lnTo>
                  <a:lnTo>
                    <a:pt x="101892" y="234086"/>
                  </a:lnTo>
                  <a:lnTo>
                    <a:pt x="130086" y="281940"/>
                  </a:lnTo>
                  <a:lnTo>
                    <a:pt x="54648" y="153924"/>
                  </a:lnTo>
                  <a:lnTo>
                    <a:pt x="47167" y="145389"/>
                  </a:lnTo>
                  <a:lnTo>
                    <a:pt x="37122" y="140589"/>
                  </a:lnTo>
                  <a:lnTo>
                    <a:pt x="25933" y="139776"/>
                  </a:lnTo>
                  <a:lnTo>
                    <a:pt x="15024" y="143256"/>
                  </a:lnTo>
                  <a:lnTo>
                    <a:pt x="6527" y="150495"/>
                  </a:lnTo>
                  <a:lnTo>
                    <a:pt x="1879" y="160020"/>
                  </a:lnTo>
                  <a:lnTo>
                    <a:pt x="1524" y="170688"/>
                  </a:lnTo>
                  <a:lnTo>
                    <a:pt x="5880" y="181356"/>
                  </a:lnTo>
                  <a:lnTo>
                    <a:pt x="101892" y="348488"/>
                  </a:lnTo>
                  <a:lnTo>
                    <a:pt x="129324" y="396240"/>
                  </a:lnTo>
                  <a:lnTo>
                    <a:pt x="158280" y="346443"/>
                  </a:lnTo>
                  <a:lnTo>
                    <a:pt x="254292" y="181356"/>
                  </a:lnTo>
                  <a:lnTo>
                    <a:pt x="257771" y="17068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69841" y="3526536"/>
              <a:ext cx="1259205" cy="719455"/>
            </a:xfrm>
            <a:custGeom>
              <a:avLst/>
              <a:gdLst/>
              <a:ahLst/>
              <a:cxnLst/>
              <a:rect l="l" t="t" r="r" b="b"/>
              <a:pathLst>
                <a:path w="1259204" h="719454">
                  <a:moveTo>
                    <a:pt x="1258823" y="719327"/>
                  </a:moveTo>
                  <a:lnTo>
                    <a:pt x="1258823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1258823" y="719327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63746" y="3521964"/>
              <a:ext cx="1270000" cy="728980"/>
            </a:xfrm>
            <a:custGeom>
              <a:avLst/>
              <a:gdLst/>
              <a:ahLst/>
              <a:cxnLst/>
              <a:rect l="l" t="t" r="r" b="b"/>
              <a:pathLst>
                <a:path w="1270000" h="728979">
                  <a:moveTo>
                    <a:pt x="1269492" y="728472"/>
                  </a:moveTo>
                  <a:lnTo>
                    <a:pt x="1269492" y="0"/>
                  </a:lnTo>
                  <a:lnTo>
                    <a:pt x="0" y="0"/>
                  </a:lnTo>
                  <a:lnTo>
                    <a:pt x="0" y="728472"/>
                  </a:lnTo>
                  <a:lnTo>
                    <a:pt x="6096" y="728472"/>
                  </a:lnTo>
                  <a:lnTo>
                    <a:pt x="6096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1258824" y="9144"/>
                  </a:lnTo>
                  <a:lnTo>
                    <a:pt x="1258824" y="4572"/>
                  </a:lnTo>
                  <a:lnTo>
                    <a:pt x="1264920" y="9144"/>
                  </a:lnTo>
                  <a:lnTo>
                    <a:pt x="1264920" y="728472"/>
                  </a:lnTo>
                  <a:lnTo>
                    <a:pt x="1269492" y="728472"/>
                  </a:lnTo>
                  <a:close/>
                </a:path>
                <a:path w="1270000" h="728979">
                  <a:moveTo>
                    <a:pt x="10668" y="9144"/>
                  </a:moveTo>
                  <a:lnTo>
                    <a:pt x="10668" y="4572"/>
                  </a:lnTo>
                  <a:lnTo>
                    <a:pt x="6096" y="9144"/>
                  </a:lnTo>
                  <a:lnTo>
                    <a:pt x="10668" y="9144"/>
                  </a:lnTo>
                  <a:close/>
                </a:path>
                <a:path w="1270000" h="728979">
                  <a:moveTo>
                    <a:pt x="10668" y="719328"/>
                  </a:moveTo>
                  <a:lnTo>
                    <a:pt x="10668" y="9144"/>
                  </a:lnTo>
                  <a:lnTo>
                    <a:pt x="6096" y="9144"/>
                  </a:lnTo>
                  <a:lnTo>
                    <a:pt x="6096" y="719328"/>
                  </a:lnTo>
                  <a:lnTo>
                    <a:pt x="10668" y="719328"/>
                  </a:lnTo>
                  <a:close/>
                </a:path>
                <a:path w="1270000" h="728979">
                  <a:moveTo>
                    <a:pt x="1264920" y="719328"/>
                  </a:moveTo>
                  <a:lnTo>
                    <a:pt x="6096" y="719328"/>
                  </a:lnTo>
                  <a:lnTo>
                    <a:pt x="10668" y="723900"/>
                  </a:lnTo>
                  <a:lnTo>
                    <a:pt x="10668" y="728472"/>
                  </a:lnTo>
                  <a:lnTo>
                    <a:pt x="1258824" y="728472"/>
                  </a:lnTo>
                  <a:lnTo>
                    <a:pt x="1258824" y="723900"/>
                  </a:lnTo>
                  <a:lnTo>
                    <a:pt x="1264920" y="719328"/>
                  </a:lnTo>
                  <a:close/>
                </a:path>
                <a:path w="1270000" h="728979">
                  <a:moveTo>
                    <a:pt x="10668" y="728472"/>
                  </a:moveTo>
                  <a:lnTo>
                    <a:pt x="10668" y="723900"/>
                  </a:lnTo>
                  <a:lnTo>
                    <a:pt x="6096" y="719328"/>
                  </a:lnTo>
                  <a:lnTo>
                    <a:pt x="6096" y="728472"/>
                  </a:lnTo>
                  <a:lnTo>
                    <a:pt x="10668" y="728472"/>
                  </a:lnTo>
                  <a:close/>
                </a:path>
                <a:path w="1270000" h="728979">
                  <a:moveTo>
                    <a:pt x="1264920" y="9144"/>
                  </a:moveTo>
                  <a:lnTo>
                    <a:pt x="1258824" y="4572"/>
                  </a:lnTo>
                  <a:lnTo>
                    <a:pt x="1258824" y="9144"/>
                  </a:lnTo>
                  <a:lnTo>
                    <a:pt x="1264920" y="9144"/>
                  </a:lnTo>
                  <a:close/>
                </a:path>
                <a:path w="1270000" h="728979">
                  <a:moveTo>
                    <a:pt x="1264920" y="719328"/>
                  </a:moveTo>
                  <a:lnTo>
                    <a:pt x="1264920" y="9144"/>
                  </a:lnTo>
                  <a:lnTo>
                    <a:pt x="1258824" y="9144"/>
                  </a:lnTo>
                  <a:lnTo>
                    <a:pt x="1258824" y="719328"/>
                  </a:lnTo>
                  <a:lnTo>
                    <a:pt x="1264920" y="719328"/>
                  </a:lnTo>
                  <a:close/>
                </a:path>
                <a:path w="1270000" h="728979">
                  <a:moveTo>
                    <a:pt x="1264920" y="728472"/>
                  </a:moveTo>
                  <a:lnTo>
                    <a:pt x="1264920" y="719328"/>
                  </a:lnTo>
                  <a:lnTo>
                    <a:pt x="1258824" y="723900"/>
                  </a:lnTo>
                  <a:lnTo>
                    <a:pt x="1258824" y="728472"/>
                  </a:lnTo>
                  <a:lnTo>
                    <a:pt x="1264920" y="728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97354" y="3550410"/>
            <a:ext cx="1002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5080" indent="-40386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Insulator </a:t>
            </a:r>
            <a:r>
              <a:rPr sz="2000" spc="-5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565270" y="1900427"/>
            <a:ext cx="1270000" cy="728980"/>
            <a:chOff x="6565270" y="1900427"/>
            <a:chExt cx="1270000" cy="728980"/>
          </a:xfrm>
        </p:grpSpPr>
        <p:sp>
          <p:nvSpPr>
            <p:cNvPr id="44" name="object 44"/>
            <p:cNvSpPr/>
            <p:nvPr/>
          </p:nvSpPr>
          <p:spPr>
            <a:xfrm>
              <a:off x="6571366" y="1904999"/>
              <a:ext cx="1259205" cy="719455"/>
            </a:xfrm>
            <a:custGeom>
              <a:avLst/>
              <a:gdLst/>
              <a:ahLst/>
              <a:cxnLst/>
              <a:rect l="l" t="t" r="r" b="b"/>
              <a:pathLst>
                <a:path w="1259204" h="719455">
                  <a:moveTo>
                    <a:pt x="1258823" y="719327"/>
                  </a:moveTo>
                  <a:lnTo>
                    <a:pt x="1258823" y="0"/>
                  </a:lnTo>
                  <a:lnTo>
                    <a:pt x="0" y="0"/>
                  </a:lnTo>
                  <a:lnTo>
                    <a:pt x="0" y="719327"/>
                  </a:lnTo>
                  <a:lnTo>
                    <a:pt x="1258823" y="719327"/>
                  </a:lnTo>
                  <a:close/>
                </a:path>
              </a:pathLst>
            </a:custGeom>
            <a:solidFill>
              <a:srgbClr val="D8F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65270" y="1900427"/>
              <a:ext cx="1270000" cy="728980"/>
            </a:xfrm>
            <a:custGeom>
              <a:avLst/>
              <a:gdLst/>
              <a:ahLst/>
              <a:cxnLst/>
              <a:rect l="l" t="t" r="r" b="b"/>
              <a:pathLst>
                <a:path w="1270000" h="728980">
                  <a:moveTo>
                    <a:pt x="1269492" y="728472"/>
                  </a:moveTo>
                  <a:lnTo>
                    <a:pt x="1269492" y="0"/>
                  </a:lnTo>
                  <a:lnTo>
                    <a:pt x="0" y="0"/>
                  </a:lnTo>
                  <a:lnTo>
                    <a:pt x="0" y="728472"/>
                  </a:lnTo>
                  <a:lnTo>
                    <a:pt x="6096" y="728472"/>
                  </a:lnTo>
                  <a:lnTo>
                    <a:pt x="6096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1260348" y="9144"/>
                  </a:lnTo>
                  <a:lnTo>
                    <a:pt x="1260348" y="4572"/>
                  </a:lnTo>
                  <a:lnTo>
                    <a:pt x="1264920" y="9144"/>
                  </a:lnTo>
                  <a:lnTo>
                    <a:pt x="1264920" y="728472"/>
                  </a:lnTo>
                  <a:lnTo>
                    <a:pt x="1269492" y="728472"/>
                  </a:lnTo>
                  <a:close/>
                </a:path>
                <a:path w="1270000" h="728980">
                  <a:moveTo>
                    <a:pt x="10668" y="9144"/>
                  </a:moveTo>
                  <a:lnTo>
                    <a:pt x="10668" y="4572"/>
                  </a:lnTo>
                  <a:lnTo>
                    <a:pt x="6096" y="9144"/>
                  </a:lnTo>
                  <a:lnTo>
                    <a:pt x="10668" y="9144"/>
                  </a:lnTo>
                  <a:close/>
                </a:path>
                <a:path w="1270000" h="728980">
                  <a:moveTo>
                    <a:pt x="10668" y="719328"/>
                  </a:moveTo>
                  <a:lnTo>
                    <a:pt x="10668" y="9144"/>
                  </a:lnTo>
                  <a:lnTo>
                    <a:pt x="6096" y="9144"/>
                  </a:lnTo>
                  <a:lnTo>
                    <a:pt x="6096" y="719328"/>
                  </a:lnTo>
                  <a:lnTo>
                    <a:pt x="10668" y="719328"/>
                  </a:lnTo>
                  <a:close/>
                </a:path>
                <a:path w="1270000" h="728980">
                  <a:moveTo>
                    <a:pt x="1264920" y="719328"/>
                  </a:moveTo>
                  <a:lnTo>
                    <a:pt x="6096" y="719328"/>
                  </a:lnTo>
                  <a:lnTo>
                    <a:pt x="10668" y="723900"/>
                  </a:lnTo>
                  <a:lnTo>
                    <a:pt x="10668" y="728472"/>
                  </a:lnTo>
                  <a:lnTo>
                    <a:pt x="1260348" y="728472"/>
                  </a:lnTo>
                  <a:lnTo>
                    <a:pt x="1260348" y="723900"/>
                  </a:lnTo>
                  <a:lnTo>
                    <a:pt x="1264920" y="719328"/>
                  </a:lnTo>
                  <a:close/>
                </a:path>
                <a:path w="1270000" h="728980">
                  <a:moveTo>
                    <a:pt x="10668" y="728472"/>
                  </a:moveTo>
                  <a:lnTo>
                    <a:pt x="10668" y="723900"/>
                  </a:lnTo>
                  <a:lnTo>
                    <a:pt x="6096" y="719328"/>
                  </a:lnTo>
                  <a:lnTo>
                    <a:pt x="6096" y="728472"/>
                  </a:lnTo>
                  <a:lnTo>
                    <a:pt x="10668" y="728472"/>
                  </a:lnTo>
                  <a:close/>
                </a:path>
                <a:path w="1270000" h="728980">
                  <a:moveTo>
                    <a:pt x="1264920" y="9144"/>
                  </a:moveTo>
                  <a:lnTo>
                    <a:pt x="1260348" y="4572"/>
                  </a:lnTo>
                  <a:lnTo>
                    <a:pt x="1260348" y="9144"/>
                  </a:lnTo>
                  <a:lnTo>
                    <a:pt x="1264920" y="9144"/>
                  </a:lnTo>
                  <a:close/>
                </a:path>
                <a:path w="1270000" h="728980">
                  <a:moveTo>
                    <a:pt x="1264920" y="719328"/>
                  </a:moveTo>
                  <a:lnTo>
                    <a:pt x="1264920" y="9144"/>
                  </a:lnTo>
                  <a:lnTo>
                    <a:pt x="1260348" y="9144"/>
                  </a:lnTo>
                  <a:lnTo>
                    <a:pt x="1260348" y="719328"/>
                  </a:lnTo>
                  <a:lnTo>
                    <a:pt x="1264920" y="719328"/>
                  </a:lnTo>
                  <a:close/>
                </a:path>
                <a:path w="1270000" h="728980">
                  <a:moveTo>
                    <a:pt x="1264920" y="728472"/>
                  </a:moveTo>
                  <a:lnTo>
                    <a:pt x="1264920" y="719328"/>
                  </a:lnTo>
                  <a:lnTo>
                    <a:pt x="1260348" y="723900"/>
                  </a:lnTo>
                  <a:lnTo>
                    <a:pt x="1260348" y="728472"/>
                  </a:lnTo>
                  <a:lnTo>
                    <a:pt x="1264920" y="728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698878" y="1930399"/>
            <a:ext cx="1002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305" marR="5080" indent="-3962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Insulator </a:t>
            </a:r>
            <a:r>
              <a:rPr sz="2000" spc="-5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85909" y="1354836"/>
            <a:ext cx="8758555" cy="4192904"/>
            <a:chOff x="985909" y="1354836"/>
            <a:chExt cx="8758555" cy="4192904"/>
          </a:xfrm>
        </p:grpSpPr>
        <p:sp>
          <p:nvSpPr>
            <p:cNvPr id="48" name="object 48"/>
            <p:cNvSpPr/>
            <p:nvPr/>
          </p:nvSpPr>
          <p:spPr>
            <a:xfrm>
              <a:off x="7070801" y="1510296"/>
              <a:ext cx="257175" cy="3131820"/>
            </a:xfrm>
            <a:custGeom>
              <a:avLst/>
              <a:gdLst/>
              <a:ahLst/>
              <a:cxnLst/>
              <a:rect l="l" t="t" r="r" b="b"/>
              <a:pathLst>
                <a:path w="257175" h="3131820">
                  <a:moveTo>
                    <a:pt x="256895" y="2907766"/>
                  </a:moveTo>
                  <a:lnTo>
                    <a:pt x="256082" y="2896933"/>
                  </a:lnTo>
                  <a:lnTo>
                    <a:pt x="251269" y="2886951"/>
                  </a:lnTo>
                  <a:lnTo>
                    <a:pt x="242747" y="2878836"/>
                  </a:lnTo>
                  <a:lnTo>
                    <a:pt x="232079" y="2875356"/>
                  </a:lnTo>
                  <a:lnTo>
                    <a:pt x="221411" y="2876169"/>
                  </a:lnTo>
                  <a:lnTo>
                    <a:pt x="211886" y="2880969"/>
                  </a:lnTo>
                  <a:lnTo>
                    <a:pt x="204647" y="2889504"/>
                  </a:lnTo>
                  <a:lnTo>
                    <a:pt x="157403" y="2970390"/>
                  </a:lnTo>
                  <a:lnTo>
                    <a:pt x="157403" y="2737104"/>
                  </a:lnTo>
                  <a:lnTo>
                    <a:pt x="99491" y="2737104"/>
                  </a:lnTo>
                  <a:lnTo>
                    <a:pt x="99491" y="2968980"/>
                  </a:lnTo>
                  <a:lnTo>
                    <a:pt x="53771" y="2889504"/>
                  </a:lnTo>
                  <a:lnTo>
                    <a:pt x="45656" y="2880969"/>
                  </a:lnTo>
                  <a:lnTo>
                    <a:pt x="35674" y="2876169"/>
                  </a:lnTo>
                  <a:lnTo>
                    <a:pt x="24841" y="2875356"/>
                  </a:lnTo>
                  <a:lnTo>
                    <a:pt x="14147" y="2878836"/>
                  </a:lnTo>
                  <a:lnTo>
                    <a:pt x="5626" y="2886951"/>
                  </a:lnTo>
                  <a:lnTo>
                    <a:pt x="812" y="2896933"/>
                  </a:lnTo>
                  <a:lnTo>
                    <a:pt x="0" y="2907766"/>
                  </a:lnTo>
                  <a:lnTo>
                    <a:pt x="3479" y="2918460"/>
                  </a:lnTo>
                  <a:lnTo>
                    <a:pt x="99491" y="3082379"/>
                  </a:lnTo>
                  <a:lnTo>
                    <a:pt x="128447" y="3131820"/>
                  </a:lnTo>
                  <a:lnTo>
                    <a:pt x="157403" y="3082379"/>
                  </a:lnTo>
                  <a:lnTo>
                    <a:pt x="253415" y="2918460"/>
                  </a:lnTo>
                  <a:lnTo>
                    <a:pt x="256895" y="2907766"/>
                  </a:lnTo>
                  <a:close/>
                </a:path>
                <a:path w="257175" h="3131820">
                  <a:moveTo>
                    <a:pt x="256895" y="224256"/>
                  </a:moveTo>
                  <a:lnTo>
                    <a:pt x="253415" y="213360"/>
                  </a:lnTo>
                  <a:lnTo>
                    <a:pt x="128447" y="0"/>
                  </a:lnTo>
                  <a:lnTo>
                    <a:pt x="3479" y="213360"/>
                  </a:lnTo>
                  <a:lnTo>
                    <a:pt x="0" y="224256"/>
                  </a:lnTo>
                  <a:lnTo>
                    <a:pt x="812" y="235458"/>
                  </a:lnTo>
                  <a:lnTo>
                    <a:pt x="5626" y="245503"/>
                  </a:lnTo>
                  <a:lnTo>
                    <a:pt x="14147" y="252984"/>
                  </a:lnTo>
                  <a:lnTo>
                    <a:pt x="24841" y="256451"/>
                  </a:lnTo>
                  <a:lnTo>
                    <a:pt x="35674" y="255651"/>
                  </a:lnTo>
                  <a:lnTo>
                    <a:pt x="45656" y="250837"/>
                  </a:lnTo>
                  <a:lnTo>
                    <a:pt x="53771" y="242316"/>
                  </a:lnTo>
                  <a:lnTo>
                    <a:pt x="99491" y="163525"/>
                  </a:lnTo>
                  <a:lnTo>
                    <a:pt x="99491" y="394716"/>
                  </a:lnTo>
                  <a:lnTo>
                    <a:pt x="157403" y="394716"/>
                  </a:lnTo>
                  <a:lnTo>
                    <a:pt x="157403" y="162140"/>
                  </a:lnTo>
                  <a:lnTo>
                    <a:pt x="128638" y="113322"/>
                  </a:lnTo>
                  <a:lnTo>
                    <a:pt x="152831" y="154381"/>
                  </a:lnTo>
                  <a:lnTo>
                    <a:pt x="204647" y="242316"/>
                  </a:lnTo>
                  <a:lnTo>
                    <a:pt x="232079" y="256451"/>
                  </a:lnTo>
                  <a:lnTo>
                    <a:pt x="242747" y="252984"/>
                  </a:lnTo>
                  <a:lnTo>
                    <a:pt x="251269" y="245503"/>
                  </a:lnTo>
                  <a:lnTo>
                    <a:pt x="256082" y="235458"/>
                  </a:lnTo>
                  <a:lnTo>
                    <a:pt x="256895" y="224256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85909" y="1354836"/>
              <a:ext cx="8758555" cy="4192904"/>
            </a:xfrm>
            <a:custGeom>
              <a:avLst/>
              <a:gdLst/>
              <a:ahLst/>
              <a:cxnLst/>
              <a:rect l="l" t="t" r="r" b="b"/>
              <a:pathLst>
                <a:path w="8758555" h="4192904">
                  <a:moveTo>
                    <a:pt x="8758425" y="4192524"/>
                  </a:moveTo>
                  <a:lnTo>
                    <a:pt x="8758425" y="0"/>
                  </a:lnTo>
                  <a:lnTo>
                    <a:pt x="0" y="0"/>
                  </a:lnTo>
                  <a:lnTo>
                    <a:pt x="0" y="4192524"/>
                  </a:lnTo>
                  <a:lnTo>
                    <a:pt x="4572" y="4192524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8749281" y="9144"/>
                  </a:lnTo>
                  <a:lnTo>
                    <a:pt x="8749281" y="4572"/>
                  </a:lnTo>
                  <a:lnTo>
                    <a:pt x="8753853" y="9144"/>
                  </a:lnTo>
                  <a:lnTo>
                    <a:pt x="8753853" y="4192524"/>
                  </a:lnTo>
                  <a:lnTo>
                    <a:pt x="8758425" y="4192524"/>
                  </a:lnTo>
                  <a:close/>
                </a:path>
                <a:path w="8758555" h="4192904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8758555" h="4192904">
                  <a:moveTo>
                    <a:pt x="9144" y="4183380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4183380"/>
                  </a:lnTo>
                  <a:lnTo>
                    <a:pt x="9144" y="4183380"/>
                  </a:lnTo>
                  <a:close/>
                </a:path>
                <a:path w="8758555" h="4192904">
                  <a:moveTo>
                    <a:pt x="8753853" y="4183380"/>
                  </a:moveTo>
                  <a:lnTo>
                    <a:pt x="4572" y="4183380"/>
                  </a:lnTo>
                  <a:lnTo>
                    <a:pt x="9144" y="4187952"/>
                  </a:lnTo>
                  <a:lnTo>
                    <a:pt x="9144" y="4192524"/>
                  </a:lnTo>
                  <a:lnTo>
                    <a:pt x="8749281" y="4192524"/>
                  </a:lnTo>
                  <a:lnTo>
                    <a:pt x="8749281" y="4187952"/>
                  </a:lnTo>
                  <a:lnTo>
                    <a:pt x="8753853" y="4183380"/>
                  </a:lnTo>
                  <a:close/>
                </a:path>
                <a:path w="8758555" h="4192904">
                  <a:moveTo>
                    <a:pt x="9144" y="4192524"/>
                  </a:moveTo>
                  <a:lnTo>
                    <a:pt x="9144" y="4187952"/>
                  </a:lnTo>
                  <a:lnTo>
                    <a:pt x="4572" y="4183380"/>
                  </a:lnTo>
                  <a:lnTo>
                    <a:pt x="4572" y="4192524"/>
                  </a:lnTo>
                  <a:lnTo>
                    <a:pt x="9144" y="4192524"/>
                  </a:lnTo>
                  <a:close/>
                </a:path>
                <a:path w="8758555" h="4192904">
                  <a:moveTo>
                    <a:pt x="8753853" y="9144"/>
                  </a:moveTo>
                  <a:lnTo>
                    <a:pt x="8749281" y="4572"/>
                  </a:lnTo>
                  <a:lnTo>
                    <a:pt x="8749281" y="9144"/>
                  </a:lnTo>
                  <a:lnTo>
                    <a:pt x="8753853" y="9144"/>
                  </a:lnTo>
                  <a:close/>
                </a:path>
                <a:path w="8758555" h="4192904">
                  <a:moveTo>
                    <a:pt x="8753853" y="4183380"/>
                  </a:moveTo>
                  <a:lnTo>
                    <a:pt x="8753853" y="9144"/>
                  </a:lnTo>
                  <a:lnTo>
                    <a:pt x="8749281" y="9144"/>
                  </a:lnTo>
                  <a:lnTo>
                    <a:pt x="8749281" y="4183380"/>
                  </a:lnTo>
                  <a:lnTo>
                    <a:pt x="8753853" y="4183380"/>
                  </a:lnTo>
                  <a:close/>
                </a:path>
                <a:path w="8758555" h="4192904">
                  <a:moveTo>
                    <a:pt x="8753853" y="4192524"/>
                  </a:moveTo>
                  <a:lnTo>
                    <a:pt x="8753853" y="4183380"/>
                  </a:lnTo>
                  <a:lnTo>
                    <a:pt x="8749281" y="4187952"/>
                  </a:lnTo>
                  <a:lnTo>
                    <a:pt x="8749281" y="4192524"/>
                  </a:lnTo>
                  <a:lnTo>
                    <a:pt x="8753853" y="4192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69220" y="4990589"/>
            <a:ext cx="8098155" cy="122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remaining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pairs,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plates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repel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attract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other?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200">
              <a:latin typeface="Arial MT"/>
              <a:cs typeface="Arial MT"/>
            </a:endParaRPr>
          </a:p>
          <a:p>
            <a:pPr marL="83820">
              <a:lnSpc>
                <a:spcPct val="100000"/>
              </a:lnSpc>
            </a:pPr>
            <a:r>
              <a:rPr sz="24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1" name="object 51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4224020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3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Conductors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and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Insulators </a:t>
            </a:r>
            <a:r>
              <a:rPr dirty="0"/>
              <a:t>Checkpoint</a:t>
            </a:r>
            <a:r>
              <a:rPr spc="-95" dirty="0"/>
              <a:t> </a:t>
            </a:r>
            <a:r>
              <a:rPr spc="-50" dirty="0"/>
              <a:t>1</a:t>
            </a:r>
          </a:p>
        </p:txBody>
      </p:sp>
      <p:sp>
        <p:nvSpPr>
          <p:cNvPr id="52" name="object 52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011041" y="1309128"/>
            <a:ext cx="2529840" cy="440690"/>
          </a:xfrm>
          <a:custGeom>
            <a:avLst/>
            <a:gdLst/>
            <a:ahLst/>
            <a:cxnLst/>
            <a:rect l="l" t="t" r="r" b="b"/>
            <a:pathLst>
              <a:path w="2529840" h="440689">
                <a:moveTo>
                  <a:pt x="441960" y="219456"/>
                </a:moveTo>
                <a:lnTo>
                  <a:pt x="440436" y="196596"/>
                </a:lnTo>
                <a:lnTo>
                  <a:pt x="437388" y="175260"/>
                </a:lnTo>
                <a:lnTo>
                  <a:pt x="432816" y="159258"/>
                </a:lnTo>
                <a:lnTo>
                  <a:pt x="432816" y="220980"/>
                </a:lnTo>
                <a:lnTo>
                  <a:pt x="431292" y="242316"/>
                </a:lnTo>
                <a:lnTo>
                  <a:pt x="423672" y="283464"/>
                </a:lnTo>
                <a:lnTo>
                  <a:pt x="406908" y="321564"/>
                </a:lnTo>
                <a:lnTo>
                  <a:pt x="384048" y="355092"/>
                </a:lnTo>
                <a:lnTo>
                  <a:pt x="339852" y="394716"/>
                </a:lnTo>
                <a:lnTo>
                  <a:pt x="303276" y="414528"/>
                </a:lnTo>
                <a:lnTo>
                  <a:pt x="263652" y="426720"/>
                </a:lnTo>
                <a:lnTo>
                  <a:pt x="220980" y="431292"/>
                </a:lnTo>
                <a:lnTo>
                  <a:pt x="199644" y="429768"/>
                </a:lnTo>
                <a:lnTo>
                  <a:pt x="158496" y="422148"/>
                </a:lnTo>
                <a:lnTo>
                  <a:pt x="120396" y="405384"/>
                </a:lnTo>
                <a:lnTo>
                  <a:pt x="86868" y="382524"/>
                </a:lnTo>
                <a:lnTo>
                  <a:pt x="57912" y="353568"/>
                </a:lnTo>
                <a:lnTo>
                  <a:pt x="35052" y="320040"/>
                </a:lnTo>
                <a:lnTo>
                  <a:pt x="19812" y="283464"/>
                </a:lnTo>
                <a:lnTo>
                  <a:pt x="10668" y="240792"/>
                </a:lnTo>
                <a:lnTo>
                  <a:pt x="10668" y="198120"/>
                </a:lnTo>
                <a:lnTo>
                  <a:pt x="19812" y="156972"/>
                </a:lnTo>
                <a:lnTo>
                  <a:pt x="35052" y="118872"/>
                </a:lnTo>
                <a:lnTo>
                  <a:pt x="57912" y="85344"/>
                </a:lnTo>
                <a:lnTo>
                  <a:pt x="86868" y="56388"/>
                </a:lnTo>
                <a:lnTo>
                  <a:pt x="120396" y="35052"/>
                </a:lnTo>
                <a:lnTo>
                  <a:pt x="158496" y="18288"/>
                </a:lnTo>
                <a:lnTo>
                  <a:pt x="199644" y="10668"/>
                </a:lnTo>
                <a:lnTo>
                  <a:pt x="220980" y="9144"/>
                </a:lnTo>
                <a:lnTo>
                  <a:pt x="242316" y="10566"/>
                </a:lnTo>
                <a:lnTo>
                  <a:pt x="243840" y="10668"/>
                </a:lnTo>
                <a:lnTo>
                  <a:pt x="284988" y="18288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5344"/>
                </a:lnTo>
                <a:lnTo>
                  <a:pt x="406908" y="120396"/>
                </a:lnTo>
                <a:lnTo>
                  <a:pt x="423672" y="156972"/>
                </a:lnTo>
                <a:lnTo>
                  <a:pt x="431292" y="198120"/>
                </a:lnTo>
                <a:lnTo>
                  <a:pt x="432816" y="220980"/>
                </a:lnTo>
                <a:lnTo>
                  <a:pt x="432816" y="159258"/>
                </a:lnTo>
                <a:lnTo>
                  <a:pt x="414528" y="114300"/>
                </a:lnTo>
                <a:lnTo>
                  <a:pt x="391668" y="79248"/>
                </a:lnTo>
                <a:lnTo>
                  <a:pt x="344424" y="36576"/>
                </a:lnTo>
                <a:lnTo>
                  <a:pt x="306324" y="16764"/>
                </a:lnTo>
                <a:lnTo>
                  <a:pt x="243840" y="0"/>
                </a:lnTo>
                <a:lnTo>
                  <a:pt x="198120" y="0"/>
                </a:lnTo>
                <a:lnTo>
                  <a:pt x="155448" y="9144"/>
                </a:lnTo>
                <a:lnTo>
                  <a:pt x="115824" y="25908"/>
                </a:lnTo>
                <a:lnTo>
                  <a:pt x="80772" y="50292"/>
                </a:lnTo>
                <a:lnTo>
                  <a:pt x="50292" y="79248"/>
                </a:lnTo>
                <a:lnTo>
                  <a:pt x="27432" y="115824"/>
                </a:lnTo>
                <a:lnTo>
                  <a:pt x="10668" y="155448"/>
                </a:lnTo>
                <a:lnTo>
                  <a:pt x="1524" y="198120"/>
                </a:lnTo>
                <a:lnTo>
                  <a:pt x="0" y="220980"/>
                </a:lnTo>
                <a:lnTo>
                  <a:pt x="1524" y="242316"/>
                </a:lnTo>
                <a:lnTo>
                  <a:pt x="10668" y="286512"/>
                </a:lnTo>
                <a:lnTo>
                  <a:pt x="27432" y="326136"/>
                </a:lnTo>
                <a:lnTo>
                  <a:pt x="51816" y="361188"/>
                </a:lnTo>
                <a:lnTo>
                  <a:pt x="80772" y="390144"/>
                </a:lnTo>
                <a:lnTo>
                  <a:pt x="115824" y="414528"/>
                </a:lnTo>
                <a:lnTo>
                  <a:pt x="155448" y="431292"/>
                </a:lnTo>
                <a:lnTo>
                  <a:pt x="199644" y="440436"/>
                </a:lnTo>
                <a:lnTo>
                  <a:pt x="220980" y="440436"/>
                </a:lnTo>
                <a:lnTo>
                  <a:pt x="242316" y="439013"/>
                </a:lnTo>
                <a:lnTo>
                  <a:pt x="243840" y="438912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0144"/>
                </a:lnTo>
                <a:lnTo>
                  <a:pt x="391668" y="359664"/>
                </a:lnTo>
                <a:lnTo>
                  <a:pt x="416052" y="324612"/>
                </a:lnTo>
                <a:lnTo>
                  <a:pt x="432816" y="284988"/>
                </a:lnTo>
                <a:lnTo>
                  <a:pt x="440436" y="242316"/>
                </a:lnTo>
                <a:lnTo>
                  <a:pt x="441960" y="219456"/>
                </a:lnTo>
                <a:close/>
              </a:path>
              <a:path w="2529840" h="440689">
                <a:moveTo>
                  <a:pt x="2529840" y="219456"/>
                </a:moveTo>
                <a:lnTo>
                  <a:pt x="2528316" y="196596"/>
                </a:lnTo>
                <a:lnTo>
                  <a:pt x="2525268" y="175260"/>
                </a:lnTo>
                <a:lnTo>
                  <a:pt x="2520696" y="159258"/>
                </a:lnTo>
                <a:lnTo>
                  <a:pt x="2520696" y="220980"/>
                </a:lnTo>
                <a:lnTo>
                  <a:pt x="2519172" y="242316"/>
                </a:lnTo>
                <a:lnTo>
                  <a:pt x="2503932" y="303276"/>
                </a:lnTo>
                <a:lnTo>
                  <a:pt x="2484120" y="338328"/>
                </a:lnTo>
                <a:lnTo>
                  <a:pt x="2458212" y="370332"/>
                </a:lnTo>
                <a:lnTo>
                  <a:pt x="2426208" y="394716"/>
                </a:lnTo>
                <a:lnTo>
                  <a:pt x="2391156" y="414528"/>
                </a:lnTo>
                <a:lnTo>
                  <a:pt x="2351532" y="426720"/>
                </a:lnTo>
                <a:lnTo>
                  <a:pt x="2308860" y="431292"/>
                </a:lnTo>
                <a:lnTo>
                  <a:pt x="2287524" y="429768"/>
                </a:lnTo>
                <a:lnTo>
                  <a:pt x="2246376" y="422148"/>
                </a:lnTo>
                <a:lnTo>
                  <a:pt x="2208276" y="405384"/>
                </a:lnTo>
                <a:lnTo>
                  <a:pt x="2174748" y="382524"/>
                </a:lnTo>
                <a:lnTo>
                  <a:pt x="2145792" y="353568"/>
                </a:lnTo>
                <a:lnTo>
                  <a:pt x="2122932" y="320040"/>
                </a:lnTo>
                <a:lnTo>
                  <a:pt x="2107692" y="283464"/>
                </a:lnTo>
                <a:lnTo>
                  <a:pt x="2098548" y="240792"/>
                </a:lnTo>
                <a:lnTo>
                  <a:pt x="2097024" y="219456"/>
                </a:lnTo>
                <a:lnTo>
                  <a:pt x="2098548" y="198120"/>
                </a:lnTo>
                <a:lnTo>
                  <a:pt x="2113788" y="137160"/>
                </a:lnTo>
                <a:lnTo>
                  <a:pt x="2133600" y="102108"/>
                </a:lnTo>
                <a:lnTo>
                  <a:pt x="2159508" y="70104"/>
                </a:lnTo>
                <a:lnTo>
                  <a:pt x="2191512" y="44196"/>
                </a:lnTo>
                <a:lnTo>
                  <a:pt x="2226564" y="25908"/>
                </a:lnTo>
                <a:lnTo>
                  <a:pt x="2266188" y="13716"/>
                </a:lnTo>
                <a:lnTo>
                  <a:pt x="2308860" y="9144"/>
                </a:lnTo>
                <a:lnTo>
                  <a:pt x="2330196" y="10668"/>
                </a:lnTo>
                <a:lnTo>
                  <a:pt x="2371344" y="18288"/>
                </a:lnTo>
                <a:lnTo>
                  <a:pt x="2409444" y="35052"/>
                </a:lnTo>
                <a:lnTo>
                  <a:pt x="2442972" y="57912"/>
                </a:lnTo>
                <a:lnTo>
                  <a:pt x="2471928" y="85344"/>
                </a:lnTo>
                <a:lnTo>
                  <a:pt x="2494788" y="120396"/>
                </a:lnTo>
                <a:lnTo>
                  <a:pt x="2510028" y="156972"/>
                </a:lnTo>
                <a:lnTo>
                  <a:pt x="2519172" y="198120"/>
                </a:lnTo>
                <a:lnTo>
                  <a:pt x="2520696" y="220980"/>
                </a:lnTo>
                <a:lnTo>
                  <a:pt x="2520696" y="159258"/>
                </a:lnTo>
                <a:lnTo>
                  <a:pt x="2502408" y="114300"/>
                </a:lnTo>
                <a:lnTo>
                  <a:pt x="2479548" y="79248"/>
                </a:lnTo>
                <a:lnTo>
                  <a:pt x="2449068" y="50292"/>
                </a:lnTo>
                <a:lnTo>
                  <a:pt x="2414016" y="25908"/>
                </a:lnTo>
                <a:lnTo>
                  <a:pt x="2374392" y="9144"/>
                </a:lnTo>
                <a:lnTo>
                  <a:pt x="2331720" y="0"/>
                </a:lnTo>
                <a:lnTo>
                  <a:pt x="2286000" y="0"/>
                </a:lnTo>
                <a:lnTo>
                  <a:pt x="2243328" y="9144"/>
                </a:lnTo>
                <a:lnTo>
                  <a:pt x="2203704" y="25908"/>
                </a:lnTo>
                <a:lnTo>
                  <a:pt x="2168652" y="50292"/>
                </a:lnTo>
                <a:lnTo>
                  <a:pt x="2138172" y="79248"/>
                </a:lnTo>
                <a:lnTo>
                  <a:pt x="2115312" y="115824"/>
                </a:lnTo>
                <a:lnTo>
                  <a:pt x="2098548" y="155448"/>
                </a:lnTo>
                <a:lnTo>
                  <a:pt x="2089404" y="198120"/>
                </a:lnTo>
                <a:lnTo>
                  <a:pt x="2087880" y="220980"/>
                </a:lnTo>
                <a:lnTo>
                  <a:pt x="2089404" y="242316"/>
                </a:lnTo>
                <a:lnTo>
                  <a:pt x="2092452" y="265176"/>
                </a:lnTo>
                <a:lnTo>
                  <a:pt x="2097024" y="281178"/>
                </a:lnTo>
                <a:lnTo>
                  <a:pt x="2098548" y="286512"/>
                </a:lnTo>
                <a:lnTo>
                  <a:pt x="2115312" y="326136"/>
                </a:lnTo>
                <a:lnTo>
                  <a:pt x="2138172" y="361188"/>
                </a:lnTo>
                <a:lnTo>
                  <a:pt x="2168652" y="390144"/>
                </a:lnTo>
                <a:lnTo>
                  <a:pt x="2203704" y="414528"/>
                </a:lnTo>
                <a:lnTo>
                  <a:pt x="2243328" y="431292"/>
                </a:lnTo>
                <a:lnTo>
                  <a:pt x="2286000" y="440436"/>
                </a:lnTo>
                <a:lnTo>
                  <a:pt x="2308860" y="440436"/>
                </a:lnTo>
                <a:lnTo>
                  <a:pt x="2330196" y="439013"/>
                </a:lnTo>
                <a:lnTo>
                  <a:pt x="2331720" y="438912"/>
                </a:lnTo>
                <a:lnTo>
                  <a:pt x="2374392" y="431292"/>
                </a:lnTo>
                <a:lnTo>
                  <a:pt x="2414016" y="414528"/>
                </a:lnTo>
                <a:lnTo>
                  <a:pt x="2449068" y="390144"/>
                </a:lnTo>
                <a:lnTo>
                  <a:pt x="2479548" y="359664"/>
                </a:lnTo>
                <a:lnTo>
                  <a:pt x="2513076" y="306324"/>
                </a:lnTo>
                <a:lnTo>
                  <a:pt x="2520696" y="279654"/>
                </a:lnTo>
                <a:lnTo>
                  <a:pt x="2525268" y="263652"/>
                </a:lnTo>
                <a:lnTo>
                  <a:pt x="2528316" y="242316"/>
                </a:lnTo>
                <a:lnTo>
                  <a:pt x="2529840" y="219456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68270" y="1209166"/>
            <a:ext cx="214629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99738" y="1400770"/>
            <a:ext cx="647700" cy="256540"/>
          </a:xfrm>
          <a:custGeom>
            <a:avLst/>
            <a:gdLst/>
            <a:ahLst/>
            <a:cxnLst/>
            <a:rect l="l" t="t" r="r" b="b"/>
            <a:pathLst>
              <a:path w="647700" h="256539">
                <a:moveTo>
                  <a:pt x="533400" y="128563"/>
                </a:moveTo>
                <a:lnTo>
                  <a:pt x="485555" y="100369"/>
                </a:lnTo>
                <a:lnTo>
                  <a:pt x="0" y="100369"/>
                </a:lnTo>
                <a:lnTo>
                  <a:pt x="0" y="156757"/>
                </a:lnTo>
                <a:lnTo>
                  <a:pt x="485555" y="156757"/>
                </a:lnTo>
                <a:lnTo>
                  <a:pt x="533400" y="128563"/>
                </a:lnTo>
                <a:close/>
              </a:path>
              <a:path w="647700" h="256539">
                <a:moveTo>
                  <a:pt x="647700" y="127801"/>
                </a:moveTo>
                <a:lnTo>
                  <a:pt x="434340" y="4357"/>
                </a:lnTo>
                <a:lnTo>
                  <a:pt x="423433" y="0"/>
                </a:lnTo>
                <a:lnTo>
                  <a:pt x="412242" y="357"/>
                </a:lnTo>
                <a:lnTo>
                  <a:pt x="402193" y="5000"/>
                </a:lnTo>
                <a:lnTo>
                  <a:pt x="394716" y="13501"/>
                </a:lnTo>
                <a:lnTo>
                  <a:pt x="391239" y="24407"/>
                </a:lnTo>
                <a:lnTo>
                  <a:pt x="392049" y="35599"/>
                </a:lnTo>
                <a:lnTo>
                  <a:pt x="396859" y="45648"/>
                </a:lnTo>
                <a:lnTo>
                  <a:pt x="405384" y="53125"/>
                </a:lnTo>
                <a:lnTo>
                  <a:pt x="485555" y="100369"/>
                </a:lnTo>
                <a:lnTo>
                  <a:pt x="591312" y="100369"/>
                </a:lnTo>
                <a:lnTo>
                  <a:pt x="591312" y="160828"/>
                </a:lnTo>
                <a:lnTo>
                  <a:pt x="647700" y="127801"/>
                </a:lnTo>
                <a:close/>
              </a:path>
              <a:path w="647700" h="256539">
                <a:moveTo>
                  <a:pt x="591312" y="160828"/>
                </a:moveTo>
                <a:lnTo>
                  <a:pt x="591312" y="156757"/>
                </a:lnTo>
                <a:lnTo>
                  <a:pt x="485555" y="156757"/>
                </a:lnTo>
                <a:lnTo>
                  <a:pt x="405384" y="204001"/>
                </a:lnTo>
                <a:lnTo>
                  <a:pt x="396859" y="211455"/>
                </a:lnTo>
                <a:lnTo>
                  <a:pt x="392049" y="221337"/>
                </a:lnTo>
                <a:lnTo>
                  <a:pt x="391239" y="232076"/>
                </a:lnTo>
                <a:lnTo>
                  <a:pt x="394716" y="242101"/>
                </a:lnTo>
                <a:lnTo>
                  <a:pt x="402193" y="250626"/>
                </a:lnTo>
                <a:lnTo>
                  <a:pt x="412242" y="255436"/>
                </a:lnTo>
                <a:lnTo>
                  <a:pt x="423433" y="256246"/>
                </a:lnTo>
                <a:lnTo>
                  <a:pt x="434340" y="252769"/>
                </a:lnTo>
                <a:lnTo>
                  <a:pt x="591312" y="160828"/>
                </a:lnTo>
                <a:close/>
              </a:path>
              <a:path w="647700" h="256539">
                <a:moveTo>
                  <a:pt x="591312" y="156757"/>
                </a:moveTo>
                <a:lnTo>
                  <a:pt x="591312" y="100369"/>
                </a:lnTo>
                <a:lnTo>
                  <a:pt x="485555" y="100369"/>
                </a:lnTo>
                <a:lnTo>
                  <a:pt x="533400" y="128563"/>
                </a:lnTo>
                <a:lnTo>
                  <a:pt x="576072" y="103417"/>
                </a:lnTo>
                <a:lnTo>
                  <a:pt x="576072" y="156757"/>
                </a:lnTo>
                <a:lnTo>
                  <a:pt x="591312" y="156757"/>
                </a:lnTo>
                <a:close/>
              </a:path>
              <a:path w="647700" h="256539">
                <a:moveTo>
                  <a:pt x="576072" y="156757"/>
                </a:moveTo>
                <a:lnTo>
                  <a:pt x="576072" y="153709"/>
                </a:lnTo>
                <a:lnTo>
                  <a:pt x="533400" y="128563"/>
                </a:lnTo>
                <a:lnTo>
                  <a:pt x="485555" y="156757"/>
                </a:lnTo>
                <a:lnTo>
                  <a:pt x="576072" y="156757"/>
                </a:lnTo>
                <a:close/>
              </a:path>
              <a:path w="647700" h="256539">
                <a:moveTo>
                  <a:pt x="576072" y="153709"/>
                </a:moveTo>
                <a:lnTo>
                  <a:pt x="576072" y="103417"/>
                </a:lnTo>
                <a:lnTo>
                  <a:pt x="533400" y="128563"/>
                </a:lnTo>
                <a:lnTo>
                  <a:pt x="576072" y="153709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70487" y="1278127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791" y="126593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63191" y="3985264"/>
            <a:ext cx="1252855" cy="0"/>
          </a:xfrm>
          <a:custGeom>
            <a:avLst/>
            <a:gdLst/>
            <a:ahLst/>
            <a:cxnLst/>
            <a:rect l="l" t="t" r="r" b="b"/>
            <a:pathLst>
              <a:path w="1252854">
                <a:moveTo>
                  <a:pt x="0" y="0"/>
                </a:moveTo>
                <a:lnTo>
                  <a:pt x="1252734" y="0"/>
                </a:lnTo>
              </a:path>
            </a:pathLst>
          </a:custGeom>
          <a:ln w="190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71072" y="3341622"/>
            <a:ext cx="2287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baseline="-34722" dirty="0">
                <a:latin typeface="Arial MT"/>
                <a:cs typeface="Arial MT"/>
              </a:rPr>
              <a:t>F=k</a:t>
            </a:r>
            <a:r>
              <a:rPr sz="5400" spc="547" baseline="-34722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|q</a:t>
            </a:r>
            <a:r>
              <a:rPr sz="3150" spc="-15" baseline="-23809" dirty="0">
                <a:latin typeface="Arial MT"/>
                <a:cs typeface="Arial MT"/>
              </a:rPr>
              <a:t>1</a:t>
            </a:r>
            <a:r>
              <a:rPr sz="3600" spc="-10" dirty="0">
                <a:latin typeface="Arial MT"/>
                <a:cs typeface="Arial MT"/>
              </a:rPr>
              <a:t>||q</a:t>
            </a:r>
            <a:r>
              <a:rPr sz="3150" spc="-15" baseline="-23809" dirty="0">
                <a:latin typeface="Arial MT"/>
                <a:cs typeface="Arial MT"/>
              </a:rPr>
              <a:t>2</a:t>
            </a:r>
            <a:r>
              <a:rPr sz="3600" spc="-10" dirty="0">
                <a:latin typeface="Arial MT"/>
                <a:cs typeface="Arial MT"/>
              </a:rPr>
              <a:t>|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58874" y="3366516"/>
            <a:ext cx="2374900" cy="1199515"/>
          </a:xfrm>
          <a:custGeom>
            <a:avLst/>
            <a:gdLst/>
            <a:ahLst/>
            <a:cxnLst/>
            <a:rect l="l" t="t" r="r" b="b"/>
            <a:pathLst>
              <a:path w="2374900" h="1199514">
                <a:moveTo>
                  <a:pt x="2374392" y="1199388"/>
                </a:moveTo>
                <a:lnTo>
                  <a:pt x="2374392" y="0"/>
                </a:lnTo>
                <a:lnTo>
                  <a:pt x="0" y="0"/>
                </a:lnTo>
                <a:lnTo>
                  <a:pt x="0" y="1199388"/>
                </a:lnTo>
                <a:lnTo>
                  <a:pt x="4572" y="1199388"/>
                </a:ln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2363724" y="9144"/>
                </a:lnTo>
                <a:lnTo>
                  <a:pt x="2363724" y="4572"/>
                </a:lnTo>
                <a:lnTo>
                  <a:pt x="2368296" y="9144"/>
                </a:lnTo>
                <a:lnTo>
                  <a:pt x="2368296" y="1199388"/>
                </a:lnTo>
                <a:lnTo>
                  <a:pt x="2374392" y="1199388"/>
                </a:lnTo>
                <a:close/>
              </a:path>
              <a:path w="2374900" h="1199514">
                <a:moveTo>
                  <a:pt x="10668" y="9144"/>
                </a:move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close/>
              </a:path>
              <a:path w="2374900" h="1199514">
                <a:moveTo>
                  <a:pt x="10668" y="1190244"/>
                </a:moveTo>
                <a:lnTo>
                  <a:pt x="10668" y="9144"/>
                </a:lnTo>
                <a:lnTo>
                  <a:pt x="4572" y="9144"/>
                </a:lnTo>
                <a:lnTo>
                  <a:pt x="4572" y="1190244"/>
                </a:lnTo>
                <a:lnTo>
                  <a:pt x="10668" y="1190244"/>
                </a:lnTo>
                <a:close/>
              </a:path>
              <a:path w="2374900" h="1199514">
                <a:moveTo>
                  <a:pt x="2368296" y="1190244"/>
                </a:moveTo>
                <a:lnTo>
                  <a:pt x="4572" y="1190244"/>
                </a:lnTo>
                <a:lnTo>
                  <a:pt x="10668" y="1194816"/>
                </a:lnTo>
                <a:lnTo>
                  <a:pt x="10668" y="1199388"/>
                </a:lnTo>
                <a:lnTo>
                  <a:pt x="2363724" y="1199388"/>
                </a:lnTo>
                <a:lnTo>
                  <a:pt x="2363724" y="1194816"/>
                </a:lnTo>
                <a:lnTo>
                  <a:pt x="2368296" y="1190244"/>
                </a:lnTo>
                <a:close/>
              </a:path>
              <a:path w="2374900" h="1199514">
                <a:moveTo>
                  <a:pt x="10668" y="1199388"/>
                </a:moveTo>
                <a:lnTo>
                  <a:pt x="10668" y="1194816"/>
                </a:lnTo>
                <a:lnTo>
                  <a:pt x="4572" y="1190244"/>
                </a:lnTo>
                <a:lnTo>
                  <a:pt x="4572" y="1199388"/>
                </a:lnTo>
                <a:lnTo>
                  <a:pt x="10668" y="1199388"/>
                </a:lnTo>
                <a:close/>
              </a:path>
              <a:path w="2374900" h="1199514">
                <a:moveTo>
                  <a:pt x="2368296" y="9144"/>
                </a:moveTo>
                <a:lnTo>
                  <a:pt x="2363724" y="4572"/>
                </a:lnTo>
                <a:lnTo>
                  <a:pt x="2363724" y="9144"/>
                </a:lnTo>
                <a:lnTo>
                  <a:pt x="2368296" y="9144"/>
                </a:lnTo>
                <a:close/>
              </a:path>
              <a:path w="2374900" h="1199514">
                <a:moveTo>
                  <a:pt x="2368296" y="1190244"/>
                </a:moveTo>
                <a:lnTo>
                  <a:pt x="2368296" y="9144"/>
                </a:lnTo>
                <a:lnTo>
                  <a:pt x="2363724" y="9144"/>
                </a:lnTo>
                <a:lnTo>
                  <a:pt x="2363724" y="1190244"/>
                </a:lnTo>
                <a:lnTo>
                  <a:pt x="2368296" y="1190244"/>
                </a:lnTo>
                <a:close/>
              </a:path>
              <a:path w="2374900" h="1199514">
                <a:moveTo>
                  <a:pt x="2368296" y="1199388"/>
                </a:moveTo>
                <a:lnTo>
                  <a:pt x="2368296" y="1190244"/>
                </a:lnTo>
                <a:lnTo>
                  <a:pt x="2363724" y="1194816"/>
                </a:lnTo>
                <a:lnTo>
                  <a:pt x="2363724" y="1199388"/>
                </a:lnTo>
                <a:lnTo>
                  <a:pt x="2368296" y="119938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45420" y="3713478"/>
            <a:ext cx="253301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Magnitude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electrostatic</a:t>
            </a:r>
            <a:r>
              <a:rPr sz="2400" spc="-10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23299"/>
                </a:solidFill>
                <a:latin typeface="Arial MT"/>
                <a:cs typeface="Arial MT"/>
              </a:rPr>
              <a:t>force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particle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charged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99415" y="3782058"/>
            <a:ext cx="1228090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z="5400" spc="135" baseline="-24691" dirty="0">
                <a:latin typeface="Arial MT"/>
                <a:cs typeface="Arial MT"/>
              </a:rPr>
              <a:t>r</a:t>
            </a:r>
            <a:r>
              <a:rPr sz="2100" spc="90" dirty="0">
                <a:latin typeface="Arial MT"/>
                <a:cs typeface="Arial MT"/>
              </a:rPr>
              <a:t>2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constant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25930" y="1781555"/>
            <a:ext cx="2097405" cy="457200"/>
            <a:chOff x="4225930" y="1781555"/>
            <a:chExt cx="2097405" cy="457200"/>
          </a:xfrm>
        </p:grpSpPr>
        <p:sp>
          <p:nvSpPr>
            <p:cNvPr id="14" name="object 14"/>
            <p:cNvSpPr/>
            <p:nvPr/>
          </p:nvSpPr>
          <p:spPr>
            <a:xfrm>
              <a:off x="4230502" y="1978152"/>
              <a:ext cx="2087880" cy="111760"/>
            </a:xfrm>
            <a:custGeom>
              <a:avLst/>
              <a:gdLst/>
              <a:ahLst/>
              <a:cxnLst/>
              <a:rect l="l" t="t" r="r" b="b"/>
              <a:pathLst>
                <a:path w="2087879" h="111760">
                  <a:moveTo>
                    <a:pt x="106680" y="10668"/>
                  </a:moveTo>
                  <a:lnTo>
                    <a:pt x="100584" y="1524"/>
                  </a:lnTo>
                  <a:lnTo>
                    <a:pt x="94488" y="0"/>
                  </a:lnTo>
                  <a:lnTo>
                    <a:pt x="89916" y="3048"/>
                  </a:lnTo>
                  <a:lnTo>
                    <a:pt x="0" y="56388"/>
                  </a:lnTo>
                  <a:lnTo>
                    <a:pt x="19812" y="67805"/>
                  </a:lnTo>
                  <a:lnTo>
                    <a:pt x="19812" y="45720"/>
                  </a:lnTo>
                  <a:lnTo>
                    <a:pt x="55915" y="45720"/>
                  </a:lnTo>
                  <a:lnTo>
                    <a:pt x="100584" y="19812"/>
                  </a:lnTo>
                  <a:lnTo>
                    <a:pt x="105156" y="16764"/>
                  </a:lnTo>
                  <a:lnTo>
                    <a:pt x="106680" y="10668"/>
                  </a:lnTo>
                  <a:close/>
                </a:path>
                <a:path w="2087879" h="111760">
                  <a:moveTo>
                    <a:pt x="55915" y="45720"/>
                  </a:moveTo>
                  <a:lnTo>
                    <a:pt x="19812" y="45720"/>
                  </a:lnTo>
                  <a:lnTo>
                    <a:pt x="19812" y="65532"/>
                  </a:lnTo>
                  <a:lnTo>
                    <a:pt x="24384" y="65532"/>
                  </a:lnTo>
                  <a:lnTo>
                    <a:pt x="24384" y="47244"/>
                  </a:lnTo>
                  <a:lnTo>
                    <a:pt x="38835" y="55626"/>
                  </a:lnTo>
                  <a:lnTo>
                    <a:pt x="55915" y="45720"/>
                  </a:lnTo>
                  <a:close/>
                </a:path>
                <a:path w="2087879" h="111760">
                  <a:moveTo>
                    <a:pt x="106680" y="100584"/>
                  </a:moveTo>
                  <a:lnTo>
                    <a:pt x="105156" y="94488"/>
                  </a:lnTo>
                  <a:lnTo>
                    <a:pt x="100584" y="91440"/>
                  </a:lnTo>
                  <a:lnTo>
                    <a:pt x="55915" y="65532"/>
                  </a:lnTo>
                  <a:lnTo>
                    <a:pt x="19812" y="65532"/>
                  </a:lnTo>
                  <a:lnTo>
                    <a:pt x="19812" y="67805"/>
                  </a:lnTo>
                  <a:lnTo>
                    <a:pt x="89916" y="108204"/>
                  </a:lnTo>
                  <a:lnTo>
                    <a:pt x="94488" y="111252"/>
                  </a:lnTo>
                  <a:lnTo>
                    <a:pt x="100584" y="109728"/>
                  </a:lnTo>
                  <a:lnTo>
                    <a:pt x="106680" y="100584"/>
                  </a:lnTo>
                  <a:close/>
                </a:path>
                <a:path w="2087879" h="111760">
                  <a:moveTo>
                    <a:pt x="38835" y="55626"/>
                  </a:moveTo>
                  <a:lnTo>
                    <a:pt x="24384" y="47244"/>
                  </a:lnTo>
                  <a:lnTo>
                    <a:pt x="24384" y="64008"/>
                  </a:lnTo>
                  <a:lnTo>
                    <a:pt x="38835" y="55626"/>
                  </a:lnTo>
                  <a:close/>
                </a:path>
                <a:path w="2087879" h="111760">
                  <a:moveTo>
                    <a:pt x="55915" y="65532"/>
                  </a:moveTo>
                  <a:lnTo>
                    <a:pt x="38835" y="55626"/>
                  </a:lnTo>
                  <a:lnTo>
                    <a:pt x="24384" y="64008"/>
                  </a:lnTo>
                  <a:lnTo>
                    <a:pt x="24384" y="65532"/>
                  </a:lnTo>
                  <a:lnTo>
                    <a:pt x="55915" y="65532"/>
                  </a:lnTo>
                  <a:close/>
                </a:path>
                <a:path w="2087879" h="111760">
                  <a:moveTo>
                    <a:pt x="2049044" y="55626"/>
                  </a:moveTo>
                  <a:lnTo>
                    <a:pt x="2031965" y="45720"/>
                  </a:lnTo>
                  <a:lnTo>
                    <a:pt x="55915" y="45720"/>
                  </a:lnTo>
                  <a:lnTo>
                    <a:pt x="38835" y="55626"/>
                  </a:lnTo>
                  <a:lnTo>
                    <a:pt x="55915" y="65532"/>
                  </a:lnTo>
                  <a:lnTo>
                    <a:pt x="2031965" y="65532"/>
                  </a:lnTo>
                  <a:lnTo>
                    <a:pt x="2049044" y="55626"/>
                  </a:lnTo>
                  <a:close/>
                </a:path>
                <a:path w="2087879" h="111760">
                  <a:moveTo>
                    <a:pt x="2087880" y="56388"/>
                  </a:moveTo>
                  <a:lnTo>
                    <a:pt x="1997964" y="3048"/>
                  </a:lnTo>
                  <a:lnTo>
                    <a:pt x="1993392" y="0"/>
                  </a:lnTo>
                  <a:lnTo>
                    <a:pt x="1987296" y="1524"/>
                  </a:lnTo>
                  <a:lnTo>
                    <a:pt x="1981200" y="10668"/>
                  </a:lnTo>
                  <a:lnTo>
                    <a:pt x="1982724" y="16764"/>
                  </a:lnTo>
                  <a:lnTo>
                    <a:pt x="1987296" y="19812"/>
                  </a:lnTo>
                  <a:lnTo>
                    <a:pt x="2031965" y="45720"/>
                  </a:lnTo>
                  <a:lnTo>
                    <a:pt x="2069592" y="45720"/>
                  </a:lnTo>
                  <a:lnTo>
                    <a:pt x="2069592" y="66926"/>
                  </a:lnTo>
                  <a:lnTo>
                    <a:pt x="2087880" y="56388"/>
                  </a:lnTo>
                  <a:close/>
                </a:path>
                <a:path w="2087879" h="111760">
                  <a:moveTo>
                    <a:pt x="2069592" y="66926"/>
                  </a:moveTo>
                  <a:lnTo>
                    <a:pt x="2069592" y="65532"/>
                  </a:lnTo>
                  <a:lnTo>
                    <a:pt x="2031965" y="65532"/>
                  </a:lnTo>
                  <a:lnTo>
                    <a:pt x="1987296" y="91440"/>
                  </a:lnTo>
                  <a:lnTo>
                    <a:pt x="1982724" y="94488"/>
                  </a:lnTo>
                  <a:lnTo>
                    <a:pt x="1981200" y="100584"/>
                  </a:lnTo>
                  <a:lnTo>
                    <a:pt x="1987296" y="109728"/>
                  </a:lnTo>
                  <a:lnTo>
                    <a:pt x="1993392" y="111252"/>
                  </a:lnTo>
                  <a:lnTo>
                    <a:pt x="1997964" y="108204"/>
                  </a:lnTo>
                  <a:lnTo>
                    <a:pt x="2069592" y="66926"/>
                  </a:lnTo>
                  <a:close/>
                </a:path>
                <a:path w="2087879" h="111760">
                  <a:moveTo>
                    <a:pt x="2069592" y="65532"/>
                  </a:moveTo>
                  <a:lnTo>
                    <a:pt x="2069592" y="45720"/>
                  </a:lnTo>
                  <a:lnTo>
                    <a:pt x="2031965" y="45720"/>
                  </a:lnTo>
                  <a:lnTo>
                    <a:pt x="2049044" y="55626"/>
                  </a:lnTo>
                  <a:lnTo>
                    <a:pt x="2063496" y="47244"/>
                  </a:lnTo>
                  <a:lnTo>
                    <a:pt x="2063496" y="65532"/>
                  </a:lnTo>
                  <a:lnTo>
                    <a:pt x="2069592" y="65532"/>
                  </a:lnTo>
                  <a:close/>
                </a:path>
                <a:path w="2087879" h="111760">
                  <a:moveTo>
                    <a:pt x="2063496" y="65532"/>
                  </a:moveTo>
                  <a:lnTo>
                    <a:pt x="2063496" y="64008"/>
                  </a:lnTo>
                  <a:lnTo>
                    <a:pt x="2049044" y="55626"/>
                  </a:lnTo>
                  <a:lnTo>
                    <a:pt x="2031965" y="65532"/>
                  </a:lnTo>
                  <a:lnTo>
                    <a:pt x="2063496" y="65532"/>
                  </a:lnTo>
                  <a:close/>
                </a:path>
                <a:path w="2087879" h="111760">
                  <a:moveTo>
                    <a:pt x="2063496" y="64008"/>
                  </a:moveTo>
                  <a:lnTo>
                    <a:pt x="2063496" y="47244"/>
                  </a:lnTo>
                  <a:lnTo>
                    <a:pt x="2049044" y="55626"/>
                  </a:lnTo>
                  <a:lnTo>
                    <a:pt x="2063496" y="6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25925" y="1781555"/>
              <a:ext cx="2097405" cy="326390"/>
            </a:xfrm>
            <a:custGeom>
              <a:avLst/>
              <a:gdLst/>
              <a:ahLst/>
              <a:cxnLst/>
              <a:rect l="l" t="t" r="r" b="b"/>
              <a:pathLst>
                <a:path w="2097404" h="326389">
                  <a:moveTo>
                    <a:pt x="9144" y="0"/>
                  </a:moveTo>
                  <a:lnTo>
                    <a:pt x="0" y="0"/>
                  </a:lnTo>
                  <a:lnTo>
                    <a:pt x="0" y="324612"/>
                  </a:lnTo>
                  <a:lnTo>
                    <a:pt x="9144" y="324612"/>
                  </a:lnTo>
                  <a:lnTo>
                    <a:pt x="9144" y="0"/>
                  </a:lnTo>
                  <a:close/>
                </a:path>
                <a:path w="2097404" h="326389">
                  <a:moveTo>
                    <a:pt x="2097024" y="0"/>
                  </a:moveTo>
                  <a:lnTo>
                    <a:pt x="2087880" y="0"/>
                  </a:lnTo>
                  <a:lnTo>
                    <a:pt x="2087880" y="326136"/>
                  </a:lnTo>
                  <a:lnTo>
                    <a:pt x="2097024" y="326136"/>
                  </a:lnTo>
                  <a:lnTo>
                    <a:pt x="2097024" y="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59558" y="1781555"/>
              <a:ext cx="466725" cy="457200"/>
            </a:xfrm>
            <a:custGeom>
              <a:avLst/>
              <a:gdLst/>
              <a:ahLst/>
              <a:cxnLst/>
              <a:rect l="l" t="t" r="r" b="b"/>
              <a:pathLst>
                <a:path w="466725" h="457200">
                  <a:moveTo>
                    <a:pt x="466343" y="457199"/>
                  </a:moveTo>
                  <a:lnTo>
                    <a:pt x="466343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46634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28219" y="1806955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120774" y="2106167"/>
            <a:ext cx="2377440" cy="457200"/>
          </a:xfrm>
          <a:custGeom>
            <a:avLst/>
            <a:gdLst/>
            <a:ahLst/>
            <a:cxnLst/>
            <a:rect l="l" t="t" r="r" b="b"/>
            <a:pathLst>
              <a:path w="2377440" h="457200">
                <a:moveTo>
                  <a:pt x="2377439" y="457199"/>
                </a:moveTo>
                <a:lnTo>
                  <a:pt x="2377439" y="0"/>
                </a:lnTo>
                <a:lnTo>
                  <a:pt x="0" y="0"/>
                </a:lnTo>
                <a:lnTo>
                  <a:pt x="0" y="457199"/>
                </a:lnTo>
                <a:lnTo>
                  <a:pt x="2377439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03963" y="2130043"/>
            <a:ext cx="1210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Distance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96059" y="3734814"/>
            <a:ext cx="2101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Coulomb's</a:t>
            </a:r>
            <a:r>
              <a:rPr sz="2400" spc="-10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23299"/>
                </a:solidFill>
                <a:latin typeface="Arial MT"/>
                <a:cs typeface="Arial MT"/>
              </a:rPr>
              <a:t>Law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0481" y="2116835"/>
            <a:ext cx="3319779" cy="1187450"/>
          </a:xfrm>
          <a:custGeom>
            <a:avLst/>
            <a:gdLst/>
            <a:ahLst/>
            <a:cxnLst/>
            <a:rect l="l" t="t" r="r" b="b"/>
            <a:pathLst>
              <a:path w="3319779" h="1187450">
                <a:moveTo>
                  <a:pt x="3319271" y="1187195"/>
                </a:moveTo>
                <a:lnTo>
                  <a:pt x="3319271" y="0"/>
                </a:lnTo>
                <a:lnTo>
                  <a:pt x="0" y="0"/>
                </a:lnTo>
                <a:lnTo>
                  <a:pt x="0" y="1187195"/>
                </a:lnTo>
                <a:lnTo>
                  <a:pt x="3319271" y="11871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93604" y="2140711"/>
            <a:ext cx="3111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(point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01737" y="2506471"/>
            <a:ext cx="3094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2770" marR="30480" indent="-5353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charge)</a:t>
            </a:r>
            <a:r>
              <a:rPr sz="2400" spc="-7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magnitude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|q</a:t>
            </a:r>
            <a:r>
              <a:rPr sz="2400" spc="-30" baseline="-20833" dirty="0">
                <a:latin typeface="Arial MT"/>
                <a:cs typeface="Arial MT"/>
              </a:rPr>
              <a:t>1</a:t>
            </a:r>
            <a:r>
              <a:rPr sz="2400" spc="-20" dirty="0">
                <a:latin typeface="Arial MT"/>
                <a:cs typeface="Arial MT"/>
              </a:rPr>
              <a:t>|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48462" y="1661160"/>
            <a:ext cx="818515" cy="532130"/>
          </a:xfrm>
          <a:custGeom>
            <a:avLst/>
            <a:gdLst/>
            <a:ahLst/>
            <a:cxnLst/>
            <a:rect l="l" t="t" r="r" b="b"/>
            <a:pathLst>
              <a:path w="818514" h="532130">
                <a:moveTo>
                  <a:pt x="818387" y="10667"/>
                </a:moveTo>
                <a:lnTo>
                  <a:pt x="812291" y="0"/>
                </a:lnTo>
                <a:lnTo>
                  <a:pt x="0" y="521207"/>
                </a:lnTo>
                <a:lnTo>
                  <a:pt x="6095" y="531875"/>
                </a:lnTo>
                <a:lnTo>
                  <a:pt x="818387" y="10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088006" y="2136139"/>
            <a:ext cx="23139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particle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magnitude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|q</a:t>
            </a:r>
            <a:r>
              <a:rPr sz="2400" spc="-30" baseline="-20833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|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13409" y="3980688"/>
            <a:ext cx="829310" cy="157480"/>
          </a:xfrm>
          <a:custGeom>
            <a:avLst/>
            <a:gdLst/>
            <a:ahLst/>
            <a:cxnLst/>
            <a:rect l="l" t="t" r="r" b="b"/>
            <a:pathLst>
              <a:path w="829310" h="157479">
                <a:moveTo>
                  <a:pt x="829055" y="12191"/>
                </a:moveTo>
                <a:lnTo>
                  <a:pt x="827531" y="0"/>
                </a:lnTo>
                <a:lnTo>
                  <a:pt x="0" y="144779"/>
                </a:lnTo>
                <a:lnTo>
                  <a:pt x="3047" y="156971"/>
                </a:lnTo>
                <a:lnTo>
                  <a:pt x="829055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73630" y="4116323"/>
            <a:ext cx="478790" cy="745490"/>
          </a:xfrm>
          <a:custGeom>
            <a:avLst/>
            <a:gdLst/>
            <a:ahLst/>
            <a:cxnLst/>
            <a:rect l="l" t="t" r="r" b="b"/>
            <a:pathLst>
              <a:path w="478789" h="745489">
                <a:moveTo>
                  <a:pt x="478535" y="739139"/>
                </a:moveTo>
                <a:lnTo>
                  <a:pt x="10667" y="0"/>
                </a:lnTo>
                <a:lnTo>
                  <a:pt x="0" y="7619"/>
                </a:lnTo>
                <a:lnTo>
                  <a:pt x="467867" y="745235"/>
                </a:lnTo>
                <a:lnTo>
                  <a:pt x="478535" y="7391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963049" y="1200912"/>
            <a:ext cx="8758555" cy="2108200"/>
            <a:chOff x="963049" y="1200912"/>
            <a:chExt cx="8758555" cy="2108200"/>
          </a:xfrm>
        </p:grpSpPr>
        <p:sp>
          <p:nvSpPr>
            <p:cNvPr id="29" name="object 29"/>
            <p:cNvSpPr/>
            <p:nvPr/>
          </p:nvSpPr>
          <p:spPr>
            <a:xfrm>
              <a:off x="6604893" y="1738883"/>
              <a:ext cx="654050" cy="372110"/>
            </a:xfrm>
            <a:custGeom>
              <a:avLst/>
              <a:gdLst/>
              <a:ahLst/>
              <a:cxnLst/>
              <a:rect l="l" t="t" r="r" b="b"/>
              <a:pathLst>
                <a:path w="654050" h="372110">
                  <a:moveTo>
                    <a:pt x="653795" y="361187"/>
                  </a:moveTo>
                  <a:lnTo>
                    <a:pt x="6095" y="0"/>
                  </a:lnTo>
                  <a:lnTo>
                    <a:pt x="0" y="12191"/>
                  </a:lnTo>
                  <a:lnTo>
                    <a:pt x="647699" y="371855"/>
                  </a:lnTo>
                  <a:lnTo>
                    <a:pt x="653795" y="3611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63049" y="1200912"/>
              <a:ext cx="8758555" cy="2108200"/>
            </a:xfrm>
            <a:custGeom>
              <a:avLst/>
              <a:gdLst/>
              <a:ahLst/>
              <a:cxnLst/>
              <a:rect l="l" t="t" r="r" b="b"/>
              <a:pathLst>
                <a:path w="8758555" h="2108200">
                  <a:moveTo>
                    <a:pt x="8758425" y="2107692"/>
                  </a:moveTo>
                  <a:lnTo>
                    <a:pt x="8758425" y="0"/>
                  </a:lnTo>
                  <a:lnTo>
                    <a:pt x="0" y="0"/>
                  </a:lnTo>
                  <a:lnTo>
                    <a:pt x="0" y="2107692"/>
                  </a:lnTo>
                  <a:lnTo>
                    <a:pt x="6096" y="2107692"/>
                  </a:lnTo>
                  <a:lnTo>
                    <a:pt x="6096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8749281" y="9144"/>
                  </a:lnTo>
                  <a:lnTo>
                    <a:pt x="8749281" y="4572"/>
                  </a:lnTo>
                  <a:lnTo>
                    <a:pt x="8753853" y="9144"/>
                  </a:lnTo>
                  <a:lnTo>
                    <a:pt x="8753853" y="2107692"/>
                  </a:lnTo>
                  <a:lnTo>
                    <a:pt x="8758425" y="2107692"/>
                  </a:lnTo>
                  <a:close/>
                </a:path>
                <a:path w="8758555" h="2108200">
                  <a:moveTo>
                    <a:pt x="10668" y="9144"/>
                  </a:moveTo>
                  <a:lnTo>
                    <a:pt x="10668" y="4572"/>
                  </a:lnTo>
                  <a:lnTo>
                    <a:pt x="6096" y="9144"/>
                  </a:lnTo>
                  <a:lnTo>
                    <a:pt x="10668" y="9144"/>
                  </a:lnTo>
                  <a:close/>
                </a:path>
                <a:path w="8758555" h="2108200">
                  <a:moveTo>
                    <a:pt x="10668" y="2098548"/>
                  </a:moveTo>
                  <a:lnTo>
                    <a:pt x="10668" y="9144"/>
                  </a:lnTo>
                  <a:lnTo>
                    <a:pt x="6096" y="9144"/>
                  </a:lnTo>
                  <a:lnTo>
                    <a:pt x="6096" y="2098548"/>
                  </a:lnTo>
                  <a:lnTo>
                    <a:pt x="10668" y="2098548"/>
                  </a:lnTo>
                  <a:close/>
                </a:path>
                <a:path w="8758555" h="2108200">
                  <a:moveTo>
                    <a:pt x="8753853" y="2098548"/>
                  </a:moveTo>
                  <a:lnTo>
                    <a:pt x="6096" y="2098548"/>
                  </a:lnTo>
                  <a:lnTo>
                    <a:pt x="10668" y="2103120"/>
                  </a:lnTo>
                  <a:lnTo>
                    <a:pt x="10668" y="2107692"/>
                  </a:lnTo>
                  <a:lnTo>
                    <a:pt x="8749281" y="2107692"/>
                  </a:lnTo>
                  <a:lnTo>
                    <a:pt x="8749281" y="2103120"/>
                  </a:lnTo>
                  <a:lnTo>
                    <a:pt x="8753853" y="2098548"/>
                  </a:lnTo>
                  <a:close/>
                </a:path>
                <a:path w="8758555" h="2108200">
                  <a:moveTo>
                    <a:pt x="10668" y="2107692"/>
                  </a:moveTo>
                  <a:lnTo>
                    <a:pt x="10668" y="2103120"/>
                  </a:lnTo>
                  <a:lnTo>
                    <a:pt x="6096" y="2098548"/>
                  </a:lnTo>
                  <a:lnTo>
                    <a:pt x="6096" y="2107692"/>
                  </a:lnTo>
                  <a:lnTo>
                    <a:pt x="10668" y="2107692"/>
                  </a:lnTo>
                  <a:close/>
                </a:path>
                <a:path w="8758555" h="2108200">
                  <a:moveTo>
                    <a:pt x="8753853" y="9144"/>
                  </a:moveTo>
                  <a:lnTo>
                    <a:pt x="8749281" y="4572"/>
                  </a:lnTo>
                  <a:lnTo>
                    <a:pt x="8749281" y="9144"/>
                  </a:lnTo>
                  <a:lnTo>
                    <a:pt x="8753853" y="9144"/>
                  </a:lnTo>
                  <a:close/>
                </a:path>
                <a:path w="8758555" h="2108200">
                  <a:moveTo>
                    <a:pt x="8753853" y="2098548"/>
                  </a:moveTo>
                  <a:lnTo>
                    <a:pt x="8753853" y="9144"/>
                  </a:lnTo>
                  <a:lnTo>
                    <a:pt x="8749281" y="9144"/>
                  </a:lnTo>
                  <a:lnTo>
                    <a:pt x="8749281" y="2098548"/>
                  </a:lnTo>
                  <a:lnTo>
                    <a:pt x="8753853" y="2098548"/>
                  </a:lnTo>
                  <a:close/>
                </a:path>
                <a:path w="8758555" h="2108200">
                  <a:moveTo>
                    <a:pt x="8753853" y="2107692"/>
                  </a:moveTo>
                  <a:lnTo>
                    <a:pt x="8753853" y="2098548"/>
                  </a:lnTo>
                  <a:lnTo>
                    <a:pt x="8749281" y="2103120"/>
                  </a:lnTo>
                  <a:lnTo>
                    <a:pt x="8749281" y="2107692"/>
                  </a:lnTo>
                  <a:lnTo>
                    <a:pt x="8753853" y="2107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353695" y="5263767"/>
            <a:ext cx="2948305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816100" algn="l"/>
              </a:tabLst>
            </a:pPr>
            <a:r>
              <a:rPr sz="2400" dirty="0">
                <a:latin typeface="Arial MT"/>
                <a:cs typeface="Arial MT"/>
              </a:rPr>
              <a:t>k=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8.99×10</a:t>
            </a:r>
            <a:r>
              <a:rPr sz="2100" spc="-15" baseline="43650" dirty="0">
                <a:latin typeface="Arial MT"/>
                <a:cs typeface="Arial MT"/>
              </a:rPr>
              <a:t>9</a:t>
            </a:r>
            <a:r>
              <a:rPr sz="2100" baseline="43650" dirty="0">
                <a:latin typeface="Arial MT"/>
                <a:cs typeface="Arial MT"/>
              </a:rPr>
              <a:t>	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</a:t>
            </a:r>
            <a:r>
              <a:rPr sz="2100" baseline="43650" dirty="0">
                <a:latin typeface="Arial MT"/>
                <a:cs typeface="Arial MT"/>
              </a:rPr>
              <a:t>2</a:t>
            </a:r>
            <a:r>
              <a:rPr sz="2100" spc="-375" baseline="436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/C</a:t>
            </a:r>
            <a:r>
              <a:rPr sz="2100" spc="-37" baseline="43650" dirty="0">
                <a:latin typeface="Arial MT"/>
                <a:cs typeface="Arial MT"/>
              </a:rPr>
              <a:t>2</a:t>
            </a:r>
            <a:endParaRPr sz="2100" baseline="4365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009009" y="6030467"/>
            <a:ext cx="657225" cy="0"/>
          </a:xfrm>
          <a:custGeom>
            <a:avLst/>
            <a:gdLst/>
            <a:ahLst/>
            <a:cxnLst/>
            <a:rect l="l" t="t" r="r" b="b"/>
            <a:pathLst>
              <a:path w="657225">
                <a:moveTo>
                  <a:pt x="0" y="0"/>
                </a:moveTo>
                <a:lnTo>
                  <a:pt x="656843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250823" y="5594815"/>
            <a:ext cx="196850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65379" y="5788362"/>
            <a:ext cx="448945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dirty="0">
                <a:latin typeface="Arial MT"/>
                <a:cs typeface="Arial MT"/>
              </a:rPr>
              <a:t>k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lang="en-GB" sz="2400" spc="-60" dirty="0">
                <a:latin typeface="Arial MT"/>
                <a:cs typeface="Arial MT"/>
              </a:rPr>
              <a:t>=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92254" y="6011668"/>
            <a:ext cx="66675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spc="-20" dirty="0">
                <a:latin typeface="Arial MT"/>
                <a:cs typeface="Arial MT"/>
              </a:rPr>
              <a:t>4</a:t>
            </a:r>
            <a:r>
              <a:rPr sz="2550" spc="-20" dirty="0">
                <a:latin typeface="Symbol"/>
                <a:cs typeface="Symbol"/>
              </a:rPr>
              <a:t></a:t>
            </a:r>
            <a:r>
              <a:rPr sz="2100" spc="-30" baseline="-23809" dirty="0">
                <a:latin typeface="Arial MT"/>
                <a:cs typeface="Arial MT"/>
              </a:rPr>
              <a:t>0</a:t>
            </a:r>
            <a:endParaRPr sz="2100" baseline="-23809" dirty="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00099" y="6529916"/>
            <a:ext cx="3379470" cy="4152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986914">
              <a:lnSpc>
                <a:spcPts val="805"/>
              </a:lnSpc>
              <a:spcBef>
                <a:spcPts val="175"/>
              </a:spcBef>
              <a:tabLst>
                <a:tab pos="2473325" algn="l"/>
                <a:tab pos="3241040" algn="l"/>
              </a:tabLst>
            </a:pPr>
            <a:r>
              <a:rPr sz="1400" spc="-20" dirty="0">
                <a:latin typeface="Arial MT"/>
                <a:cs typeface="Arial MT"/>
              </a:rPr>
              <a:t>-</a:t>
            </a:r>
            <a:r>
              <a:rPr sz="1400" spc="-35" dirty="0">
                <a:latin typeface="Arial MT"/>
                <a:cs typeface="Arial MT"/>
              </a:rPr>
              <a:t>12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2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2</a:t>
            </a:r>
            <a:endParaRPr sz="1400" dirty="0">
              <a:latin typeface="Arial MT"/>
              <a:cs typeface="Arial MT"/>
            </a:endParaRPr>
          </a:p>
          <a:p>
            <a:pPr marL="38100">
              <a:lnSpc>
                <a:spcPts val="2185"/>
              </a:lnSpc>
              <a:tabLst>
                <a:tab pos="423545" algn="l"/>
                <a:tab pos="2249170" algn="l"/>
              </a:tabLst>
            </a:pPr>
            <a:r>
              <a:rPr sz="2550" spc="-25" dirty="0">
                <a:latin typeface="Symbol"/>
                <a:cs typeface="Symbol"/>
              </a:rPr>
              <a:t></a:t>
            </a:r>
            <a:r>
              <a:rPr sz="2100" spc="-37" baseline="-23809" dirty="0">
                <a:latin typeface="Arial MT"/>
                <a:cs typeface="Arial MT"/>
              </a:rPr>
              <a:t>0</a:t>
            </a:r>
            <a:r>
              <a:rPr sz="2100" baseline="-23809" dirty="0">
                <a:latin typeface="Arial MT"/>
                <a:cs typeface="Arial MT"/>
              </a:rPr>
              <a:t>	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8.85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×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10</a:t>
            </a:r>
            <a:r>
              <a:rPr sz="2400" dirty="0">
                <a:latin typeface="Arial MT"/>
                <a:cs typeface="Arial MT"/>
              </a:rPr>
              <a:t>	C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/N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m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31338" y="6150353"/>
            <a:ext cx="22726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permittivity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constant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13097" y="6371844"/>
            <a:ext cx="544195" cy="227329"/>
          </a:xfrm>
          <a:custGeom>
            <a:avLst/>
            <a:gdLst/>
            <a:ahLst/>
            <a:cxnLst/>
            <a:rect l="l" t="t" r="r" b="b"/>
            <a:pathLst>
              <a:path w="544195" h="227329">
                <a:moveTo>
                  <a:pt x="544067" y="214883"/>
                </a:moveTo>
                <a:lnTo>
                  <a:pt x="4571" y="0"/>
                </a:lnTo>
                <a:lnTo>
                  <a:pt x="0" y="12191"/>
                </a:lnTo>
                <a:lnTo>
                  <a:pt x="539495" y="227075"/>
                </a:lnTo>
                <a:lnTo>
                  <a:pt x="544067" y="214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16820" y="438403"/>
            <a:ext cx="334073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Formula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-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Coulomb's</a:t>
            </a:r>
            <a:r>
              <a:rPr sz="2200" b="1" spc="-3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E10000"/>
                </a:solidFill>
                <a:latin typeface="Arial"/>
                <a:cs typeface="Arial"/>
              </a:rPr>
              <a:t>law</a:t>
            </a:r>
            <a:endParaRPr sz="2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58300" y="5735825"/>
            <a:ext cx="657605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97305" marR="5080" indent="-128524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electrostatic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force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23299"/>
                </a:solidFill>
                <a:latin typeface="Arial MT"/>
                <a:cs typeface="Arial MT"/>
              </a:rPr>
              <a:t>same</a:t>
            </a:r>
            <a:r>
              <a:rPr sz="2800" spc="-4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323299"/>
                </a:solidFill>
                <a:latin typeface="Arial MT"/>
                <a:cs typeface="Arial MT"/>
              </a:rPr>
              <a:t>form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gravitational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force.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0177" y="2575572"/>
            <a:ext cx="2528570" cy="441959"/>
          </a:xfrm>
          <a:custGeom>
            <a:avLst/>
            <a:gdLst/>
            <a:ahLst/>
            <a:cxnLst/>
            <a:rect l="l" t="t" r="r" b="b"/>
            <a:pathLst>
              <a:path w="2528570" h="441960">
                <a:moveTo>
                  <a:pt x="441960" y="220980"/>
                </a:moveTo>
                <a:lnTo>
                  <a:pt x="440436" y="198120"/>
                </a:lnTo>
                <a:lnTo>
                  <a:pt x="437388" y="175260"/>
                </a:lnTo>
                <a:lnTo>
                  <a:pt x="431292" y="155448"/>
                </a:lnTo>
                <a:lnTo>
                  <a:pt x="431292" y="199644"/>
                </a:lnTo>
                <a:lnTo>
                  <a:pt x="431292" y="242316"/>
                </a:lnTo>
                <a:lnTo>
                  <a:pt x="422148" y="283464"/>
                </a:lnTo>
                <a:lnTo>
                  <a:pt x="406908" y="321564"/>
                </a:lnTo>
                <a:lnTo>
                  <a:pt x="384048" y="355092"/>
                </a:lnTo>
                <a:lnTo>
                  <a:pt x="355092" y="384048"/>
                </a:lnTo>
                <a:lnTo>
                  <a:pt x="321564" y="406908"/>
                </a:lnTo>
                <a:lnTo>
                  <a:pt x="283464" y="422148"/>
                </a:lnTo>
                <a:lnTo>
                  <a:pt x="242316" y="431292"/>
                </a:lnTo>
                <a:lnTo>
                  <a:pt x="198120" y="431292"/>
                </a:lnTo>
                <a:lnTo>
                  <a:pt x="178308" y="426720"/>
                </a:lnTo>
                <a:lnTo>
                  <a:pt x="156972" y="422148"/>
                </a:lnTo>
                <a:lnTo>
                  <a:pt x="102108" y="396240"/>
                </a:lnTo>
                <a:lnTo>
                  <a:pt x="71628" y="370332"/>
                </a:lnTo>
                <a:lnTo>
                  <a:pt x="45720" y="338328"/>
                </a:lnTo>
                <a:lnTo>
                  <a:pt x="25908" y="301752"/>
                </a:lnTo>
                <a:lnTo>
                  <a:pt x="13716" y="262128"/>
                </a:lnTo>
                <a:lnTo>
                  <a:pt x="9144" y="220980"/>
                </a:lnTo>
                <a:lnTo>
                  <a:pt x="10668" y="198120"/>
                </a:lnTo>
                <a:lnTo>
                  <a:pt x="18288" y="156972"/>
                </a:lnTo>
                <a:lnTo>
                  <a:pt x="35052" y="118872"/>
                </a:lnTo>
                <a:lnTo>
                  <a:pt x="57912" y="85344"/>
                </a:lnTo>
                <a:lnTo>
                  <a:pt x="86868" y="57912"/>
                </a:lnTo>
                <a:lnTo>
                  <a:pt x="120396" y="35052"/>
                </a:lnTo>
                <a:lnTo>
                  <a:pt x="158496" y="18288"/>
                </a:lnTo>
                <a:lnTo>
                  <a:pt x="199644" y="10668"/>
                </a:lnTo>
                <a:lnTo>
                  <a:pt x="220980" y="9144"/>
                </a:lnTo>
                <a:lnTo>
                  <a:pt x="242316" y="10668"/>
                </a:lnTo>
                <a:lnTo>
                  <a:pt x="283464" y="18288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6868"/>
                </a:lnTo>
                <a:lnTo>
                  <a:pt x="406908" y="120396"/>
                </a:lnTo>
                <a:lnTo>
                  <a:pt x="428244" y="178308"/>
                </a:lnTo>
                <a:lnTo>
                  <a:pt x="431292" y="199644"/>
                </a:lnTo>
                <a:lnTo>
                  <a:pt x="431292" y="155448"/>
                </a:lnTo>
                <a:lnTo>
                  <a:pt x="414528" y="115824"/>
                </a:lnTo>
                <a:lnTo>
                  <a:pt x="390144" y="79248"/>
                </a:lnTo>
                <a:lnTo>
                  <a:pt x="361188" y="50292"/>
                </a:lnTo>
                <a:lnTo>
                  <a:pt x="326136" y="25908"/>
                </a:lnTo>
                <a:lnTo>
                  <a:pt x="286512" y="9144"/>
                </a:lnTo>
                <a:lnTo>
                  <a:pt x="242316" y="1524"/>
                </a:lnTo>
                <a:lnTo>
                  <a:pt x="220980" y="0"/>
                </a:lnTo>
                <a:lnTo>
                  <a:pt x="199644" y="1422"/>
                </a:lnTo>
                <a:lnTo>
                  <a:pt x="198120" y="1524"/>
                </a:lnTo>
                <a:lnTo>
                  <a:pt x="155448" y="9144"/>
                </a:lnTo>
                <a:lnTo>
                  <a:pt x="115824" y="25908"/>
                </a:lnTo>
                <a:lnTo>
                  <a:pt x="80772" y="50292"/>
                </a:lnTo>
                <a:lnTo>
                  <a:pt x="50292" y="80772"/>
                </a:lnTo>
                <a:lnTo>
                  <a:pt x="25908" y="115824"/>
                </a:lnTo>
                <a:lnTo>
                  <a:pt x="9144" y="155448"/>
                </a:lnTo>
                <a:lnTo>
                  <a:pt x="1524" y="198120"/>
                </a:lnTo>
                <a:lnTo>
                  <a:pt x="0" y="220980"/>
                </a:lnTo>
                <a:lnTo>
                  <a:pt x="1524" y="243840"/>
                </a:lnTo>
                <a:lnTo>
                  <a:pt x="4572" y="265176"/>
                </a:lnTo>
                <a:lnTo>
                  <a:pt x="9144" y="281178"/>
                </a:lnTo>
                <a:lnTo>
                  <a:pt x="10668" y="286512"/>
                </a:lnTo>
                <a:lnTo>
                  <a:pt x="27432" y="326136"/>
                </a:lnTo>
                <a:lnTo>
                  <a:pt x="50292" y="361188"/>
                </a:lnTo>
                <a:lnTo>
                  <a:pt x="80772" y="391668"/>
                </a:lnTo>
                <a:lnTo>
                  <a:pt x="115824" y="414528"/>
                </a:lnTo>
                <a:lnTo>
                  <a:pt x="155448" y="431292"/>
                </a:lnTo>
                <a:lnTo>
                  <a:pt x="198120" y="440436"/>
                </a:lnTo>
                <a:lnTo>
                  <a:pt x="220980" y="441960"/>
                </a:lnTo>
                <a:lnTo>
                  <a:pt x="242316" y="440537"/>
                </a:lnTo>
                <a:lnTo>
                  <a:pt x="243840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0144"/>
                </a:lnTo>
                <a:lnTo>
                  <a:pt x="391668" y="361188"/>
                </a:lnTo>
                <a:lnTo>
                  <a:pt x="414528" y="326136"/>
                </a:lnTo>
                <a:lnTo>
                  <a:pt x="431292" y="286512"/>
                </a:lnTo>
                <a:lnTo>
                  <a:pt x="440436" y="242316"/>
                </a:lnTo>
                <a:lnTo>
                  <a:pt x="441960" y="220980"/>
                </a:lnTo>
                <a:close/>
              </a:path>
              <a:path w="2528570" h="441960">
                <a:moveTo>
                  <a:pt x="2528316" y="198120"/>
                </a:moveTo>
                <a:lnTo>
                  <a:pt x="2523744" y="175260"/>
                </a:lnTo>
                <a:lnTo>
                  <a:pt x="2519172" y="155448"/>
                </a:lnTo>
                <a:lnTo>
                  <a:pt x="2519172" y="220980"/>
                </a:lnTo>
                <a:lnTo>
                  <a:pt x="2517648" y="242316"/>
                </a:lnTo>
                <a:lnTo>
                  <a:pt x="2510028" y="283464"/>
                </a:lnTo>
                <a:lnTo>
                  <a:pt x="2493264" y="321564"/>
                </a:lnTo>
                <a:lnTo>
                  <a:pt x="2470404" y="355092"/>
                </a:lnTo>
                <a:lnTo>
                  <a:pt x="2442972" y="384048"/>
                </a:lnTo>
                <a:lnTo>
                  <a:pt x="2409444" y="406908"/>
                </a:lnTo>
                <a:lnTo>
                  <a:pt x="2389632" y="414528"/>
                </a:lnTo>
                <a:lnTo>
                  <a:pt x="2371344" y="422148"/>
                </a:lnTo>
                <a:lnTo>
                  <a:pt x="2350008" y="426720"/>
                </a:lnTo>
                <a:lnTo>
                  <a:pt x="2330196" y="431292"/>
                </a:lnTo>
                <a:lnTo>
                  <a:pt x="2286000" y="431292"/>
                </a:lnTo>
                <a:lnTo>
                  <a:pt x="2244852" y="422148"/>
                </a:lnTo>
                <a:lnTo>
                  <a:pt x="2206752" y="405384"/>
                </a:lnTo>
                <a:lnTo>
                  <a:pt x="2173224" y="384048"/>
                </a:lnTo>
                <a:lnTo>
                  <a:pt x="2145792" y="355092"/>
                </a:lnTo>
                <a:lnTo>
                  <a:pt x="2122932" y="321564"/>
                </a:lnTo>
                <a:lnTo>
                  <a:pt x="2106168" y="283464"/>
                </a:lnTo>
                <a:lnTo>
                  <a:pt x="2098548" y="242316"/>
                </a:lnTo>
                <a:lnTo>
                  <a:pt x="2097024" y="220980"/>
                </a:lnTo>
                <a:lnTo>
                  <a:pt x="2098548" y="198120"/>
                </a:lnTo>
                <a:lnTo>
                  <a:pt x="2106168" y="156972"/>
                </a:lnTo>
                <a:lnTo>
                  <a:pt x="2122932" y="118872"/>
                </a:lnTo>
                <a:lnTo>
                  <a:pt x="2145792" y="85344"/>
                </a:lnTo>
                <a:lnTo>
                  <a:pt x="2174748" y="57912"/>
                </a:lnTo>
                <a:lnTo>
                  <a:pt x="2208276" y="35052"/>
                </a:lnTo>
                <a:lnTo>
                  <a:pt x="2246376" y="18288"/>
                </a:lnTo>
                <a:lnTo>
                  <a:pt x="2287524" y="10668"/>
                </a:lnTo>
                <a:lnTo>
                  <a:pt x="2308860" y="9144"/>
                </a:lnTo>
                <a:lnTo>
                  <a:pt x="2330196" y="10668"/>
                </a:lnTo>
                <a:lnTo>
                  <a:pt x="2371344" y="18288"/>
                </a:lnTo>
                <a:lnTo>
                  <a:pt x="2409444" y="35052"/>
                </a:lnTo>
                <a:lnTo>
                  <a:pt x="2442972" y="57912"/>
                </a:lnTo>
                <a:lnTo>
                  <a:pt x="2471928" y="86868"/>
                </a:lnTo>
                <a:lnTo>
                  <a:pt x="2502408" y="138684"/>
                </a:lnTo>
                <a:lnTo>
                  <a:pt x="2514600" y="178308"/>
                </a:lnTo>
                <a:lnTo>
                  <a:pt x="2519172" y="220980"/>
                </a:lnTo>
                <a:lnTo>
                  <a:pt x="2519172" y="155448"/>
                </a:lnTo>
                <a:lnTo>
                  <a:pt x="2502408" y="115824"/>
                </a:lnTo>
                <a:lnTo>
                  <a:pt x="2478024" y="79248"/>
                </a:lnTo>
                <a:lnTo>
                  <a:pt x="2449068" y="50292"/>
                </a:lnTo>
                <a:lnTo>
                  <a:pt x="2412492" y="25908"/>
                </a:lnTo>
                <a:lnTo>
                  <a:pt x="2372868" y="9144"/>
                </a:lnTo>
                <a:lnTo>
                  <a:pt x="2330196" y="1524"/>
                </a:lnTo>
                <a:lnTo>
                  <a:pt x="2308860" y="101"/>
                </a:lnTo>
                <a:lnTo>
                  <a:pt x="2307336" y="0"/>
                </a:lnTo>
                <a:lnTo>
                  <a:pt x="2263140" y="4572"/>
                </a:lnTo>
                <a:lnTo>
                  <a:pt x="2221992" y="16764"/>
                </a:lnTo>
                <a:lnTo>
                  <a:pt x="2185416" y="38100"/>
                </a:lnTo>
                <a:lnTo>
                  <a:pt x="2167128" y="50292"/>
                </a:lnTo>
                <a:lnTo>
                  <a:pt x="2124456" y="97536"/>
                </a:lnTo>
                <a:lnTo>
                  <a:pt x="2104644" y="135636"/>
                </a:lnTo>
                <a:lnTo>
                  <a:pt x="2092452" y="176784"/>
                </a:lnTo>
                <a:lnTo>
                  <a:pt x="2087880" y="220980"/>
                </a:lnTo>
                <a:lnTo>
                  <a:pt x="2089404" y="243840"/>
                </a:lnTo>
                <a:lnTo>
                  <a:pt x="2097024" y="286512"/>
                </a:lnTo>
                <a:lnTo>
                  <a:pt x="2113788" y="326136"/>
                </a:lnTo>
                <a:lnTo>
                  <a:pt x="2138172" y="361188"/>
                </a:lnTo>
                <a:lnTo>
                  <a:pt x="2168652" y="391668"/>
                </a:lnTo>
                <a:lnTo>
                  <a:pt x="2203704" y="414528"/>
                </a:lnTo>
                <a:lnTo>
                  <a:pt x="2243328" y="431292"/>
                </a:lnTo>
                <a:lnTo>
                  <a:pt x="2286000" y="440436"/>
                </a:lnTo>
                <a:lnTo>
                  <a:pt x="2307336" y="441858"/>
                </a:lnTo>
                <a:lnTo>
                  <a:pt x="2308860" y="441960"/>
                </a:lnTo>
                <a:lnTo>
                  <a:pt x="2330196" y="440537"/>
                </a:lnTo>
                <a:lnTo>
                  <a:pt x="2331720" y="440436"/>
                </a:lnTo>
                <a:lnTo>
                  <a:pt x="2353056" y="437388"/>
                </a:lnTo>
                <a:lnTo>
                  <a:pt x="2394204" y="423672"/>
                </a:lnTo>
                <a:lnTo>
                  <a:pt x="2432304" y="403860"/>
                </a:lnTo>
                <a:lnTo>
                  <a:pt x="2464308" y="376428"/>
                </a:lnTo>
                <a:lnTo>
                  <a:pt x="2491740" y="344424"/>
                </a:lnTo>
                <a:lnTo>
                  <a:pt x="2511552" y="306324"/>
                </a:lnTo>
                <a:lnTo>
                  <a:pt x="2523744" y="265176"/>
                </a:lnTo>
                <a:lnTo>
                  <a:pt x="2528316" y="242316"/>
                </a:lnTo>
                <a:lnTo>
                  <a:pt x="2528316" y="198120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94008" y="2290062"/>
            <a:ext cx="21272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57350" y="2668095"/>
            <a:ext cx="647700" cy="256540"/>
          </a:xfrm>
          <a:custGeom>
            <a:avLst/>
            <a:gdLst/>
            <a:ahLst/>
            <a:cxnLst/>
            <a:rect l="l" t="t" r="r" b="b"/>
            <a:pathLst>
              <a:path w="647700" h="256539">
                <a:moveTo>
                  <a:pt x="534543" y="127682"/>
                </a:moveTo>
                <a:lnTo>
                  <a:pt x="486271" y="99488"/>
                </a:lnTo>
                <a:lnTo>
                  <a:pt x="0" y="99488"/>
                </a:lnTo>
                <a:lnTo>
                  <a:pt x="0" y="155876"/>
                </a:lnTo>
                <a:lnTo>
                  <a:pt x="486271" y="155876"/>
                </a:lnTo>
                <a:lnTo>
                  <a:pt x="534543" y="127682"/>
                </a:lnTo>
                <a:close/>
              </a:path>
              <a:path w="647700" h="256539">
                <a:moveTo>
                  <a:pt x="647700" y="128444"/>
                </a:moveTo>
                <a:lnTo>
                  <a:pt x="434340" y="3476"/>
                </a:lnTo>
                <a:lnTo>
                  <a:pt x="423648" y="0"/>
                </a:lnTo>
                <a:lnTo>
                  <a:pt x="412813" y="809"/>
                </a:lnTo>
                <a:lnTo>
                  <a:pt x="402836" y="5619"/>
                </a:lnTo>
                <a:lnTo>
                  <a:pt x="394716" y="14144"/>
                </a:lnTo>
                <a:lnTo>
                  <a:pt x="391239" y="24812"/>
                </a:lnTo>
                <a:lnTo>
                  <a:pt x="392049" y="35480"/>
                </a:lnTo>
                <a:lnTo>
                  <a:pt x="396859" y="45005"/>
                </a:lnTo>
                <a:lnTo>
                  <a:pt x="405384" y="52244"/>
                </a:lnTo>
                <a:lnTo>
                  <a:pt x="486271" y="99488"/>
                </a:lnTo>
                <a:lnTo>
                  <a:pt x="591312" y="99488"/>
                </a:lnTo>
                <a:lnTo>
                  <a:pt x="591312" y="161069"/>
                </a:lnTo>
                <a:lnTo>
                  <a:pt x="647700" y="128444"/>
                </a:lnTo>
                <a:close/>
              </a:path>
              <a:path w="647700" h="256539">
                <a:moveTo>
                  <a:pt x="591312" y="161069"/>
                </a:moveTo>
                <a:lnTo>
                  <a:pt x="591312" y="155876"/>
                </a:lnTo>
                <a:lnTo>
                  <a:pt x="486271" y="155876"/>
                </a:lnTo>
                <a:lnTo>
                  <a:pt x="405384" y="203120"/>
                </a:lnTo>
                <a:lnTo>
                  <a:pt x="396859" y="210597"/>
                </a:lnTo>
                <a:lnTo>
                  <a:pt x="392049" y="220646"/>
                </a:lnTo>
                <a:lnTo>
                  <a:pt x="391239" y="231838"/>
                </a:lnTo>
                <a:lnTo>
                  <a:pt x="394716" y="242744"/>
                </a:lnTo>
                <a:lnTo>
                  <a:pt x="402836" y="251245"/>
                </a:lnTo>
                <a:lnTo>
                  <a:pt x="412813" y="255889"/>
                </a:lnTo>
                <a:lnTo>
                  <a:pt x="423648" y="256246"/>
                </a:lnTo>
                <a:lnTo>
                  <a:pt x="434340" y="251888"/>
                </a:lnTo>
                <a:lnTo>
                  <a:pt x="591312" y="161069"/>
                </a:lnTo>
                <a:close/>
              </a:path>
              <a:path w="647700" h="256539">
                <a:moveTo>
                  <a:pt x="591312" y="155876"/>
                </a:moveTo>
                <a:lnTo>
                  <a:pt x="591312" y="99488"/>
                </a:lnTo>
                <a:lnTo>
                  <a:pt x="486271" y="99488"/>
                </a:lnTo>
                <a:lnTo>
                  <a:pt x="534543" y="127682"/>
                </a:lnTo>
                <a:lnTo>
                  <a:pt x="577596" y="102536"/>
                </a:lnTo>
                <a:lnTo>
                  <a:pt x="577596" y="155876"/>
                </a:lnTo>
                <a:lnTo>
                  <a:pt x="591312" y="155876"/>
                </a:lnTo>
                <a:close/>
              </a:path>
              <a:path w="647700" h="256539">
                <a:moveTo>
                  <a:pt x="577596" y="155876"/>
                </a:moveTo>
                <a:lnTo>
                  <a:pt x="577596" y="152828"/>
                </a:lnTo>
                <a:lnTo>
                  <a:pt x="534543" y="127682"/>
                </a:lnTo>
                <a:lnTo>
                  <a:pt x="486271" y="155876"/>
                </a:lnTo>
                <a:lnTo>
                  <a:pt x="577596" y="155876"/>
                </a:lnTo>
                <a:close/>
              </a:path>
              <a:path w="647700" h="256539">
                <a:moveTo>
                  <a:pt x="577596" y="152828"/>
                </a:moveTo>
                <a:lnTo>
                  <a:pt x="577596" y="102536"/>
                </a:lnTo>
                <a:lnTo>
                  <a:pt x="534543" y="127682"/>
                </a:lnTo>
                <a:lnTo>
                  <a:pt x="577596" y="152828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15400" y="2544571"/>
            <a:ext cx="2436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03120" algn="l"/>
              </a:tabLst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r>
              <a:rPr sz="2400" baseline="-20833" dirty="0">
                <a:latin typeface="Arial MT"/>
                <a:cs typeface="Arial MT"/>
              </a:rPr>
              <a:t>	</a:t>
            </a:r>
            <a:r>
              <a:rPr sz="3600" spc="-37" baseline="2314" dirty="0">
                <a:latin typeface="Arial MT"/>
                <a:cs typeface="Arial MT"/>
              </a:rPr>
              <a:t>q</a:t>
            </a:r>
            <a:r>
              <a:rPr sz="2400" spc="-37" baseline="-17361" dirty="0">
                <a:latin typeface="Arial MT"/>
                <a:cs typeface="Arial MT"/>
              </a:rPr>
              <a:t>2</a:t>
            </a:r>
            <a:endParaRPr sz="2400" baseline="-17361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33003" y="3982224"/>
            <a:ext cx="1254760" cy="0"/>
          </a:xfrm>
          <a:custGeom>
            <a:avLst/>
            <a:gdLst/>
            <a:ahLst/>
            <a:cxnLst/>
            <a:rect l="l" t="t" r="r" b="b"/>
            <a:pathLst>
              <a:path w="1254760">
                <a:moveTo>
                  <a:pt x="0" y="0"/>
                </a:moveTo>
                <a:lnTo>
                  <a:pt x="1254254" y="0"/>
                </a:lnTo>
              </a:path>
            </a:pathLst>
          </a:custGeom>
          <a:ln w="190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42400" y="3338574"/>
            <a:ext cx="2286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baseline="-34722" dirty="0">
                <a:latin typeface="Arial MT"/>
                <a:cs typeface="Arial MT"/>
              </a:rPr>
              <a:t>F=k</a:t>
            </a:r>
            <a:r>
              <a:rPr sz="5400" spc="525" baseline="-34722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|q</a:t>
            </a:r>
            <a:r>
              <a:rPr sz="3150" spc="-15" baseline="-23809" dirty="0">
                <a:latin typeface="Arial MT"/>
                <a:cs typeface="Arial MT"/>
              </a:rPr>
              <a:t>1</a:t>
            </a:r>
            <a:r>
              <a:rPr sz="3600" spc="-10" dirty="0">
                <a:latin typeface="Arial MT"/>
                <a:cs typeface="Arial MT"/>
              </a:rPr>
              <a:t>||q</a:t>
            </a:r>
            <a:r>
              <a:rPr sz="3150" spc="-15" baseline="-23809" dirty="0">
                <a:latin typeface="Arial MT"/>
                <a:cs typeface="Arial MT"/>
              </a:rPr>
              <a:t>2</a:t>
            </a:r>
            <a:r>
              <a:rPr sz="3600" spc="-10" dirty="0">
                <a:latin typeface="Arial MT"/>
                <a:cs typeface="Arial MT"/>
              </a:rPr>
              <a:t>|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9241" y="3779010"/>
            <a:ext cx="409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135" baseline="-24691" dirty="0">
                <a:latin typeface="Arial MT"/>
                <a:cs typeface="Arial MT"/>
              </a:rPr>
              <a:t>r</a:t>
            </a:r>
            <a:r>
              <a:rPr sz="2100" spc="90" dirty="0">
                <a:latin typeface="Arial MT"/>
                <a:cs typeface="Arial MT"/>
              </a:rPr>
              <a:t>2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66550" y="1787651"/>
            <a:ext cx="3167380" cy="457200"/>
          </a:xfrm>
          <a:custGeom>
            <a:avLst/>
            <a:gdLst/>
            <a:ahLst/>
            <a:cxnLst/>
            <a:rect l="l" t="t" r="r" b="b"/>
            <a:pathLst>
              <a:path w="3167379" h="457200">
                <a:moveTo>
                  <a:pt x="3166871" y="457199"/>
                </a:moveTo>
                <a:lnTo>
                  <a:pt x="3166871" y="0"/>
                </a:lnTo>
                <a:lnTo>
                  <a:pt x="0" y="0"/>
                </a:lnTo>
                <a:lnTo>
                  <a:pt x="0" y="457199"/>
                </a:lnTo>
                <a:lnTo>
                  <a:pt x="3166871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24188" y="1813051"/>
            <a:ext cx="2584450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8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Electrostatic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force</a:t>
            </a:r>
            <a:endParaRPr sz="2400">
              <a:latin typeface="Arial MT"/>
              <a:cs typeface="Arial MT"/>
            </a:endParaRPr>
          </a:p>
          <a:p>
            <a:pPr marR="5080" algn="r">
              <a:lnSpc>
                <a:spcPts val="1580"/>
              </a:lnSpc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29165" y="1711452"/>
            <a:ext cx="3898900" cy="3394075"/>
          </a:xfrm>
          <a:custGeom>
            <a:avLst/>
            <a:gdLst/>
            <a:ahLst/>
            <a:cxnLst/>
            <a:rect l="l" t="t" r="r" b="b"/>
            <a:pathLst>
              <a:path w="3898900" h="3394075">
                <a:moveTo>
                  <a:pt x="3898389" y="3393948"/>
                </a:moveTo>
                <a:lnTo>
                  <a:pt x="3898389" y="0"/>
                </a:lnTo>
                <a:lnTo>
                  <a:pt x="0" y="0"/>
                </a:lnTo>
                <a:lnTo>
                  <a:pt x="0" y="3393948"/>
                </a:lnTo>
                <a:lnTo>
                  <a:pt x="4572" y="3393948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3889245" y="9144"/>
                </a:lnTo>
                <a:lnTo>
                  <a:pt x="3889245" y="4572"/>
                </a:lnTo>
                <a:lnTo>
                  <a:pt x="3893817" y="9144"/>
                </a:lnTo>
                <a:lnTo>
                  <a:pt x="3893817" y="3393948"/>
                </a:lnTo>
                <a:lnTo>
                  <a:pt x="3898389" y="3393948"/>
                </a:lnTo>
                <a:close/>
              </a:path>
              <a:path w="3898900" h="3394075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3898900" h="3394075">
                <a:moveTo>
                  <a:pt x="9144" y="3384804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3384804"/>
                </a:lnTo>
                <a:lnTo>
                  <a:pt x="9144" y="3384804"/>
                </a:lnTo>
                <a:close/>
              </a:path>
              <a:path w="3898900" h="3394075">
                <a:moveTo>
                  <a:pt x="3893817" y="3384804"/>
                </a:moveTo>
                <a:lnTo>
                  <a:pt x="4572" y="3384804"/>
                </a:lnTo>
                <a:lnTo>
                  <a:pt x="9144" y="3389376"/>
                </a:lnTo>
                <a:lnTo>
                  <a:pt x="9144" y="3393948"/>
                </a:lnTo>
                <a:lnTo>
                  <a:pt x="3889245" y="3393948"/>
                </a:lnTo>
                <a:lnTo>
                  <a:pt x="3889245" y="3389376"/>
                </a:lnTo>
                <a:lnTo>
                  <a:pt x="3893817" y="3384804"/>
                </a:lnTo>
                <a:close/>
              </a:path>
              <a:path w="3898900" h="3394075">
                <a:moveTo>
                  <a:pt x="9144" y="3393948"/>
                </a:moveTo>
                <a:lnTo>
                  <a:pt x="9144" y="3389376"/>
                </a:lnTo>
                <a:lnTo>
                  <a:pt x="4572" y="3384804"/>
                </a:lnTo>
                <a:lnTo>
                  <a:pt x="4572" y="3393948"/>
                </a:lnTo>
                <a:lnTo>
                  <a:pt x="9144" y="3393948"/>
                </a:lnTo>
                <a:close/>
              </a:path>
              <a:path w="3898900" h="3394075">
                <a:moveTo>
                  <a:pt x="3893817" y="9144"/>
                </a:moveTo>
                <a:lnTo>
                  <a:pt x="3889245" y="4572"/>
                </a:lnTo>
                <a:lnTo>
                  <a:pt x="3889245" y="9144"/>
                </a:lnTo>
                <a:lnTo>
                  <a:pt x="3893817" y="9144"/>
                </a:lnTo>
                <a:close/>
              </a:path>
              <a:path w="3898900" h="3394075">
                <a:moveTo>
                  <a:pt x="3893817" y="3384804"/>
                </a:moveTo>
                <a:lnTo>
                  <a:pt x="3893817" y="9144"/>
                </a:lnTo>
                <a:lnTo>
                  <a:pt x="3889245" y="9144"/>
                </a:lnTo>
                <a:lnTo>
                  <a:pt x="3889245" y="3384804"/>
                </a:lnTo>
                <a:lnTo>
                  <a:pt x="3893817" y="3384804"/>
                </a:lnTo>
                <a:close/>
              </a:path>
              <a:path w="3898900" h="3394075">
                <a:moveTo>
                  <a:pt x="3893817" y="3393948"/>
                </a:moveTo>
                <a:lnTo>
                  <a:pt x="3893817" y="3384804"/>
                </a:lnTo>
                <a:lnTo>
                  <a:pt x="3889245" y="3389376"/>
                </a:lnTo>
                <a:lnTo>
                  <a:pt x="3889245" y="3393948"/>
                </a:lnTo>
                <a:lnTo>
                  <a:pt x="3893817" y="3393948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44263" y="3982224"/>
            <a:ext cx="1275715" cy="0"/>
          </a:xfrm>
          <a:custGeom>
            <a:avLst/>
            <a:gdLst/>
            <a:ahLst/>
            <a:cxnLst/>
            <a:rect l="l" t="t" r="r" b="b"/>
            <a:pathLst>
              <a:path w="1275715">
                <a:moveTo>
                  <a:pt x="0" y="0"/>
                </a:moveTo>
                <a:lnTo>
                  <a:pt x="1275596" y="0"/>
                </a:lnTo>
              </a:path>
            </a:pathLst>
          </a:custGeom>
          <a:ln w="190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85870" y="3338574"/>
            <a:ext cx="607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Arial MT"/>
                <a:cs typeface="Arial MT"/>
              </a:rPr>
              <a:t>m</a:t>
            </a:r>
            <a:r>
              <a:rPr sz="3150" spc="-37" baseline="-23809" dirty="0">
                <a:latin typeface="Arial MT"/>
                <a:cs typeface="Arial MT"/>
              </a:rPr>
              <a:t>2</a:t>
            </a:r>
            <a:endParaRPr sz="3150" baseline="-23809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53082" y="3626610"/>
            <a:ext cx="1651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MT"/>
                <a:cs typeface="Arial MT"/>
              </a:rPr>
              <a:t>F=G</a:t>
            </a:r>
            <a:r>
              <a:rPr sz="3600" spc="250" dirty="0">
                <a:latin typeface="Arial MT"/>
                <a:cs typeface="Arial MT"/>
              </a:rPr>
              <a:t> </a:t>
            </a:r>
            <a:r>
              <a:rPr sz="5400" spc="-37" baseline="34722" dirty="0">
                <a:latin typeface="Arial MT"/>
                <a:cs typeface="Arial MT"/>
              </a:rPr>
              <a:t>m</a:t>
            </a:r>
            <a:r>
              <a:rPr sz="3150" spc="-37" baseline="35714" dirty="0">
                <a:latin typeface="Arial MT"/>
                <a:cs typeface="Arial MT"/>
              </a:rPr>
              <a:t>1</a:t>
            </a:r>
            <a:endParaRPr sz="3150" baseline="35714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49649" y="3779010"/>
            <a:ext cx="409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135" baseline="-24691" dirty="0">
                <a:latin typeface="Arial MT"/>
                <a:cs typeface="Arial MT"/>
              </a:rPr>
              <a:t>r</a:t>
            </a:r>
            <a:r>
              <a:rPr sz="2100" spc="90" dirty="0">
                <a:latin typeface="Arial MT"/>
                <a:cs typeface="Arial MT"/>
              </a:rPr>
              <a:t>2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63869" y="2575572"/>
            <a:ext cx="2529840" cy="441959"/>
          </a:xfrm>
          <a:custGeom>
            <a:avLst/>
            <a:gdLst/>
            <a:ahLst/>
            <a:cxnLst/>
            <a:rect l="l" t="t" r="r" b="b"/>
            <a:pathLst>
              <a:path w="2529840" h="441960">
                <a:moveTo>
                  <a:pt x="441960" y="220980"/>
                </a:moveTo>
                <a:lnTo>
                  <a:pt x="440436" y="198120"/>
                </a:lnTo>
                <a:lnTo>
                  <a:pt x="437388" y="175260"/>
                </a:lnTo>
                <a:lnTo>
                  <a:pt x="432816" y="160401"/>
                </a:lnTo>
                <a:lnTo>
                  <a:pt x="432816" y="220980"/>
                </a:lnTo>
                <a:lnTo>
                  <a:pt x="431292" y="242316"/>
                </a:lnTo>
                <a:lnTo>
                  <a:pt x="416052" y="303276"/>
                </a:lnTo>
                <a:lnTo>
                  <a:pt x="396240" y="338328"/>
                </a:lnTo>
                <a:lnTo>
                  <a:pt x="370332" y="370332"/>
                </a:lnTo>
                <a:lnTo>
                  <a:pt x="338328" y="396240"/>
                </a:lnTo>
                <a:lnTo>
                  <a:pt x="303276" y="414528"/>
                </a:lnTo>
                <a:lnTo>
                  <a:pt x="263652" y="426720"/>
                </a:lnTo>
                <a:lnTo>
                  <a:pt x="242316" y="431292"/>
                </a:lnTo>
                <a:lnTo>
                  <a:pt x="199644" y="431292"/>
                </a:lnTo>
                <a:lnTo>
                  <a:pt x="158496" y="422148"/>
                </a:lnTo>
                <a:lnTo>
                  <a:pt x="120396" y="405384"/>
                </a:lnTo>
                <a:lnTo>
                  <a:pt x="86868" y="384048"/>
                </a:lnTo>
                <a:lnTo>
                  <a:pt x="57912" y="355092"/>
                </a:lnTo>
                <a:lnTo>
                  <a:pt x="35052" y="321564"/>
                </a:lnTo>
                <a:lnTo>
                  <a:pt x="19812" y="283464"/>
                </a:lnTo>
                <a:lnTo>
                  <a:pt x="10668" y="242316"/>
                </a:lnTo>
                <a:lnTo>
                  <a:pt x="10668" y="198120"/>
                </a:lnTo>
                <a:lnTo>
                  <a:pt x="19812" y="156972"/>
                </a:lnTo>
                <a:lnTo>
                  <a:pt x="35052" y="118872"/>
                </a:lnTo>
                <a:lnTo>
                  <a:pt x="57912" y="85344"/>
                </a:lnTo>
                <a:lnTo>
                  <a:pt x="86868" y="57912"/>
                </a:lnTo>
                <a:lnTo>
                  <a:pt x="120396" y="35052"/>
                </a:lnTo>
                <a:lnTo>
                  <a:pt x="158496" y="18288"/>
                </a:lnTo>
                <a:lnTo>
                  <a:pt x="199644" y="10668"/>
                </a:lnTo>
                <a:lnTo>
                  <a:pt x="220980" y="9144"/>
                </a:lnTo>
                <a:lnTo>
                  <a:pt x="242316" y="10668"/>
                </a:lnTo>
                <a:lnTo>
                  <a:pt x="283464" y="18288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6868"/>
                </a:lnTo>
                <a:lnTo>
                  <a:pt x="406908" y="120396"/>
                </a:lnTo>
                <a:lnTo>
                  <a:pt x="428244" y="178308"/>
                </a:lnTo>
                <a:lnTo>
                  <a:pt x="432816" y="220980"/>
                </a:lnTo>
                <a:lnTo>
                  <a:pt x="432816" y="160401"/>
                </a:lnTo>
                <a:lnTo>
                  <a:pt x="414528" y="115824"/>
                </a:lnTo>
                <a:lnTo>
                  <a:pt x="391668" y="79248"/>
                </a:lnTo>
                <a:lnTo>
                  <a:pt x="361188" y="50292"/>
                </a:lnTo>
                <a:lnTo>
                  <a:pt x="326136" y="25908"/>
                </a:lnTo>
                <a:lnTo>
                  <a:pt x="286512" y="9144"/>
                </a:lnTo>
                <a:lnTo>
                  <a:pt x="243840" y="1524"/>
                </a:lnTo>
                <a:lnTo>
                  <a:pt x="220980" y="0"/>
                </a:lnTo>
                <a:lnTo>
                  <a:pt x="199644" y="1422"/>
                </a:lnTo>
                <a:lnTo>
                  <a:pt x="198120" y="1524"/>
                </a:lnTo>
                <a:lnTo>
                  <a:pt x="155448" y="9144"/>
                </a:lnTo>
                <a:lnTo>
                  <a:pt x="115824" y="25908"/>
                </a:lnTo>
                <a:lnTo>
                  <a:pt x="80772" y="50292"/>
                </a:lnTo>
                <a:lnTo>
                  <a:pt x="50292" y="80772"/>
                </a:lnTo>
                <a:lnTo>
                  <a:pt x="27432" y="115824"/>
                </a:lnTo>
                <a:lnTo>
                  <a:pt x="10668" y="155448"/>
                </a:lnTo>
                <a:lnTo>
                  <a:pt x="1524" y="198120"/>
                </a:lnTo>
                <a:lnTo>
                  <a:pt x="0" y="220980"/>
                </a:lnTo>
                <a:lnTo>
                  <a:pt x="1524" y="243840"/>
                </a:lnTo>
                <a:lnTo>
                  <a:pt x="10668" y="286512"/>
                </a:lnTo>
                <a:lnTo>
                  <a:pt x="27432" y="326136"/>
                </a:lnTo>
                <a:lnTo>
                  <a:pt x="50292" y="361188"/>
                </a:lnTo>
                <a:lnTo>
                  <a:pt x="80772" y="391668"/>
                </a:lnTo>
                <a:lnTo>
                  <a:pt x="115824" y="414528"/>
                </a:lnTo>
                <a:lnTo>
                  <a:pt x="155448" y="431292"/>
                </a:lnTo>
                <a:lnTo>
                  <a:pt x="198120" y="440436"/>
                </a:lnTo>
                <a:lnTo>
                  <a:pt x="220980" y="441960"/>
                </a:lnTo>
                <a:lnTo>
                  <a:pt x="242316" y="440537"/>
                </a:lnTo>
                <a:lnTo>
                  <a:pt x="243840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77952" y="376428"/>
                </a:lnTo>
                <a:lnTo>
                  <a:pt x="403860" y="344424"/>
                </a:lnTo>
                <a:lnTo>
                  <a:pt x="425196" y="306324"/>
                </a:lnTo>
                <a:lnTo>
                  <a:pt x="432816" y="281178"/>
                </a:lnTo>
                <a:lnTo>
                  <a:pt x="437388" y="265176"/>
                </a:lnTo>
                <a:lnTo>
                  <a:pt x="440436" y="242316"/>
                </a:lnTo>
                <a:lnTo>
                  <a:pt x="441960" y="220980"/>
                </a:lnTo>
                <a:close/>
              </a:path>
              <a:path w="2529840" h="441960">
                <a:moveTo>
                  <a:pt x="2529840" y="220980"/>
                </a:moveTo>
                <a:lnTo>
                  <a:pt x="2528316" y="198120"/>
                </a:lnTo>
                <a:lnTo>
                  <a:pt x="2525268" y="175260"/>
                </a:lnTo>
                <a:lnTo>
                  <a:pt x="2519172" y="155448"/>
                </a:lnTo>
                <a:lnTo>
                  <a:pt x="2519172" y="199644"/>
                </a:lnTo>
                <a:lnTo>
                  <a:pt x="2519172" y="242316"/>
                </a:lnTo>
                <a:lnTo>
                  <a:pt x="2503932" y="303276"/>
                </a:lnTo>
                <a:lnTo>
                  <a:pt x="2484120" y="338328"/>
                </a:lnTo>
                <a:lnTo>
                  <a:pt x="2458212" y="370332"/>
                </a:lnTo>
                <a:lnTo>
                  <a:pt x="2426208" y="396240"/>
                </a:lnTo>
                <a:lnTo>
                  <a:pt x="2391156" y="414528"/>
                </a:lnTo>
                <a:lnTo>
                  <a:pt x="2351532" y="426720"/>
                </a:lnTo>
                <a:lnTo>
                  <a:pt x="2330196" y="431292"/>
                </a:lnTo>
                <a:lnTo>
                  <a:pt x="2287524" y="431292"/>
                </a:lnTo>
                <a:lnTo>
                  <a:pt x="2246376" y="422148"/>
                </a:lnTo>
                <a:lnTo>
                  <a:pt x="2189988" y="396240"/>
                </a:lnTo>
                <a:lnTo>
                  <a:pt x="2159508" y="370332"/>
                </a:lnTo>
                <a:lnTo>
                  <a:pt x="2133600" y="338328"/>
                </a:lnTo>
                <a:lnTo>
                  <a:pt x="2113788" y="301752"/>
                </a:lnTo>
                <a:lnTo>
                  <a:pt x="2101596" y="262128"/>
                </a:lnTo>
                <a:lnTo>
                  <a:pt x="2097024" y="220980"/>
                </a:lnTo>
                <a:lnTo>
                  <a:pt x="2098548" y="198120"/>
                </a:lnTo>
                <a:lnTo>
                  <a:pt x="2107692" y="156972"/>
                </a:lnTo>
                <a:lnTo>
                  <a:pt x="2122932" y="118872"/>
                </a:lnTo>
                <a:lnTo>
                  <a:pt x="2145792" y="85344"/>
                </a:lnTo>
                <a:lnTo>
                  <a:pt x="2174748" y="57912"/>
                </a:lnTo>
                <a:lnTo>
                  <a:pt x="2208276" y="35052"/>
                </a:lnTo>
                <a:lnTo>
                  <a:pt x="2246376" y="18288"/>
                </a:lnTo>
                <a:lnTo>
                  <a:pt x="2287524" y="10668"/>
                </a:lnTo>
                <a:lnTo>
                  <a:pt x="2308860" y="9144"/>
                </a:lnTo>
                <a:lnTo>
                  <a:pt x="2330196" y="10668"/>
                </a:lnTo>
                <a:lnTo>
                  <a:pt x="2371344" y="18288"/>
                </a:lnTo>
                <a:lnTo>
                  <a:pt x="2409444" y="35052"/>
                </a:lnTo>
                <a:lnTo>
                  <a:pt x="2442972" y="57912"/>
                </a:lnTo>
                <a:lnTo>
                  <a:pt x="2471928" y="86868"/>
                </a:lnTo>
                <a:lnTo>
                  <a:pt x="2494788" y="120396"/>
                </a:lnTo>
                <a:lnTo>
                  <a:pt x="2516124" y="178308"/>
                </a:lnTo>
                <a:lnTo>
                  <a:pt x="2519172" y="199644"/>
                </a:lnTo>
                <a:lnTo>
                  <a:pt x="2519172" y="155448"/>
                </a:lnTo>
                <a:lnTo>
                  <a:pt x="2502408" y="115824"/>
                </a:lnTo>
                <a:lnTo>
                  <a:pt x="2479548" y="79248"/>
                </a:lnTo>
                <a:lnTo>
                  <a:pt x="2449068" y="50292"/>
                </a:lnTo>
                <a:lnTo>
                  <a:pt x="2414016" y="25908"/>
                </a:lnTo>
                <a:lnTo>
                  <a:pt x="2374392" y="9144"/>
                </a:lnTo>
                <a:lnTo>
                  <a:pt x="2331720" y="1524"/>
                </a:lnTo>
                <a:lnTo>
                  <a:pt x="2308860" y="0"/>
                </a:lnTo>
                <a:lnTo>
                  <a:pt x="2287524" y="1422"/>
                </a:lnTo>
                <a:lnTo>
                  <a:pt x="2286000" y="1524"/>
                </a:lnTo>
                <a:lnTo>
                  <a:pt x="2243328" y="9144"/>
                </a:lnTo>
                <a:lnTo>
                  <a:pt x="2203704" y="25908"/>
                </a:lnTo>
                <a:lnTo>
                  <a:pt x="2168652" y="50292"/>
                </a:lnTo>
                <a:lnTo>
                  <a:pt x="2138172" y="80772"/>
                </a:lnTo>
                <a:lnTo>
                  <a:pt x="2115312" y="115824"/>
                </a:lnTo>
                <a:lnTo>
                  <a:pt x="2098548" y="155448"/>
                </a:lnTo>
                <a:lnTo>
                  <a:pt x="2089404" y="198120"/>
                </a:lnTo>
                <a:lnTo>
                  <a:pt x="2087880" y="220980"/>
                </a:lnTo>
                <a:lnTo>
                  <a:pt x="2089404" y="243840"/>
                </a:lnTo>
                <a:lnTo>
                  <a:pt x="2092452" y="265176"/>
                </a:lnTo>
                <a:lnTo>
                  <a:pt x="2097024" y="281178"/>
                </a:lnTo>
                <a:lnTo>
                  <a:pt x="2098548" y="286512"/>
                </a:lnTo>
                <a:lnTo>
                  <a:pt x="2115312" y="326136"/>
                </a:lnTo>
                <a:lnTo>
                  <a:pt x="2138172" y="361188"/>
                </a:lnTo>
                <a:lnTo>
                  <a:pt x="2168652" y="391668"/>
                </a:lnTo>
                <a:lnTo>
                  <a:pt x="2203704" y="414528"/>
                </a:lnTo>
                <a:lnTo>
                  <a:pt x="2243328" y="431292"/>
                </a:lnTo>
                <a:lnTo>
                  <a:pt x="2286000" y="440436"/>
                </a:lnTo>
                <a:lnTo>
                  <a:pt x="2308860" y="441960"/>
                </a:lnTo>
                <a:lnTo>
                  <a:pt x="2330196" y="440537"/>
                </a:lnTo>
                <a:lnTo>
                  <a:pt x="2331720" y="440436"/>
                </a:lnTo>
                <a:lnTo>
                  <a:pt x="2374392" y="431292"/>
                </a:lnTo>
                <a:lnTo>
                  <a:pt x="2414016" y="414528"/>
                </a:lnTo>
                <a:lnTo>
                  <a:pt x="2449068" y="390144"/>
                </a:lnTo>
                <a:lnTo>
                  <a:pt x="2479548" y="361188"/>
                </a:lnTo>
                <a:lnTo>
                  <a:pt x="2502408" y="326136"/>
                </a:lnTo>
                <a:lnTo>
                  <a:pt x="2519172" y="286512"/>
                </a:lnTo>
                <a:lnTo>
                  <a:pt x="2528316" y="242316"/>
                </a:lnTo>
                <a:lnTo>
                  <a:pt x="2529840" y="220980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787014" y="2326638"/>
            <a:ext cx="21272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07102" y="2668095"/>
            <a:ext cx="647700" cy="256540"/>
          </a:xfrm>
          <a:custGeom>
            <a:avLst/>
            <a:gdLst/>
            <a:ahLst/>
            <a:cxnLst/>
            <a:rect l="l" t="t" r="r" b="b"/>
            <a:pathLst>
              <a:path w="647700" h="256539">
                <a:moveTo>
                  <a:pt x="256460" y="24812"/>
                </a:moveTo>
                <a:lnTo>
                  <a:pt x="252984" y="14144"/>
                </a:lnTo>
                <a:lnTo>
                  <a:pt x="245506" y="5619"/>
                </a:lnTo>
                <a:lnTo>
                  <a:pt x="235458" y="809"/>
                </a:lnTo>
                <a:lnTo>
                  <a:pt x="224266" y="0"/>
                </a:lnTo>
                <a:lnTo>
                  <a:pt x="213360" y="3476"/>
                </a:lnTo>
                <a:lnTo>
                  <a:pt x="0" y="128444"/>
                </a:lnTo>
                <a:lnTo>
                  <a:pt x="56388" y="161069"/>
                </a:lnTo>
                <a:lnTo>
                  <a:pt x="56388" y="99488"/>
                </a:lnTo>
                <a:lnTo>
                  <a:pt x="162144" y="99488"/>
                </a:lnTo>
                <a:lnTo>
                  <a:pt x="242316" y="52244"/>
                </a:lnTo>
                <a:lnTo>
                  <a:pt x="250840" y="45005"/>
                </a:lnTo>
                <a:lnTo>
                  <a:pt x="255651" y="35480"/>
                </a:lnTo>
                <a:lnTo>
                  <a:pt x="256460" y="24812"/>
                </a:lnTo>
                <a:close/>
              </a:path>
              <a:path w="647700" h="256539">
                <a:moveTo>
                  <a:pt x="162144" y="99488"/>
                </a:moveTo>
                <a:lnTo>
                  <a:pt x="56388" y="99488"/>
                </a:lnTo>
                <a:lnTo>
                  <a:pt x="56388" y="155876"/>
                </a:lnTo>
                <a:lnTo>
                  <a:pt x="71628" y="155876"/>
                </a:lnTo>
                <a:lnTo>
                  <a:pt x="71628" y="102536"/>
                </a:lnTo>
                <a:lnTo>
                  <a:pt x="114300" y="127682"/>
                </a:lnTo>
                <a:lnTo>
                  <a:pt x="162144" y="99488"/>
                </a:lnTo>
                <a:close/>
              </a:path>
              <a:path w="647700" h="256539">
                <a:moveTo>
                  <a:pt x="256460" y="231838"/>
                </a:moveTo>
                <a:lnTo>
                  <a:pt x="255651" y="220646"/>
                </a:lnTo>
                <a:lnTo>
                  <a:pt x="250840" y="210597"/>
                </a:lnTo>
                <a:lnTo>
                  <a:pt x="242316" y="203120"/>
                </a:lnTo>
                <a:lnTo>
                  <a:pt x="162144" y="155876"/>
                </a:lnTo>
                <a:lnTo>
                  <a:pt x="56388" y="155876"/>
                </a:lnTo>
                <a:lnTo>
                  <a:pt x="56388" y="161069"/>
                </a:lnTo>
                <a:lnTo>
                  <a:pt x="213360" y="251888"/>
                </a:lnTo>
                <a:lnTo>
                  <a:pt x="224266" y="256246"/>
                </a:lnTo>
                <a:lnTo>
                  <a:pt x="235458" y="255889"/>
                </a:lnTo>
                <a:lnTo>
                  <a:pt x="245506" y="251245"/>
                </a:lnTo>
                <a:lnTo>
                  <a:pt x="252984" y="242744"/>
                </a:lnTo>
                <a:lnTo>
                  <a:pt x="256460" y="231838"/>
                </a:lnTo>
                <a:close/>
              </a:path>
              <a:path w="647700" h="256539">
                <a:moveTo>
                  <a:pt x="114300" y="127682"/>
                </a:moveTo>
                <a:lnTo>
                  <a:pt x="71628" y="102536"/>
                </a:lnTo>
                <a:lnTo>
                  <a:pt x="71628" y="152828"/>
                </a:lnTo>
                <a:lnTo>
                  <a:pt x="114300" y="127682"/>
                </a:lnTo>
                <a:close/>
              </a:path>
              <a:path w="647700" h="256539">
                <a:moveTo>
                  <a:pt x="162144" y="155876"/>
                </a:moveTo>
                <a:lnTo>
                  <a:pt x="114300" y="127682"/>
                </a:lnTo>
                <a:lnTo>
                  <a:pt x="71628" y="152828"/>
                </a:lnTo>
                <a:lnTo>
                  <a:pt x="71628" y="155876"/>
                </a:lnTo>
                <a:lnTo>
                  <a:pt x="162144" y="155876"/>
                </a:lnTo>
                <a:close/>
              </a:path>
              <a:path w="647700" h="256539">
                <a:moveTo>
                  <a:pt x="647700" y="155876"/>
                </a:moveTo>
                <a:lnTo>
                  <a:pt x="647700" y="99488"/>
                </a:lnTo>
                <a:lnTo>
                  <a:pt x="162144" y="99488"/>
                </a:lnTo>
                <a:lnTo>
                  <a:pt x="114300" y="127682"/>
                </a:lnTo>
                <a:lnTo>
                  <a:pt x="162144" y="155876"/>
                </a:lnTo>
                <a:lnTo>
                  <a:pt x="647700" y="155876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066419" y="2544571"/>
            <a:ext cx="2535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17090" algn="l"/>
              </a:tabLst>
            </a:pPr>
            <a:r>
              <a:rPr sz="2400" spc="-25" dirty="0">
                <a:latin typeface="Arial MT"/>
                <a:cs typeface="Arial MT"/>
              </a:rPr>
              <a:t>m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r>
              <a:rPr sz="2400" baseline="-20833" dirty="0">
                <a:latin typeface="Arial MT"/>
                <a:cs typeface="Arial MT"/>
              </a:rPr>
              <a:t>	</a:t>
            </a:r>
            <a:r>
              <a:rPr sz="3600" spc="-37" baseline="2314" dirty="0">
                <a:latin typeface="Arial MT"/>
                <a:cs typeface="Arial MT"/>
              </a:rPr>
              <a:t>m</a:t>
            </a:r>
            <a:r>
              <a:rPr sz="2400" spc="-37" baseline="-17361" dirty="0">
                <a:latin typeface="Arial MT"/>
                <a:cs typeface="Arial MT"/>
              </a:rPr>
              <a:t>2</a:t>
            </a:r>
            <a:endParaRPr sz="2400" baseline="-17361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83767" y="1700662"/>
            <a:ext cx="2501265" cy="7283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dirty="0">
                <a:latin typeface="Arial MT"/>
                <a:cs typeface="Arial MT"/>
              </a:rPr>
              <a:t>Gravitational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force</a:t>
            </a:r>
            <a:endParaRPr sz="2400">
              <a:latin typeface="Arial MT"/>
              <a:cs typeface="Arial MT"/>
            </a:endParaRPr>
          </a:p>
          <a:p>
            <a:pPr marL="1627505">
              <a:lnSpc>
                <a:spcPct val="100000"/>
              </a:lnSpc>
              <a:spcBef>
                <a:spcPts val="36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29534" y="1711452"/>
            <a:ext cx="3898900" cy="3394075"/>
          </a:xfrm>
          <a:custGeom>
            <a:avLst/>
            <a:gdLst/>
            <a:ahLst/>
            <a:cxnLst/>
            <a:rect l="l" t="t" r="r" b="b"/>
            <a:pathLst>
              <a:path w="3898900" h="3394075">
                <a:moveTo>
                  <a:pt x="3898392" y="3393948"/>
                </a:moveTo>
                <a:lnTo>
                  <a:pt x="3898392" y="0"/>
                </a:lnTo>
                <a:lnTo>
                  <a:pt x="0" y="0"/>
                </a:lnTo>
                <a:lnTo>
                  <a:pt x="0" y="3393948"/>
                </a:lnTo>
                <a:lnTo>
                  <a:pt x="4572" y="3393948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3889248" y="9144"/>
                </a:lnTo>
                <a:lnTo>
                  <a:pt x="3889248" y="4572"/>
                </a:lnTo>
                <a:lnTo>
                  <a:pt x="3893820" y="9144"/>
                </a:lnTo>
                <a:lnTo>
                  <a:pt x="3893820" y="3393948"/>
                </a:lnTo>
                <a:lnTo>
                  <a:pt x="3898392" y="3393948"/>
                </a:lnTo>
                <a:close/>
              </a:path>
              <a:path w="3898900" h="3394075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3898900" h="3394075">
                <a:moveTo>
                  <a:pt x="9144" y="3384804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3384804"/>
                </a:lnTo>
                <a:lnTo>
                  <a:pt x="9144" y="3384804"/>
                </a:lnTo>
                <a:close/>
              </a:path>
              <a:path w="3898900" h="3394075">
                <a:moveTo>
                  <a:pt x="3893820" y="3384804"/>
                </a:moveTo>
                <a:lnTo>
                  <a:pt x="4572" y="3384804"/>
                </a:lnTo>
                <a:lnTo>
                  <a:pt x="9144" y="3389376"/>
                </a:lnTo>
                <a:lnTo>
                  <a:pt x="9144" y="3393948"/>
                </a:lnTo>
                <a:lnTo>
                  <a:pt x="3889248" y="3393948"/>
                </a:lnTo>
                <a:lnTo>
                  <a:pt x="3889248" y="3389376"/>
                </a:lnTo>
                <a:lnTo>
                  <a:pt x="3893820" y="3384804"/>
                </a:lnTo>
                <a:close/>
              </a:path>
              <a:path w="3898900" h="3394075">
                <a:moveTo>
                  <a:pt x="9144" y="3393948"/>
                </a:moveTo>
                <a:lnTo>
                  <a:pt x="9144" y="3389376"/>
                </a:lnTo>
                <a:lnTo>
                  <a:pt x="4572" y="3384804"/>
                </a:lnTo>
                <a:lnTo>
                  <a:pt x="4572" y="3393948"/>
                </a:lnTo>
                <a:lnTo>
                  <a:pt x="9144" y="3393948"/>
                </a:lnTo>
                <a:close/>
              </a:path>
              <a:path w="3898900" h="3394075">
                <a:moveTo>
                  <a:pt x="3893820" y="9144"/>
                </a:moveTo>
                <a:lnTo>
                  <a:pt x="3889248" y="4572"/>
                </a:lnTo>
                <a:lnTo>
                  <a:pt x="3889248" y="9144"/>
                </a:lnTo>
                <a:lnTo>
                  <a:pt x="3893820" y="9144"/>
                </a:lnTo>
                <a:close/>
              </a:path>
              <a:path w="3898900" h="3394075">
                <a:moveTo>
                  <a:pt x="3893820" y="3384804"/>
                </a:moveTo>
                <a:lnTo>
                  <a:pt x="3893820" y="9144"/>
                </a:lnTo>
                <a:lnTo>
                  <a:pt x="3889248" y="9144"/>
                </a:lnTo>
                <a:lnTo>
                  <a:pt x="3889248" y="3384804"/>
                </a:lnTo>
                <a:lnTo>
                  <a:pt x="3893820" y="3384804"/>
                </a:lnTo>
                <a:close/>
              </a:path>
              <a:path w="3898900" h="3394075">
                <a:moveTo>
                  <a:pt x="3893820" y="3393948"/>
                </a:moveTo>
                <a:lnTo>
                  <a:pt x="3893820" y="3384804"/>
                </a:lnTo>
                <a:lnTo>
                  <a:pt x="3889248" y="3389376"/>
                </a:lnTo>
                <a:lnTo>
                  <a:pt x="3889248" y="3393948"/>
                </a:lnTo>
                <a:lnTo>
                  <a:pt x="3893820" y="3393948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16820" y="438403"/>
            <a:ext cx="6791959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Forms</a:t>
            </a:r>
            <a:r>
              <a:rPr sz="2200" b="1" spc="-7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electrostatic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force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and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gravitational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force</a:t>
            </a:r>
            <a:endParaRPr sz="2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158362" y="2555748"/>
            <a:ext cx="440690" cy="441959"/>
          </a:xfrm>
          <a:custGeom>
            <a:avLst/>
            <a:gdLst/>
            <a:ahLst/>
            <a:cxnLst/>
            <a:rect l="l" t="t" r="r" b="b"/>
            <a:pathLst>
              <a:path w="440690" h="441960">
                <a:moveTo>
                  <a:pt x="440436" y="243840"/>
                </a:moveTo>
                <a:lnTo>
                  <a:pt x="440436" y="198120"/>
                </a:lnTo>
                <a:lnTo>
                  <a:pt x="431292" y="155448"/>
                </a:lnTo>
                <a:lnTo>
                  <a:pt x="414528" y="115824"/>
                </a:lnTo>
                <a:lnTo>
                  <a:pt x="390144" y="80772"/>
                </a:lnTo>
                <a:lnTo>
                  <a:pt x="361188" y="50292"/>
                </a:lnTo>
                <a:lnTo>
                  <a:pt x="324612" y="27432"/>
                </a:lnTo>
                <a:lnTo>
                  <a:pt x="284988" y="10668"/>
                </a:lnTo>
                <a:lnTo>
                  <a:pt x="242316" y="1524"/>
                </a:lnTo>
                <a:lnTo>
                  <a:pt x="220980" y="101"/>
                </a:lnTo>
                <a:lnTo>
                  <a:pt x="219456" y="0"/>
                </a:lnTo>
                <a:lnTo>
                  <a:pt x="199644" y="1415"/>
                </a:lnTo>
                <a:lnTo>
                  <a:pt x="198120" y="1524"/>
                </a:lnTo>
                <a:lnTo>
                  <a:pt x="175260" y="4572"/>
                </a:lnTo>
                <a:lnTo>
                  <a:pt x="134112" y="18288"/>
                </a:lnTo>
                <a:lnTo>
                  <a:pt x="97536" y="38100"/>
                </a:lnTo>
                <a:lnTo>
                  <a:pt x="64008" y="65532"/>
                </a:lnTo>
                <a:lnTo>
                  <a:pt x="36576" y="97536"/>
                </a:lnTo>
                <a:lnTo>
                  <a:pt x="16764" y="135636"/>
                </a:lnTo>
                <a:lnTo>
                  <a:pt x="4572" y="176784"/>
                </a:lnTo>
                <a:lnTo>
                  <a:pt x="0" y="220980"/>
                </a:lnTo>
                <a:lnTo>
                  <a:pt x="1524" y="243840"/>
                </a:lnTo>
                <a:lnTo>
                  <a:pt x="4572" y="266700"/>
                </a:lnTo>
                <a:lnTo>
                  <a:pt x="9144" y="286512"/>
                </a:lnTo>
                <a:lnTo>
                  <a:pt x="9144" y="220980"/>
                </a:lnTo>
                <a:lnTo>
                  <a:pt x="10668" y="199644"/>
                </a:lnTo>
                <a:lnTo>
                  <a:pt x="18288" y="158496"/>
                </a:lnTo>
                <a:lnTo>
                  <a:pt x="35052" y="120396"/>
                </a:lnTo>
                <a:lnTo>
                  <a:pt x="57912" y="86868"/>
                </a:lnTo>
                <a:lnTo>
                  <a:pt x="86868" y="57912"/>
                </a:lnTo>
                <a:lnTo>
                  <a:pt x="120396" y="35052"/>
                </a:lnTo>
                <a:lnTo>
                  <a:pt x="178308" y="13716"/>
                </a:lnTo>
                <a:lnTo>
                  <a:pt x="199644" y="10668"/>
                </a:lnTo>
                <a:lnTo>
                  <a:pt x="242316" y="10668"/>
                </a:lnTo>
                <a:lnTo>
                  <a:pt x="283464" y="19812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6868"/>
                </a:lnTo>
                <a:lnTo>
                  <a:pt x="405384" y="120396"/>
                </a:lnTo>
                <a:lnTo>
                  <a:pt x="422148" y="158496"/>
                </a:lnTo>
                <a:lnTo>
                  <a:pt x="429768" y="199644"/>
                </a:lnTo>
                <a:lnTo>
                  <a:pt x="431292" y="220980"/>
                </a:lnTo>
                <a:lnTo>
                  <a:pt x="431292" y="286512"/>
                </a:lnTo>
                <a:lnTo>
                  <a:pt x="440436" y="243840"/>
                </a:lnTo>
                <a:close/>
              </a:path>
              <a:path w="440690" h="441960">
                <a:moveTo>
                  <a:pt x="431292" y="286512"/>
                </a:moveTo>
                <a:lnTo>
                  <a:pt x="431292" y="220980"/>
                </a:lnTo>
                <a:lnTo>
                  <a:pt x="429768" y="243840"/>
                </a:lnTo>
                <a:lnTo>
                  <a:pt x="426720" y="263652"/>
                </a:lnTo>
                <a:lnTo>
                  <a:pt x="414528" y="303276"/>
                </a:lnTo>
                <a:lnTo>
                  <a:pt x="394716" y="339852"/>
                </a:lnTo>
                <a:lnTo>
                  <a:pt x="368808" y="370332"/>
                </a:lnTo>
                <a:lnTo>
                  <a:pt x="338328" y="396240"/>
                </a:lnTo>
                <a:lnTo>
                  <a:pt x="301752" y="416052"/>
                </a:lnTo>
                <a:lnTo>
                  <a:pt x="262128" y="428244"/>
                </a:lnTo>
                <a:lnTo>
                  <a:pt x="220980" y="432714"/>
                </a:lnTo>
                <a:lnTo>
                  <a:pt x="219456" y="432816"/>
                </a:lnTo>
                <a:lnTo>
                  <a:pt x="199644" y="431400"/>
                </a:lnTo>
                <a:lnTo>
                  <a:pt x="198120" y="431292"/>
                </a:lnTo>
                <a:lnTo>
                  <a:pt x="156972" y="422148"/>
                </a:lnTo>
                <a:lnTo>
                  <a:pt x="118872" y="406908"/>
                </a:lnTo>
                <a:lnTo>
                  <a:pt x="85344" y="384048"/>
                </a:lnTo>
                <a:lnTo>
                  <a:pt x="45720" y="339852"/>
                </a:lnTo>
                <a:lnTo>
                  <a:pt x="25908" y="303276"/>
                </a:lnTo>
                <a:lnTo>
                  <a:pt x="13716" y="263652"/>
                </a:lnTo>
                <a:lnTo>
                  <a:pt x="9144" y="220980"/>
                </a:lnTo>
                <a:lnTo>
                  <a:pt x="9144" y="286512"/>
                </a:lnTo>
                <a:lnTo>
                  <a:pt x="25908" y="326136"/>
                </a:lnTo>
                <a:lnTo>
                  <a:pt x="50292" y="361188"/>
                </a:lnTo>
                <a:lnTo>
                  <a:pt x="80772" y="391668"/>
                </a:lnTo>
                <a:lnTo>
                  <a:pt x="115824" y="416052"/>
                </a:lnTo>
                <a:lnTo>
                  <a:pt x="155448" y="432816"/>
                </a:lnTo>
                <a:lnTo>
                  <a:pt x="198120" y="440436"/>
                </a:lnTo>
                <a:lnTo>
                  <a:pt x="220980" y="441960"/>
                </a:lnTo>
                <a:lnTo>
                  <a:pt x="242316" y="440537"/>
                </a:lnTo>
                <a:lnTo>
                  <a:pt x="243840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1668"/>
                </a:lnTo>
                <a:lnTo>
                  <a:pt x="390144" y="361188"/>
                </a:lnTo>
                <a:lnTo>
                  <a:pt x="414528" y="326136"/>
                </a:lnTo>
                <a:lnTo>
                  <a:pt x="423672" y="306324"/>
                </a:lnTo>
                <a:lnTo>
                  <a:pt x="431292" y="286512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70482" y="2555748"/>
            <a:ext cx="441959" cy="441959"/>
          </a:xfrm>
          <a:custGeom>
            <a:avLst/>
            <a:gdLst/>
            <a:ahLst/>
            <a:cxnLst/>
            <a:rect l="l" t="t" r="r" b="b"/>
            <a:pathLst>
              <a:path w="441960" h="441960">
                <a:moveTo>
                  <a:pt x="441960" y="220980"/>
                </a:moveTo>
                <a:lnTo>
                  <a:pt x="437388" y="176784"/>
                </a:lnTo>
                <a:lnTo>
                  <a:pt x="423672" y="135636"/>
                </a:lnTo>
                <a:lnTo>
                  <a:pt x="403860" y="97536"/>
                </a:lnTo>
                <a:lnTo>
                  <a:pt x="376428" y="65532"/>
                </a:lnTo>
                <a:lnTo>
                  <a:pt x="344424" y="38100"/>
                </a:lnTo>
                <a:lnTo>
                  <a:pt x="306324" y="18288"/>
                </a:lnTo>
                <a:lnTo>
                  <a:pt x="265176" y="4572"/>
                </a:lnTo>
                <a:lnTo>
                  <a:pt x="220980" y="0"/>
                </a:lnTo>
                <a:lnTo>
                  <a:pt x="199644" y="1422"/>
                </a:lnTo>
                <a:lnTo>
                  <a:pt x="155448" y="10668"/>
                </a:lnTo>
                <a:lnTo>
                  <a:pt x="115824" y="27432"/>
                </a:lnTo>
                <a:lnTo>
                  <a:pt x="64008" y="65532"/>
                </a:lnTo>
                <a:lnTo>
                  <a:pt x="38100" y="97536"/>
                </a:lnTo>
                <a:lnTo>
                  <a:pt x="16764" y="135636"/>
                </a:lnTo>
                <a:lnTo>
                  <a:pt x="4572" y="176784"/>
                </a:lnTo>
                <a:lnTo>
                  <a:pt x="0" y="220980"/>
                </a:lnTo>
                <a:lnTo>
                  <a:pt x="1524" y="243840"/>
                </a:lnTo>
                <a:lnTo>
                  <a:pt x="4572" y="266700"/>
                </a:lnTo>
                <a:lnTo>
                  <a:pt x="9144" y="281559"/>
                </a:lnTo>
                <a:lnTo>
                  <a:pt x="9144" y="220980"/>
                </a:lnTo>
                <a:lnTo>
                  <a:pt x="10668" y="199644"/>
                </a:lnTo>
                <a:lnTo>
                  <a:pt x="18288" y="158496"/>
                </a:lnTo>
                <a:lnTo>
                  <a:pt x="35052" y="120396"/>
                </a:lnTo>
                <a:lnTo>
                  <a:pt x="57912" y="86868"/>
                </a:lnTo>
                <a:lnTo>
                  <a:pt x="86868" y="57912"/>
                </a:lnTo>
                <a:lnTo>
                  <a:pt x="120396" y="35052"/>
                </a:lnTo>
                <a:lnTo>
                  <a:pt x="178308" y="13716"/>
                </a:lnTo>
                <a:lnTo>
                  <a:pt x="199644" y="10668"/>
                </a:lnTo>
                <a:lnTo>
                  <a:pt x="242316" y="10668"/>
                </a:lnTo>
                <a:lnTo>
                  <a:pt x="283464" y="19812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6868"/>
                </a:lnTo>
                <a:lnTo>
                  <a:pt x="406908" y="120396"/>
                </a:lnTo>
                <a:lnTo>
                  <a:pt x="428244" y="178308"/>
                </a:lnTo>
                <a:lnTo>
                  <a:pt x="431292" y="199644"/>
                </a:lnTo>
                <a:lnTo>
                  <a:pt x="431292" y="286512"/>
                </a:lnTo>
                <a:lnTo>
                  <a:pt x="437388" y="265176"/>
                </a:lnTo>
                <a:lnTo>
                  <a:pt x="440436" y="243840"/>
                </a:lnTo>
                <a:lnTo>
                  <a:pt x="441960" y="220980"/>
                </a:lnTo>
                <a:close/>
              </a:path>
              <a:path w="441960" h="441960">
                <a:moveTo>
                  <a:pt x="431292" y="286512"/>
                </a:moveTo>
                <a:lnTo>
                  <a:pt x="431292" y="243840"/>
                </a:lnTo>
                <a:lnTo>
                  <a:pt x="428244" y="263652"/>
                </a:lnTo>
                <a:lnTo>
                  <a:pt x="422148" y="284988"/>
                </a:lnTo>
                <a:lnTo>
                  <a:pt x="406908" y="321564"/>
                </a:lnTo>
                <a:lnTo>
                  <a:pt x="384048" y="355092"/>
                </a:lnTo>
                <a:lnTo>
                  <a:pt x="355092" y="384048"/>
                </a:lnTo>
                <a:lnTo>
                  <a:pt x="321564" y="406908"/>
                </a:lnTo>
                <a:lnTo>
                  <a:pt x="283464" y="423672"/>
                </a:lnTo>
                <a:lnTo>
                  <a:pt x="242316" y="431292"/>
                </a:lnTo>
                <a:lnTo>
                  <a:pt x="220980" y="432816"/>
                </a:lnTo>
                <a:lnTo>
                  <a:pt x="199644" y="431393"/>
                </a:lnTo>
                <a:lnTo>
                  <a:pt x="156972" y="422148"/>
                </a:lnTo>
                <a:lnTo>
                  <a:pt x="120396" y="406908"/>
                </a:lnTo>
                <a:lnTo>
                  <a:pt x="86868" y="384048"/>
                </a:lnTo>
                <a:lnTo>
                  <a:pt x="57912" y="355092"/>
                </a:lnTo>
                <a:lnTo>
                  <a:pt x="35052" y="321564"/>
                </a:lnTo>
                <a:lnTo>
                  <a:pt x="18288" y="283464"/>
                </a:lnTo>
                <a:lnTo>
                  <a:pt x="10668" y="242316"/>
                </a:lnTo>
                <a:lnTo>
                  <a:pt x="9144" y="220980"/>
                </a:lnTo>
                <a:lnTo>
                  <a:pt x="9144" y="281559"/>
                </a:lnTo>
                <a:lnTo>
                  <a:pt x="10668" y="286512"/>
                </a:lnTo>
                <a:lnTo>
                  <a:pt x="16764" y="307848"/>
                </a:lnTo>
                <a:lnTo>
                  <a:pt x="38100" y="344424"/>
                </a:lnTo>
                <a:lnTo>
                  <a:pt x="64008" y="377952"/>
                </a:lnTo>
                <a:lnTo>
                  <a:pt x="97536" y="403860"/>
                </a:lnTo>
                <a:lnTo>
                  <a:pt x="135636" y="425196"/>
                </a:lnTo>
                <a:lnTo>
                  <a:pt x="176784" y="437388"/>
                </a:lnTo>
                <a:lnTo>
                  <a:pt x="220980" y="441960"/>
                </a:lnTo>
                <a:lnTo>
                  <a:pt x="242316" y="440537"/>
                </a:lnTo>
                <a:lnTo>
                  <a:pt x="243840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1668"/>
                </a:lnTo>
                <a:lnTo>
                  <a:pt x="391668" y="361188"/>
                </a:lnTo>
                <a:lnTo>
                  <a:pt x="414528" y="326136"/>
                </a:lnTo>
                <a:lnTo>
                  <a:pt x="423672" y="306324"/>
                </a:lnTo>
                <a:lnTo>
                  <a:pt x="431292" y="286512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02511" y="2305915"/>
            <a:ext cx="21336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4702" y="2169286"/>
            <a:ext cx="2019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1840" y="2169286"/>
            <a:ext cx="2019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9648" y="2305915"/>
            <a:ext cx="21336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5830" y="2648283"/>
            <a:ext cx="647700" cy="257175"/>
          </a:xfrm>
          <a:custGeom>
            <a:avLst/>
            <a:gdLst/>
            <a:ahLst/>
            <a:cxnLst/>
            <a:rect l="l" t="t" r="r" b="b"/>
            <a:pathLst>
              <a:path w="647700" h="257175">
                <a:moveTo>
                  <a:pt x="256460" y="25050"/>
                </a:moveTo>
                <a:lnTo>
                  <a:pt x="252984" y="14144"/>
                </a:lnTo>
                <a:lnTo>
                  <a:pt x="245506" y="5619"/>
                </a:lnTo>
                <a:lnTo>
                  <a:pt x="235458" y="809"/>
                </a:lnTo>
                <a:lnTo>
                  <a:pt x="224266" y="0"/>
                </a:lnTo>
                <a:lnTo>
                  <a:pt x="213360" y="3476"/>
                </a:lnTo>
                <a:lnTo>
                  <a:pt x="0" y="128444"/>
                </a:lnTo>
                <a:lnTo>
                  <a:pt x="56388" y="161471"/>
                </a:lnTo>
                <a:lnTo>
                  <a:pt x="56388" y="99488"/>
                </a:lnTo>
                <a:lnTo>
                  <a:pt x="163536" y="99488"/>
                </a:lnTo>
                <a:lnTo>
                  <a:pt x="242316" y="53768"/>
                </a:lnTo>
                <a:lnTo>
                  <a:pt x="250840" y="46291"/>
                </a:lnTo>
                <a:lnTo>
                  <a:pt x="255651" y="36242"/>
                </a:lnTo>
                <a:lnTo>
                  <a:pt x="256460" y="25050"/>
                </a:lnTo>
                <a:close/>
              </a:path>
              <a:path w="647700" h="257175">
                <a:moveTo>
                  <a:pt x="163536" y="99488"/>
                </a:moveTo>
                <a:lnTo>
                  <a:pt x="56388" y="99488"/>
                </a:lnTo>
                <a:lnTo>
                  <a:pt x="56388" y="157400"/>
                </a:lnTo>
                <a:lnTo>
                  <a:pt x="71628" y="157400"/>
                </a:lnTo>
                <a:lnTo>
                  <a:pt x="71628" y="104060"/>
                </a:lnTo>
                <a:lnTo>
                  <a:pt x="113322" y="128630"/>
                </a:lnTo>
                <a:lnTo>
                  <a:pt x="163536" y="99488"/>
                </a:lnTo>
                <a:close/>
              </a:path>
              <a:path w="647700" h="257175">
                <a:moveTo>
                  <a:pt x="256460" y="232076"/>
                </a:moveTo>
                <a:lnTo>
                  <a:pt x="255651" y="221408"/>
                </a:lnTo>
                <a:lnTo>
                  <a:pt x="250840" y="211883"/>
                </a:lnTo>
                <a:lnTo>
                  <a:pt x="242316" y="204644"/>
                </a:lnTo>
                <a:lnTo>
                  <a:pt x="162144" y="157400"/>
                </a:lnTo>
                <a:lnTo>
                  <a:pt x="56388" y="157400"/>
                </a:lnTo>
                <a:lnTo>
                  <a:pt x="56388" y="161471"/>
                </a:lnTo>
                <a:lnTo>
                  <a:pt x="213360" y="253412"/>
                </a:lnTo>
                <a:lnTo>
                  <a:pt x="224266" y="256889"/>
                </a:lnTo>
                <a:lnTo>
                  <a:pt x="235458" y="256079"/>
                </a:lnTo>
                <a:lnTo>
                  <a:pt x="245506" y="251269"/>
                </a:lnTo>
                <a:lnTo>
                  <a:pt x="252984" y="242744"/>
                </a:lnTo>
                <a:lnTo>
                  <a:pt x="256460" y="232076"/>
                </a:lnTo>
                <a:close/>
              </a:path>
              <a:path w="647700" h="257175">
                <a:moveTo>
                  <a:pt x="113322" y="128630"/>
                </a:moveTo>
                <a:lnTo>
                  <a:pt x="71628" y="104060"/>
                </a:lnTo>
                <a:lnTo>
                  <a:pt x="71628" y="152828"/>
                </a:lnTo>
                <a:lnTo>
                  <a:pt x="113322" y="128630"/>
                </a:lnTo>
                <a:close/>
              </a:path>
              <a:path w="647700" h="257175">
                <a:moveTo>
                  <a:pt x="162144" y="157400"/>
                </a:moveTo>
                <a:lnTo>
                  <a:pt x="113322" y="128630"/>
                </a:lnTo>
                <a:lnTo>
                  <a:pt x="71628" y="152828"/>
                </a:lnTo>
                <a:lnTo>
                  <a:pt x="71628" y="157400"/>
                </a:lnTo>
                <a:lnTo>
                  <a:pt x="162144" y="157400"/>
                </a:lnTo>
                <a:close/>
              </a:path>
              <a:path w="647700" h="257175">
                <a:moveTo>
                  <a:pt x="647700" y="157400"/>
                </a:moveTo>
                <a:lnTo>
                  <a:pt x="647700" y="99488"/>
                </a:lnTo>
                <a:lnTo>
                  <a:pt x="163536" y="99488"/>
                </a:lnTo>
                <a:lnTo>
                  <a:pt x="113322" y="128630"/>
                </a:lnTo>
                <a:lnTo>
                  <a:pt x="162144" y="157400"/>
                </a:lnTo>
                <a:lnTo>
                  <a:pt x="647700" y="157400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57650" y="2648283"/>
            <a:ext cx="647700" cy="257175"/>
          </a:xfrm>
          <a:custGeom>
            <a:avLst/>
            <a:gdLst/>
            <a:ahLst/>
            <a:cxnLst/>
            <a:rect l="l" t="t" r="r" b="b"/>
            <a:pathLst>
              <a:path w="647700" h="257175">
                <a:moveTo>
                  <a:pt x="535528" y="128630"/>
                </a:moveTo>
                <a:lnTo>
                  <a:pt x="484866" y="99488"/>
                </a:lnTo>
                <a:lnTo>
                  <a:pt x="0" y="99488"/>
                </a:lnTo>
                <a:lnTo>
                  <a:pt x="0" y="157400"/>
                </a:lnTo>
                <a:lnTo>
                  <a:pt x="486271" y="157400"/>
                </a:lnTo>
                <a:lnTo>
                  <a:pt x="535528" y="128630"/>
                </a:lnTo>
                <a:close/>
              </a:path>
              <a:path w="647700" h="257175">
                <a:moveTo>
                  <a:pt x="647700" y="128444"/>
                </a:moveTo>
                <a:lnTo>
                  <a:pt x="434340" y="3476"/>
                </a:lnTo>
                <a:lnTo>
                  <a:pt x="423648" y="0"/>
                </a:lnTo>
                <a:lnTo>
                  <a:pt x="412813" y="809"/>
                </a:lnTo>
                <a:lnTo>
                  <a:pt x="402836" y="5619"/>
                </a:lnTo>
                <a:lnTo>
                  <a:pt x="394716" y="14144"/>
                </a:lnTo>
                <a:lnTo>
                  <a:pt x="391239" y="25050"/>
                </a:lnTo>
                <a:lnTo>
                  <a:pt x="392049" y="36242"/>
                </a:lnTo>
                <a:lnTo>
                  <a:pt x="396859" y="46291"/>
                </a:lnTo>
                <a:lnTo>
                  <a:pt x="405384" y="53768"/>
                </a:lnTo>
                <a:lnTo>
                  <a:pt x="484866" y="99488"/>
                </a:lnTo>
                <a:lnTo>
                  <a:pt x="591312" y="99488"/>
                </a:lnTo>
                <a:lnTo>
                  <a:pt x="591312" y="161471"/>
                </a:lnTo>
                <a:lnTo>
                  <a:pt x="647700" y="128444"/>
                </a:lnTo>
                <a:close/>
              </a:path>
              <a:path w="647700" h="257175">
                <a:moveTo>
                  <a:pt x="591312" y="161471"/>
                </a:moveTo>
                <a:lnTo>
                  <a:pt x="591312" y="157400"/>
                </a:lnTo>
                <a:lnTo>
                  <a:pt x="486271" y="157400"/>
                </a:lnTo>
                <a:lnTo>
                  <a:pt x="405384" y="204644"/>
                </a:lnTo>
                <a:lnTo>
                  <a:pt x="396859" y="211883"/>
                </a:lnTo>
                <a:lnTo>
                  <a:pt x="392049" y="221408"/>
                </a:lnTo>
                <a:lnTo>
                  <a:pt x="391239" y="232076"/>
                </a:lnTo>
                <a:lnTo>
                  <a:pt x="394716" y="242744"/>
                </a:lnTo>
                <a:lnTo>
                  <a:pt x="402836" y="251269"/>
                </a:lnTo>
                <a:lnTo>
                  <a:pt x="412813" y="256079"/>
                </a:lnTo>
                <a:lnTo>
                  <a:pt x="423648" y="256889"/>
                </a:lnTo>
                <a:lnTo>
                  <a:pt x="434340" y="253412"/>
                </a:lnTo>
                <a:lnTo>
                  <a:pt x="591312" y="161471"/>
                </a:lnTo>
                <a:close/>
              </a:path>
              <a:path w="647700" h="257175">
                <a:moveTo>
                  <a:pt x="591312" y="157400"/>
                </a:moveTo>
                <a:lnTo>
                  <a:pt x="591312" y="99488"/>
                </a:lnTo>
                <a:lnTo>
                  <a:pt x="484866" y="99488"/>
                </a:lnTo>
                <a:lnTo>
                  <a:pt x="535528" y="128630"/>
                </a:lnTo>
                <a:lnTo>
                  <a:pt x="577596" y="104060"/>
                </a:lnTo>
                <a:lnTo>
                  <a:pt x="577596" y="157400"/>
                </a:lnTo>
                <a:lnTo>
                  <a:pt x="591312" y="157400"/>
                </a:lnTo>
                <a:close/>
              </a:path>
              <a:path w="647700" h="257175">
                <a:moveTo>
                  <a:pt x="577596" y="157400"/>
                </a:moveTo>
                <a:lnTo>
                  <a:pt x="577596" y="152828"/>
                </a:lnTo>
                <a:lnTo>
                  <a:pt x="535528" y="128630"/>
                </a:lnTo>
                <a:lnTo>
                  <a:pt x="486271" y="157400"/>
                </a:lnTo>
                <a:lnTo>
                  <a:pt x="577596" y="157400"/>
                </a:lnTo>
                <a:close/>
              </a:path>
              <a:path w="647700" h="257175">
                <a:moveTo>
                  <a:pt x="577596" y="152828"/>
                </a:moveTo>
                <a:lnTo>
                  <a:pt x="577596" y="104060"/>
                </a:lnTo>
                <a:lnTo>
                  <a:pt x="535528" y="128630"/>
                </a:lnTo>
                <a:lnTo>
                  <a:pt x="577596" y="152828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15699" y="2524758"/>
            <a:ext cx="2436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03120" algn="l"/>
              </a:tabLst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r>
              <a:rPr sz="2400" baseline="-20833" dirty="0">
                <a:latin typeface="Arial MT"/>
                <a:cs typeface="Arial MT"/>
              </a:rPr>
              <a:t>	</a:t>
            </a:r>
            <a:r>
              <a:rPr sz="3600" spc="-37" baseline="2314" dirty="0">
                <a:latin typeface="Arial MT"/>
                <a:cs typeface="Arial MT"/>
              </a:rPr>
              <a:t>q</a:t>
            </a:r>
            <a:r>
              <a:rPr sz="2400" spc="-37" baseline="-17361" dirty="0">
                <a:latin typeface="Arial MT"/>
                <a:cs typeface="Arial MT"/>
              </a:rPr>
              <a:t>2</a:t>
            </a:r>
            <a:endParaRPr sz="2400" baseline="-17361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2052" y="3306570"/>
            <a:ext cx="4566285" cy="219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exerts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magnitude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other.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00">
              <a:latin typeface="Arial MT"/>
              <a:cs typeface="Arial MT"/>
            </a:endParaRPr>
          </a:p>
          <a:p>
            <a:pPr marL="856615" marR="854075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forces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forms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third-</a:t>
            </a:r>
            <a:r>
              <a:rPr sz="2400" dirty="0">
                <a:latin typeface="Arial MT"/>
                <a:cs typeface="Arial MT"/>
              </a:rPr>
              <a:t>law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force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pair.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820" y="438403"/>
            <a:ext cx="281368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10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third-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law</a:t>
            </a:r>
            <a:r>
              <a:rPr sz="2200" b="1" spc="-1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force</a:t>
            </a:r>
            <a:r>
              <a:rPr sz="2200" b="1" spc="-1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E10000"/>
                </a:solidFill>
                <a:latin typeface="Arial"/>
                <a:cs typeface="Arial"/>
              </a:rPr>
              <a:t>pair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093337" y="3393960"/>
            <a:ext cx="2528570" cy="441959"/>
          </a:xfrm>
          <a:custGeom>
            <a:avLst/>
            <a:gdLst/>
            <a:ahLst/>
            <a:cxnLst/>
            <a:rect l="l" t="t" r="r" b="b"/>
            <a:pathLst>
              <a:path w="2528570" h="441960">
                <a:moveTo>
                  <a:pt x="440436" y="220980"/>
                </a:moveTo>
                <a:lnTo>
                  <a:pt x="438912" y="198120"/>
                </a:lnTo>
                <a:lnTo>
                  <a:pt x="435864" y="176784"/>
                </a:lnTo>
                <a:lnTo>
                  <a:pt x="431292" y="155448"/>
                </a:lnTo>
                <a:lnTo>
                  <a:pt x="431292" y="220980"/>
                </a:lnTo>
                <a:lnTo>
                  <a:pt x="429768" y="243840"/>
                </a:lnTo>
                <a:lnTo>
                  <a:pt x="422148" y="284988"/>
                </a:lnTo>
                <a:lnTo>
                  <a:pt x="405384" y="321564"/>
                </a:lnTo>
                <a:lnTo>
                  <a:pt x="382524" y="355092"/>
                </a:lnTo>
                <a:lnTo>
                  <a:pt x="353568" y="384048"/>
                </a:lnTo>
                <a:lnTo>
                  <a:pt x="320040" y="406908"/>
                </a:lnTo>
                <a:lnTo>
                  <a:pt x="281940" y="423672"/>
                </a:lnTo>
                <a:lnTo>
                  <a:pt x="240792" y="431292"/>
                </a:lnTo>
                <a:lnTo>
                  <a:pt x="220980" y="432701"/>
                </a:lnTo>
                <a:lnTo>
                  <a:pt x="219456" y="432816"/>
                </a:lnTo>
                <a:lnTo>
                  <a:pt x="176784" y="428244"/>
                </a:lnTo>
                <a:lnTo>
                  <a:pt x="137160" y="416052"/>
                </a:lnTo>
                <a:lnTo>
                  <a:pt x="102108" y="396240"/>
                </a:lnTo>
                <a:lnTo>
                  <a:pt x="70104" y="370332"/>
                </a:lnTo>
                <a:lnTo>
                  <a:pt x="44196" y="339852"/>
                </a:lnTo>
                <a:lnTo>
                  <a:pt x="25908" y="303276"/>
                </a:lnTo>
                <a:lnTo>
                  <a:pt x="13716" y="263652"/>
                </a:lnTo>
                <a:lnTo>
                  <a:pt x="9144" y="220980"/>
                </a:lnTo>
                <a:lnTo>
                  <a:pt x="10668" y="199644"/>
                </a:lnTo>
                <a:lnTo>
                  <a:pt x="18288" y="158496"/>
                </a:lnTo>
                <a:lnTo>
                  <a:pt x="35052" y="120396"/>
                </a:lnTo>
                <a:lnTo>
                  <a:pt x="57912" y="86868"/>
                </a:lnTo>
                <a:lnTo>
                  <a:pt x="85344" y="57912"/>
                </a:lnTo>
                <a:lnTo>
                  <a:pt x="118872" y="35052"/>
                </a:lnTo>
                <a:lnTo>
                  <a:pt x="156972" y="19812"/>
                </a:lnTo>
                <a:lnTo>
                  <a:pt x="198120" y="10668"/>
                </a:lnTo>
                <a:lnTo>
                  <a:pt x="242316" y="10668"/>
                </a:lnTo>
                <a:lnTo>
                  <a:pt x="262128" y="13716"/>
                </a:lnTo>
                <a:lnTo>
                  <a:pt x="283464" y="19812"/>
                </a:lnTo>
                <a:lnTo>
                  <a:pt x="301752" y="27432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2524" y="86868"/>
                </a:lnTo>
                <a:lnTo>
                  <a:pt x="405384" y="120396"/>
                </a:lnTo>
                <a:lnTo>
                  <a:pt x="422148" y="158496"/>
                </a:lnTo>
                <a:lnTo>
                  <a:pt x="429768" y="199644"/>
                </a:lnTo>
                <a:lnTo>
                  <a:pt x="431292" y="220980"/>
                </a:lnTo>
                <a:lnTo>
                  <a:pt x="431292" y="155448"/>
                </a:lnTo>
                <a:lnTo>
                  <a:pt x="414528" y="115824"/>
                </a:lnTo>
                <a:lnTo>
                  <a:pt x="390144" y="80772"/>
                </a:lnTo>
                <a:lnTo>
                  <a:pt x="359664" y="50292"/>
                </a:lnTo>
                <a:lnTo>
                  <a:pt x="324612" y="27432"/>
                </a:lnTo>
                <a:lnTo>
                  <a:pt x="284988" y="10668"/>
                </a:lnTo>
                <a:lnTo>
                  <a:pt x="242316" y="1524"/>
                </a:lnTo>
                <a:lnTo>
                  <a:pt x="220980" y="101"/>
                </a:lnTo>
                <a:lnTo>
                  <a:pt x="219456" y="0"/>
                </a:lnTo>
                <a:lnTo>
                  <a:pt x="198120" y="1422"/>
                </a:lnTo>
                <a:lnTo>
                  <a:pt x="196596" y="1524"/>
                </a:lnTo>
                <a:lnTo>
                  <a:pt x="175260" y="4572"/>
                </a:lnTo>
                <a:lnTo>
                  <a:pt x="134112" y="18288"/>
                </a:lnTo>
                <a:lnTo>
                  <a:pt x="96012" y="38100"/>
                </a:lnTo>
                <a:lnTo>
                  <a:pt x="64008" y="65532"/>
                </a:lnTo>
                <a:lnTo>
                  <a:pt x="36576" y="97536"/>
                </a:lnTo>
                <a:lnTo>
                  <a:pt x="16764" y="135636"/>
                </a:lnTo>
                <a:lnTo>
                  <a:pt x="3048" y="176784"/>
                </a:lnTo>
                <a:lnTo>
                  <a:pt x="0" y="199644"/>
                </a:lnTo>
                <a:lnTo>
                  <a:pt x="0" y="243840"/>
                </a:lnTo>
                <a:lnTo>
                  <a:pt x="9144" y="286512"/>
                </a:lnTo>
                <a:lnTo>
                  <a:pt x="25908" y="326136"/>
                </a:lnTo>
                <a:lnTo>
                  <a:pt x="64008" y="377952"/>
                </a:lnTo>
                <a:lnTo>
                  <a:pt x="97536" y="403860"/>
                </a:lnTo>
                <a:lnTo>
                  <a:pt x="114300" y="416052"/>
                </a:lnTo>
                <a:lnTo>
                  <a:pt x="153924" y="432816"/>
                </a:lnTo>
                <a:lnTo>
                  <a:pt x="198120" y="440436"/>
                </a:lnTo>
                <a:lnTo>
                  <a:pt x="219456" y="441858"/>
                </a:lnTo>
                <a:lnTo>
                  <a:pt x="220980" y="441960"/>
                </a:lnTo>
                <a:lnTo>
                  <a:pt x="240792" y="440537"/>
                </a:lnTo>
                <a:lnTo>
                  <a:pt x="242316" y="440436"/>
                </a:lnTo>
                <a:lnTo>
                  <a:pt x="265176" y="437388"/>
                </a:lnTo>
                <a:lnTo>
                  <a:pt x="306324" y="425196"/>
                </a:lnTo>
                <a:lnTo>
                  <a:pt x="342900" y="403860"/>
                </a:lnTo>
                <a:lnTo>
                  <a:pt x="376428" y="376428"/>
                </a:lnTo>
                <a:lnTo>
                  <a:pt x="403860" y="344424"/>
                </a:lnTo>
                <a:lnTo>
                  <a:pt x="423672" y="306324"/>
                </a:lnTo>
                <a:lnTo>
                  <a:pt x="435864" y="265176"/>
                </a:lnTo>
                <a:lnTo>
                  <a:pt x="438912" y="243840"/>
                </a:lnTo>
                <a:lnTo>
                  <a:pt x="440436" y="220980"/>
                </a:lnTo>
                <a:close/>
              </a:path>
              <a:path w="2528570" h="441960">
                <a:moveTo>
                  <a:pt x="2528316" y="220980"/>
                </a:moveTo>
                <a:lnTo>
                  <a:pt x="2526792" y="198120"/>
                </a:lnTo>
                <a:lnTo>
                  <a:pt x="2523744" y="176784"/>
                </a:lnTo>
                <a:lnTo>
                  <a:pt x="2519172" y="160782"/>
                </a:lnTo>
                <a:lnTo>
                  <a:pt x="2519172" y="220980"/>
                </a:lnTo>
                <a:lnTo>
                  <a:pt x="2517648" y="243840"/>
                </a:lnTo>
                <a:lnTo>
                  <a:pt x="2508504" y="284988"/>
                </a:lnTo>
                <a:lnTo>
                  <a:pt x="2493264" y="321564"/>
                </a:lnTo>
                <a:lnTo>
                  <a:pt x="2470404" y="355092"/>
                </a:lnTo>
                <a:lnTo>
                  <a:pt x="2441448" y="384048"/>
                </a:lnTo>
                <a:lnTo>
                  <a:pt x="2407920" y="406908"/>
                </a:lnTo>
                <a:lnTo>
                  <a:pt x="2369820" y="423672"/>
                </a:lnTo>
                <a:lnTo>
                  <a:pt x="2328672" y="431292"/>
                </a:lnTo>
                <a:lnTo>
                  <a:pt x="2307336" y="432816"/>
                </a:lnTo>
                <a:lnTo>
                  <a:pt x="2286000" y="431292"/>
                </a:lnTo>
                <a:lnTo>
                  <a:pt x="2225040" y="416052"/>
                </a:lnTo>
                <a:lnTo>
                  <a:pt x="2189988" y="396240"/>
                </a:lnTo>
                <a:lnTo>
                  <a:pt x="2157984" y="370332"/>
                </a:lnTo>
                <a:lnTo>
                  <a:pt x="2132076" y="339852"/>
                </a:lnTo>
                <a:lnTo>
                  <a:pt x="2112264" y="303276"/>
                </a:lnTo>
                <a:lnTo>
                  <a:pt x="2100072" y="263652"/>
                </a:lnTo>
                <a:lnTo>
                  <a:pt x="2097024" y="242316"/>
                </a:lnTo>
                <a:lnTo>
                  <a:pt x="2097024" y="199644"/>
                </a:lnTo>
                <a:lnTo>
                  <a:pt x="2106168" y="158496"/>
                </a:lnTo>
                <a:lnTo>
                  <a:pt x="2121408" y="120396"/>
                </a:lnTo>
                <a:lnTo>
                  <a:pt x="2144268" y="86868"/>
                </a:lnTo>
                <a:lnTo>
                  <a:pt x="2173224" y="57912"/>
                </a:lnTo>
                <a:lnTo>
                  <a:pt x="2206752" y="35052"/>
                </a:lnTo>
                <a:lnTo>
                  <a:pt x="2264664" y="13716"/>
                </a:lnTo>
                <a:lnTo>
                  <a:pt x="2286000" y="10668"/>
                </a:lnTo>
                <a:lnTo>
                  <a:pt x="2328672" y="10668"/>
                </a:lnTo>
                <a:lnTo>
                  <a:pt x="2371344" y="19812"/>
                </a:lnTo>
                <a:lnTo>
                  <a:pt x="2407920" y="35052"/>
                </a:lnTo>
                <a:lnTo>
                  <a:pt x="2441448" y="57912"/>
                </a:lnTo>
                <a:lnTo>
                  <a:pt x="2470404" y="86868"/>
                </a:lnTo>
                <a:lnTo>
                  <a:pt x="2493264" y="120396"/>
                </a:lnTo>
                <a:lnTo>
                  <a:pt x="2510028" y="158496"/>
                </a:lnTo>
                <a:lnTo>
                  <a:pt x="2517648" y="199644"/>
                </a:lnTo>
                <a:lnTo>
                  <a:pt x="2519172" y="220980"/>
                </a:lnTo>
                <a:lnTo>
                  <a:pt x="2519172" y="160782"/>
                </a:lnTo>
                <a:lnTo>
                  <a:pt x="2500884" y="115824"/>
                </a:lnTo>
                <a:lnTo>
                  <a:pt x="2478024" y="80772"/>
                </a:lnTo>
                <a:lnTo>
                  <a:pt x="2447544" y="50292"/>
                </a:lnTo>
                <a:lnTo>
                  <a:pt x="2412492" y="27432"/>
                </a:lnTo>
                <a:lnTo>
                  <a:pt x="2372868" y="10668"/>
                </a:lnTo>
                <a:lnTo>
                  <a:pt x="2330196" y="1524"/>
                </a:lnTo>
                <a:lnTo>
                  <a:pt x="2307336" y="0"/>
                </a:lnTo>
                <a:lnTo>
                  <a:pt x="2286000" y="1422"/>
                </a:lnTo>
                <a:lnTo>
                  <a:pt x="2284476" y="1524"/>
                </a:lnTo>
                <a:lnTo>
                  <a:pt x="2241804" y="10668"/>
                </a:lnTo>
                <a:lnTo>
                  <a:pt x="2202180" y="27432"/>
                </a:lnTo>
                <a:lnTo>
                  <a:pt x="2167128" y="51816"/>
                </a:lnTo>
                <a:lnTo>
                  <a:pt x="2136648" y="80772"/>
                </a:lnTo>
                <a:lnTo>
                  <a:pt x="2113788" y="115824"/>
                </a:lnTo>
                <a:lnTo>
                  <a:pt x="2097024" y="155448"/>
                </a:lnTo>
                <a:lnTo>
                  <a:pt x="2087880" y="199644"/>
                </a:lnTo>
                <a:lnTo>
                  <a:pt x="2086356" y="220980"/>
                </a:lnTo>
                <a:lnTo>
                  <a:pt x="2087880" y="243840"/>
                </a:lnTo>
                <a:lnTo>
                  <a:pt x="2097024" y="286512"/>
                </a:lnTo>
                <a:lnTo>
                  <a:pt x="2113788" y="326136"/>
                </a:lnTo>
                <a:lnTo>
                  <a:pt x="2151888" y="377952"/>
                </a:lnTo>
                <a:lnTo>
                  <a:pt x="2183892" y="403860"/>
                </a:lnTo>
                <a:lnTo>
                  <a:pt x="2221992" y="425196"/>
                </a:lnTo>
                <a:lnTo>
                  <a:pt x="2263140" y="437388"/>
                </a:lnTo>
                <a:lnTo>
                  <a:pt x="2307336" y="441960"/>
                </a:lnTo>
                <a:lnTo>
                  <a:pt x="2328672" y="440537"/>
                </a:lnTo>
                <a:lnTo>
                  <a:pt x="2330196" y="440436"/>
                </a:lnTo>
                <a:lnTo>
                  <a:pt x="2394204" y="425196"/>
                </a:lnTo>
                <a:lnTo>
                  <a:pt x="2430780" y="403860"/>
                </a:lnTo>
                <a:lnTo>
                  <a:pt x="2464308" y="376428"/>
                </a:lnTo>
                <a:lnTo>
                  <a:pt x="2490216" y="344424"/>
                </a:lnTo>
                <a:lnTo>
                  <a:pt x="2511552" y="306324"/>
                </a:lnTo>
                <a:lnTo>
                  <a:pt x="2519172" y="281178"/>
                </a:lnTo>
                <a:lnTo>
                  <a:pt x="2523744" y="265176"/>
                </a:lnTo>
                <a:lnTo>
                  <a:pt x="2526792" y="243840"/>
                </a:lnTo>
                <a:lnTo>
                  <a:pt x="2528316" y="220980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25370" y="3144114"/>
            <a:ext cx="21336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48685" y="3486492"/>
            <a:ext cx="3779520" cy="257175"/>
          </a:xfrm>
          <a:custGeom>
            <a:avLst/>
            <a:gdLst/>
            <a:ahLst/>
            <a:cxnLst/>
            <a:rect l="l" t="t" r="r" b="b"/>
            <a:pathLst>
              <a:path w="3779520" h="257175">
                <a:moveTo>
                  <a:pt x="647700" y="99491"/>
                </a:moveTo>
                <a:lnTo>
                  <a:pt x="162826" y="99491"/>
                </a:lnTo>
                <a:lnTo>
                  <a:pt x="242316" y="53771"/>
                </a:lnTo>
                <a:lnTo>
                  <a:pt x="250812" y="46291"/>
                </a:lnTo>
                <a:lnTo>
                  <a:pt x="255460" y="36245"/>
                </a:lnTo>
                <a:lnTo>
                  <a:pt x="255816" y="25044"/>
                </a:lnTo>
                <a:lnTo>
                  <a:pt x="251460" y="14147"/>
                </a:lnTo>
                <a:lnTo>
                  <a:pt x="244221" y="5613"/>
                </a:lnTo>
                <a:lnTo>
                  <a:pt x="234696" y="812"/>
                </a:lnTo>
                <a:lnTo>
                  <a:pt x="224028" y="0"/>
                </a:lnTo>
                <a:lnTo>
                  <a:pt x="213360" y="3479"/>
                </a:lnTo>
                <a:lnTo>
                  <a:pt x="0" y="128447"/>
                </a:lnTo>
                <a:lnTo>
                  <a:pt x="56388" y="161467"/>
                </a:lnTo>
                <a:lnTo>
                  <a:pt x="213360" y="253415"/>
                </a:lnTo>
                <a:lnTo>
                  <a:pt x="224028" y="256882"/>
                </a:lnTo>
                <a:lnTo>
                  <a:pt x="234696" y="256082"/>
                </a:lnTo>
                <a:lnTo>
                  <a:pt x="244221" y="251269"/>
                </a:lnTo>
                <a:lnTo>
                  <a:pt x="251460" y="242747"/>
                </a:lnTo>
                <a:lnTo>
                  <a:pt x="255816" y="232079"/>
                </a:lnTo>
                <a:lnTo>
                  <a:pt x="255460" y="221411"/>
                </a:lnTo>
                <a:lnTo>
                  <a:pt x="250812" y="211886"/>
                </a:lnTo>
                <a:lnTo>
                  <a:pt x="242316" y="204647"/>
                </a:lnTo>
                <a:lnTo>
                  <a:pt x="161429" y="157403"/>
                </a:lnTo>
                <a:lnTo>
                  <a:pt x="647700" y="157403"/>
                </a:lnTo>
                <a:lnTo>
                  <a:pt x="647700" y="99491"/>
                </a:lnTo>
                <a:close/>
              </a:path>
              <a:path w="3779520" h="257175">
                <a:moveTo>
                  <a:pt x="3779520" y="128447"/>
                </a:moveTo>
                <a:lnTo>
                  <a:pt x="3566160" y="3479"/>
                </a:lnTo>
                <a:lnTo>
                  <a:pt x="3555250" y="0"/>
                </a:lnTo>
                <a:lnTo>
                  <a:pt x="3544062" y="812"/>
                </a:lnTo>
                <a:lnTo>
                  <a:pt x="3534016" y="5613"/>
                </a:lnTo>
                <a:lnTo>
                  <a:pt x="3526536" y="14147"/>
                </a:lnTo>
                <a:lnTo>
                  <a:pt x="3523056" y="25044"/>
                </a:lnTo>
                <a:lnTo>
                  <a:pt x="3523869" y="36245"/>
                </a:lnTo>
                <a:lnTo>
                  <a:pt x="3528682" y="46291"/>
                </a:lnTo>
                <a:lnTo>
                  <a:pt x="3537204" y="53771"/>
                </a:lnTo>
                <a:lnTo>
                  <a:pt x="3615982" y="99491"/>
                </a:lnTo>
                <a:lnTo>
                  <a:pt x="3131820" y="99491"/>
                </a:lnTo>
                <a:lnTo>
                  <a:pt x="3131820" y="157403"/>
                </a:lnTo>
                <a:lnTo>
                  <a:pt x="3617379" y="157403"/>
                </a:lnTo>
                <a:lnTo>
                  <a:pt x="3537204" y="204647"/>
                </a:lnTo>
                <a:lnTo>
                  <a:pt x="3528682" y="211886"/>
                </a:lnTo>
                <a:lnTo>
                  <a:pt x="3523869" y="221411"/>
                </a:lnTo>
                <a:lnTo>
                  <a:pt x="3523056" y="232079"/>
                </a:lnTo>
                <a:lnTo>
                  <a:pt x="3526536" y="242747"/>
                </a:lnTo>
                <a:lnTo>
                  <a:pt x="3534016" y="251269"/>
                </a:lnTo>
                <a:lnTo>
                  <a:pt x="3544062" y="256082"/>
                </a:lnTo>
                <a:lnTo>
                  <a:pt x="3555250" y="256882"/>
                </a:lnTo>
                <a:lnTo>
                  <a:pt x="3566160" y="253415"/>
                </a:lnTo>
                <a:lnTo>
                  <a:pt x="3723132" y="161467"/>
                </a:lnTo>
                <a:lnTo>
                  <a:pt x="3779520" y="1284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04087" y="3352290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93337" y="4233684"/>
            <a:ext cx="2528570" cy="441959"/>
          </a:xfrm>
          <a:custGeom>
            <a:avLst/>
            <a:gdLst/>
            <a:ahLst/>
            <a:cxnLst/>
            <a:rect l="l" t="t" r="r" b="b"/>
            <a:pathLst>
              <a:path w="2528570" h="441960">
                <a:moveTo>
                  <a:pt x="440436" y="220980"/>
                </a:moveTo>
                <a:lnTo>
                  <a:pt x="438912" y="198120"/>
                </a:lnTo>
                <a:lnTo>
                  <a:pt x="435864" y="176784"/>
                </a:lnTo>
                <a:lnTo>
                  <a:pt x="431292" y="155448"/>
                </a:lnTo>
                <a:lnTo>
                  <a:pt x="431292" y="220980"/>
                </a:lnTo>
                <a:lnTo>
                  <a:pt x="429768" y="243840"/>
                </a:lnTo>
                <a:lnTo>
                  <a:pt x="422148" y="284988"/>
                </a:lnTo>
                <a:lnTo>
                  <a:pt x="405384" y="321564"/>
                </a:lnTo>
                <a:lnTo>
                  <a:pt x="382524" y="355092"/>
                </a:lnTo>
                <a:lnTo>
                  <a:pt x="353568" y="384048"/>
                </a:lnTo>
                <a:lnTo>
                  <a:pt x="320040" y="406908"/>
                </a:lnTo>
                <a:lnTo>
                  <a:pt x="281940" y="423672"/>
                </a:lnTo>
                <a:lnTo>
                  <a:pt x="240792" y="431292"/>
                </a:lnTo>
                <a:lnTo>
                  <a:pt x="220980" y="432701"/>
                </a:lnTo>
                <a:lnTo>
                  <a:pt x="219456" y="432816"/>
                </a:lnTo>
                <a:lnTo>
                  <a:pt x="176784" y="428244"/>
                </a:lnTo>
                <a:lnTo>
                  <a:pt x="137160" y="416052"/>
                </a:lnTo>
                <a:lnTo>
                  <a:pt x="102108" y="396240"/>
                </a:lnTo>
                <a:lnTo>
                  <a:pt x="70104" y="370332"/>
                </a:lnTo>
                <a:lnTo>
                  <a:pt x="44196" y="339852"/>
                </a:lnTo>
                <a:lnTo>
                  <a:pt x="25908" y="303276"/>
                </a:lnTo>
                <a:lnTo>
                  <a:pt x="13716" y="263652"/>
                </a:lnTo>
                <a:lnTo>
                  <a:pt x="9144" y="220980"/>
                </a:lnTo>
                <a:lnTo>
                  <a:pt x="10668" y="199644"/>
                </a:lnTo>
                <a:lnTo>
                  <a:pt x="18288" y="158496"/>
                </a:lnTo>
                <a:lnTo>
                  <a:pt x="35052" y="120396"/>
                </a:lnTo>
                <a:lnTo>
                  <a:pt x="57912" y="86868"/>
                </a:lnTo>
                <a:lnTo>
                  <a:pt x="85344" y="57912"/>
                </a:lnTo>
                <a:lnTo>
                  <a:pt x="118872" y="35052"/>
                </a:lnTo>
                <a:lnTo>
                  <a:pt x="156972" y="19812"/>
                </a:lnTo>
                <a:lnTo>
                  <a:pt x="198120" y="10668"/>
                </a:lnTo>
                <a:lnTo>
                  <a:pt x="242316" y="10668"/>
                </a:lnTo>
                <a:lnTo>
                  <a:pt x="262128" y="15240"/>
                </a:lnTo>
                <a:lnTo>
                  <a:pt x="283464" y="19812"/>
                </a:lnTo>
                <a:lnTo>
                  <a:pt x="301752" y="27432"/>
                </a:lnTo>
                <a:lnTo>
                  <a:pt x="321564" y="35052"/>
                </a:lnTo>
                <a:lnTo>
                  <a:pt x="338328" y="45720"/>
                </a:lnTo>
                <a:lnTo>
                  <a:pt x="368808" y="71628"/>
                </a:lnTo>
                <a:lnTo>
                  <a:pt x="394716" y="103632"/>
                </a:lnTo>
                <a:lnTo>
                  <a:pt x="414528" y="138684"/>
                </a:lnTo>
                <a:lnTo>
                  <a:pt x="426720" y="178308"/>
                </a:lnTo>
                <a:lnTo>
                  <a:pt x="431292" y="220980"/>
                </a:lnTo>
                <a:lnTo>
                  <a:pt x="431292" y="155448"/>
                </a:lnTo>
                <a:lnTo>
                  <a:pt x="414528" y="115824"/>
                </a:lnTo>
                <a:lnTo>
                  <a:pt x="390144" y="80772"/>
                </a:lnTo>
                <a:lnTo>
                  <a:pt x="359664" y="50292"/>
                </a:lnTo>
                <a:lnTo>
                  <a:pt x="324612" y="27432"/>
                </a:lnTo>
                <a:lnTo>
                  <a:pt x="284988" y="10668"/>
                </a:lnTo>
                <a:lnTo>
                  <a:pt x="242316" y="1524"/>
                </a:lnTo>
                <a:lnTo>
                  <a:pt x="220980" y="101"/>
                </a:lnTo>
                <a:lnTo>
                  <a:pt x="219456" y="0"/>
                </a:lnTo>
                <a:lnTo>
                  <a:pt x="198120" y="1422"/>
                </a:lnTo>
                <a:lnTo>
                  <a:pt x="196596" y="1524"/>
                </a:lnTo>
                <a:lnTo>
                  <a:pt x="175260" y="4572"/>
                </a:lnTo>
                <a:lnTo>
                  <a:pt x="134112" y="18288"/>
                </a:lnTo>
                <a:lnTo>
                  <a:pt x="96012" y="38100"/>
                </a:lnTo>
                <a:lnTo>
                  <a:pt x="64008" y="65532"/>
                </a:lnTo>
                <a:lnTo>
                  <a:pt x="36576" y="97536"/>
                </a:lnTo>
                <a:lnTo>
                  <a:pt x="16764" y="135636"/>
                </a:lnTo>
                <a:lnTo>
                  <a:pt x="3048" y="176784"/>
                </a:lnTo>
                <a:lnTo>
                  <a:pt x="0" y="199644"/>
                </a:lnTo>
                <a:lnTo>
                  <a:pt x="0" y="243840"/>
                </a:lnTo>
                <a:lnTo>
                  <a:pt x="9144" y="286512"/>
                </a:lnTo>
                <a:lnTo>
                  <a:pt x="25908" y="326136"/>
                </a:lnTo>
                <a:lnTo>
                  <a:pt x="64008" y="377952"/>
                </a:lnTo>
                <a:lnTo>
                  <a:pt x="97536" y="403860"/>
                </a:lnTo>
                <a:lnTo>
                  <a:pt x="114300" y="416052"/>
                </a:lnTo>
                <a:lnTo>
                  <a:pt x="153924" y="432816"/>
                </a:lnTo>
                <a:lnTo>
                  <a:pt x="198120" y="440436"/>
                </a:lnTo>
                <a:lnTo>
                  <a:pt x="219456" y="441858"/>
                </a:lnTo>
                <a:lnTo>
                  <a:pt x="220980" y="441960"/>
                </a:lnTo>
                <a:lnTo>
                  <a:pt x="240792" y="440537"/>
                </a:lnTo>
                <a:lnTo>
                  <a:pt x="242316" y="440436"/>
                </a:lnTo>
                <a:lnTo>
                  <a:pt x="265176" y="437388"/>
                </a:lnTo>
                <a:lnTo>
                  <a:pt x="306324" y="425196"/>
                </a:lnTo>
                <a:lnTo>
                  <a:pt x="342900" y="403860"/>
                </a:lnTo>
                <a:lnTo>
                  <a:pt x="376428" y="377952"/>
                </a:lnTo>
                <a:lnTo>
                  <a:pt x="403860" y="344424"/>
                </a:lnTo>
                <a:lnTo>
                  <a:pt x="423672" y="306324"/>
                </a:lnTo>
                <a:lnTo>
                  <a:pt x="435864" y="265176"/>
                </a:lnTo>
                <a:lnTo>
                  <a:pt x="438912" y="243840"/>
                </a:lnTo>
                <a:lnTo>
                  <a:pt x="440436" y="220980"/>
                </a:lnTo>
                <a:close/>
              </a:path>
              <a:path w="2528570" h="441960">
                <a:moveTo>
                  <a:pt x="2528316" y="220980"/>
                </a:moveTo>
                <a:lnTo>
                  <a:pt x="2526792" y="198120"/>
                </a:lnTo>
                <a:lnTo>
                  <a:pt x="2523744" y="176784"/>
                </a:lnTo>
                <a:lnTo>
                  <a:pt x="2519172" y="160782"/>
                </a:lnTo>
                <a:lnTo>
                  <a:pt x="2519172" y="220980"/>
                </a:lnTo>
                <a:lnTo>
                  <a:pt x="2517648" y="243840"/>
                </a:lnTo>
                <a:lnTo>
                  <a:pt x="2508504" y="284988"/>
                </a:lnTo>
                <a:lnTo>
                  <a:pt x="2493264" y="321564"/>
                </a:lnTo>
                <a:lnTo>
                  <a:pt x="2470404" y="355092"/>
                </a:lnTo>
                <a:lnTo>
                  <a:pt x="2441448" y="384048"/>
                </a:lnTo>
                <a:lnTo>
                  <a:pt x="2407920" y="406908"/>
                </a:lnTo>
                <a:lnTo>
                  <a:pt x="2369820" y="423672"/>
                </a:lnTo>
                <a:lnTo>
                  <a:pt x="2328672" y="431292"/>
                </a:lnTo>
                <a:lnTo>
                  <a:pt x="2307336" y="432816"/>
                </a:lnTo>
                <a:lnTo>
                  <a:pt x="2286000" y="431292"/>
                </a:lnTo>
                <a:lnTo>
                  <a:pt x="2244852" y="423672"/>
                </a:lnTo>
                <a:lnTo>
                  <a:pt x="2206752" y="406908"/>
                </a:lnTo>
                <a:lnTo>
                  <a:pt x="2173224" y="384048"/>
                </a:lnTo>
                <a:lnTo>
                  <a:pt x="2144268" y="355092"/>
                </a:lnTo>
                <a:lnTo>
                  <a:pt x="2121408" y="321564"/>
                </a:lnTo>
                <a:lnTo>
                  <a:pt x="2100072" y="263652"/>
                </a:lnTo>
                <a:lnTo>
                  <a:pt x="2097024" y="242316"/>
                </a:lnTo>
                <a:lnTo>
                  <a:pt x="2097024" y="199644"/>
                </a:lnTo>
                <a:lnTo>
                  <a:pt x="2106168" y="158496"/>
                </a:lnTo>
                <a:lnTo>
                  <a:pt x="2121408" y="120396"/>
                </a:lnTo>
                <a:lnTo>
                  <a:pt x="2144268" y="86868"/>
                </a:lnTo>
                <a:lnTo>
                  <a:pt x="2173224" y="57912"/>
                </a:lnTo>
                <a:lnTo>
                  <a:pt x="2206752" y="35052"/>
                </a:lnTo>
                <a:lnTo>
                  <a:pt x="2264664" y="13716"/>
                </a:lnTo>
                <a:lnTo>
                  <a:pt x="2286000" y="10668"/>
                </a:lnTo>
                <a:lnTo>
                  <a:pt x="2328672" y="10668"/>
                </a:lnTo>
                <a:lnTo>
                  <a:pt x="2371344" y="19812"/>
                </a:lnTo>
                <a:lnTo>
                  <a:pt x="2407920" y="35052"/>
                </a:lnTo>
                <a:lnTo>
                  <a:pt x="2441448" y="57912"/>
                </a:lnTo>
                <a:lnTo>
                  <a:pt x="2470404" y="86868"/>
                </a:lnTo>
                <a:lnTo>
                  <a:pt x="2493264" y="120396"/>
                </a:lnTo>
                <a:lnTo>
                  <a:pt x="2510028" y="158496"/>
                </a:lnTo>
                <a:lnTo>
                  <a:pt x="2517648" y="199644"/>
                </a:lnTo>
                <a:lnTo>
                  <a:pt x="2519172" y="220980"/>
                </a:lnTo>
                <a:lnTo>
                  <a:pt x="2519172" y="160782"/>
                </a:lnTo>
                <a:lnTo>
                  <a:pt x="2500884" y="115824"/>
                </a:lnTo>
                <a:lnTo>
                  <a:pt x="2478024" y="80772"/>
                </a:lnTo>
                <a:lnTo>
                  <a:pt x="2447544" y="50292"/>
                </a:lnTo>
                <a:lnTo>
                  <a:pt x="2412492" y="27432"/>
                </a:lnTo>
                <a:lnTo>
                  <a:pt x="2372868" y="10668"/>
                </a:lnTo>
                <a:lnTo>
                  <a:pt x="2330196" y="1524"/>
                </a:lnTo>
                <a:lnTo>
                  <a:pt x="2307336" y="0"/>
                </a:lnTo>
                <a:lnTo>
                  <a:pt x="2286000" y="1422"/>
                </a:lnTo>
                <a:lnTo>
                  <a:pt x="2284476" y="1524"/>
                </a:lnTo>
                <a:lnTo>
                  <a:pt x="2241804" y="10668"/>
                </a:lnTo>
                <a:lnTo>
                  <a:pt x="2202180" y="27432"/>
                </a:lnTo>
                <a:lnTo>
                  <a:pt x="2167128" y="51816"/>
                </a:lnTo>
                <a:lnTo>
                  <a:pt x="2136648" y="80772"/>
                </a:lnTo>
                <a:lnTo>
                  <a:pt x="2113788" y="115824"/>
                </a:lnTo>
                <a:lnTo>
                  <a:pt x="2097024" y="155448"/>
                </a:lnTo>
                <a:lnTo>
                  <a:pt x="2087880" y="199644"/>
                </a:lnTo>
                <a:lnTo>
                  <a:pt x="2086356" y="220980"/>
                </a:lnTo>
                <a:lnTo>
                  <a:pt x="2087880" y="243840"/>
                </a:lnTo>
                <a:lnTo>
                  <a:pt x="2097024" y="286512"/>
                </a:lnTo>
                <a:lnTo>
                  <a:pt x="2113788" y="326136"/>
                </a:lnTo>
                <a:lnTo>
                  <a:pt x="2151888" y="377952"/>
                </a:lnTo>
                <a:lnTo>
                  <a:pt x="2183892" y="403860"/>
                </a:lnTo>
                <a:lnTo>
                  <a:pt x="2221992" y="425196"/>
                </a:lnTo>
                <a:lnTo>
                  <a:pt x="2263140" y="437388"/>
                </a:lnTo>
                <a:lnTo>
                  <a:pt x="2307336" y="441960"/>
                </a:lnTo>
                <a:lnTo>
                  <a:pt x="2328672" y="440537"/>
                </a:lnTo>
                <a:lnTo>
                  <a:pt x="2330196" y="440436"/>
                </a:lnTo>
                <a:lnTo>
                  <a:pt x="2394204" y="425196"/>
                </a:lnTo>
                <a:lnTo>
                  <a:pt x="2430780" y="403860"/>
                </a:lnTo>
                <a:lnTo>
                  <a:pt x="2464308" y="377952"/>
                </a:lnTo>
                <a:lnTo>
                  <a:pt x="2490216" y="344424"/>
                </a:lnTo>
                <a:lnTo>
                  <a:pt x="2511552" y="306324"/>
                </a:lnTo>
                <a:lnTo>
                  <a:pt x="2519172" y="281178"/>
                </a:lnTo>
                <a:lnTo>
                  <a:pt x="2523744" y="265176"/>
                </a:lnTo>
                <a:lnTo>
                  <a:pt x="2526792" y="243840"/>
                </a:lnTo>
                <a:lnTo>
                  <a:pt x="2528316" y="220980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72970" y="4414012"/>
            <a:ext cx="42862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21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8685" y="4326216"/>
            <a:ext cx="3779520" cy="257175"/>
          </a:xfrm>
          <a:custGeom>
            <a:avLst/>
            <a:gdLst/>
            <a:ahLst/>
            <a:cxnLst/>
            <a:rect l="l" t="t" r="r" b="b"/>
            <a:pathLst>
              <a:path w="3779520" h="257175">
                <a:moveTo>
                  <a:pt x="647700" y="99491"/>
                </a:moveTo>
                <a:lnTo>
                  <a:pt x="162826" y="99491"/>
                </a:lnTo>
                <a:lnTo>
                  <a:pt x="242316" y="53771"/>
                </a:lnTo>
                <a:lnTo>
                  <a:pt x="250812" y="46291"/>
                </a:lnTo>
                <a:lnTo>
                  <a:pt x="255460" y="36245"/>
                </a:lnTo>
                <a:lnTo>
                  <a:pt x="255816" y="25044"/>
                </a:lnTo>
                <a:lnTo>
                  <a:pt x="251460" y="14147"/>
                </a:lnTo>
                <a:lnTo>
                  <a:pt x="244221" y="5613"/>
                </a:lnTo>
                <a:lnTo>
                  <a:pt x="234696" y="812"/>
                </a:lnTo>
                <a:lnTo>
                  <a:pt x="224028" y="0"/>
                </a:lnTo>
                <a:lnTo>
                  <a:pt x="213360" y="3479"/>
                </a:lnTo>
                <a:lnTo>
                  <a:pt x="0" y="128447"/>
                </a:lnTo>
                <a:lnTo>
                  <a:pt x="56388" y="161467"/>
                </a:lnTo>
                <a:lnTo>
                  <a:pt x="213360" y="253415"/>
                </a:lnTo>
                <a:lnTo>
                  <a:pt x="224028" y="256882"/>
                </a:lnTo>
                <a:lnTo>
                  <a:pt x="234696" y="256082"/>
                </a:lnTo>
                <a:lnTo>
                  <a:pt x="244221" y="251269"/>
                </a:lnTo>
                <a:lnTo>
                  <a:pt x="251460" y="242747"/>
                </a:lnTo>
                <a:lnTo>
                  <a:pt x="255816" y="232079"/>
                </a:lnTo>
                <a:lnTo>
                  <a:pt x="255460" y="221411"/>
                </a:lnTo>
                <a:lnTo>
                  <a:pt x="250812" y="211886"/>
                </a:lnTo>
                <a:lnTo>
                  <a:pt x="242316" y="204647"/>
                </a:lnTo>
                <a:lnTo>
                  <a:pt x="161429" y="157403"/>
                </a:lnTo>
                <a:lnTo>
                  <a:pt x="647700" y="157403"/>
                </a:lnTo>
                <a:lnTo>
                  <a:pt x="647700" y="99491"/>
                </a:lnTo>
                <a:close/>
              </a:path>
              <a:path w="3779520" h="257175">
                <a:moveTo>
                  <a:pt x="3779520" y="128447"/>
                </a:moveTo>
                <a:lnTo>
                  <a:pt x="3566160" y="3479"/>
                </a:lnTo>
                <a:lnTo>
                  <a:pt x="3555250" y="0"/>
                </a:lnTo>
                <a:lnTo>
                  <a:pt x="3544062" y="812"/>
                </a:lnTo>
                <a:lnTo>
                  <a:pt x="3534016" y="5613"/>
                </a:lnTo>
                <a:lnTo>
                  <a:pt x="3526536" y="14147"/>
                </a:lnTo>
                <a:lnTo>
                  <a:pt x="3523056" y="25044"/>
                </a:lnTo>
                <a:lnTo>
                  <a:pt x="3523869" y="36245"/>
                </a:lnTo>
                <a:lnTo>
                  <a:pt x="3528682" y="46291"/>
                </a:lnTo>
                <a:lnTo>
                  <a:pt x="3537204" y="53771"/>
                </a:lnTo>
                <a:lnTo>
                  <a:pt x="3615982" y="99491"/>
                </a:lnTo>
                <a:lnTo>
                  <a:pt x="3131820" y="99491"/>
                </a:lnTo>
                <a:lnTo>
                  <a:pt x="3131820" y="157403"/>
                </a:lnTo>
                <a:lnTo>
                  <a:pt x="3617379" y="157403"/>
                </a:lnTo>
                <a:lnTo>
                  <a:pt x="3537204" y="204647"/>
                </a:lnTo>
                <a:lnTo>
                  <a:pt x="3528682" y="211886"/>
                </a:lnTo>
                <a:lnTo>
                  <a:pt x="3523869" y="221411"/>
                </a:lnTo>
                <a:lnTo>
                  <a:pt x="3523056" y="232079"/>
                </a:lnTo>
                <a:lnTo>
                  <a:pt x="3526536" y="242747"/>
                </a:lnTo>
                <a:lnTo>
                  <a:pt x="3534016" y="251269"/>
                </a:lnTo>
                <a:lnTo>
                  <a:pt x="3544062" y="256082"/>
                </a:lnTo>
                <a:lnTo>
                  <a:pt x="3555250" y="256882"/>
                </a:lnTo>
                <a:lnTo>
                  <a:pt x="3566160" y="253415"/>
                </a:lnTo>
                <a:lnTo>
                  <a:pt x="3723132" y="161467"/>
                </a:lnTo>
                <a:lnTo>
                  <a:pt x="3779520" y="1284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51260" y="4204206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04087" y="4192014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4408" y="4410964"/>
            <a:ext cx="42418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49655" y="5281673"/>
            <a:ext cx="28397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charged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50257" y="4966715"/>
            <a:ext cx="227329" cy="401320"/>
          </a:xfrm>
          <a:custGeom>
            <a:avLst/>
            <a:gdLst/>
            <a:ahLst/>
            <a:cxnLst/>
            <a:rect l="l" t="t" r="r" b="b"/>
            <a:pathLst>
              <a:path w="227329" h="401320">
                <a:moveTo>
                  <a:pt x="227075" y="394715"/>
                </a:moveTo>
                <a:lnTo>
                  <a:pt x="12191" y="0"/>
                </a:lnTo>
                <a:lnTo>
                  <a:pt x="0" y="6095"/>
                </a:lnTo>
                <a:lnTo>
                  <a:pt x="216407" y="400811"/>
                </a:lnTo>
                <a:lnTo>
                  <a:pt x="227075" y="394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63228" y="5223761"/>
            <a:ext cx="28397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charged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00733" y="4928615"/>
            <a:ext cx="193675" cy="365760"/>
          </a:xfrm>
          <a:custGeom>
            <a:avLst/>
            <a:gdLst/>
            <a:ahLst/>
            <a:cxnLst/>
            <a:rect l="l" t="t" r="r" b="b"/>
            <a:pathLst>
              <a:path w="193675" h="365760">
                <a:moveTo>
                  <a:pt x="193547" y="6095"/>
                </a:moveTo>
                <a:lnTo>
                  <a:pt x="181355" y="0"/>
                </a:lnTo>
                <a:lnTo>
                  <a:pt x="0" y="359663"/>
                </a:lnTo>
                <a:lnTo>
                  <a:pt x="12191" y="365759"/>
                </a:lnTo>
                <a:lnTo>
                  <a:pt x="193547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82271" y="994670"/>
            <a:ext cx="823594" cy="1062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">
              <a:lnSpc>
                <a:spcPts val="2875"/>
              </a:lnSpc>
              <a:spcBef>
                <a:spcPts val="105"/>
              </a:spcBef>
            </a:pPr>
            <a:r>
              <a:rPr sz="2800" spc="-50" dirty="0">
                <a:latin typeface="Symbol"/>
                <a:cs typeface="Symbol"/>
              </a:rPr>
              <a:t></a:t>
            </a:r>
            <a:endParaRPr sz="2800">
              <a:latin typeface="Symbol"/>
              <a:cs typeface="Symbol"/>
            </a:endParaRPr>
          </a:p>
          <a:p>
            <a:pPr marL="12700">
              <a:lnSpc>
                <a:spcPts val="5275"/>
              </a:lnSpc>
            </a:pPr>
            <a:r>
              <a:rPr sz="7200" spc="-37" baseline="2893" dirty="0">
                <a:latin typeface="Arial MT"/>
                <a:cs typeface="Arial MT"/>
              </a:rPr>
              <a:t>F</a:t>
            </a:r>
            <a:r>
              <a:rPr sz="2800" spc="-25" dirty="0">
                <a:latin typeface="Courier New"/>
                <a:cs typeface="Courier New"/>
              </a:rPr>
              <a:t>54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14019" y="2105659"/>
            <a:ext cx="2399030" cy="1141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35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(due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to)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50" dirty="0">
                <a:latin typeface="Arial MT"/>
                <a:cs typeface="Arial MT"/>
              </a:rPr>
              <a:t> 4</a:t>
            </a:r>
            <a:endParaRPr sz="2400">
              <a:latin typeface="Arial MT"/>
              <a:cs typeface="Arial MT"/>
            </a:endParaRPr>
          </a:p>
          <a:p>
            <a:pPr marR="341630" algn="ctr">
              <a:lnSpc>
                <a:spcPct val="100000"/>
              </a:lnSpc>
              <a:spcBef>
                <a:spcPts val="134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53918" y="2007107"/>
            <a:ext cx="617220" cy="295910"/>
          </a:xfrm>
          <a:custGeom>
            <a:avLst/>
            <a:gdLst/>
            <a:ahLst/>
            <a:cxnLst/>
            <a:rect l="l" t="t" r="r" b="b"/>
            <a:pathLst>
              <a:path w="617220" h="295910">
                <a:moveTo>
                  <a:pt x="617219" y="284987"/>
                </a:moveTo>
                <a:lnTo>
                  <a:pt x="4571" y="0"/>
                </a:lnTo>
                <a:lnTo>
                  <a:pt x="0" y="12191"/>
                </a:lnTo>
                <a:lnTo>
                  <a:pt x="612647" y="295655"/>
                </a:lnTo>
                <a:lnTo>
                  <a:pt x="617219" y="2849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84916" y="2105659"/>
            <a:ext cx="1314450" cy="164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-1905" algn="ctr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5</a:t>
            </a:r>
            <a:endParaRPr sz="2400">
              <a:latin typeface="Arial MT"/>
              <a:cs typeface="Arial MT"/>
            </a:endParaRPr>
          </a:p>
          <a:p>
            <a:pPr marL="60325">
              <a:lnSpc>
                <a:spcPts val="1385"/>
              </a:lnSpc>
              <a:spcBef>
                <a:spcPts val="134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48260">
              <a:lnSpc>
                <a:spcPts val="1995"/>
              </a:lnSpc>
            </a:pPr>
            <a:r>
              <a:rPr sz="2400" b="1" spc="-5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  <a:p>
            <a:pPr marR="15240" algn="ctr">
              <a:lnSpc>
                <a:spcPts val="2290"/>
              </a:lnSpc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72185" y="1176540"/>
            <a:ext cx="8758555" cy="1882139"/>
          </a:xfrm>
          <a:custGeom>
            <a:avLst/>
            <a:gdLst/>
            <a:ahLst/>
            <a:cxnLst/>
            <a:rect l="l" t="t" r="r" b="b"/>
            <a:pathLst>
              <a:path w="8758555" h="1882139">
                <a:moveTo>
                  <a:pt x="4361688" y="807707"/>
                </a:moveTo>
                <a:lnTo>
                  <a:pt x="4355592" y="797039"/>
                </a:lnTo>
                <a:lnTo>
                  <a:pt x="3672840" y="1152131"/>
                </a:lnTo>
                <a:lnTo>
                  <a:pt x="3678936" y="1162799"/>
                </a:lnTo>
                <a:lnTo>
                  <a:pt x="4361688" y="807707"/>
                </a:lnTo>
                <a:close/>
              </a:path>
              <a:path w="8758555" h="1882139">
                <a:moveTo>
                  <a:pt x="8758428" y="0"/>
                </a:moveTo>
                <a:lnTo>
                  <a:pt x="8747760" y="0"/>
                </a:lnTo>
                <a:lnTo>
                  <a:pt x="8747760" y="9144"/>
                </a:lnTo>
                <a:lnTo>
                  <a:pt x="8747760" y="1871472"/>
                </a:lnTo>
                <a:lnTo>
                  <a:pt x="9144" y="1871472"/>
                </a:lnTo>
                <a:lnTo>
                  <a:pt x="9144" y="9144"/>
                </a:lnTo>
                <a:lnTo>
                  <a:pt x="8747760" y="9144"/>
                </a:lnTo>
                <a:lnTo>
                  <a:pt x="8747760" y="0"/>
                </a:lnTo>
                <a:lnTo>
                  <a:pt x="0" y="0"/>
                </a:lnTo>
                <a:lnTo>
                  <a:pt x="0" y="1882140"/>
                </a:lnTo>
                <a:lnTo>
                  <a:pt x="4572" y="1882140"/>
                </a:lnTo>
                <a:lnTo>
                  <a:pt x="9144" y="1882140"/>
                </a:lnTo>
                <a:lnTo>
                  <a:pt x="8747760" y="1882140"/>
                </a:lnTo>
                <a:lnTo>
                  <a:pt x="8752332" y="1882140"/>
                </a:lnTo>
                <a:lnTo>
                  <a:pt x="8758428" y="1882140"/>
                </a:lnTo>
                <a:lnTo>
                  <a:pt x="87584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16820" y="438403"/>
            <a:ext cx="2719070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Notation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22759" y="6644129"/>
            <a:ext cx="124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13888" dirty="0">
                <a:latin typeface="Arial MT"/>
                <a:cs typeface="Arial MT"/>
              </a:rPr>
              <a:t>F</a:t>
            </a:r>
            <a:r>
              <a:rPr sz="1600" dirty="0">
                <a:latin typeface="Arial MT"/>
                <a:cs typeface="Arial MT"/>
              </a:rPr>
              <a:t>12</a:t>
            </a:r>
            <a:r>
              <a:rPr sz="1600" spc="200" dirty="0">
                <a:latin typeface="Arial MT"/>
                <a:cs typeface="Arial MT"/>
              </a:rPr>
              <a:t> </a:t>
            </a:r>
            <a:r>
              <a:rPr sz="3600" baseline="13888" dirty="0">
                <a:latin typeface="Arial MT"/>
                <a:cs typeface="Arial MT"/>
              </a:rPr>
              <a:t>=</a:t>
            </a:r>
            <a:r>
              <a:rPr sz="3600" spc="-22" baseline="13888" dirty="0">
                <a:latin typeface="Arial MT"/>
                <a:cs typeface="Arial MT"/>
              </a:rPr>
              <a:t> </a:t>
            </a:r>
            <a:r>
              <a:rPr sz="3600" spc="-37" baseline="13888" dirty="0">
                <a:latin typeface="Arial MT"/>
                <a:cs typeface="Arial MT"/>
              </a:rPr>
              <a:t>F</a:t>
            </a:r>
            <a:r>
              <a:rPr sz="1600" spc="-25" dirty="0">
                <a:latin typeface="Arial MT"/>
                <a:cs typeface="Arial MT"/>
              </a:rPr>
              <a:t>21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703454" y="1469136"/>
            <a:ext cx="4951730" cy="3857625"/>
            <a:chOff x="2703454" y="1469136"/>
            <a:chExt cx="4951730" cy="3857625"/>
          </a:xfrm>
        </p:grpSpPr>
        <p:sp>
          <p:nvSpPr>
            <p:cNvPr id="4" name="object 4"/>
            <p:cNvSpPr/>
            <p:nvPr/>
          </p:nvSpPr>
          <p:spPr>
            <a:xfrm>
              <a:off x="2703449" y="1469148"/>
              <a:ext cx="4951730" cy="3857625"/>
            </a:xfrm>
            <a:custGeom>
              <a:avLst/>
              <a:gdLst/>
              <a:ahLst/>
              <a:cxnLst/>
              <a:rect l="l" t="t" r="r" b="b"/>
              <a:pathLst>
                <a:path w="4951730" h="3857625">
                  <a:moveTo>
                    <a:pt x="38100" y="1149096"/>
                  </a:moveTo>
                  <a:lnTo>
                    <a:pt x="6096" y="1127760"/>
                  </a:lnTo>
                  <a:lnTo>
                    <a:pt x="0" y="1135380"/>
                  </a:lnTo>
                  <a:lnTo>
                    <a:pt x="32004" y="1156716"/>
                  </a:lnTo>
                  <a:lnTo>
                    <a:pt x="38100" y="1149096"/>
                  </a:lnTo>
                  <a:close/>
                </a:path>
                <a:path w="4951730" h="3857625">
                  <a:moveTo>
                    <a:pt x="92964" y="1185672"/>
                  </a:moveTo>
                  <a:lnTo>
                    <a:pt x="60960" y="1164336"/>
                  </a:lnTo>
                  <a:lnTo>
                    <a:pt x="56388" y="1173480"/>
                  </a:lnTo>
                  <a:lnTo>
                    <a:pt x="86868" y="1193292"/>
                  </a:lnTo>
                  <a:lnTo>
                    <a:pt x="92964" y="1185672"/>
                  </a:lnTo>
                  <a:close/>
                </a:path>
                <a:path w="4951730" h="3857625">
                  <a:moveTo>
                    <a:pt x="147828" y="1223772"/>
                  </a:moveTo>
                  <a:lnTo>
                    <a:pt x="117348" y="1202436"/>
                  </a:lnTo>
                  <a:lnTo>
                    <a:pt x="111252" y="1210056"/>
                  </a:lnTo>
                  <a:lnTo>
                    <a:pt x="143256" y="1231392"/>
                  </a:lnTo>
                  <a:lnTo>
                    <a:pt x="147828" y="1223772"/>
                  </a:lnTo>
                  <a:close/>
                </a:path>
                <a:path w="4951730" h="3857625">
                  <a:moveTo>
                    <a:pt x="204216" y="1260348"/>
                  </a:moveTo>
                  <a:lnTo>
                    <a:pt x="172212" y="1239012"/>
                  </a:lnTo>
                  <a:lnTo>
                    <a:pt x="166116" y="1246632"/>
                  </a:lnTo>
                  <a:lnTo>
                    <a:pt x="198120" y="1267968"/>
                  </a:lnTo>
                  <a:lnTo>
                    <a:pt x="204216" y="1260348"/>
                  </a:lnTo>
                  <a:close/>
                </a:path>
                <a:path w="4951730" h="3857625">
                  <a:moveTo>
                    <a:pt x="259080" y="1296924"/>
                  </a:moveTo>
                  <a:lnTo>
                    <a:pt x="227076" y="1275588"/>
                  </a:lnTo>
                  <a:lnTo>
                    <a:pt x="222504" y="1283208"/>
                  </a:lnTo>
                  <a:lnTo>
                    <a:pt x="254508" y="1304544"/>
                  </a:lnTo>
                  <a:lnTo>
                    <a:pt x="259080" y="1296924"/>
                  </a:lnTo>
                  <a:close/>
                </a:path>
                <a:path w="4951730" h="3857625">
                  <a:moveTo>
                    <a:pt x="315468" y="1333500"/>
                  </a:moveTo>
                  <a:lnTo>
                    <a:pt x="283464" y="1312164"/>
                  </a:lnTo>
                  <a:lnTo>
                    <a:pt x="277368" y="1321308"/>
                  </a:lnTo>
                  <a:lnTo>
                    <a:pt x="309372" y="1342644"/>
                  </a:lnTo>
                  <a:lnTo>
                    <a:pt x="315468" y="1333500"/>
                  </a:lnTo>
                  <a:close/>
                </a:path>
                <a:path w="4951730" h="3857625">
                  <a:moveTo>
                    <a:pt x="370332" y="1371600"/>
                  </a:moveTo>
                  <a:lnTo>
                    <a:pt x="338328" y="1350264"/>
                  </a:lnTo>
                  <a:lnTo>
                    <a:pt x="333756" y="1357884"/>
                  </a:lnTo>
                  <a:lnTo>
                    <a:pt x="364236" y="1379220"/>
                  </a:lnTo>
                  <a:lnTo>
                    <a:pt x="370332" y="1371600"/>
                  </a:lnTo>
                  <a:close/>
                </a:path>
                <a:path w="4951730" h="3857625">
                  <a:moveTo>
                    <a:pt x="425196" y="1408176"/>
                  </a:moveTo>
                  <a:lnTo>
                    <a:pt x="394716" y="1386840"/>
                  </a:lnTo>
                  <a:lnTo>
                    <a:pt x="388620" y="1394460"/>
                  </a:lnTo>
                  <a:lnTo>
                    <a:pt x="420624" y="1415796"/>
                  </a:lnTo>
                  <a:lnTo>
                    <a:pt x="425196" y="1408176"/>
                  </a:lnTo>
                  <a:close/>
                </a:path>
                <a:path w="4951730" h="3857625">
                  <a:moveTo>
                    <a:pt x="481584" y="1444752"/>
                  </a:moveTo>
                  <a:lnTo>
                    <a:pt x="449580" y="1423416"/>
                  </a:lnTo>
                  <a:lnTo>
                    <a:pt x="443484" y="1431036"/>
                  </a:lnTo>
                  <a:lnTo>
                    <a:pt x="475488" y="1452372"/>
                  </a:lnTo>
                  <a:lnTo>
                    <a:pt x="481584" y="1444752"/>
                  </a:lnTo>
                  <a:close/>
                </a:path>
                <a:path w="4951730" h="3857625">
                  <a:moveTo>
                    <a:pt x="536448" y="1481328"/>
                  </a:moveTo>
                  <a:lnTo>
                    <a:pt x="504444" y="1461516"/>
                  </a:lnTo>
                  <a:lnTo>
                    <a:pt x="499872" y="1469136"/>
                  </a:lnTo>
                  <a:lnTo>
                    <a:pt x="531876" y="1490472"/>
                  </a:lnTo>
                  <a:lnTo>
                    <a:pt x="536448" y="1481328"/>
                  </a:lnTo>
                  <a:close/>
                </a:path>
                <a:path w="4951730" h="3857625">
                  <a:moveTo>
                    <a:pt x="592836" y="1519428"/>
                  </a:moveTo>
                  <a:lnTo>
                    <a:pt x="560832" y="1498092"/>
                  </a:lnTo>
                  <a:lnTo>
                    <a:pt x="554736" y="1505712"/>
                  </a:lnTo>
                  <a:lnTo>
                    <a:pt x="586740" y="1527048"/>
                  </a:lnTo>
                  <a:lnTo>
                    <a:pt x="592836" y="1519428"/>
                  </a:lnTo>
                  <a:close/>
                </a:path>
                <a:path w="4951730" h="3857625">
                  <a:moveTo>
                    <a:pt x="647700" y="1556004"/>
                  </a:moveTo>
                  <a:lnTo>
                    <a:pt x="615696" y="1534668"/>
                  </a:lnTo>
                  <a:lnTo>
                    <a:pt x="611124" y="1542288"/>
                  </a:lnTo>
                  <a:lnTo>
                    <a:pt x="641604" y="1563624"/>
                  </a:lnTo>
                  <a:lnTo>
                    <a:pt x="647700" y="1556004"/>
                  </a:lnTo>
                  <a:close/>
                </a:path>
                <a:path w="4951730" h="3857625">
                  <a:moveTo>
                    <a:pt x="702564" y="1592580"/>
                  </a:moveTo>
                  <a:lnTo>
                    <a:pt x="672084" y="1571244"/>
                  </a:lnTo>
                  <a:lnTo>
                    <a:pt x="665988" y="1580388"/>
                  </a:lnTo>
                  <a:lnTo>
                    <a:pt x="697992" y="1600200"/>
                  </a:lnTo>
                  <a:lnTo>
                    <a:pt x="702564" y="1592580"/>
                  </a:lnTo>
                  <a:close/>
                </a:path>
                <a:path w="4951730" h="3857625">
                  <a:moveTo>
                    <a:pt x="758952" y="1629156"/>
                  </a:moveTo>
                  <a:lnTo>
                    <a:pt x="726948" y="1609344"/>
                  </a:lnTo>
                  <a:lnTo>
                    <a:pt x="722376" y="1616964"/>
                  </a:lnTo>
                  <a:lnTo>
                    <a:pt x="752856" y="1638300"/>
                  </a:lnTo>
                  <a:lnTo>
                    <a:pt x="758952" y="1629156"/>
                  </a:lnTo>
                  <a:close/>
                </a:path>
                <a:path w="4951730" h="3857625">
                  <a:moveTo>
                    <a:pt x="813816" y="1667256"/>
                  </a:moveTo>
                  <a:lnTo>
                    <a:pt x="781812" y="1645920"/>
                  </a:lnTo>
                  <a:lnTo>
                    <a:pt x="777240" y="1653540"/>
                  </a:lnTo>
                  <a:lnTo>
                    <a:pt x="809244" y="1674876"/>
                  </a:lnTo>
                  <a:lnTo>
                    <a:pt x="813816" y="1667256"/>
                  </a:lnTo>
                  <a:close/>
                </a:path>
                <a:path w="4951730" h="3857625">
                  <a:moveTo>
                    <a:pt x="870204" y="1703832"/>
                  </a:moveTo>
                  <a:lnTo>
                    <a:pt x="838200" y="1682496"/>
                  </a:lnTo>
                  <a:lnTo>
                    <a:pt x="832104" y="1690116"/>
                  </a:lnTo>
                  <a:lnTo>
                    <a:pt x="864108" y="1711452"/>
                  </a:lnTo>
                  <a:lnTo>
                    <a:pt x="870204" y="1703832"/>
                  </a:lnTo>
                  <a:close/>
                </a:path>
                <a:path w="4951730" h="3857625">
                  <a:moveTo>
                    <a:pt x="925068" y="1740408"/>
                  </a:moveTo>
                  <a:lnTo>
                    <a:pt x="893064" y="1719072"/>
                  </a:lnTo>
                  <a:lnTo>
                    <a:pt x="888492" y="1728216"/>
                  </a:lnTo>
                  <a:lnTo>
                    <a:pt x="920496" y="1748028"/>
                  </a:lnTo>
                  <a:lnTo>
                    <a:pt x="925068" y="1740408"/>
                  </a:lnTo>
                  <a:close/>
                </a:path>
                <a:path w="4951730" h="3857625">
                  <a:moveTo>
                    <a:pt x="979932" y="1778508"/>
                  </a:moveTo>
                  <a:lnTo>
                    <a:pt x="949452" y="1757172"/>
                  </a:lnTo>
                  <a:lnTo>
                    <a:pt x="943356" y="1764792"/>
                  </a:lnTo>
                  <a:lnTo>
                    <a:pt x="975360" y="1786128"/>
                  </a:lnTo>
                  <a:lnTo>
                    <a:pt x="979932" y="1778508"/>
                  </a:lnTo>
                  <a:close/>
                </a:path>
                <a:path w="4951730" h="3857625">
                  <a:moveTo>
                    <a:pt x="1036320" y="1815084"/>
                  </a:moveTo>
                  <a:lnTo>
                    <a:pt x="1004316" y="1793748"/>
                  </a:lnTo>
                  <a:lnTo>
                    <a:pt x="999744" y="1801368"/>
                  </a:lnTo>
                  <a:lnTo>
                    <a:pt x="1030224" y="1822704"/>
                  </a:lnTo>
                  <a:lnTo>
                    <a:pt x="1036320" y="1815084"/>
                  </a:lnTo>
                  <a:close/>
                </a:path>
                <a:path w="4951730" h="3857625">
                  <a:moveTo>
                    <a:pt x="1091184" y="1851660"/>
                  </a:moveTo>
                  <a:lnTo>
                    <a:pt x="1059180" y="1830324"/>
                  </a:lnTo>
                  <a:lnTo>
                    <a:pt x="1054608" y="1837944"/>
                  </a:lnTo>
                  <a:lnTo>
                    <a:pt x="1086612" y="1859280"/>
                  </a:lnTo>
                  <a:lnTo>
                    <a:pt x="1091184" y="1851660"/>
                  </a:lnTo>
                  <a:close/>
                </a:path>
                <a:path w="4951730" h="3857625">
                  <a:moveTo>
                    <a:pt x="1114044" y="3140964"/>
                  </a:moveTo>
                  <a:lnTo>
                    <a:pt x="1109472" y="3131820"/>
                  </a:lnTo>
                  <a:lnTo>
                    <a:pt x="1077468" y="3153156"/>
                  </a:lnTo>
                  <a:lnTo>
                    <a:pt x="1082040" y="3160776"/>
                  </a:lnTo>
                  <a:lnTo>
                    <a:pt x="1114044" y="3140964"/>
                  </a:lnTo>
                  <a:close/>
                </a:path>
                <a:path w="4951730" h="3857625">
                  <a:moveTo>
                    <a:pt x="1147572" y="1888236"/>
                  </a:moveTo>
                  <a:lnTo>
                    <a:pt x="1115568" y="1866900"/>
                  </a:lnTo>
                  <a:lnTo>
                    <a:pt x="1109472" y="1876044"/>
                  </a:lnTo>
                  <a:lnTo>
                    <a:pt x="1141476" y="1897380"/>
                  </a:lnTo>
                  <a:lnTo>
                    <a:pt x="1147572" y="1888236"/>
                  </a:lnTo>
                  <a:close/>
                </a:path>
                <a:path w="4951730" h="3857625">
                  <a:moveTo>
                    <a:pt x="1170432" y="3104388"/>
                  </a:moveTo>
                  <a:lnTo>
                    <a:pt x="1165860" y="3096768"/>
                  </a:lnTo>
                  <a:lnTo>
                    <a:pt x="1133856" y="3116580"/>
                  </a:lnTo>
                  <a:lnTo>
                    <a:pt x="1138428" y="3125724"/>
                  </a:lnTo>
                  <a:lnTo>
                    <a:pt x="1170432" y="3104388"/>
                  </a:lnTo>
                  <a:close/>
                </a:path>
                <a:path w="4951730" h="3857625">
                  <a:moveTo>
                    <a:pt x="1202436" y="1926336"/>
                  </a:moveTo>
                  <a:lnTo>
                    <a:pt x="1170432" y="1905000"/>
                  </a:lnTo>
                  <a:lnTo>
                    <a:pt x="1165860" y="1912620"/>
                  </a:lnTo>
                  <a:lnTo>
                    <a:pt x="1197864" y="1933956"/>
                  </a:lnTo>
                  <a:lnTo>
                    <a:pt x="1202436" y="1926336"/>
                  </a:lnTo>
                  <a:close/>
                </a:path>
                <a:path w="4951730" h="3857625">
                  <a:moveTo>
                    <a:pt x="1226820" y="3069336"/>
                  </a:moveTo>
                  <a:lnTo>
                    <a:pt x="1222248" y="3061716"/>
                  </a:lnTo>
                  <a:lnTo>
                    <a:pt x="1190244" y="3081528"/>
                  </a:lnTo>
                  <a:lnTo>
                    <a:pt x="1194816" y="3089148"/>
                  </a:lnTo>
                  <a:lnTo>
                    <a:pt x="1226820" y="3069336"/>
                  </a:lnTo>
                  <a:close/>
                </a:path>
                <a:path w="4951730" h="3857625">
                  <a:moveTo>
                    <a:pt x="1257300" y="1962912"/>
                  </a:moveTo>
                  <a:lnTo>
                    <a:pt x="1226820" y="1941576"/>
                  </a:lnTo>
                  <a:lnTo>
                    <a:pt x="1220724" y="1949196"/>
                  </a:lnTo>
                  <a:lnTo>
                    <a:pt x="1252728" y="1970532"/>
                  </a:lnTo>
                  <a:lnTo>
                    <a:pt x="1257300" y="1962912"/>
                  </a:lnTo>
                  <a:close/>
                </a:path>
                <a:path w="4951730" h="3857625">
                  <a:moveTo>
                    <a:pt x="1283208" y="3034284"/>
                  </a:moveTo>
                  <a:lnTo>
                    <a:pt x="1278636" y="3025140"/>
                  </a:lnTo>
                  <a:lnTo>
                    <a:pt x="1246632" y="3046476"/>
                  </a:lnTo>
                  <a:lnTo>
                    <a:pt x="1251204" y="3054096"/>
                  </a:lnTo>
                  <a:lnTo>
                    <a:pt x="1283208" y="3034284"/>
                  </a:lnTo>
                  <a:close/>
                </a:path>
                <a:path w="4951730" h="3857625">
                  <a:moveTo>
                    <a:pt x="1313688" y="1999488"/>
                  </a:moveTo>
                  <a:lnTo>
                    <a:pt x="1281684" y="1978152"/>
                  </a:lnTo>
                  <a:lnTo>
                    <a:pt x="1277112" y="1985772"/>
                  </a:lnTo>
                  <a:lnTo>
                    <a:pt x="1307592" y="2007108"/>
                  </a:lnTo>
                  <a:lnTo>
                    <a:pt x="1313688" y="1999488"/>
                  </a:lnTo>
                  <a:close/>
                </a:path>
                <a:path w="4951730" h="3857625">
                  <a:moveTo>
                    <a:pt x="1339596" y="2997708"/>
                  </a:moveTo>
                  <a:lnTo>
                    <a:pt x="1335024" y="2990088"/>
                  </a:lnTo>
                  <a:lnTo>
                    <a:pt x="1303020" y="3009900"/>
                  </a:lnTo>
                  <a:lnTo>
                    <a:pt x="1307592" y="3019044"/>
                  </a:lnTo>
                  <a:lnTo>
                    <a:pt x="1339596" y="2997708"/>
                  </a:lnTo>
                  <a:close/>
                </a:path>
                <a:path w="4951730" h="3857625">
                  <a:moveTo>
                    <a:pt x="1368552" y="2036064"/>
                  </a:moveTo>
                  <a:lnTo>
                    <a:pt x="1336548" y="2016252"/>
                  </a:lnTo>
                  <a:lnTo>
                    <a:pt x="1331976" y="2023872"/>
                  </a:lnTo>
                  <a:lnTo>
                    <a:pt x="1363980" y="2045208"/>
                  </a:lnTo>
                  <a:lnTo>
                    <a:pt x="1368552" y="2036064"/>
                  </a:lnTo>
                  <a:close/>
                </a:path>
                <a:path w="4951730" h="3857625">
                  <a:moveTo>
                    <a:pt x="1395984" y="2962656"/>
                  </a:moveTo>
                  <a:lnTo>
                    <a:pt x="1391412" y="2955036"/>
                  </a:lnTo>
                  <a:lnTo>
                    <a:pt x="1359408" y="2974848"/>
                  </a:lnTo>
                  <a:lnTo>
                    <a:pt x="1363980" y="2982468"/>
                  </a:lnTo>
                  <a:lnTo>
                    <a:pt x="1395984" y="2962656"/>
                  </a:lnTo>
                  <a:close/>
                </a:path>
                <a:path w="4951730" h="3857625">
                  <a:moveTo>
                    <a:pt x="1424940" y="2074164"/>
                  </a:moveTo>
                  <a:lnTo>
                    <a:pt x="1392936" y="2052828"/>
                  </a:lnTo>
                  <a:lnTo>
                    <a:pt x="1386840" y="2060448"/>
                  </a:lnTo>
                  <a:lnTo>
                    <a:pt x="1418844" y="2081784"/>
                  </a:lnTo>
                  <a:lnTo>
                    <a:pt x="1424940" y="2074164"/>
                  </a:lnTo>
                  <a:close/>
                </a:path>
                <a:path w="4951730" h="3857625">
                  <a:moveTo>
                    <a:pt x="1452372" y="2927604"/>
                  </a:moveTo>
                  <a:lnTo>
                    <a:pt x="1447800" y="2918460"/>
                  </a:lnTo>
                  <a:lnTo>
                    <a:pt x="1415796" y="2939796"/>
                  </a:lnTo>
                  <a:lnTo>
                    <a:pt x="1420368" y="2947416"/>
                  </a:lnTo>
                  <a:lnTo>
                    <a:pt x="1452372" y="2927604"/>
                  </a:lnTo>
                  <a:close/>
                </a:path>
                <a:path w="4951730" h="3857625">
                  <a:moveTo>
                    <a:pt x="1479804" y="2110740"/>
                  </a:moveTo>
                  <a:lnTo>
                    <a:pt x="1447800" y="2089404"/>
                  </a:lnTo>
                  <a:lnTo>
                    <a:pt x="1443228" y="2097024"/>
                  </a:lnTo>
                  <a:lnTo>
                    <a:pt x="1475232" y="2118360"/>
                  </a:lnTo>
                  <a:lnTo>
                    <a:pt x="1479804" y="2110740"/>
                  </a:lnTo>
                  <a:close/>
                </a:path>
                <a:path w="4951730" h="3857625">
                  <a:moveTo>
                    <a:pt x="1508760" y="2891028"/>
                  </a:moveTo>
                  <a:lnTo>
                    <a:pt x="1504188" y="2883408"/>
                  </a:lnTo>
                  <a:lnTo>
                    <a:pt x="1472184" y="2903220"/>
                  </a:lnTo>
                  <a:lnTo>
                    <a:pt x="1476756" y="2912364"/>
                  </a:lnTo>
                  <a:lnTo>
                    <a:pt x="1508760" y="2891028"/>
                  </a:lnTo>
                  <a:close/>
                </a:path>
                <a:path w="4951730" h="3857625">
                  <a:moveTo>
                    <a:pt x="1534668" y="2147316"/>
                  </a:moveTo>
                  <a:lnTo>
                    <a:pt x="1504188" y="2125980"/>
                  </a:lnTo>
                  <a:lnTo>
                    <a:pt x="1498092" y="2135124"/>
                  </a:lnTo>
                  <a:lnTo>
                    <a:pt x="1530096" y="2154936"/>
                  </a:lnTo>
                  <a:lnTo>
                    <a:pt x="1534668" y="2147316"/>
                  </a:lnTo>
                  <a:close/>
                </a:path>
                <a:path w="4951730" h="3857625">
                  <a:moveTo>
                    <a:pt x="1565148" y="2855976"/>
                  </a:moveTo>
                  <a:lnTo>
                    <a:pt x="1560576" y="2848356"/>
                  </a:lnTo>
                  <a:lnTo>
                    <a:pt x="1528572" y="2868168"/>
                  </a:lnTo>
                  <a:lnTo>
                    <a:pt x="1533144" y="2875788"/>
                  </a:lnTo>
                  <a:lnTo>
                    <a:pt x="1565148" y="2855976"/>
                  </a:lnTo>
                  <a:close/>
                </a:path>
                <a:path w="4951730" h="3857625">
                  <a:moveTo>
                    <a:pt x="1591056" y="2183892"/>
                  </a:moveTo>
                  <a:lnTo>
                    <a:pt x="1559052" y="2164080"/>
                  </a:lnTo>
                  <a:lnTo>
                    <a:pt x="1554480" y="2171700"/>
                  </a:lnTo>
                  <a:lnTo>
                    <a:pt x="1584960" y="2193036"/>
                  </a:lnTo>
                  <a:lnTo>
                    <a:pt x="1591056" y="2183892"/>
                  </a:lnTo>
                  <a:close/>
                </a:path>
                <a:path w="4951730" h="3857625">
                  <a:moveTo>
                    <a:pt x="1621536" y="2820924"/>
                  </a:moveTo>
                  <a:lnTo>
                    <a:pt x="1616964" y="2811780"/>
                  </a:lnTo>
                  <a:lnTo>
                    <a:pt x="1584960" y="2833116"/>
                  </a:lnTo>
                  <a:lnTo>
                    <a:pt x="1589532" y="2840736"/>
                  </a:lnTo>
                  <a:lnTo>
                    <a:pt x="1621536" y="2820924"/>
                  </a:lnTo>
                  <a:close/>
                </a:path>
                <a:path w="4951730" h="3857625">
                  <a:moveTo>
                    <a:pt x="1645920" y="2221992"/>
                  </a:moveTo>
                  <a:lnTo>
                    <a:pt x="1613916" y="2200656"/>
                  </a:lnTo>
                  <a:lnTo>
                    <a:pt x="1609344" y="2208276"/>
                  </a:lnTo>
                  <a:lnTo>
                    <a:pt x="1641348" y="2229612"/>
                  </a:lnTo>
                  <a:lnTo>
                    <a:pt x="1645920" y="2221992"/>
                  </a:lnTo>
                  <a:close/>
                </a:path>
                <a:path w="4951730" h="3857625">
                  <a:moveTo>
                    <a:pt x="1677924" y="2784348"/>
                  </a:moveTo>
                  <a:lnTo>
                    <a:pt x="1673352" y="2776728"/>
                  </a:lnTo>
                  <a:lnTo>
                    <a:pt x="1641348" y="2796540"/>
                  </a:lnTo>
                  <a:lnTo>
                    <a:pt x="1645920" y="2805684"/>
                  </a:lnTo>
                  <a:lnTo>
                    <a:pt x="1677924" y="2784348"/>
                  </a:lnTo>
                  <a:close/>
                </a:path>
                <a:path w="4951730" h="3857625">
                  <a:moveTo>
                    <a:pt x="1702308" y="2258568"/>
                  </a:moveTo>
                  <a:lnTo>
                    <a:pt x="1670304" y="2237232"/>
                  </a:lnTo>
                  <a:lnTo>
                    <a:pt x="1664208" y="2244852"/>
                  </a:lnTo>
                  <a:lnTo>
                    <a:pt x="1696212" y="2266188"/>
                  </a:lnTo>
                  <a:lnTo>
                    <a:pt x="1702308" y="2258568"/>
                  </a:lnTo>
                  <a:close/>
                </a:path>
                <a:path w="4951730" h="3857625">
                  <a:moveTo>
                    <a:pt x="1734312" y="2749296"/>
                  </a:moveTo>
                  <a:lnTo>
                    <a:pt x="1729740" y="2741676"/>
                  </a:lnTo>
                  <a:lnTo>
                    <a:pt x="1697736" y="2761488"/>
                  </a:lnTo>
                  <a:lnTo>
                    <a:pt x="1702308" y="2769108"/>
                  </a:lnTo>
                  <a:lnTo>
                    <a:pt x="1734312" y="2749296"/>
                  </a:lnTo>
                  <a:close/>
                </a:path>
                <a:path w="4951730" h="3857625">
                  <a:moveTo>
                    <a:pt x="1757172" y="2295144"/>
                  </a:moveTo>
                  <a:lnTo>
                    <a:pt x="1725168" y="2273808"/>
                  </a:lnTo>
                  <a:lnTo>
                    <a:pt x="1720596" y="2282952"/>
                  </a:lnTo>
                  <a:lnTo>
                    <a:pt x="1752600" y="2302764"/>
                  </a:lnTo>
                  <a:lnTo>
                    <a:pt x="1757172" y="2295144"/>
                  </a:lnTo>
                  <a:close/>
                </a:path>
                <a:path w="4951730" h="3857625">
                  <a:moveTo>
                    <a:pt x="1790700" y="3686556"/>
                  </a:moveTo>
                  <a:lnTo>
                    <a:pt x="1781556" y="3685032"/>
                  </a:lnTo>
                  <a:lnTo>
                    <a:pt x="1775460" y="3707892"/>
                  </a:lnTo>
                  <a:lnTo>
                    <a:pt x="1784604" y="3710940"/>
                  </a:lnTo>
                  <a:lnTo>
                    <a:pt x="1790700" y="3686556"/>
                  </a:lnTo>
                  <a:close/>
                </a:path>
                <a:path w="4951730" h="3857625">
                  <a:moveTo>
                    <a:pt x="1790700" y="2714244"/>
                  </a:moveTo>
                  <a:lnTo>
                    <a:pt x="1786128" y="2706624"/>
                  </a:lnTo>
                  <a:lnTo>
                    <a:pt x="1754124" y="2726436"/>
                  </a:lnTo>
                  <a:lnTo>
                    <a:pt x="1758696" y="2734056"/>
                  </a:lnTo>
                  <a:lnTo>
                    <a:pt x="1790700" y="2714244"/>
                  </a:lnTo>
                  <a:close/>
                </a:path>
                <a:path w="4951730" h="3857625">
                  <a:moveTo>
                    <a:pt x="1805940" y="3622548"/>
                  </a:moveTo>
                  <a:lnTo>
                    <a:pt x="1796796" y="3621024"/>
                  </a:lnTo>
                  <a:lnTo>
                    <a:pt x="1787652" y="3657600"/>
                  </a:lnTo>
                  <a:lnTo>
                    <a:pt x="1796796" y="3659124"/>
                  </a:lnTo>
                  <a:lnTo>
                    <a:pt x="1805940" y="3622548"/>
                  </a:lnTo>
                  <a:close/>
                </a:path>
                <a:path w="4951730" h="3857625">
                  <a:moveTo>
                    <a:pt x="1812036" y="2333244"/>
                  </a:moveTo>
                  <a:lnTo>
                    <a:pt x="1781556" y="2311908"/>
                  </a:lnTo>
                  <a:lnTo>
                    <a:pt x="1775460" y="2319528"/>
                  </a:lnTo>
                  <a:lnTo>
                    <a:pt x="1807464" y="2340864"/>
                  </a:lnTo>
                  <a:lnTo>
                    <a:pt x="1812036" y="2333244"/>
                  </a:lnTo>
                  <a:close/>
                </a:path>
                <a:path w="4951730" h="3857625">
                  <a:moveTo>
                    <a:pt x="1822704" y="3558540"/>
                  </a:moveTo>
                  <a:lnTo>
                    <a:pt x="1813560" y="3555492"/>
                  </a:lnTo>
                  <a:lnTo>
                    <a:pt x="1804416" y="3592068"/>
                  </a:lnTo>
                  <a:lnTo>
                    <a:pt x="1813560" y="3595116"/>
                  </a:lnTo>
                  <a:lnTo>
                    <a:pt x="1822704" y="3558540"/>
                  </a:lnTo>
                  <a:close/>
                </a:path>
                <a:path w="4951730" h="3857625">
                  <a:moveTo>
                    <a:pt x="1839468" y="3493008"/>
                  </a:moveTo>
                  <a:lnTo>
                    <a:pt x="1830324" y="3491484"/>
                  </a:lnTo>
                  <a:lnTo>
                    <a:pt x="1821180" y="3528060"/>
                  </a:lnTo>
                  <a:lnTo>
                    <a:pt x="1830324" y="3529584"/>
                  </a:lnTo>
                  <a:lnTo>
                    <a:pt x="1839468" y="3493008"/>
                  </a:lnTo>
                  <a:close/>
                </a:path>
                <a:path w="4951730" h="3857625">
                  <a:moveTo>
                    <a:pt x="1847088" y="2679192"/>
                  </a:moveTo>
                  <a:lnTo>
                    <a:pt x="1842516" y="2670048"/>
                  </a:lnTo>
                  <a:lnTo>
                    <a:pt x="1810512" y="2691384"/>
                  </a:lnTo>
                  <a:lnTo>
                    <a:pt x="1815084" y="2699004"/>
                  </a:lnTo>
                  <a:lnTo>
                    <a:pt x="1847088" y="2679192"/>
                  </a:lnTo>
                  <a:close/>
                </a:path>
                <a:path w="4951730" h="3857625">
                  <a:moveTo>
                    <a:pt x="1856232" y="3429000"/>
                  </a:moveTo>
                  <a:lnTo>
                    <a:pt x="1847088" y="3425952"/>
                  </a:lnTo>
                  <a:lnTo>
                    <a:pt x="1836420" y="3464052"/>
                  </a:lnTo>
                  <a:lnTo>
                    <a:pt x="1845564" y="3465576"/>
                  </a:lnTo>
                  <a:lnTo>
                    <a:pt x="1856232" y="3429000"/>
                  </a:lnTo>
                  <a:close/>
                </a:path>
                <a:path w="4951730" h="3857625">
                  <a:moveTo>
                    <a:pt x="1868424" y="2369820"/>
                  </a:moveTo>
                  <a:lnTo>
                    <a:pt x="1836420" y="2348484"/>
                  </a:lnTo>
                  <a:lnTo>
                    <a:pt x="1831848" y="2356104"/>
                  </a:lnTo>
                  <a:lnTo>
                    <a:pt x="1862328" y="2377440"/>
                  </a:lnTo>
                  <a:lnTo>
                    <a:pt x="1868424" y="2369820"/>
                  </a:lnTo>
                  <a:close/>
                </a:path>
                <a:path w="4951730" h="3857625">
                  <a:moveTo>
                    <a:pt x="1871472" y="3363468"/>
                  </a:moveTo>
                  <a:lnTo>
                    <a:pt x="1862328" y="3361944"/>
                  </a:lnTo>
                  <a:lnTo>
                    <a:pt x="1853184" y="3398520"/>
                  </a:lnTo>
                  <a:lnTo>
                    <a:pt x="1862328" y="3401568"/>
                  </a:lnTo>
                  <a:lnTo>
                    <a:pt x="1871472" y="3363468"/>
                  </a:lnTo>
                  <a:close/>
                </a:path>
                <a:path w="4951730" h="3857625">
                  <a:moveTo>
                    <a:pt x="1888236" y="3299460"/>
                  </a:moveTo>
                  <a:lnTo>
                    <a:pt x="1879092" y="3296412"/>
                  </a:lnTo>
                  <a:lnTo>
                    <a:pt x="1869948" y="3334512"/>
                  </a:lnTo>
                  <a:lnTo>
                    <a:pt x="1879092" y="3336036"/>
                  </a:lnTo>
                  <a:lnTo>
                    <a:pt x="1888236" y="3299460"/>
                  </a:lnTo>
                  <a:close/>
                </a:path>
                <a:path w="4951730" h="3857625">
                  <a:moveTo>
                    <a:pt x="1903476" y="2642616"/>
                  </a:moveTo>
                  <a:lnTo>
                    <a:pt x="1898904" y="2634996"/>
                  </a:lnTo>
                  <a:lnTo>
                    <a:pt x="1866900" y="2654808"/>
                  </a:lnTo>
                  <a:lnTo>
                    <a:pt x="1871472" y="2663952"/>
                  </a:lnTo>
                  <a:lnTo>
                    <a:pt x="1903476" y="2642616"/>
                  </a:lnTo>
                  <a:close/>
                </a:path>
                <a:path w="4951730" h="3857625">
                  <a:moveTo>
                    <a:pt x="1905000" y="3235452"/>
                  </a:moveTo>
                  <a:lnTo>
                    <a:pt x="1895856" y="3232404"/>
                  </a:lnTo>
                  <a:lnTo>
                    <a:pt x="1886712" y="3268980"/>
                  </a:lnTo>
                  <a:lnTo>
                    <a:pt x="1895856" y="3272028"/>
                  </a:lnTo>
                  <a:lnTo>
                    <a:pt x="1905000" y="3235452"/>
                  </a:lnTo>
                  <a:close/>
                </a:path>
                <a:path w="4951730" h="3857625">
                  <a:moveTo>
                    <a:pt x="1920240" y="3169920"/>
                  </a:moveTo>
                  <a:lnTo>
                    <a:pt x="1911096" y="3168396"/>
                  </a:lnTo>
                  <a:lnTo>
                    <a:pt x="1901952" y="3204972"/>
                  </a:lnTo>
                  <a:lnTo>
                    <a:pt x="1911096" y="3206496"/>
                  </a:lnTo>
                  <a:lnTo>
                    <a:pt x="1920240" y="3169920"/>
                  </a:lnTo>
                  <a:close/>
                </a:path>
                <a:path w="4951730" h="3857625">
                  <a:moveTo>
                    <a:pt x="1923288" y="2406396"/>
                  </a:moveTo>
                  <a:lnTo>
                    <a:pt x="1891284" y="2385060"/>
                  </a:lnTo>
                  <a:lnTo>
                    <a:pt x="1886712" y="2392680"/>
                  </a:lnTo>
                  <a:lnTo>
                    <a:pt x="1918716" y="2414016"/>
                  </a:lnTo>
                  <a:lnTo>
                    <a:pt x="1923288" y="2406396"/>
                  </a:lnTo>
                  <a:close/>
                </a:path>
                <a:path w="4951730" h="3857625">
                  <a:moveTo>
                    <a:pt x="1937004" y="3105912"/>
                  </a:moveTo>
                  <a:lnTo>
                    <a:pt x="1927860" y="3102864"/>
                  </a:lnTo>
                  <a:lnTo>
                    <a:pt x="1918716" y="3139440"/>
                  </a:lnTo>
                  <a:lnTo>
                    <a:pt x="1927860" y="3142488"/>
                  </a:lnTo>
                  <a:lnTo>
                    <a:pt x="1937004" y="3105912"/>
                  </a:lnTo>
                  <a:close/>
                </a:path>
                <a:path w="4951730" h="3857625">
                  <a:moveTo>
                    <a:pt x="1953768" y="3040380"/>
                  </a:moveTo>
                  <a:lnTo>
                    <a:pt x="1944624" y="3038856"/>
                  </a:lnTo>
                  <a:lnTo>
                    <a:pt x="1935480" y="3075432"/>
                  </a:lnTo>
                  <a:lnTo>
                    <a:pt x="1944624" y="3078480"/>
                  </a:lnTo>
                  <a:lnTo>
                    <a:pt x="1953768" y="3040380"/>
                  </a:lnTo>
                  <a:close/>
                </a:path>
                <a:path w="4951730" h="3857625">
                  <a:moveTo>
                    <a:pt x="1959864" y="2607564"/>
                  </a:moveTo>
                  <a:lnTo>
                    <a:pt x="1955292" y="2599944"/>
                  </a:lnTo>
                  <a:lnTo>
                    <a:pt x="1923288" y="2619756"/>
                  </a:lnTo>
                  <a:lnTo>
                    <a:pt x="1927860" y="2627376"/>
                  </a:lnTo>
                  <a:lnTo>
                    <a:pt x="1959864" y="2607564"/>
                  </a:lnTo>
                  <a:close/>
                </a:path>
                <a:path w="4951730" h="3857625">
                  <a:moveTo>
                    <a:pt x="1970532" y="2976372"/>
                  </a:moveTo>
                  <a:lnTo>
                    <a:pt x="1961388" y="2973324"/>
                  </a:lnTo>
                  <a:lnTo>
                    <a:pt x="1950720" y="3011424"/>
                  </a:lnTo>
                  <a:lnTo>
                    <a:pt x="1959864" y="3012948"/>
                  </a:lnTo>
                  <a:lnTo>
                    <a:pt x="1970532" y="2976372"/>
                  </a:lnTo>
                  <a:close/>
                </a:path>
                <a:path w="4951730" h="3857625">
                  <a:moveTo>
                    <a:pt x="1979676" y="2442972"/>
                  </a:moveTo>
                  <a:lnTo>
                    <a:pt x="1947672" y="2421636"/>
                  </a:lnTo>
                  <a:lnTo>
                    <a:pt x="1941576" y="2430780"/>
                  </a:lnTo>
                  <a:lnTo>
                    <a:pt x="1973580" y="2452116"/>
                  </a:lnTo>
                  <a:lnTo>
                    <a:pt x="1979676" y="2442972"/>
                  </a:lnTo>
                  <a:close/>
                </a:path>
                <a:path w="4951730" h="3857625">
                  <a:moveTo>
                    <a:pt x="1985772" y="2910840"/>
                  </a:moveTo>
                  <a:lnTo>
                    <a:pt x="1976628" y="2909316"/>
                  </a:lnTo>
                  <a:lnTo>
                    <a:pt x="1967484" y="2945892"/>
                  </a:lnTo>
                  <a:lnTo>
                    <a:pt x="1976628" y="2948940"/>
                  </a:lnTo>
                  <a:lnTo>
                    <a:pt x="1985772" y="2910840"/>
                  </a:lnTo>
                  <a:close/>
                </a:path>
                <a:path w="4951730" h="3857625">
                  <a:moveTo>
                    <a:pt x="2002536" y="2846832"/>
                  </a:moveTo>
                  <a:lnTo>
                    <a:pt x="1993392" y="2845308"/>
                  </a:lnTo>
                  <a:lnTo>
                    <a:pt x="1984248" y="2881884"/>
                  </a:lnTo>
                  <a:lnTo>
                    <a:pt x="1993392" y="2883408"/>
                  </a:lnTo>
                  <a:lnTo>
                    <a:pt x="2002536" y="2846832"/>
                  </a:lnTo>
                  <a:close/>
                </a:path>
                <a:path w="4951730" h="3857625">
                  <a:moveTo>
                    <a:pt x="2016252" y="2572512"/>
                  </a:moveTo>
                  <a:lnTo>
                    <a:pt x="2011680" y="2563368"/>
                  </a:lnTo>
                  <a:lnTo>
                    <a:pt x="1979676" y="2584704"/>
                  </a:lnTo>
                  <a:lnTo>
                    <a:pt x="1984248" y="2592324"/>
                  </a:lnTo>
                  <a:lnTo>
                    <a:pt x="2016252" y="2572512"/>
                  </a:lnTo>
                  <a:close/>
                </a:path>
                <a:path w="4951730" h="3857625">
                  <a:moveTo>
                    <a:pt x="2019300" y="2782824"/>
                  </a:moveTo>
                  <a:lnTo>
                    <a:pt x="2010156" y="2779776"/>
                  </a:lnTo>
                  <a:lnTo>
                    <a:pt x="2001012" y="2816352"/>
                  </a:lnTo>
                  <a:lnTo>
                    <a:pt x="2010156" y="2819400"/>
                  </a:lnTo>
                  <a:lnTo>
                    <a:pt x="2019300" y="2782824"/>
                  </a:lnTo>
                  <a:close/>
                </a:path>
                <a:path w="4951730" h="3857625">
                  <a:moveTo>
                    <a:pt x="2034540" y="2717292"/>
                  </a:moveTo>
                  <a:lnTo>
                    <a:pt x="2025396" y="2715768"/>
                  </a:lnTo>
                  <a:lnTo>
                    <a:pt x="2016252" y="2752344"/>
                  </a:lnTo>
                  <a:lnTo>
                    <a:pt x="2025396" y="2753868"/>
                  </a:lnTo>
                  <a:lnTo>
                    <a:pt x="2034540" y="2717292"/>
                  </a:lnTo>
                  <a:close/>
                </a:path>
                <a:path w="4951730" h="3857625">
                  <a:moveTo>
                    <a:pt x="2034540" y="2481072"/>
                  </a:moveTo>
                  <a:lnTo>
                    <a:pt x="2002536" y="2459736"/>
                  </a:lnTo>
                  <a:lnTo>
                    <a:pt x="1997964" y="2467356"/>
                  </a:lnTo>
                  <a:lnTo>
                    <a:pt x="2029968" y="2488692"/>
                  </a:lnTo>
                  <a:lnTo>
                    <a:pt x="2034540" y="2481072"/>
                  </a:lnTo>
                  <a:close/>
                </a:path>
                <a:path w="4951730" h="3857625">
                  <a:moveTo>
                    <a:pt x="2051304" y="2653284"/>
                  </a:moveTo>
                  <a:lnTo>
                    <a:pt x="2042160" y="2650236"/>
                  </a:lnTo>
                  <a:lnTo>
                    <a:pt x="2033016" y="2686812"/>
                  </a:lnTo>
                  <a:lnTo>
                    <a:pt x="2042160" y="2689860"/>
                  </a:lnTo>
                  <a:lnTo>
                    <a:pt x="2051304" y="2653284"/>
                  </a:lnTo>
                  <a:close/>
                </a:path>
                <a:path w="4951730" h="3857625">
                  <a:moveTo>
                    <a:pt x="2068068" y="2587752"/>
                  </a:moveTo>
                  <a:lnTo>
                    <a:pt x="2058924" y="2586228"/>
                  </a:lnTo>
                  <a:lnTo>
                    <a:pt x="2049780" y="2622804"/>
                  </a:lnTo>
                  <a:lnTo>
                    <a:pt x="2058924" y="2625852"/>
                  </a:lnTo>
                  <a:lnTo>
                    <a:pt x="2068068" y="2587752"/>
                  </a:lnTo>
                  <a:close/>
                </a:path>
                <a:path w="4951730" h="3857625">
                  <a:moveTo>
                    <a:pt x="2089404" y="2517648"/>
                  </a:moveTo>
                  <a:lnTo>
                    <a:pt x="2058924" y="2496312"/>
                  </a:lnTo>
                  <a:lnTo>
                    <a:pt x="2052828" y="2503932"/>
                  </a:lnTo>
                  <a:lnTo>
                    <a:pt x="2080260" y="2522220"/>
                  </a:lnTo>
                  <a:lnTo>
                    <a:pt x="2075688" y="2520696"/>
                  </a:lnTo>
                  <a:lnTo>
                    <a:pt x="2071801" y="2534551"/>
                  </a:lnTo>
                  <a:lnTo>
                    <a:pt x="2068068" y="2528316"/>
                  </a:lnTo>
                  <a:lnTo>
                    <a:pt x="2036064" y="2548128"/>
                  </a:lnTo>
                  <a:lnTo>
                    <a:pt x="2040636" y="2557272"/>
                  </a:lnTo>
                  <a:lnTo>
                    <a:pt x="2071128" y="2536939"/>
                  </a:lnTo>
                  <a:lnTo>
                    <a:pt x="2065020" y="2558796"/>
                  </a:lnTo>
                  <a:lnTo>
                    <a:pt x="2074164" y="2560320"/>
                  </a:lnTo>
                  <a:lnTo>
                    <a:pt x="2084451" y="2525026"/>
                  </a:lnTo>
                  <a:lnTo>
                    <a:pt x="2084832" y="2525268"/>
                  </a:lnTo>
                  <a:lnTo>
                    <a:pt x="2089404" y="2517648"/>
                  </a:lnTo>
                  <a:close/>
                </a:path>
                <a:path w="4951730" h="3857625">
                  <a:moveTo>
                    <a:pt x="2100072" y="2459736"/>
                  </a:moveTo>
                  <a:lnTo>
                    <a:pt x="2090928" y="2456688"/>
                  </a:lnTo>
                  <a:lnTo>
                    <a:pt x="2081784" y="2493264"/>
                  </a:lnTo>
                  <a:lnTo>
                    <a:pt x="2090928" y="2496312"/>
                  </a:lnTo>
                  <a:lnTo>
                    <a:pt x="2100072" y="2459736"/>
                  </a:lnTo>
                  <a:close/>
                </a:path>
                <a:path w="4951730" h="3857625">
                  <a:moveTo>
                    <a:pt x="2116836" y="2394204"/>
                  </a:moveTo>
                  <a:lnTo>
                    <a:pt x="2107692" y="2392680"/>
                  </a:lnTo>
                  <a:lnTo>
                    <a:pt x="2098548" y="2429256"/>
                  </a:lnTo>
                  <a:lnTo>
                    <a:pt x="2107692" y="2430780"/>
                  </a:lnTo>
                  <a:lnTo>
                    <a:pt x="2116836" y="2394204"/>
                  </a:lnTo>
                  <a:close/>
                </a:path>
                <a:path w="4951730" h="3857625">
                  <a:moveTo>
                    <a:pt x="2130552" y="2500884"/>
                  </a:moveTo>
                  <a:lnTo>
                    <a:pt x="2124456" y="2493264"/>
                  </a:lnTo>
                  <a:lnTo>
                    <a:pt x="2092452" y="2513076"/>
                  </a:lnTo>
                  <a:lnTo>
                    <a:pt x="2097024" y="2520696"/>
                  </a:lnTo>
                  <a:lnTo>
                    <a:pt x="2130552" y="2500884"/>
                  </a:lnTo>
                  <a:close/>
                </a:path>
                <a:path w="4951730" h="3857625">
                  <a:moveTo>
                    <a:pt x="2133600" y="2330196"/>
                  </a:moveTo>
                  <a:lnTo>
                    <a:pt x="2124456" y="2327148"/>
                  </a:lnTo>
                  <a:lnTo>
                    <a:pt x="2115312" y="2363724"/>
                  </a:lnTo>
                  <a:lnTo>
                    <a:pt x="2124456" y="2366772"/>
                  </a:lnTo>
                  <a:lnTo>
                    <a:pt x="2133600" y="2330196"/>
                  </a:lnTo>
                  <a:close/>
                </a:path>
                <a:path w="4951730" h="3857625">
                  <a:moveTo>
                    <a:pt x="2145792" y="2554224"/>
                  </a:moveTo>
                  <a:lnTo>
                    <a:pt x="2113788" y="2532888"/>
                  </a:lnTo>
                  <a:lnTo>
                    <a:pt x="2109216" y="2540508"/>
                  </a:lnTo>
                  <a:lnTo>
                    <a:pt x="2139696" y="2561844"/>
                  </a:lnTo>
                  <a:lnTo>
                    <a:pt x="2145792" y="2554224"/>
                  </a:lnTo>
                  <a:close/>
                </a:path>
                <a:path w="4951730" h="3857625">
                  <a:moveTo>
                    <a:pt x="2148840" y="2264664"/>
                  </a:moveTo>
                  <a:lnTo>
                    <a:pt x="2139696" y="2263140"/>
                  </a:lnTo>
                  <a:lnTo>
                    <a:pt x="2130552" y="2299716"/>
                  </a:lnTo>
                  <a:lnTo>
                    <a:pt x="2139696" y="2302764"/>
                  </a:lnTo>
                  <a:lnTo>
                    <a:pt x="2148840" y="2264664"/>
                  </a:lnTo>
                  <a:close/>
                </a:path>
                <a:path w="4951730" h="3857625">
                  <a:moveTo>
                    <a:pt x="2165604" y="2200656"/>
                  </a:moveTo>
                  <a:lnTo>
                    <a:pt x="2156460" y="2197608"/>
                  </a:lnTo>
                  <a:lnTo>
                    <a:pt x="2147316" y="2235708"/>
                  </a:lnTo>
                  <a:lnTo>
                    <a:pt x="2156460" y="2237232"/>
                  </a:lnTo>
                  <a:lnTo>
                    <a:pt x="2165604" y="2200656"/>
                  </a:lnTo>
                  <a:close/>
                </a:path>
                <a:path w="4951730" h="3857625">
                  <a:moveTo>
                    <a:pt x="2182368" y="2135124"/>
                  </a:moveTo>
                  <a:lnTo>
                    <a:pt x="2173224" y="2133600"/>
                  </a:lnTo>
                  <a:lnTo>
                    <a:pt x="2164080" y="2170176"/>
                  </a:lnTo>
                  <a:lnTo>
                    <a:pt x="2173224" y="2173224"/>
                  </a:lnTo>
                  <a:lnTo>
                    <a:pt x="2182368" y="2135124"/>
                  </a:lnTo>
                  <a:close/>
                </a:path>
                <a:path w="4951730" h="3857625">
                  <a:moveTo>
                    <a:pt x="2186940" y="2465832"/>
                  </a:moveTo>
                  <a:lnTo>
                    <a:pt x="2180844" y="2456688"/>
                  </a:lnTo>
                  <a:lnTo>
                    <a:pt x="2148840" y="2478024"/>
                  </a:lnTo>
                  <a:lnTo>
                    <a:pt x="2153412" y="2485644"/>
                  </a:lnTo>
                  <a:lnTo>
                    <a:pt x="2186940" y="2465832"/>
                  </a:lnTo>
                  <a:close/>
                </a:path>
                <a:path w="4951730" h="3857625">
                  <a:moveTo>
                    <a:pt x="2199132" y="2071116"/>
                  </a:moveTo>
                  <a:lnTo>
                    <a:pt x="2189988" y="2068068"/>
                  </a:lnTo>
                  <a:lnTo>
                    <a:pt x="2179320" y="2106168"/>
                  </a:lnTo>
                  <a:lnTo>
                    <a:pt x="2188464" y="2107692"/>
                  </a:lnTo>
                  <a:lnTo>
                    <a:pt x="2199132" y="2071116"/>
                  </a:lnTo>
                  <a:close/>
                </a:path>
                <a:path w="4951730" h="3857625">
                  <a:moveTo>
                    <a:pt x="2200656" y="2590800"/>
                  </a:moveTo>
                  <a:lnTo>
                    <a:pt x="2168652" y="2569464"/>
                  </a:lnTo>
                  <a:lnTo>
                    <a:pt x="2164080" y="2578608"/>
                  </a:lnTo>
                  <a:lnTo>
                    <a:pt x="2196084" y="2599944"/>
                  </a:lnTo>
                  <a:lnTo>
                    <a:pt x="2200656" y="2590800"/>
                  </a:lnTo>
                  <a:close/>
                </a:path>
                <a:path w="4951730" h="3857625">
                  <a:moveTo>
                    <a:pt x="2214372" y="2007108"/>
                  </a:moveTo>
                  <a:lnTo>
                    <a:pt x="2205228" y="2004060"/>
                  </a:lnTo>
                  <a:lnTo>
                    <a:pt x="2196084" y="2040636"/>
                  </a:lnTo>
                  <a:lnTo>
                    <a:pt x="2205228" y="2043684"/>
                  </a:lnTo>
                  <a:lnTo>
                    <a:pt x="2214372" y="2007108"/>
                  </a:lnTo>
                  <a:close/>
                </a:path>
                <a:path w="4951730" h="3857625">
                  <a:moveTo>
                    <a:pt x="2231136" y="1941576"/>
                  </a:moveTo>
                  <a:lnTo>
                    <a:pt x="2221992" y="1940052"/>
                  </a:lnTo>
                  <a:lnTo>
                    <a:pt x="2212848" y="1976628"/>
                  </a:lnTo>
                  <a:lnTo>
                    <a:pt x="2221992" y="1978152"/>
                  </a:lnTo>
                  <a:lnTo>
                    <a:pt x="2231136" y="1941576"/>
                  </a:lnTo>
                  <a:close/>
                </a:path>
                <a:path w="4951730" h="3857625">
                  <a:moveTo>
                    <a:pt x="2243328" y="2429256"/>
                  </a:moveTo>
                  <a:lnTo>
                    <a:pt x="2237232" y="2421636"/>
                  </a:lnTo>
                  <a:lnTo>
                    <a:pt x="2205228" y="2441448"/>
                  </a:lnTo>
                  <a:lnTo>
                    <a:pt x="2209800" y="2450592"/>
                  </a:lnTo>
                  <a:lnTo>
                    <a:pt x="2243328" y="2429256"/>
                  </a:lnTo>
                  <a:close/>
                </a:path>
                <a:path w="4951730" h="3857625">
                  <a:moveTo>
                    <a:pt x="2247900" y="1877568"/>
                  </a:moveTo>
                  <a:lnTo>
                    <a:pt x="2238756" y="1874520"/>
                  </a:lnTo>
                  <a:lnTo>
                    <a:pt x="2229612" y="1911096"/>
                  </a:lnTo>
                  <a:lnTo>
                    <a:pt x="2238756" y="1914144"/>
                  </a:lnTo>
                  <a:lnTo>
                    <a:pt x="2247900" y="1877568"/>
                  </a:lnTo>
                  <a:close/>
                </a:path>
                <a:path w="4951730" h="3857625">
                  <a:moveTo>
                    <a:pt x="2257044" y="2628900"/>
                  </a:moveTo>
                  <a:lnTo>
                    <a:pt x="2225040" y="2607564"/>
                  </a:lnTo>
                  <a:lnTo>
                    <a:pt x="2218944" y="2615184"/>
                  </a:lnTo>
                  <a:lnTo>
                    <a:pt x="2250948" y="2636520"/>
                  </a:lnTo>
                  <a:lnTo>
                    <a:pt x="2257044" y="2628900"/>
                  </a:lnTo>
                  <a:close/>
                </a:path>
                <a:path w="4951730" h="3857625">
                  <a:moveTo>
                    <a:pt x="2263140" y="1812036"/>
                  </a:moveTo>
                  <a:lnTo>
                    <a:pt x="2253996" y="1810512"/>
                  </a:lnTo>
                  <a:lnTo>
                    <a:pt x="2244852" y="1847088"/>
                  </a:lnTo>
                  <a:lnTo>
                    <a:pt x="2253996" y="1850136"/>
                  </a:lnTo>
                  <a:lnTo>
                    <a:pt x="2263140" y="1812036"/>
                  </a:lnTo>
                  <a:close/>
                </a:path>
                <a:path w="4951730" h="3857625">
                  <a:moveTo>
                    <a:pt x="2279904" y="1748028"/>
                  </a:moveTo>
                  <a:lnTo>
                    <a:pt x="2270760" y="1744980"/>
                  </a:lnTo>
                  <a:lnTo>
                    <a:pt x="2261616" y="1783080"/>
                  </a:lnTo>
                  <a:lnTo>
                    <a:pt x="2270760" y="1784604"/>
                  </a:lnTo>
                  <a:lnTo>
                    <a:pt x="2279904" y="1748028"/>
                  </a:lnTo>
                  <a:close/>
                </a:path>
                <a:path w="4951730" h="3857625">
                  <a:moveTo>
                    <a:pt x="2296668" y="1684020"/>
                  </a:moveTo>
                  <a:lnTo>
                    <a:pt x="2287524" y="1680972"/>
                  </a:lnTo>
                  <a:lnTo>
                    <a:pt x="2278380" y="1717548"/>
                  </a:lnTo>
                  <a:lnTo>
                    <a:pt x="2287524" y="1720596"/>
                  </a:lnTo>
                  <a:lnTo>
                    <a:pt x="2296668" y="1684020"/>
                  </a:lnTo>
                  <a:close/>
                </a:path>
                <a:path w="4951730" h="3857625">
                  <a:moveTo>
                    <a:pt x="2299716" y="2394204"/>
                  </a:moveTo>
                  <a:lnTo>
                    <a:pt x="2293620" y="2386584"/>
                  </a:lnTo>
                  <a:lnTo>
                    <a:pt x="2261616" y="2406396"/>
                  </a:lnTo>
                  <a:lnTo>
                    <a:pt x="2266188" y="2414016"/>
                  </a:lnTo>
                  <a:lnTo>
                    <a:pt x="2299716" y="2394204"/>
                  </a:lnTo>
                  <a:close/>
                </a:path>
                <a:path w="4951730" h="3857625">
                  <a:moveTo>
                    <a:pt x="2311908" y="2665476"/>
                  </a:moveTo>
                  <a:lnTo>
                    <a:pt x="2279904" y="2644140"/>
                  </a:lnTo>
                  <a:lnTo>
                    <a:pt x="2275332" y="2651760"/>
                  </a:lnTo>
                  <a:lnTo>
                    <a:pt x="2307336" y="2673096"/>
                  </a:lnTo>
                  <a:lnTo>
                    <a:pt x="2311908" y="2665476"/>
                  </a:lnTo>
                  <a:close/>
                </a:path>
                <a:path w="4951730" h="3857625">
                  <a:moveTo>
                    <a:pt x="2313432" y="1618488"/>
                  </a:moveTo>
                  <a:lnTo>
                    <a:pt x="2304288" y="1616964"/>
                  </a:lnTo>
                  <a:lnTo>
                    <a:pt x="2293620" y="1653540"/>
                  </a:lnTo>
                  <a:lnTo>
                    <a:pt x="2302764" y="1655064"/>
                  </a:lnTo>
                  <a:lnTo>
                    <a:pt x="2313432" y="1618488"/>
                  </a:lnTo>
                  <a:close/>
                </a:path>
                <a:path w="4951730" h="3857625">
                  <a:moveTo>
                    <a:pt x="2328672" y="1554480"/>
                  </a:moveTo>
                  <a:lnTo>
                    <a:pt x="2319528" y="1551432"/>
                  </a:lnTo>
                  <a:lnTo>
                    <a:pt x="2310384" y="1588008"/>
                  </a:lnTo>
                  <a:lnTo>
                    <a:pt x="2319528" y="1591056"/>
                  </a:lnTo>
                  <a:lnTo>
                    <a:pt x="2328672" y="1554480"/>
                  </a:lnTo>
                  <a:close/>
                </a:path>
                <a:path w="4951730" h="3857625">
                  <a:moveTo>
                    <a:pt x="2345436" y="1488948"/>
                  </a:moveTo>
                  <a:lnTo>
                    <a:pt x="2336292" y="1487424"/>
                  </a:lnTo>
                  <a:lnTo>
                    <a:pt x="2327148" y="1524000"/>
                  </a:lnTo>
                  <a:lnTo>
                    <a:pt x="2336292" y="1527048"/>
                  </a:lnTo>
                  <a:lnTo>
                    <a:pt x="2345436" y="1488948"/>
                  </a:lnTo>
                  <a:close/>
                </a:path>
                <a:path w="4951730" h="3857625">
                  <a:moveTo>
                    <a:pt x="2356104" y="2359152"/>
                  </a:moveTo>
                  <a:lnTo>
                    <a:pt x="2350008" y="2350008"/>
                  </a:lnTo>
                  <a:lnTo>
                    <a:pt x="2318004" y="2371344"/>
                  </a:lnTo>
                  <a:lnTo>
                    <a:pt x="2322576" y="2378964"/>
                  </a:lnTo>
                  <a:lnTo>
                    <a:pt x="2356104" y="2359152"/>
                  </a:lnTo>
                  <a:close/>
                </a:path>
                <a:path w="4951730" h="3857625">
                  <a:moveTo>
                    <a:pt x="2362200" y="1424940"/>
                  </a:moveTo>
                  <a:lnTo>
                    <a:pt x="2353056" y="1421892"/>
                  </a:lnTo>
                  <a:lnTo>
                    <a:pt x="2343912" y="1459992"/>
                  </a:lnTo>
                  <a:lnTo>
                    <a:pt x="2353056" y="1461516"/>
                  </a:lnTo>
                  <a:lnTo>
                    <a:pt x="2362200" y="1424940"/>
                  </a:lnTo>
                  <a:close/>
                </a:path>
                <a:path w="4951730" h="3857625">
                  <a:moveTo>
                    <a:pt x="2368296" y="2702052"/>
                  </a:moveTo>
                  <a:lnTo>
                    <a:pt x="2336292" y="2680716"/>
                  </a:lnTo>
                  <a:lnTo>
                    <a:pt x="2330196" y="2688336"/>
                  </a:lnTo>
                  <a:lnTo>
                    <a:pt x="2362200" y="2709672"/>
                  </a:lnTo>
                  <a:lnTo>
                    <a:pt x="2368296" y="2702052"/>
                  </a:lnTo>
                  <a:close/>
                </a:path>
                <a:path w="4951730" h="3857625">
                  <a:moveTo>
                    <a:pt x="2377440" y="1359408"/>
                  </a:moveTo>
                  <a:lnTo>
                    <a:pt x="2368296" y="1357884"/>
                  </a:lnTo>
                  <a:lnTo>
                    <a:pt x="2359152" y="1394460"/>
                  </a:lnTo>
                  <a:lnTo>
                    <a:pt x="2368296" y="1397508"/>
                  </a:lnTo>
                  <a:lnTo>
                    <a:pt x="2377440" y="1359408"/>
                  </a:lnTo>
                  <a:close/>
                </a:path>
                <a:path w="4951730" h="3857625">
                  <a:moveTo>
                    <a:pt x="2394204" y="1295400"/>
                  </a:moveTo>
                  <a:lnTo>
                    <a:pt x="2385060" y="1292352"/>
                  </a:lnTo>
                  <a:lnTo>
                    <a:pt x="2375916" y="1330452"/>
                  </a:lnTo>
                  <a:lnTo>
                    <a:pt x="2385060" y="1331976"/>
                  </a:lnTo>
                  <a:lnTo>
                    <a:pt x="2394204" y="1295400"/>
                  </a:lnTo>
                  <a:close/>
                </a:path>
                <a:path w="4951730" h="3857625">
                  <a:moveTo>
                    <a:pt x="2410968" y="1231392"/>
                  </a:moveTo>
                  <a:lnTo>
                    <a:pt x="2401824" y="1228344"/>
                  </a:lnTo>
                  <a:lnTo>
                    <a:pt x="2392680" y="1264920"/>
                  </a:lnTo>
                  <a:lnTo>
                    <a:pt x="2401824" y="1267968"/>
                  </a:lnTo>
                  <a:lnTo>
                    <a:pt x="2410968" y="1231392"/>
                  </a:lnTo>
                  <a:close/>
                </a:path>
                <a:path w="4951730" h="3857625">
                  <a:moveTo>
                    <a:pt x="2412492" y="2322576"/>
                  </a:moveTo>
                  <a:lnTo>
                    <a:pt x="2406396" y="2314956"/>
                  </a:lnTo>
                  <a:lnTo>
                    <a:pt x="2374392" y="2334768"/>
                  </a:lnTo>
                  <a:lnTo>
                    <a:pt x="2378964" y="2343912"/>
                  </a:lnTo>
                  <a:lnTo>
                    <a:pt x="2412492" y="2322576"/>
                  </a:lnTo>
                  <a:close/>
                </a:path>
                <a:path w="4951730" h="3857625">
                  <a:moveTo>
                    <a:pt x="2423160" y="2738628"/>
                  </a:moveTo>
                  <a:lnTo>
                    <a:pt x="2391156" y="2718816"/>
                  </a:lnTo>
                  <a:lnTo>
                    <a:pt x="2386584" y="2726436"/>
                  </a:lnTo>
                  <a:lnTo>
                    <a:pt x="2417064" y="2747772"/>
                  </a:lnTo>
                  <a:lnTo>
                    <a:pt x="2423160" y="2738628"/>
                  </a:lnTo>
                  <a:close/>
                </a:path>
                <a:path w="4951730" h="3857625">
                  <a:moveTo>
                    <a:pt x="2427732" y="1165860"/>
                  </a:moveTo>
                  <a:lnTo>
                    <a:pt x="2418588" y="1164336"/>
                  </a:lnTo>
                  <a:lnTo>
                    <a:pt x="2407920" y="1200912"/>
                  </a:lnTo>
                  <a:lnTo>
                    <a:pt x="2417064" y="1202436"/>
                  </a:lnTo>
                  <a:lnTo>
                    <a:pt x="2427732" y="1165860"/>
                  </a:lnTo>
                  <a:close/>
                </a:path>
                <a:path w="4951730" h="3857625">
                  <a:moveTo>
                    <a:pt x="2442972" y="1101852"/>
                  </a:moveTo>
                  <a:lnTo>
                    <a:pt x="2433828" y="1098804"/>
                  </a:lnTo>
                  <a:lnTo>
                    <a:pt x="2424684" y="1135380"/>
                  </a:lnTo>
                  <a:lnTo>
                    <a:pt x="2433828" y="1138428"/>
                  </a:lnTo>
                  <a:lnTo>
                    <a:pt x="2442972" y="1101852"/>
                  </a:lnTo>
                  <a:close/>
                </a:path>
                <a:path w="4951730" h="3857625">
                  <a:moveTo>
                    <a:pt x="2459736" y="1036320"/>
                  </a:moveTo>
                  <a:lnTo>
                    <a:pt x="2450592" y="1034796"/>
                  </a:lnTo>
                  <a:lnTo>
                    <a:pt x="2441448" y="1071372"/>
                  </a:lnTo>
                  <a:lnTo>
                    <a:pt x="2450592" y="1074420"/>
                  </a:lnTo>
                  <a:lnTo>
                    <a:pt x="2459736" y="1036320"/>
                  </a:lnTo>
                  <a:close/>
                </a:path>
                <a:path w="4951730" h="3857625">
                  <a:moveTo>
                    <a:pt x="2468880" y="2287524"/>
                  </a:moveTo>
                  <a:lnTo>
                    <a:pt x="2462784" y="2279904"/>
                  </a:lnTo>
                  <a:lnTo>
                    <a:pt x="2430780" y="2299716"/>
                  </a:lnTo>
                  <a:lnTo>
                    <a:pt x="2435352" y="2307336"/>
                  </a:lnTo>
                  <a:lnTo>
                    <a:pt x="2468880" y="2287524"/>
                  </a:lnTo>
                  <a:close/>
                </a:path>
                <a:path w="4951730" h="3857625">
                  <a:moveTo>
                    <a:pt x="2476500" y="972312"/>
                  </a:moveTo>
                  <a:lnTo>
                    <a:pt x="2467356" y="969264"/>
                  </a:lnTo>
                  <a:lnTo>
                    <a:pt x="2458212" y="1007364"/>
                  </a:lnTo>
                  <a:lnTo>
                    <a:pt x="2467356" y="1008888"/>
                  </a:lnTo>
                  <a:lnTo>
                    <a:pt x="2476500" y="972312"/>
                  </a:lnTo>
                  <a:close/>
                </a:path>
                <a:path w="4951730" h="3857625">
                  <a:moveTo>
                    <a:pt x="2478024" y="2776728"/>
                  </a:moveTo>
                  <a:lnTo>
                    <a:pt x="2447544" y="2755392"/>
                  </a:lnTo>
                  <a:lnTo>
                    <a:pt x="2441448" y="2763012"/>
                  </a:lnTo>
                  <a:lnTo>
                    <a:pt x="2473452" y="2784348"/>
                  </a:lnTo>
                  <a:lnTo>
                    <a:pt x="2478024" y="2776728"/>
                  </a:lnTo>
                  <a:close/>
                </a:path>
                <a:path w="4951730" h="3857625">
                  <a:moveTo>
                    <a:pt x="2491740" y="908304"/>
                  </a:moveTo>
                  <a:lnTo>
                    <a:pt x="2482596" y="905256"/>
                  </a:lnTo>
                  <a:lnTo>
                    <a:pt x="2473452" y="941832"/>
                  </a:lnTo>
                  <a:lnTo>
                    <a:pt x="2482596" y="944880"/>
                  </a:lnTo>
                  <a:lnTo>
                    <a:pt x="2491740" y="908304"/>
                  </a:lnTo>
                  <a:close/>
                </a:path>
                <a:path w="4951730" h="3857625">
                  <a:moveTo>
                    <a:pt x="2508504" y="842772"/>
                  </a:moveTo>
                  <a:lnTo>
                    <a:pt x="2499360" y="841248"/>
                  </a:lnTo>
                  <a:lnTo>
                    <a:pt x="2490216" y="877824"/>
                  </a:lnTo>
                  <a:lnTo>
                    <a:pt x="2499360" y="879348"/>
                  </a:lnTo>
                  <a:lnTo>
                    <a:pt x="2508504" y="842772"/>
                  </a:lnTo>
                  <a:close/>
                </a:path>
                <a:path w="4951730" h="3857625">
                  <a:moveTo>
                    <a:pt x="2525268" y="2252472"/>
                  </a:moveTo>
                  <a:lnTo>
                    <a:pt x="2519172" y="2243328"/>
                  </a:lnTo>
                  <a:lnTo>
                    <a:pt x="2487168" y="2264664"/>
                  </a:lnTo>
                  <a:lnTo>
                    <a:pt x="2493264" y="2272284"/>
                  </a:lnTo>
                  <a:lnTo>
                    <a:pt x="2525268" y="2252472"/>
                  </a:lnTo>
                  <a:close/>
                </a:path>
                <a:path w="4951730" h="3857625">
                  <a:moveTo>
                    <a:pt x="2525268" y="778764"/>
                  </a:moveTo>
                  <a:lnTo>
                    <a:pt x="2516124" y="775716"/>
                  </a:lnTo>
                  <a:lnTo>
                    <a:pt x="2506980" y="812292"/>
                  </a:lnTo>
                  <a:lnTo>
                    <a:pt x="2516124" y="815340"/>
                  </a:lnTo>
                  <a:lnTo>
                    <a:pt x="2525268" y="778764"/>
                  </a:lnTo>
                  <a:close/>
                </a:path>
                <a:path w="4951730" h="3857625">
                  <a:moveTo>
                    <a:pt x="2534412" y="2813304"/>
                  </a:moveTo>
                  <a:lnTo>
                    <a:pt x="2502408" y="2791968"/>
                  </a:lnTo>
                  <a:lnTo>
                    <a:pt x="2496312" y="2799588"/>
                  </a:lnTo>
                  <a:lnTo>
                    <a:pt x="2528316" y="2820924"/>
                  </a:lnTo>
                  <a:lnTo>
                    <a:pt x="2534412" y="2813304"/>
                  </a:lnTo>
                  <a:close/>
                </a:path>
                <a:path w="4951730" h="3857625">
                  <a:moveTo>
                    <a:pt x="2542032" y="713232"/>
                  </a:moveTo>
                  <a:lnTo>
                    <a:pt x="2532888" y="711708"/>
                  </a:lnTo>
                  <a:lnTo>
                    <a:pt x="2522220" y="748284"/>
                  </a:lnTo>
                  <a:lnTo>
                    <a:pt x="2531364" y="749808"/>
                  </a:lnTo>
                  <a:lnTo>
                    <a:pt x="2542032" y="713232"/>
                  </a:lnTo>
                  <a:close/>
                </a:path>
                <a:path w="4951730" h="3857625">
                  <a:moveTo>
                    <a:pt x="2557272" y="649224"/>
                  </a:moveTo>
                  <a:lnTo>
                    <a:pt x="2548128" y="646176"/>
                  </a:lnTo>
                  <a:lnTo>
                    <a:pt x="2538984" y="684276"/>
                  </a:lnTo>
                  <a:lnTo>
                    <a:pt x="2548128" y="685800"/>
                  </a:lnTo>
                  <a:lnTo>
                    <a:pt x="2557272" y="649224"/>
                  </a:lnTo>
                  <a:close/>
                </a:path>
                <a:path w="4951730" h="3857625">
                  <a:moveTo>
                    <a:pt x="2574036" y="583692"/>
                  </a:moveTo>
                  <a:lnTo>
                    <a:pt x="2564892" y="582168"/>
                  </a:lnTo>
                  <a:lnTo>
                    <a:pt x="2555748" y="618744"/>
                  </a:lnTo>
                  <a:lnTo>
                    <a:pt x="2564892" y="621792"/>
                  </a:lnTo>
                  <a:lnTo>
                    <a:pt x="2574036" y="583692"/>
                  </a:lnTo>
                  <a:close/>
                </a:path>
                <a:path w="4951730" h="3857625">
                  <a:moveTo>
                    <a:pt x="2581656" y="2215896"/>
                  </a:moveTo>
                  <a:lnTo>
                    <a:pt x="2575560" y="2208276"/>
                  </a:lnTo>
                  <a:lnTo>
                    <a:pt x="2543556" y="2228088"/>
                  </a:lnTo>
                  <a:lnTo>
                    <a:pt x="2549652" y="2237232"/>
                  </a:lnTo>
                  <a:lnTo>
                    <a:pt x="2581656" y="2215896"/>
                  </a:lnTo>
                  <a:close/>
                </a:path>
                <a:path w="4951730" h="3857625">
                  <a:moveTo>
                    <a:pt x="2589276" y="2849880"/>
                  </a:moveTo>
                  <a:lnTo>
                    <a:pt x="2557272" y="2828544"/>
                  </a:lnTo>
                  <a:lnTo>
                    <a:pt x="2552700" y="2837688"/>
                  </a:lnTo>
                  <a:lnTo>
                    <a:pt x="2584704" y="2857500"/>
                  </a:lnTo>
                  <a:lnTo>
                    <a:pt x="2589276" y="2849880"/>
                  </a:lnTo>
                  <a:close/>
                </a:path>
                <a:path w="4951730" h="3857625">
                  <a:moveTo>
                    <a:pt x="2590800" y="519684"/>
                  </a:moveTo>
                  <a:lnTo>
                    <a:pt x="2581656" y="516636"/>
                  </a:lnTo>
                  <a:lnTo>
                    <a:pt x="2572512" y="554736"/>
                  </a:lnTo>
                  <a:lnTo>
                    <a:pt x="2581656" y="556260"/>
                  </a:lnTo>
                  <a:lnTo>
                    <a:pt x="2590800" y="519684"/>
                  </a:lnTo>
                  <a:close/>
                </a:path>
                <a:path w="4951730" h="3857625">
                  <a:moveTo>
                    <a:pt x="2606040" y="455676"/>
                  </a:moveTo>
                  <a:lnTo>
                    <a:pt x="2596896" y="452628"/>
                  </a:lnTo>
                  <a:lnTo>
                    <a:pt x="2587752" y="489204"/>
                  </a:lnTo>
                  <a:lnTo>
                    <a:pt x="2596896" y="492252"/>
                  </a:lnTo>
                  <a:lnTo>
                    <a:pt x="2606040" y="455676"/>
                  </a:lnTo>
                  <a:close/>
                </a:path>
                <a:path w="4951730" h="3857625">
                  <a:moveTo>
                    <a:pt x="2622804" y="390144"/>
                  </a:moveTo>
                  <a:lnTo>
                    <a:pt x="2613660" y="388620"/>
                  </a:lnTo>
                  <a:lnTo>
                    <a:pt x="2604516" y="425196"/>
                  </a:lnTo>
                  <a:lnTo>
                    <a:pt x="2613660" y="426720"/>
                  </a:lnTo>
                  <a:lnTo>
                    <a:pt x="2622804" y="390144"/>
                  </a:lnTo>
                  <a:close/>
                </a:path>
                <a:path w="4951730" h="3857625">
                  <a:moveTo>
                    <a:pt x="2638044" y="2180844"/>
                  </a:moveTo>
                  <a:lnTo>
                    <a:pt x="2631948" y="2173224"/>
                  </a:lnTo>
                  <a:lnTo>
                    <a:pt x="2599944" y="2193036"/>
                  </a:lnTo>
                  <a:lnTo>
                    <a:pt x="2606040" y="2200656"/>
                  </a:lnTo>
                  <a:lnTo>
                    <a:pt x="2638044" y="2180844"/>
                  </a:lnTo>
                  <a:close/>
                </a:path>
                <a:path w="4951730" h="3857625">
                  <a:moveTo>
                    <a:pt x="2639568" y="326136"/>
                  </a:moveTo>
                  <a:lnTo>
                    <a:pt x="2630424" y="323088"/>
                  </a:lnTo>
                  <a:lnTo>
                    <a:pt x="2621280" y="359664"/>
                  </a:lnTo>
                  <a:lnTo>
                    <a:pt x="2630424" y="362712"/>
                  </a:lnTo>
                  <a:lnTo>
                    <a:pt x="2639568" y="326136"/>
                  </a:lnTo>
                  <a:close/>
                </a:path>
                <a:path w="4951730" h="3857625">
                  <a:moveTo>
                    <a:pt x="2645664" y="2886456"/>
                  </a:moveTo>
                  <a:lnTo>
                    <a:pt x="2613660" y="2866644"/>
                  </a:lnTo>
                  <a:lnTo>
                    <a:pt x="2607564" y="2874264"/>
                  </a:lnTo>
                  <a:lnTo>
                    <a:pt x="2639568" y="2895600"/>
                  </a:lnTo>
                  <a:lnTo>
                    <a:pt x="2645664" y="2886456"/>
                  </a:lnTo>
                  <a:close/>
                </a:path>
                <a:path w="4951730" h="3857625">
                  <a:moveTo>
                    <a:pt x="2656332" y="260604"/>
                  </a:moveTo>
                  <a:lnTo>
                    <a:pt x="2647188" y="259080"/>
                  </a:lnTo>
                  <a:lnTo>
                    <a:pt x="2636520" y="295656"/>
                  </a:lnTo>
                  <a:lnTo>
                    <a:pt x="2645664" y="298704"/>
                  </a:lnTo>
                  <a:lnTo>
                    <a:pt x="2656332" y="260604"/>
                  </a:lnTo>
                  <a:close/>
                </a:path>
                <a:path w="4951730" h="3857625">
                  <a:moveTo>
                    <a:pt x="2671572" y="196596"/>
                  </a:moveTo>
                  <a:lnTo>
                    <a:pt x="2662428" y="193548"/>
                  </a:lnTo>
                  <a:lnTo>
                    <a:pt x="2653284" y="231648"/>
                  </a:lnTo>
                  <a:lnTo>
                    <a:pt x="2662428" y="233172"/>
                  </a:lnTo>
                  <a:lnTo>
                    <a:pt x="2671572" y="196596"/>
                  </a:lnTo>
                  <a:close/>
                </a:path>
                <a:path w="4951730" h="3857625">
                  <a:moveTo>
                    <a:pt x="2688336" y="131064"/>
                  </a:moveTo>
                  <a:lnTo>
                    <a:pt x="2679192" y="129540"/>
                  </a:lnTo>
                  <a:lnTo>
                    <a:pt x="2670048" y="166116"/>
                  </a:lnTo>
                  <a:lnTo>
                    <a:pt x="2679192" y="169164"/>
                  </a:lnTo>
                  <a:lnTo>
                    <a:pt x="2688336" y="131064"/>
                  </a:lnTo>
                  <a:close/>
                </a:path>
                <a:path w="4951730" h="3857625">
                  <a:moveTo>
                    <a:pt x="2694432" y="2145792"/>
                  </a:moveTo>
                  <a:lnTo>
                    <a:pt x="2688336" y="2138172"/>
                  </a:lnTo>
                  <a:lnTo>
                    <a:pt x="2656332" y="2157984"/>
                  </a:lnTo>
                  <a:lnTo>
                    <a:pt x="2662428" y="2165604"/>
                  </a:lnTo>
                  <a:lnTo>
                    <a:pt x="2694432" y="2145792"/>
                  </a:lnTo>
                  <a:close/>
                </a:path>
                <a:path w="4951730" h="3857625">
                  <a:moveTo>
                    <a:pt x="2700528" y="2924556"/>
                  </a:moveTo>
                  <a:lnTo>
                    <a:pt x="2668524" y="2903220"/>
                  </a:lnTo>
                  <a:lnTo>
                    <a:pt x="2663952" y="2910840"/>
                  </a:lnTo>
                  <a:lnTo>
                    <a:pt x="2694432" y="2932176"/>
                  </a:lnTo>
                  <a:lnTo>
                    <a:pt x="2700528" y="2924556"/>
                  </a:lnTo>
                  <a:close/>
                </a:path>
                <a:path w="4951730" h="3857625">
                  <a:moveTo>
                    <a:pt x="2705100" y="67056"/>
                  </a:moveTo>
                  <a:lnTo>
                    <a:pt x="2695956" y="65532"/>
                  </a:lnTo>
                  <a:lnTo>
                    <a:pt x="2686812" y="102108"/>
                  </a:lnTo>
                  <a:lnTo>
                    <a:pt x="2695956" y="103632"/>
                  </a:lnTo>
                  <a:lnTo>
                    <a:pt x="2705100" y="67056"/>
                  </a:lnTo>
                  <a:close/>
                </a:path>
                <a:path w="4951730" h="3857625">
                  <a:moveTo>
                    <a:pt x="2720340" y="3048"/>
                  </a:moveTo>
                  <a:lnTo>
                    <a:pt x="2711196" y="0"/>
                  </a:lnTo>
                  <a:lnTo>
                    <a:pt x="2702052" y="36576"/>
                  </a:lnTo>
                  <a:lnTo>
                    <a:pt x="2711196" y="39624"/>
                  </a:lnTo>
                  <a:lnTo>
                    <a:pt x="2720340" y="3048"/>
                  </a:lnTo>
                  <a:close/>
                </a:path>
                <a:path w="4951730" h="3857625">
                  <a:moveTo>
                    <a:pt x="2750820" y="2110740"/>
                  </a:moveTo>
                  <a:lnTo>
                    <a:pt x="2744724" y="2101596"/>
                  </a:lnTo>
                  <a:lnTo>
                    <a:pt x="2712720" y="2122932"/>
                  </a:lnTo>
                  <a:lnTo>
                    <a:pt x="2718816" y="2130552"/>
                  </a:lnTo>
                  <a:lnTo>
                    <a:pt x="2750820" y="2110740"/>
                  </a:lnTo>
                  <a:close/>
                </a:path>
                <a:path w="4951730" h="3857625">
                  <a:moveTo>
                    <a:pt x="2755392" y="2961132"/>
                  </a:moveTo>
                  <a:lnTo>
                    <a:pt x="2724912" y="2939796"/>
                  </a:lnTo>
                  <a:lnTo>
                    <a:pt x="2718816" y="2947416"/>
                  </a:lnTo>
                  <a:lnTo>
                    <a:pt x="2750820" y="2968752"/>
                  </a:lnTo>
                  <a:lnTo>
                    <a:pt x="2755392" y="2961132"/>
                  </a:lnTo>
                  <a:close/>
                </a:path>
                <a:path w="4951730" h="3857625">
                  <a:moveTo>
                    <a:pt x="2807208" y="2074164"/>
                  </a:moveTo>
                  <a:lnTo>
                    <a:pt x="2801112" y="2066544"/>
                  </a:lnTo>
                  <a:lnTo>
                    <a:pt x="2769108" y="2086356"/>
                  </a:lnTo>
                  <a:lnTo>
                    <a:pt x="2775204" y="2095500"/>
                  </a:lnTo>
                  <a:lnTo>
                    <a:pt x="2807208" y="2074164"/>
                  </a:lnTo>
                  <a:close/>
                </a:path>
                <a:path w="4951730" h="3857625">
                  <a:moveTo>
                    <a:pt x="2811780" y="2997708"/>
                  </a:moveTo>
                  <a:lnTo>
                    <a:pt x="2779776" y="2976372"/>
                  </a:lnTo>
                  <a:lnTo>
                    <a:pt x="2773680" y="2985516"/>
                  </a:lnTo>
                  <a:lnTo>
                    <a:pt x="2805684" y="3005328"/>
                  </a:lnTo>
                  <a:lnTo>
                    <a:pt x="2811780" y="2997708"/>
                  </a:lnTo>
                  <a:close/>
                </a:path>
                <a:path w="4951730" h="3857625">
                  <a:moveTo>
                    <a:pt x="2863596" y="2039112"/>
                  </a:moveTo>
                  <a:lnTo>
                    <a:pt x="2857500" y="2031492"/>
                  </a:lnTo>
                  <a:lnTo>
                    <a:pt x="2825496" y="2051304"/>
                  </a:lnTo>
                  <a:lnTo>
                    <a:pt x="2831592" y="2058924"/>
                  </a:lnTo>
                  <a:lnTo>
                    <a:pt x="2863596" y="2039112"/>
                  </a:lnTo>
                  <a:close/>
                </a:path>
                <a:path w="4951730" h="3857625">
                  <a:moveTo>
                    <a:pt x="2866644" y="3035808"/>
                  </a:moveTo>
                  <a:lnTo>
                    <a:pt x="2834640" y="3014472"/>
                  </a:lnTo>
                  <a:lnTo>
                    <a:pt x="2830068" y="3022092"/>
                  </a:lnTo>
                  <a:lnTo>
                    <a:pt x="2862072" y="3043428"/>
                  </a:lnTo>
                  <a:lnTo>
                    <a:pt x="2866644" y="3035808"/>
                  </a:lnTo>
                  <a:close/>
                </a:path>
                <a:path w="4951730" h="3857625">
                  <a:moveTo>
                    <a:pt x="2919984" y="2004060"/>
                  </a:moveTo>
                  <a:lnTo>
                    <a:pt x="2913888" y="1994916"/>
                  </a:lnTo>
                  <a:lnTo>
                    <a:pt x="2881884" y="2016252"/>
                  </a:lnTo>
                  <a:lnTo>
                    <a:pt x="2887980" y="2023872"/>
                  </a:lnTo>
                  <a:lnTo>
                    <a:pt x="2919984" y="2004060"/>
                  </a:lnTo>
                  <a:close/>
                </a:path>
                <a:path w="4951730" h="3857625">
                  <a:moveTo>
                    <a:pt x="2923032" y="3072384"/>
                  </a:moveTo>
                  <a:lnTo>
                    <a:pt x="2891028" y="3051048"/>
                  </a:lnTo>
                  <a:lnTo>
                    <a:pt x="2884932" y="3058668"/>
                  </a:lnTo>
                  <a:lnTo>
                    <a:pt x="2916936" y="3080004"/>
                  </a:lnTo>
                  <a:lnTo>
                    <a:pt x="2923032" y="3072384"/>
                  </a:lnTo>
                  <a:close/>
                </a:path>
                <a:path w="4951730" h="3857625">
                  <a:moveTo>
                    <a:pt x="2976372" y="1967484"/>
                  </a:moveTo>
                  <a:lnTo>
                    <a:pt x="2971800" y="1959864"/>
                  </a:lnTo>
                  <a:lnTo>
                    <a:pt x="2938272" y="1979676"/>
                  </a:lnTo>
                  <a:lnTo>
                    <a:pt x="2944368" y="1988820"/>
                  </a:lnTo>
                  <a:lnTo>
                    <a:pt x="2976372" y="1967484"/>
                  </a:lnTo>
                  <a:close/>
                </a:path>
                <a:path w="4951730" h="3857625">
                  <a:moveTo>
                    <a:pt x="2977896" y="3108960"/>
                  </a:moveTo>
                  <a:lnTo>
                    <a:pt x="2945892" y="3087624"/>
                  </a:lnTo>
                  <a:lnTo>
                    <a:pt x="2941320" y="3095244"/>
                  </a:lnTo>
                  <a:lnTo>
                    <a:pt x="2971800" y="3116580"/>
                  </a:lnTo>
                  <a:lnTo>
                    <a:pt x="2977896" y="3108960"/>
                  </a:lnTo>
                  <a:close/>
                </a:path>
                <a:path w="4951730" h="3857625">
                  <a:moveTo>
                    <a:pt x="3032760" y="3145536"/>
                  </a:moveTo>
                  <a:lnTo>
                    <a:pt x="3002280" y="3124200"/>
                  </a:lnTo>
                  <a:lnTo>
                    <a:pt x="2996184" y="3133344"/>
                  </a:lnTo>
                  <a:lnTo>
                    <a:pt x="3028188" y="3154680"/>
                  </a:lnTo>
                  <a:lnTo>
                    <a:pt x="3032760" y="3145536"/>
                  </a:lnTo>
                  <a:close/>
                </a:path>
                <a:path w="4951730" h="3857625">
                  <a:moveTo>
                    <a:pt x="3032760" y="1932432"/>
                  </a:moveTo>
                  <a:lnTo>
                    <a:pt x="3028188" y="1924812"/>
                  </a:lnTo>
                  <a:lnTo>
                    <a:pt x="2994660" y="1944624"/>
                  </a:lnTo>
                  <a:lnTo>
                    <a:pt x="3000756" y="1952244"/>
                  </a:lnTo>
                  <a:lnTo>
                    <a:pt x="3032760" y="1932432"/>
                  </a:lnTo>
                  <a:close/>
                </a:path>
                <a:path w="4951730" h="3857625">
                  <a:moveTo>
                    <a:pt x="3089148" y="3183636"/>
                  </a:moveTo>
                  <a:lnTo>
                    <a:pt x="3057144" y="3162300"/>
                  </a:lnTo>
                  <a:lnTo>
                    <a:pt x="3051048" y="3169920"/>
                  </a:lnTo>
                  <a:lnTo>
                    <a:pt x="3083052" y="3191256"/>
                  </a:lnTo>
                  <a:lnTo>
                    <a:pt x="3089148" y="3183636"/>
                  </a:lnTo>
                  <a:close/>
                </a:path>
                <a:path w="4951730" h="3857625">
                  <a:moveTo>
                    <a:pt x="3089148" y="1897380"/>
                  </a:moveTo>
                  <a:lnTo>
                    <a:pt x="3084576" y="1888236"/>
                  </a:lnTo>
                  <a:lnTo>
                    <a:pt x="3051048" y="1909572"/>
                  </a:lnTo>
                  <a:lnTo>
                    <a:pt x="3057144" y="1917192"/>
                  </a:lnTo>
                  <a:lnTo>
                    <a:pt x="3089148" y="1897380"/>
                  </a:lnTo>
                  <a:close/>
                </a:path>
                <a:path w="4951730" h="3857625">
                  <a:moveTo>
                    <a:pt x="3144012" y="3220212"/>
                  </a:moveTo>
                  <a:lnTo>
                    <a:pt x="3112008" y="3198876"/>
                  </a:lnTo>
                  <a:lnTo>
                    <a:pt x="3107436" y="3206496"/>
                  </a:lnTo>
                  <a:lnTo>
                    <a:pt x="3139440" y="3227832"/>
                  </a:lnTo>
                  <a:lnTo>
                    <a:pt x="3144012" y="3220212"/>
                  </a:lnTo>
                  <a:close/>
                </a:path>
                <a:path w="4951730" h="3857625">
                  <a:moveTo>
                    <a:pt x="3145536" y="1860804"/>
                  </a:moveTo>
                  <a:lnTo>
                    <a:pt x="3140964" y="1853184"/>
                  </a:lnTo>
                  <a:lnTo>
                    <a:pt x="3107436" y="1872996"/>
                  </a:lnTo>
                  <a:lnTo>
                    <a:pt x="3113532" y="1882140"/>
                  </a:lnTo>
                  <a:lnTo>
                    <a:pt x="3145536" y="1860804"/>
                  </a:lnTo>
                  <a:close/>
                </a:path>
                <a:path w="4951730" h="3857625">
                  <a:moveTo>
                    <a:pt x="3200400" y="3256788"/>
                  </a:moveTo>
                  <a:lnTo>
                    <a:pt x="3168396" y="3235452"/>
                  </a:lnTo>
                  <a:lnTo>
                    <a:pt x="3162300" y="3243072"/>
                  </a:lnTo>
                  <a:lnTo>
                    <a:pt x="3194304" y="3264408"/>
                  </a:lnTo>
                  <a:lnTo>
                    <a:pt x="3200400" y="3256788"/>
                  </a:lnTo>
                  <a:close/>
                </a:path>
                <a:path w="4951730" h="3857625">
                  <a:moveTo>
                    <a:pt x="3201924" y="1825752"/>
                  </a:moveTo>
                  <a:lnTo>
                    <a:pt x="3197352" y="1818132"/>
                  </a:lnTo>
                  <a:lnTo>
                    <a:pt x="3163824" y="1837944"/>
                  </a:lnTo>
                  <a:lnTo>
                    <a:pt x="3169920" y="1845564"/>
                  </a:lnTo>
                  <a:lnTo>
                    <a:pt x="3201924" y="1825752"/>
                  </a:lnTo>
                  <a:close/>
                </a:path>
                <a:path w="4951730" h="3857625">
                  <a:moveTo>
                    <a:pt x="3255264" y="3293364"/>
                  </a:moveTo>
                  <a:lnTo>
                    <a:pt x="3223260" y="3273552"/>
                  </a:lnTo>
                  <a:lnTo>
                    <a:pt x="3218688" y="3281172"/>
                  </a:lnTo>
                  <a:lnTo>
                    <a:pt x="3250692" y="3302508"/>
                  </a:lnTo>
                  <a:lnTo>
                    <a:pt x="3255264" y="3293364"/>
                  </a:lnTo>
                  <a:close/>
                </a:path>
                <a:path w="4951730" h="3857625">
                  <a:moveTo>
                    <a:pt x="3258312" y="1790700"/>
                  </a:moveTo>
                  <a:lnTo>
                    <a:pt x="3253740" y="1781556"/>
                  </a:lnTo>
                  <a:lnTo>
                    <a:pt x="3220212" y="1802892"/>
                  </a:lnTo>
                  <a:lnTo>
                    <a:pt x="3226308" y="1810512"/>
                  </a:lnTo>
                  <a:lnTo>
                    <a:pt x="3258312" y="1790700"/>
                  </a:lnTo>
                  <a:close/>
                </a:path>
                <a:path w="4951730" h="3857625">
                  <a:moveTo>
                    <a:pt x="3310128" y="3331464"/>
                  </a:moveTo>
                  <a:lnTo>
                    <a:pt x="3279648" y="3310128"/>
                  </a:lnTo>
                  <a:lnTo>
                    <a:pt x="3273552" y="3317748"/>
                  </a:lnTo>
                  <a:lnTo>
                    <a:pt x="3305556" y="3339084"/>
                  </a:lnTo>
                  <a:lnTo>
                    <a:pt x="3310128" y="3331464"/>
                  </a:lnTo>
                  <a:close/>
                </a:path>
                <a:path w="4951730" h="3857625">
                  <a:moveTo>
                    <a:pt x="3314700" y="1754124"/>
                  </a:moveTo>
                  <a:lnTo>
                    <a:pt x="3310128" y="1746504"/>
                  </a:lnTo>
                  <a:lnTo>
                    <a:pt x="3276600" y="1766316"/>
                  </a:lnTo>
                  <a:lnTo>
                    <a:pt x="3282696" y="1775460"/>
                  </a:lnTo>
                  <a:lnTo>
                    <a:pt x="3314700" y="1754124"/>
                  </a:lnTo>
                  <a:close/>
                </a:path>
                <a:path w="4951730" h="3857625">
                  <a:moveTo>
                    <a:pt x="3366516" y="3368040"/>
                  </a:moveTo>
                  <a:lnTo>
                    <a:pt x="3334512" y="3346704"/>
                  </a:lnTo>
                  <a:lnTo>
                    <a:pt x="3329940" y="3354324"/>
                  </a:lnTo>
                  <a:lnTo>
                    <a:pt x="3360420" y="3375660"/>
                  </a:lnTo>
                  <a:lnTo>
                    <a:pt x="3366516" y="3368040"/>
                  </a:lnTo>
                  <a:close/>
                </a:path>
                <a:path w="4951730" h="3857625">
                  <a:moveTo>
                    <a:pt x="3371088" y="1719072"/>
                  </a:moveTo>
                  <a:lnTo>
                    <a:pt x="3366516" y="1711452"/>
                  </a:lnTo>
                  <a:lnTo>
                    <a:pt x="3334512" y="1731264"/>
                  </a:lnTo>
                  <a:lnTo>
                    <a:pt x="3339084" y="1738884"/>
                  </a:lnTo>
                  <a:lnTo>
                    <a:pt x="3371088" y="1719072"/>
                  </a:lnTo>
                  <a:close/>
                </a:path>
                <a:path w="4951730" h="3857625">
                  <a:moveTo>
                    <a:pt x="3421380" y="3404616"/>
                  </a:moveTo>
                  <a:lnTo>
                    <a:pt x="3389376" y="3383280"/>
                  </a:lnTo>
                  <a:lnTo>
                    <a:pt x="3384804" y="3392424"/>
                  </a:lnTo>
                  <a:lnTo>
                    <a:pt x="3416808" y="3412236"/>
                  </a:lnTo>
                  <a:lnTo>
                    <a:pt x="3421380" y="3404616"/>
                  </a:lnTo>
                  <a:close/>
                </a:path>
                <a:path w="4951730" h="3857625">
                  <a:moveTo>
                    <a:pt x="3427476" y="1684020"/>
                  </a:moveTo>
                  <a:lnTo>
                    <a:pt x="3422904" y="1676400"/>
                  </a:lnTo>
                  <a:lnTo>
                    <a:pt x="3390900" y="1696212"/>
                  </a:lnTo>
                  <a:lnTo>
                    <a:pt x="3395472" y="1703832"/>
                  </a:lnTo>
                  <a:lnTo>
                    <a:pt x="3427476" y="1684020"/>
                  </a:lnTo>
                  <a:close/>
                </a:path>
                <a:path w="4951730" h="3857625">
                  <a:moveTo>
                    <a:pt x="3477768" y="3441192"/>
                  </a:moveTo>
                  <a:lnTo>
                    <a:pt x="3445764" y="3421380"/>
                  </a:lnTo>
                  <a:lnTo>
                    <a:pt x="3439668" y="3429000"/>
                  </a:lnTo>
                  <a:lnTo>
                    <a:pt x="3471672" y="3450336"/>
                  </a:lnTo>
                  <a:lnTo>
                    <a:pt x="3477768" y="3441192"/>
                  </a:lnTo>
                  <a:close/>
                </a:path>
                <a:path w="4951730" h="3857625">
                  <a:moveTo>
                    <a:pt x="3483864" y="1647444"/>
                  </a:moveTo>
                  <a:lnTo>
                    <a:pt x="3479292" y="1639824"/>
                  </a:lnTo>
                  <a:lnTo>
                    <a:pt x="3447288" y="1661160"/>
                  </a:lnTo>
                  <a:lnTo>
                    <a:pt x="3451860" y="1668780"/>
                  </a:lnTo>
                  <a:lnTo>
                    <a:pt x="3483864" y="1647444"/>
                  </a:lnTo>
                  <a:close/>
                </a:path>
                <a:path w="4951730" h="3857625">
                  <a:moveTo>
                    <a:pt x="3532632" y="3479292"/>
                  </a:moveTo>
                  <a:lnTo>
                    <a:pt x="3500628" y="3457956"/>
                  </a:lnTo>
                  <a:lnTo>
                    <a:pt x="3496056" y="3465576"/>
                  </a:lnTo>
                  <a:lnTo>
                    <a:pt x="3528060" y="3486912"/>
                  </a:lnTo>
                  <a:lnTo>
                    <a:pt x="3532632" y="3479292"/>
                  </a:lnTo>
                  <a:close/>
                </a:path>
                <a:path w="4951730" h="3857625">
                  <a:moveTo>
                    <a:pt x="3540252" y="1612392"/>
                  </a:moveTo>
                  <a:lnTo>
                    <a:pt x="3535680" y="1604772"/>
                  </a:lnTo>
                  <a:lnTo>
                    <a:pt x="3503676" y="1624584"/>
                  </a:lnTo>
                  <a:lnTo>
                    <a:pt x="3508248" y="1633728"/>
                  </a:lnTo>
                  <a:lnTo>
                    <a:pt x="3540252" y="1612392"/>
                  </a:lnTo>
                  <a:close/>
                </a:path>
                <a:path w="4951730" h="3857625">
                  <a:moveTo>
                    <a:pt x="3587496" y="3515868"/>
                  </a:moveTo>
                  <a:lnTo>
                    <a:pt x="3557016" y="3494532"/>
                  </a:lnTo>
                  <a:lnTo>
                    <a:pt x="3550920" y="3502152"/>
                  </a:lnTo>
                  <a:lnTo>
                    <a:pt x="3582924" y="3523488"/>
                  </a:lnTo>
                  <a:lnTo>
                    <a:pt x="3587496" y="3515868"/>
                  </a:lnTo>
                  <a:close/>
                </a:path>
                <a:path w="4951730" h="3857625">
                  <a:moveTo>
                    <a:pt x="3596640" y="1577340"/>
                  </a:moveTo>
                  <a:lnTo>
                    <a:pt x="3592068" y="1569720"/>
                  </a:lnTo>
                  <a:lnTo>
                    <a:pt x="3560064" y="1589532"/>
                  </a:lnTo>
                  <a:lnTo>
                    <a:pt x="3564636" y="1597152"/>
                  </a:lnTo>
                  <a:lnTo>
                    <a:pt x="3596640" y="1577340"/>
                  </a:lnTo>
                  <a:close/>
                </a:path>
                <a:path w="4951730" h="3857625">
                  <a:moveTo>
                    <a:pt x="3643884" y="3552444"/>
                  </a:moveTo>
                  <a:lnTo>
                    <a:pt x="3611880" y="3531108"/>
                  </a:lnTo>
                  <a:lnTo>
                    <a:pt x="3607308" y="3540252"/>
                  </a:lnTo>
                  <a:lnTo>
                    <a:pt x="3637788" y="3560064"/>
                  </a:lnTo>
                  <a:lnTo>
                    <a:pt x="3643884" y="3552444"/>
                  </a:lnTo>
                  <a:close/>
                </a:path>
                <a:path w="4951730" h="3857625">
                  <a:moveTo>
                    <a:pt x="3653028" y="1542288"/>
                  </a:moveTo>
                  <a:lnTo>
                    <a:pt x="3648456" y="1533144"/>
                  </a:lnTo>
                  <a:lnTo>
                    <a:pt x="3616452" y="1554480"/>
                  </a:lnTo>
                  <a:lnTo>
                    <a:pt x="3621024" y="1562100"/>
                  </a:lnTo>
                  <a:lnTo>
                    <a:pt x="3653028" y="1542288"/>
                  </a:lnTo>
                  <a:close/>
                </a:path>
                <a:path w="4951730" h="3857625">
                  <a:moveTo>
                    <a:pt x="3698748" y="3590544"/>
                  </a:moveTo>
                  <a:lnTo>
                    <a:pt x="3666744" y="3569208"/>
                  </a:lnTo>
                  <a:lnTo>
                    <a:pt x="3662172" y="3576828"/>
                  </a:lnTo>
                  <a:lnTo>
                    <a:pt x="3694176" y="3598164"/>
                  </a:lnTo>
                  <a:lnTo>
                    <a:pt x="3698748" y="3590544"/>
                  </a:lnTo>
                  <a:close/>
                </a:path>
                <a:path w="4951730" h="3857625">
                  <a:moveTo>
                    <a:pt x="3709416" y="1505712"/>
                  </a:moveTo>
                  <a:lnTo>
                    <a:pt x="3704844" y="1498092"/>
                  </a:lnTo>
                  <a:lnTo>
                    <a:pt x="3672840" y="1517904"/>
                  </a:lnTo>
                  <a:lnTo>
                    <a:pt x="3677412" y="1527048"/>
                  </a:lnTo>
                  <a:lnTo>
                    <a:pt x="3709416" y="1505712"/>
                  </a:lnTo>
                  <a:close/>
                </a:path>
                <a:path w="4951730" h="3857625">
                  <a:moveTo>
                    <a:pt x="3755136" y="3627120"/>
                  </a:moveTo>
                  <a:lnTo>
                    <a:pt x="3723132" y="3605784"/>
                  </a:lnTo>
                  <a:lnTo>
                    <a:pt x="3717036" y="3613404"/>
                  </a:lnTo>
                  <a:lnTo>
                    <a:pt x="3749040" y="3634740"/>
                  </a:lnTo>
                  <a:lnTo>
                    <a:pt x="3755136" y="3627120"/>
                  </a:lnTo>
                  <a:close/>
                </a:path>
                <a:path w="4951730" h="3857625">
                  <a:moveTo>
                    <a:pt x="3765804" y="1470660"/>
                  </a:moveTo>
                  <a:lnTo>
                    <a:pt x="3761232" y="1463040"/>
                  </a:lnTo>
                  <a:lnTo>
                    <a:pt x="3729228" y="1482852"/>
                  </a:lnTo>
                  <a:lnTo>
                    <a:pt x="3733800" y="1490472"/>
                  </a:lnTo>
                  <a:lnTo>
                    <a:pt x="3765804" y="1470660"/>
                  </a:lnTo>
                  <a:close/>
                </a:path>
                <a:path w="4951730" h="3857625">
                  <a:moveTo>
                    <a:pt x="3810000" y="3663696"/>
                  </a:moveTo>
                  <a:lnTo>
                    <a:pt x="3777996" y="3642360"/>
                  </a:lnTo>
                  <a:lnTo>
                    <a:pt x="3773424" y="3649980"/>
                  </a:lnTo>
                  <a:lnTo>
                    <a:pt x="3805428" y="3671316"/>
                  </a:lnTo>
                  <a:lnTo>
                    <a:pt x="3810000" y="3663696"/>
                  </a:lnTo>
                  <a:close/>
                </a:path>
                <a:path w="4951730" h="3857625">
                  <a:moveTo>
                    <a:pt x="3822192" y="1435608"/>
                  </a:moveTo>
                  <a:lnTo>
                    <a:pt x="3817620" y="1426464"/>
                  </a:lnTo>
                  <a:lnTo>
                    <a:pt x="3785616" y="1447800"/>
                  </a:lnTo>
                  <a:lnTo>
                    <a:pt x="3790188" y="1455420"/>
                  </a:lnTo>
                  <a:lnTo>
                    <a:pt x="3822192" y="1435608"/>
                  </a:lnTo>
                  <a:close/>
                </a:path>
                <a:path w="4951730" h="3857625">
                  <a:moveTo>
                    <a:pt x="3864864" y="3700272"/>
                  </a:moveTo>
                  <a:lnTo>
                    <a:pt x="3834384" y="3678936"/>
                  </a:lnTo>
                  <a:lnTo>
                    <a:pt x="3828288" y="3688080"/>
                  </a:lnTo>
                  <a:lnTo>
                    <a:pt x="3860292" y="3709416"/>
                  </a:lnTo>
                  <a:lnTo>
                    <a:pt x="3864864" y="3700272"/>
                  </a:lnTo>
                  <a:close/>
                </a:path>
                <a:path w="4951730" h="3857625">
                  <a:moveTo>
                    <a:pt x="3878580" y="1399032"/>
                  </a:moveTo>
                  <a:lnTo>
                    <a:pt x="3874008" y="1391412"/>
                  </a:lnTo>
                  <a:lnTo>
                    <a:pt x="3842004" y="1411224"/>
                  </a:lnTo>
                  <a:lnTo>
                    <a:pt x="3846576" y="1420368"/>
                  </a:lnTo>
                  <a:lnTo>
                    <a:pt x="3878580" y="1399032"/>
                  </a:lnTo>
                  <a:close/>
                </a:path>
                <a:path w="4951730" h="3857625">
                  <a:moveTo>
                    <a:pt x="3921252" y="3738372"/>
                  </a:moveTo>
                  <a:lnTo>
                    <a:pt x="3889248" y="3717036"/>
                  </a:lnTo>
                  <a:lnTo>
                    <a:pt x="3884676" y="3724656"/>
                  </a:lnTo>
                  <a:lnTo>
                    <a:pt x="3915156" y="3745992"/>
                  </a:lnTo>
                  <a:lnTo>
                    <a:pt x="3921252" y="3738372"/>
                  </a:lnTo>
                  <a:close/>
                </a:path>
                <a:path w="4951730" h="3857625">
                  <a:moveTo>
                    <a:pt x="3934968" y="1363980"/>
                  </a:moveTo>
                  <a:lnTo>
                    <a:pt x="3930396" y="1356360"/>
                  </a:lnTo>
                  <a:lnTo>
                    <a:pt x="3898392" y="1376172"/>
                  </a:lnTo>
                  <a:lnTo>
                    <a:pt x="3902964" y="1383792"/>
                  </a:lnTo>
                  <a:lnTo>
                    <a:pt x="3934968" y="1363980"/>
                  </a:lnTo>
                  <a:close/>
                </a:path>
                <a:path w="4951730" h="3857625">
                  <a:moveTo>
                    <a:pt x="3976116" y="3774948"/>
                  </a:moveTo>
                  <a:lnTo>
                    <a:pt x="3944112" y="3753612"/>
                  </a:lnTo>
                  <a:lnTo>
                    <a:pt x="3939540" y="3761232"/>
                  </a:lnTo>
                  <a:lnTo>
                    <a:pt x="3971544" y="3782568"/>
                  </a:lnTo>
                  <a:lnTo>
                    <a:pt x="3976116" y="3774948"/>
                  </a:lnTo>
                  <a:close/>
                </a:path>
                <a:path w="4951730" h="3857625">
                  <a:moveTo>
                    <a:pt x="3991356" y="1328928"/>
                  </a:moveTo>
                  <a:lnTo>
                    <a:pt x="3986784" y="1319784"/>
                  </a:lnTo>
                  <a:lnTo>
                    <a:pt x="3954780" y="1341120"/>
                  </a:lnTo>
                  <a:lnTo>
                    <a:pt x="3959352" y="1348740"/>
                  </a:lnTo>
                  <a:lnTo>
                    <a:pt x="3991356" y="1328928"/>
                  </a:lnTo>
                  <a:close/>
                </a:path>
                <a:path w="4951730" h="3857625">
                  <a:moveTo>
                    <a:pt x="4032504" y="3811524"/>
                  </a:moveTo>
                  <a:lnTo>
                    <a:pt x="4000500" y="3790188"/>
                  </a:lnTo>
                  <a:lnTo>
                    <a:pt x="3994404" y="3797808"/>
                  </a:lnTo>
                  <a:lnTo>
                    <a:pt x="4026408" y="3819144"/>
                  </a:lnTo>
                  <a:lnTo>
                    <a:pt x="4032504" y="3811524"/>
                  </a:lnTo>
                  <a:close/>
                </a:path>
                <a:path w="4951730" h="3857625">
                  <a:moveTo>
                    <a:pt x="4047744" y="1292352"/>
                  </a:moveTo>
                  <a:lnTo>
                    <a:pt x="4043172" y="1284732"/>
                  </a:lnTo>
                  <a:lnTo>
                    <a:pt x="4011168" y="1304544"/>
                  </a:lnTo>
                  <a:lnTo>
                    <a:pt x="4015740" y="1313688"/>
                  </a:lnTo>
                  <a:lnTo>
                    <a:pt x="4047744" y="1292352"/>
                  </a:lnTo>
                  <a:close/>
                </a:path>
                <a:path w="4951730" h="3857625">
                  <a:moveTo>
                    <a:pt x="4087368" y="3848100"/>
                  </a:moveTo>
                  <a:lnTo>
                    <a:pt x="4055364" y="3828288"/>
                  </a:lnTo>
                  <a:lnTo>
                    <a:pt x="4050792" y="3835908"/>
                  </a:lnTo>
                  <a:lnTo>
                    <a:pt x="4082796" y="3857244"/>
                  </a:lnTo>
                  <a:lnTo>
                    <a:pt x="4087368" y="3848100"/>
                  </a:lnTo>
                  <a:close/>
                </a:path>
                <a:path w="4951730" h="3857625">
                  <a:moveTo>
                    <a:pt x="4104132" y="1257300"/>
                  </a:moveTo>
                  <a:lnTo>
                    <a:pt x="4099560" y="1249680"/>
                  </a:lnTo>
                  <a:lnTo>
                    <a:pt x="4067556" y="1269492"/>
                  </a:lnTo>
                  <a:lnTo>
                    <a:pt x="4072128" y="1277112"/>
                  </a:lnTo>
                  <a:lnTo>
                    <a:pt x="4104132" y="1257300"/>
                  </a:lnTo>
                  <a:close/>
                </a:path>
                <a:path w="4951730" h="3857625">
                  <a:moveTo>
                    <a:pt x="4160520" y="1222248"/>
                  </a:moveTo>
                  <a:lnTo>
                    <a:pt x="4155948" y="1213104"/>
                  </a:lnTo>
                  <a:lnTo>
                    <a:pt x="4123944" y="1234440"/>
                  </a:lnTo>
                  <a:lnTo>
                    <a:pt x="4128516" y="1242060"/>
                  </a:lnTo>
                  <a:lnTo>
                    <a:pt x="4160520" y="1222248"/>
                  </a:lnTo>
                  <a:close/>
                </a:path>
                <a:path w="4951730" h="3857625">
                  <a:moveTo>
                    <a:pt x="4216908" y="1185672"/>
                  </a:moveTo>
                  <a:lnTo>
                    <a:pt x="4212336" y="1178052"/>
                  </a:lnTo>
                  <a:lnTo>
                    <a:pt x="4180332" y="1197864"/>
                  </a:lnTo>
                  <a:lnTo>
                    <a:pt x="4184904" y="1207008"/>
                  </a:lnTo>
                  <a:lnTo>
                    <a:pt x="4216908" y="1185672"/>
                  </a:lnTo>
                  <a:close/>
                </a:path>
                <a:path w="4951730" h="3857625">
                  <a:moveTo>
                    <a:pt x="4273296" y="1150620"/>
                  </a:moveTo>
                  <a:lnTo>
                    <a:pt x="4268724" y="1143000"/>
                  </a:lnTo>
                  <a:lnTo>
                    <a:pt x="4236720" y="1162812"/>
                  </a:lnTo>
                  <a:lnTo>
                    <a:pt x="4241292" y="1170432"/>
                  </a:lnTo>
                  <a:lnTo>
                    <a:pt x="4273296" y="1150620"/>
                  </a:lnTo>
                  <a:close/>
                </a:path>
                <a:path w="4951730" h="3857625">
                  <a:moveTo>
                    <a:pt x="4329684" y="1115568"/>
                  </a:moveTo>
                  <a:lnTo>
                    <a:pt x="4325112" y="1107948"/>
                  </a:lnTo>
                  <a:lnTo>
                    <a:pt x="4293108" y="1127760"/>
                  </a:lnTo>
                  <a:lnTo>
                    <a:pt x="4297680" y="1135380"/>
                  </a:lnTo>
                  <a:lnTo>
                    <a:pt x="4329684" y="1115568"/>
                  </a:lnTo>
                  <a:close/>
                </a:path>
                <a:path w="4951730" h="3857625">
                  <a:moveTo>
                    <a:pt x="4386072" y="1080516"/>
                  </a:moveTo>
                  <a:lnTo>
                    <a:pt x="4381500" y="1071372"/>
                  </a:lnTo>
                  <a:lnTo>
                    <a:pt x="4349496" y="1092708"/>
                  </a:lnTo>
                  <a:lnTo>
                    <a:pt x="4354068" y="1100328"/>
                  </a:lnTo>
                  <a:lnTo>
                    <a:pt x="4386072" y="1080516"/>
                  </a:lnTo>
                  <a:close/>
                </a:path>
                <a:path w="4951730" h="3857625">
                  <a:moveTo>
                    <a:pt x="4442460" y="1043940"/>
                  </a:moveTo>
                  <a:lnTo>
                    <a:pt x="4437888" y="1036320"/>
                  </a:lnTo>
                  <a:lnTo>
                    <a:pt x="4405884" y="1056132"/>
                  </a:lnTo>
                  <a:lnTo>
                    <a:pt x="4410456" y="1065276"/>
                  </a:lnTo>
                  <a:lnTo>
                    <a:pt x="4442460" y="1043940"/>
                  </a:lnTo>
                  <a:close/>
                </a:path>
                <a:path w="4951730" h="3857625">
                  <a:moveTo>
                    <a:pt x="4498848" y="1008888"/>
                  </a:moveTo>
                  <a:lnTo>
                    <a:pt x="4494276" y="1001268"/>
                  </a:lnTo>
                  <a:lnTo>
                    <a:pt x="4462272" y="1021080"/>
                  </a:lnTo>
                  <a:lnTo>
                    <a:pt x="4466844" y="1028700"/>
                  </a:lnTo>
                  <a:lnTo>
                    <a:pt x="4498848" y="1008888"/>
                  </a:lnTo>
                  <a:close/>
                </a:path>
                <a:path w="4951730" h="3857625">
                  <a:moveTo>
                    <a:pt x="4555236" y="973836"/>
                  </a:moveTo>
                  <a:lnTo>
                    <a:pt x="4550664" y="964692"/>
                  </a:lnTo>
                  <a:lnTo>
                    <a:pt x="4518660" y="986028"/>
                  </a:lnTo>
                  <a:lnTo>
                    <a:pt x="4523232" y="993648"/>
                  </a:lnTo>
                  <a:lnTo>
                    <a:pt x="4555236" y="973836"/>
                  </a:lnTo>
                  <a:close/>
                </a:path>
                <a:path w="4951730" h="3857625">
                  <a:moveTo>
                    <a:pt x="4611624" y="937260"/>
                  </a:moveTo>
                  <a:lnTo>
                    <a:pt x="4607052" y="929640"/>
                  </a:lnTo>
                  <a:lnTo>
                    <a:pt x="4575048" y="949452"/>
                  </a:lnTo>
                  <a:lnTo>
                    <a:pt x="4579620" y="958596"/>
                  </a:lnTo>
                  <a:lnTo>
                    <a:pt x="4611624" y="937260"/>
                  </a:lnTo>
                  <a:close/>
                </a:path>
                <a:path w="4951730" h="3857625">
                  <a:moveTo>
                    <a:pt x="4669536" y="902208"/>
                  </a:moveTo>
                  <a:lnTo>
                    <a:pt x="4663440" y="894588"/>
                  </a:lnTo>
                  <a:lnTo>
                    <a:pt x="4631436" y="914400"/>
                  </a:lnTo>
                  <a:lnTo>
                    <a:pt x="4636008" y="922020"/>
                  </a:lnTo>
                  <a:lnTo>
                    <a:pt x="4669536" y="902208"/>
                  </a:lnTo>
                  <a:close/>
                </a:path>
                <a:path w="4951730" h="3857625">
                  <a:moveTo>
                    <a:pt x="4725924" y="867156"/>
                  </a:moveTo>
                  <a:lnTo>
                    <a:pt x="4719828" y="858012"/>
                  </a:lnTo>
                  <a:lnTo>
                    <a:pt x="4687824" y="879348"/>
                  </a:lnTo>
                  <a:lnTo>
                    <a:pt x="4692396" y="886968"/>
                  </a:lnTo>
                  <a:lnTo>
                    <a:pt x="4725924" y="867156"/>
                  </a:lnTo>
                  <a:close/>
                </a:path>
                <a:path w="4951730" h="3857625">
                  <a:moveTo>
                    <a:pt x="4782312" y="830580"/>
                  </a:moveTo>
                  <a:lnTo>
                    <a:pt x="4776216" y="822960"/>
                  </a:lnTo>
                  <a:lnTo>
                    <a:pt x="4744212" y="842772"/>
                  </a:lnTo>
                  <a:lnTo>
                    <a:pt x="4748784" y="851916"/>
                  </a:lnTo>
                  <a:lnTo>
                    <a:pt x="4782312" y="830580"/>
                  </a:lnTo>
                  <a:close/>
                </a:path>
                <a:path w="4951730" h="3857625">
                  <a:moveTo>
                    <a:pt x="4838700" y="795528"/>
                  </a:moveTo>
                  <a:lnTo>
                    <a:pt x="4832604" y="787908"/>
                  </a:lnTo>
                  <a:lnTo>
                    <a:pt x="4800600" y="807720"/>
                  </a:lnTo>
                  <a:lnTo>
                    <a:pt x="4805172" y="815340"/>
                  </a:lnTo>
                  <a:lnTo>
                    <a:pt x="4838700" y="795528"/>
                  </a:lnTo>
                  <a:close/>
                </a:path>
                <a:path w="4951730" h="3857625">
                  <a:moveTo>
                    <a:pt x="4895088" y="760476"/>
                  </a:moveTo>
                  <a:lnTo>
                    <a:pt x="4888992" y="751332"/>
                  </a:lnTo>
                  <a:lnTo>
                    <a:pt x="4856988" y="772668"/>
                  </a:lnTo>
                  <a:lnTo>
                    <a:pt x="4861560" y="780288"/>
                  </a:lnTo>
                  <a:lnTo>
                    <a:pt x="4895088" y="760476"/>
                  </a:lnTo>
                  <a:close/>
                </a:path>
                <a:path w="4951730" h="3857625">
                  <a:moveTo>
                    <a:pt x="4951476" y="723900"/>
                  </a:moveTo>
                  <a:lnTo>
                    <a:pt x="4945380" y="716280"/>
                  </a:lnTo>
                  <a:lnTo>
                    <a:pt x="4913376" y="736092"/>
                  </a:lnTo>
                  <a:lnTo>
                    <a:pt x="4917948" y="745236"/>
                  </a:lnTo>
                  <a:lnTo>
                    <a:pt x="4951476" y="723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46041" y="247649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69">
                  <a:moveTo>
                    <a:pt x="431291" y="216407"/>
                  </a:moveTo>
                  <a:lnTo>
                    <a:pt x="425542" y="166991"/>
                  </a:lnTo>
                  <a:lnTo>
                    <a:pt x="409182" y="121520"/>
                  </a:lnTo>
                  <a:lnTo>
                    <a:pt x="383545" y="81327"/>
                  </a:lnTo>
                  <a:lnTo>
                    <a:pt x="349964" y="47746"/>
                  </a:lnTo>
                  <a:lnTo>
                    <a:pt x="309771" y="22109"/>
                  </a:lnTo>
                  <a:lnTo>
                    <a:pt x="264300" y="5749"/>
                  </a:lnTo>
                  <a:lnTo>
                    <a:pt x="214883" y="0"/>
                  </a:lnTo>
                  <a:lnTo>
                    <a:pt x="165551" y="5749"/>
                  </a:lnTo>
                  <a:lnTo>
                    <a:pt x="120298" y="22109"/>
                  </a:lnTo>
                  <a:lnTo>
                    <a:pt x="80403" y="47746"/>
                  </a:lnTo>
                  <a:lnTo>
                    <a:pt x="47146" y="81327"/>
                  </a:lnTo>
                  <a:lnTo>
                    <a:pt x="21806" y="121520"/>
                  </a:lnTo>
                  <a:lnTo>
                    <a:pt x="5665" y="166991"/>
                  </a:lnTo>
                  <a:lnTo>
                    <a:pt x="0" y="216407"/>
                  </a:lnTo>
                  <a:lnTo>
                    <a:pt x="5665" y="265824"/>
                  </a:lnTo>
                  <a:lnTo>
                    <a:pt x="21806" y="311295"/>
                  </a:lnTo>
                  <a:lnTo>
                    <a:pt x="47146" y="351488"/>
                  </a:lnTo>
                  <a:lnTo>
                    <a:pt x="80403" y="385069"/>
                  </a:lnTo>
                  <a:lnTo>
                    <a:pt x="120298" y="410706"/>
                  </a:lnTo>
                  <a:lnTo>
                    <a:pt x="165551" y="427066"/>
                  </a:lnTo>
                  <a:lnTo>
                    <a:pt x="214883" y="432815"/>
                  </a:lnTo>
                  <a:lnTo>
                    <a:pt x="264300" y="427066"/>
                  </a:lnTo>
                  <a:lnTo>
                    <a:pt x="309771" y="410706"/>
                  </a:lnTo>
                  <a:lnTo>
                    <a:pt x="349964" y="385069"/>
                  </a:lnTo>
                  <a:lnTo>
                    <a:pt x="383545" y="351488"/>
                  </a:lnTo>
                  <a:lnTo>
                    <a:pt x="409182" y="311295"/>
                  </a:lnTo>
                  <a:lnTo>
                    <a:pt x="425542" y="265824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39946" y="2471927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5196" y="135636"/>
                  </a:lnTo>
                  <a:lnTo>
                    <a:pt x="403860" y="97536"/>
                  </a:lnTo>
                  <a:lnTo>
                    <a:pt x="377952" y="64008"/>
                  </a:lnTo>
                  <a:lnTo>
                    <a:pt x="344424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10668" y="286512"/>
                  </a:lnTo>
                  <a:lnTo>
                    <a:pt x="10668" y="199644"/>
                  </a:lnTo>
                  <a:lnTo>
                    <a:pt x="15240" y="178308"/>
                  </a:lnTo>
                  <a:lnTo>
                    <a:pt x="27432" y="138684"/>
                  </a:lnTo>
                  <a:lnTo>
                    <a:pt x="45720" y="102108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566"/>
                  </a:lnTo>
                  <a:lnTo>
                    <a:pt x="243840" y="10668"/>
                  </a:lnTo>
                  <a:lnTo>
                    <a:pt x="284988" y="19812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3672" y="158496"/>
                  </a:lnTo>
                  <a:lnTo>
                    <a:pt x="431292" y="199644"/>
                  </a:lnTo>
                  <a:lnTo>
                    <a:pt x="432816" y="220980"/>
                  </a:lnTo>
                  <a:lnTo>
                    <a:pt x="432816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59" h="441960">
                  <a:moveTo>
                    <a:pt x="432816" y="286512"/>
                  </a:moveTo>
                  <a:lnTo>
                    <a:pt x="432816" y="220980"/>
                  </a:ln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9852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20980" y="432816"/>
                  </a:lnTo>
                  <a:lnTo>
                    <a:pt x="199644" y="431292"/>
                  </a:lnTo>
                  <a:lnTo>
                    <a:pt x="138684" y="416052"/>
                  </a:lnTo>
                  <a:lnTo>
                    <a:pt x="103632" y="396240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10668" y="242316"/>
                  </a:lnTo>
                  <a:lnTo>
                    <a:pt x="10668" y="286512"/>
                  </a:lnTo>
                  <a:lnTo>
                    <a:pt x="27432" y="326136"/>
                  </a:lnTo>
                  <a:lnTo>
                    <a:pt x="51816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9644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6052" y="326136"/>
                  </a:lnTo>
                  <a:lnTo>
                    <a:pt x="425196" y="306324"/>
                  </a:lnTo>
                  <a:lnTo>
                    <a:pt x="432816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58161" y="3773423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431291" y="216407"/>
                  </a:moveTo>
                  <a:lnTo>
                    <a:pt x="425622" y="166991"/>
                  </a:lnTo>
                  <a:lnTo>
                    <a:pt x="409449" y="121520"/>
                  </a:lnTo>
                  <a:lnTo>
                    <a:pt x="384025" y="81327"/>
                  </a:lnTo>
                  <a:lnTo>
                    <a:pt x="350604" y="47746"/>
                  </a:lnTo>
                  <a:lnTo>
                    <a:pt x="310438" y="22109"/>
                  </a:lnTo>
                  <a:lnTo>
                    <a:pt x="264780" y="5749"/>
                  </a:lnTo>
                  <a:lnTo>
                    <a:pt x="214883" y="0"/>
                  </a:lnTo>
                  <a:lnTo>
                    <a:pt x="165551" y="5749"/>
                  </a:lnTo>
                  <a:lnTo>
                    <a:pt x="120298" y="22109"/>
                  </a:lnTo>
                  <a:lnTo>
                    <a:pt x="80403" y="47746"/>
                  </a:lnTo>
                  <a:lnTo>
                    <a:pt x="47146" y="81327"/>
                  </a:lnTo>
                  <a:lnTo>
                    <a:pt x="21806" y="121520"/>
                  </a:lnTo>
                  <a:lnTo>
                    <a:pt x="5665" y="166991"/>
                  </a:lnTo>
                  <a:lnTo>
                    <a:pt x="0" y="216407"/>
                  </a:lnTo>
                  <a:lnTo>
                    <a:pt x="5665" y="265824"/>
                  </a:lnTo>
                  <a:lnTo>
                    <a:pt x="21806" y="311295"/>
                  </a:lnTo>
                  <a:lnTo>
                    <a:pt x="47146" y="351488"/>
                  </a:lnTo>
                  <a:lnTo>
                    <a:pt x="80403" y="385069"/>
                  </a:lnTo>
                  <a:lnTo>
                    <a:pt x="120298" y="410706"/>
                  </a:lnTo>
                  <a:lnTo>
                    <a:pt x="165551" y="427066"/>
                  </a:lnTo>
                  <a:lnTo>
                    <a:pt x="214883" y="432815"/>
                  </a:lnTo>
                  <a:lnTo>
                    <a:pt x="264780" y="427066"/>
                  </a:lnTo>
                  <a:lnTo>
                    <a:pt x="310438" y="410706"/>
                  </a:lnTo>
                  <a:lnTo>
                    <a:pt x="350604" y="385069"/>
                  </a:lnTo>
                  <a:lnTo>
                    <a:pt x="384025" y="351488"/>
                  </a:lnTo>
                  <a:lnTo>
                    <a:pt x="409449" y="311295"/>
                  </a:lnTo>
                  <a:lnTo>
                    <a:pt x="425622" y="265824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53590" y="3768852"/>
              <a:ext cx="440690" cy="441959"/>
            </a:xfrm>
            <a:custGeom>
              <a:avLst/>
              <a:gdLst/>
              <a:ahLst/>
              <a:cxnLst/>
              <a:rect l="l" t="t" r="r" b="b"/>
              <a:pathLst>
                <a:path w="440689" h="441960">
                  <a:moveTo>
                    <a:pt x="440436" y="243840"/>
                  </a:moveTo>
                  <a:lnTo>
                    <a:pt x="440436" y="220980"/>
                  </a:lnTo>
                  <a:lnTo>
                    <a:pt x="438912" y="198120"/>
                  </a:lnTo>
                  <a:lnTo>
                    <a:pt x="431292" y="155448"/>
                  </a:lnTo>
                  <a:lnTo>
                    <a:pt x="414528" y="115824"/>
                  </a:lnTo>
                  <a:lnTo>
                    <a:pt x="390144" y="80772"/>
                  </a:lnTo>
                  <a:lnTo>
                    <a:pt x="359664" y="50292"/>
                  </a:lnTo>
                  <a:lnTo>
                    <a:pt x="324612" y="27432"/>
                  </a:lnTo>
                  <a:lnTo>
                    <a:pt x="284988" y="10668"/>
                  </a:lnTo>
                  <a:lnTo>
                    <a:pt x="242316" y="1524"/>
                  </a:lnTo>
                  <a:lnTo>
                    <a:pt x="220980" y="101"/>
                  </a:lnTo>
                  <a:lnTo>
                    <a:pt x="219456" y="0"/>
                  </a:lnTo>
                  <a:lnTo>
                    <a:pt x="175260" y="4572"/>
                  </a:lnTo>
                  <a:lnTo>
                    <a:pt x="134112" y="18288"/>
                  </a:lnTo>
                  <a:lnTo>
                    <a:pt x="96012" y="38100"/>
                  </a:lnTo>
                  <a:lnTo>
                    <a:pt x="64008" y="65532"/>
                  </a:lnTo>
                  <a:lnTo>
                    <a:pt x="36576" y="97536"/>
                  </a:lnTo>
                  <a:lnTo>
                    <a:pt x="16764" y="135636"/>
                  </a:lnTo>
                  <a:lnTo>
                    <a:pt x="0" y="198120"/>
                  </a:lnTo>
                  <a:lnTo>
                    <a:pt x="0" y="243840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18288" y="158496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5344" y="57912"/>
                  </a:lnTo>
                  <a:lnTo>
                    <a:pt x="120396" y="35052"/>
                  </a:lnTo>
                  <a:lnTo>
                    <a:pt x="156972" y="19812"/>
                  </a:lnTo>
                  <a:lnTo>
                    <a:pt x="198120" y="10668"/>
                  </a:lnTo>
                  <a:lnTo>
                    <a:pt x="219456" y="9245"/>
                  </a:lnTo>
                  <a:lnTo>
                    <a:pt x="220980" y="9144"/>
                  </a:lnTo>
                  <a:lnTo>
                    <a:pt x="263652" y="13716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4716" y="103632"/>
                  </a:lnTo>
                  <a:lnTo>
                    <a:pt x="414528" y="138684"/>
                  </a:lnTo>
                  <a:lnTo>
                    <a:pt x="426720" y="178308"/>
                  </a:lnTo>
                  <a:lnTo>
                    <a:pt x="431292" y="220980"/>
                  </a:lnTo>
                  <a:lnTo>
                    <a:pt x="431292" y="286512"/>
                  </a:lnTo>
                  <a:lnTo>
                    <a:pt x="440436" y="243840"/>
                  </a:lnTo>
                  <a:close/>
                </a:path>
                <a:path w="440689" h="441960">
                  <a:moveTo>
                    <a:pt x="431292" y="286512"/>
                  </a:moveTo>
                  <a:lnTo>
                    <a:pt x="431292" y="220980"/>
                  </a:lnTo>
                  <a:lnTo>
                    <a:pt x="429768" y="242316"/>
                  </a:lnTo>
                  <a:lnTo>
                    <a:pt x="426720" y="263652"/>
                  </a:lnTo>
                  <a:lnTo>
                    <a:pt x="414528" y="303276"/>
                  </a:lnTo>
                  <a:lnTo>
                    <a:pt x="394716" y="339852"/>
                  </a:lnTo>
                  <a:lnTo>
                    <a:pt x="368808" y="370332"/>
                  </a:lnTo>
                  <a:lnTo>
                    <a:pt x="338328" y="396240"/>
                  </a:lnTo>
                  <a:lnTo>
                    <a:pt x="301752" y="416052"/>
                  </a:lnTo>
                  <a:lnTo>
                    <a:pt x="262128" y="428244"/>
                  </a:lnTo>
                  <a:lnTo>
                    <a:pt x="220980" y="432707"/>
                  </a:lnTo>
                  <a:lnTo>
                    <a:pt x="219456" y="432816"/>
                  </a:lnTo>
                  <a:lnTo>
                    <a:pt x="176784" y="428244"/>
                  </a:lnTo>
                  <a:lnTo>
                    <a:pt x="137160" y="416052"/>
                  </a:lnTo>
                  <a:lnTo>
                    <a:pt x="102108" y="396240"/>
                  </a:lnTo>
                  <a:lnTo>
                    <a:pt x="70104" y="370332"/>
                  </a:lnTo>
                  <a:lnTo>
                    <a:pt x="44196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64008" y="377952"/>
                  </a:lnTo>
                  <a:lnTo>
                    <a:pt x="97536" y="403860"/>
                  </a:lnTo>
                  <a:lnTo>
                    <a:pt x="134112" y="425196"/>
                  </a:lnTo>
                  <a:lnTo>
                    <a:pt x="155448" y="431292"/>
                  </a:lnTo>
                  <a:lnTo>
                    <a:pt x="175260" y="437388"/>
                  </a:lnTo>
                  <a:lnTo>
                    <a:pt x="198120" y="440436"/>
                  </a:lnTo>
                  <a:lnTo>
                    <a:pt x="219456" y="441858"/>
                  </a:lnTo>
                  <a:lnTo>
                    <a:pt x="220980" y="441960"/>
                  </a:lnTo>
                  <a:lnTo>
                    <a:pt x="240792" y="440544"/>
                  </a:lnTo>
                  <a:lnTo>
                    <a:pt x="242316" y="440436"/>
                  </a:lnTo>
                  <a:lnTo>
                    <a:pt x="265176" y="437388"/>
                  </a:lnTo>
                  <a:lnTo>
                    <a:pt x="306324" y="423672"/>
                  </a:lnTo>
                  <a:lnTo>
                    <a:pt x="344424" y="403860"/>
                  </a:lnTo>
                  <a:lnTo>
                    <a:pt x="376428" y="376428"/>
                  </a:lnTo>
                  <a:lnTo>
                    <a:pt x="403860" y="344424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55413" y="3413772"/>
              <a:ext cx="1153795" cy="1188720"/>
            </a:xfrm>
            <a:custGeom>
              <a:avLst/>
              <a:gdLst/>
              <a:ahLst/>
              <a:cxnLst/>
              <a:rect l="l" t="t" r="r" b="b"/>
              <a:pathLst>
                <a:path w="1153795" h="1188720">
                  <a:moveTo>
                    <a:pt x="251345" y="989266"/>
                  </a:moveTo>
                  <a:lnTo>
                    <a:pt x="248894" y="978471"/>
                  </a:lnTo>
                  <a:lnTo>
                    <a:pt x="242011" y="969264"/>
                  </a:lnTo>
                  <a:lnTo>
                    <a:pt x="232816" y="963282"/>
                  </a:lnTo>
                  <a:lnTo>
                    <a:pt x="222199" y="961453"/>
                  </a:lnTo>
                  <a:lnTo>
                    <a:pt x="211582" y="963904"/>
                  </a:lnTo>
                  <a:lnTo>
                    <a:pt x="202387" y="970788"/>
                  </a:lnTo>
                  <a:lnTo>
                    <a:pt x="136626" y="1039456"/>
                  </a:lnTo>
                  <a:lnTo>
                    <a:pt x="246583" y="582168"/>
                  </a:lnTo>
                  <a:lnTo>
                    <a:pt x="190195" y="569976"/>
                  </a:lnTo>
                  <a:lnTo>
                    <a:pt x="112471" y="896962"/>
                  </a:lnTo>
                  <a:lnTo>
                    <a:pt x="112471" y="1139952"/>
                  </a:lnTo>
                  <a:lnTo>
                    <a:pt x="57607" y="1127760"/>
                  </a:lnTo>
                  <a:lnTo>
                    <a:pt x="65227" y="1129449"/>
                  </a:lnTo>
                  <a:lnTo>
                    <a:pt x="112471" y="1139952"/>
                  </a:lnTo>
                  <a:lnTo>
                    <a:pt x="112471" y="896962"/>
                  </a:lnTo>
                  <a:lnTo>
                    <a:pt x="81889" y="1025613"/>
                  </a:lnTo>
                  <a:lnTo>
                    <a:pt x="54559" y="935736"/>
                  </a:lnTo>
                  <a:lnTo>
                    <a:pt x="49301" y="925563"/>
                  </a:lnTo>
                  <a:lnTo>
                    <a:pt x="41033" y="918400"/>
                  </a:lnTo>
                  <a:lnTo>
                    <a:pt x="30772" y="914946"/>
                  </a:lnTo>
                  <a:lnTo>
                    <a:pt x="19507" y="915924"/>
                  </a:lnTo>
                  <a:lnTo>
                    <a:pt x="9575" y="921423"/>
                  </a:lnTo>
                  <a:lnTo>
                    <a:pt x="2933" y="930211"/>
                  </a:lnTo>
                  <a:lnTo>
                    <a:pt x="0" y="940993"/>
                  </a:lnTo>
                  <a:lnTo>
                    <a:pt x="1219" y="952500"/>
                  </a:lnTo>
                  <a:lnTo>
                    <a:pt x="57607" y="1138453"/>
                  </a:lnTo>
                  <a:lnTo>
                    <a:pt x="72847" y="1188720"/>
                  </a:lnTo>
                  <a:lnTo>
                    <a:pt x="243535" y="1010412"/>
                  </a:lnTo>
                  <a:lnTo>
                    <a:pt x="249516" y="1000328"/>
                  </a:lnTo>
                  <a:lnTo>
                    <a:pt x="251345" y="989266"/>
                  </a:lnTo>
                  <a:close/>
                </a:path>
                <a:path w="1153795" h="1188720">
                  <a:moveTo>
                    <a:pt x="1153363" y="0"/>
                  </a:moveTo>
                  <a:lnTo>
                    <a:pt x="907999" y="10591"/>
                  </a:lnTo>
                  <a:lnTo>
                    <a:pt x="879043" y="39624"/>
                  </a:lnTo>
                  <a:lnTo>
                    <a:pt x="881418" y="50330"/>
                  </a:lnTo>
                  <a:lnTo>
                    <a:pt x="887806" y="59055"/>
                  </a:lnTo>
                  <a:lnTo>
                    <a:pt x="897039" y="64909"/>
                  </a:lnTo>
                  <a:lnTo>
                    <a:pt x="907999" y="67056"/>
                  </a:lnTo>
                  <a:lnTo>
                    <a:pt x="1001128" y="63461"/>
                  </a:lnTo>
                  <a:lnTo>
                    <a:pt x="237439" y="551688"/>
                  </a:lnTo>
                  <a:lnTo>
                    <a:pt x="267919" y="600456"/>
                  </a:lnTo>
                  <a:lnTo>
                    <a:pt x="1031671" y="112191"/>
                  </a:lnTo>
                  <a:lnTo>
                    <a:pt x="990295" y="193548"/>
                  </a:lnTo>
                  <a:lnTo>
                    <a:pt x="987056" y="205092"/>
                  </a:lnTo>
                  <a:lnTo>
                    <a:pt x="988390" y="216217"/>
                  </a:lnTo>
                  <a:lnTo>
                    <a:pt x="993724" y="225907"/>
                  </a:lnTo>
                  <a:lnTo>
                    <a:pt x="1002487" y="233172"/>
                  </a:lnTo>
                  <a:lnTo>
                    <a:pt x="1013155" y="235737"/>
                  </a:lnTo>
                  <a:lnTo>
                    <a:pt x="1023823" y="234315"/>
                  </a:lnTo>
                  <a:lnTo>
                    <a:pt x="1033348" y="228879"/>
                  </a:lnTo>
                  <a:lnTo>
                    <a:pt x="1040587" y="219456"/>
                  </a:lnTo>
                  <a:lnTo>
                    <a:pt x="1121359" y="62268"/>
                  </a:lnTo>
                  <a:lnTo>
                    <a:pt x="1153363" y="0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611507" y="373786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64335" y="2430271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3</a:t>
            </a:r>
            <a:endParaRPr sz="2400" baseline="-20833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81834" y="2148840"/>
            <a:ext cx="441959" cy="440690"/>
            <a:chOff x="4981834" y="2148840"/>
            <a:chExt cx="441959" cy="440690"/>
          </a:xfrm>
        </p:grpSpPr>
        <p:sp>
          <p:nvSpPr>
            <p:cNvPr id="13" name="object 13"/>
            <p:cNvSpPr/>
            <p:nvPr/>
          </p:nvSpPr>
          <p:spPr>
            <a:xfrm>
              <a:off x="4986406" y="2153412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4883"/>
                  </a:moveTo>
                  <a:lnTo>
                    <a:pt x="425626" y="165551"/>
                  </a:lnTo>
                  <a:lnTo>
                    <a:pt x="409485" y="120298"/>
                  </a:lnTo>
                  <a:lnTo>
                    <a:pt x="384145" y="80403"/>
                  </a:lnTo>
                  <a:lnTo>
                    <a:pt x="350888" y="47146"/>
                  </a:lnTo>
                  <a:lnTo>
                    <a:pt x="310993" y="21806"/>
                  </a:lnTo>
                  <a:lnTo>
                    <a:pt x="265740" y="5665"/>
                  </a:lnTo>
                  <a:lnTo>
                    <a:pt x="216407" y="0"/>
                  </a:lnTo>
                  <a:lnTo>
                    <a:pt x="166511" y="5665"/>
                  </a:lnTo>
                  <a:lnTo>
                    <a:pt x="120853" y="21806"/>
                  </a:lnTo>
                  <a:lnTo>
                    <a:pt x="80687" y="47146"/>
                  </a:lnTo>
                  <a:lnTo>
                    <a:pt x="47266" y="80403"/>
                  </a:lnTo>
                  <a:lnTo>
                    <a:pt x="21842" y="120298"/>
                  </a:lnTo>
                  <a:lnTo>
                    <a:pt x="5669" y="165551"/>
                  </a:lnTo>
                  <a:lnTo>
                    <a:pt x="0" y="214883"/>
                  </a:lnTo>
                  <a:lnTo>
                    <a:pt x="5669" y="264780"/>
                  </a:lnTo>
                  <a:lnTo>
                    <a:pt x="21842" y="310438"/>
                  </a:lnTo>
                  <a:lnTo>
                    <a:pt x="47266" y="350604"/>
                  </a:lnTo>
                  <a:lnTo>
                    <a:pt x="80687" y="384025"/>
                  </a:lnTo>
                  <a:lnTo>
                    <a:pt x="120853" y="409449"/>
                  </a:lnTo>
                  <a:lnTo>
                    <a:pt x="166511" y="425622"/>
                  </a:lnTo>
                  <a:lnTo>
                    <a:pt x="216407" y="431291"/>
                  </a:lnTo>
                  <a:lnTo>
                    <a:pt x="265740" y="425622"/>
                  </a:lnTo>
                  <a:lnTo>
                    <a:pt x="310993" y="409449"/>
                  </a:lnTo>
                  <a:lnTo>
                    <a:pt x="350888" y="384025"/>
                  </a:lnTo>
                  <a:lnTo>
                    <a:pt x="384145" y="350604"/>
                  </a:lnTo>
                  <a:lnTo>
                    <a:pt x="409485" y="310438"/>
                  </a:lnTo>
                  <a:lnTo>
                    <a:pt x="425626" y="264780"/>
                  </a:lnTo>
                  <a:lnTo>
                    <a:pt x="431291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81834" y="2148840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42316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79248" y="50292"/>
                  </a:lnTo>
                  <a:lnTo>
                    <a:pt x="50292" y="79248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6388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20396"/>
                  </a:lnTo>
                  <a:lnTo>
                    <a:pt x="422148" y="156972"/>
                  </a:lnTo>
                  <a:lnTo>
                    <a:pt x="426720" y="178308"/>
                  </a:lnTo>
                  <a:lnTo>
                    <a:pt x="431292" y="198120"/>
                  </a:lnTo>
                  <a:lnTo>
                    <a:pt x="431292" y="284988"/>
                  </a:lnTo>
                  <a:lnTo>
                    <a:pt x="437388" y="265176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1292" y="284988"/>
                  </a:moveTo>
                  <a:lnTo>
                    <a:pt x="431292" y="242316"/>
                  </a:lnTo>
                  <a:lnTo>
                    <a:pt x="426720" y="263652"/>
                  </a:lnTo>
                  <a:lnTo>
                    <a:pt x="422148" y="283464"/>
                  </a:lnTo>
                  <a:lnTo>
                    <a:pt x="405384" y="321564"/>
                  </a:lnTo>
                  <a:lnTo>
                    <a:pt x="384048" y="355092"/>
                  </a:lnTo>
                  <a:lnTo>
                    <a:pt x="355092" y="382524"/>
                  </a:lnTo>
                  <a:lnTo>
                    <a:pt x="321564" y="405384"/>
                  </a:lnTo>
                  <a:lnTo>
                    <a:pt x="283464" y="422148"/>
                  </a:lnTo>
                  <a:lnTo>
                    <a:pt x="242316" y="429768"/>
                  </a:lnTo>
                  <a:lnTo>
                    <a:pt x="220980" y="431292"/>
                  </a:lnTo>
                  <a:lnTo>
                    <a:pt x="199644" y="429869"/>
                  </a:lnTo>
                  <a:lnTo>
                    <a:pt x="198120" y="429768"/>
                  </a:lnTo>
                  <a:lnTo>
                    <a:pt x="156972" y="422148"/>
                  </a:lnTo>
                  <a:lnTo>
                    <a:pt x="118872" y="405384"/>
                  </a:lnTo>
                  <a:lnTo>
                    <a:pt x="85344" y="382524"/>
                  </a:lnTo>
                  <a:lnTo>
                    <a:pt x="57912" y="355092"/>
                  </a:lnTo>
                  <a:lnTo>
                    <a:pt x="35052" y="320040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19456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97536" y="403860"/>
                  </a:lnTo>
                  <a:lnTo>
                    <a:pt x="135636" y="423672"/>
                  </a:lnTo>
                  <a:lnTo>
                    <a:pt x="198120" y="440436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14528" y="324612"/>
                  </a:lnTo>
                  <a:lnTo>
                    <a:pt x="423672" y="306324"/>
                  </a:lnTo>
                  <a:lnTo>
                    <a:pt x="431292" y="2849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04699" y="2105659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73202" y="2680716"/>
            <a:ext cx="441959" cy="440690"/>
            <a:chOff x="2973202" y="2680716"/>
            <a:chExt cx="441959" cy="440690"/>
          </a:xfrm>
        </p:grpSpPr>
        <p:sp>
          <p:nvSpPr>
            <p:cNvPr id="17" name="object 17"/>
            <p:cNvSpPr/>
            <p:nvPr/>
          </p:nvSpPr>
          <p:spPr>
            <a:xfrm>
              <a:off x="2977774" y="2685287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432815" y="214883"/>
                  </a:moveTo>
                  <a:lnTo>
                    <a:pt x="427066" y="165551"/>
                  </a:lnTo>
                  <a:lnTo>
                    <a:pt x="410706" y="120298"/>
                  </a:lnTo>
                  <a:lnTo>
                    <a:pt x="385069" y="80403"/>
                  </a:lnTo>
                  <a:lnTo>
                    <a:pt x="351488" y="47146"/>
                  </a:lnTo>
                  <a:lnTo>
                    <a:pt x="311295" y="21806"/>
                  </a:lnTo>
                  <a:lnTo>
                    <a:pt x="265824" y="5665"/>
                  </a:lnTo>
                  <a:lnTo>
                    <a:pt x="216407" y="0"/>
                  </a:lnTo>
                  <a:lnTo>
                    <a:pt x="166991" y="5665"/>
                  </a:lnTo>
                  <a:lnTo>
                    <a:pt x="121520" y="21806"/>
                  </a:lnTo>
                  <a:lnTo>
                    <a:pt x="81327" y="47146"/>
                  </a:lnTo>
                  <a:lnTo>
                    <a:pt x="47746" y="80403"/>
                  </a:lnTo>
                  <a:lnTo>
                    <a:pt x="22109" y="120298"/>
                  </a:lnTo>
                  <a:lnTo>
                    <a:pt x="5749" y="165551"/>
                  </a:lnTo>
                  <a:lnTo>
                    <a:pt x="0" y="214883"/>
                  </a:lnTo>
                  <a:lnTo>
                    <a:pt x="5749" y="264780"/>
                  </a:lnTo>
                  <a:lnTo>
                    <a:pt x="22109" y="310438"/>
                  </a:lnTo>
                  <a:lnTo>
                    <a:pt x="47746" y="350604"/>
                  </a:lnTo>
                  <a:lnTo>
                    <a:pt x="81327" y="384025"/>
                  </a:lnTo>
                  <a:lnTo>
                    <a:pt x="121520" y="409449"/>
                  </a:lnTo>
                  <a:lnTo>
                    <a:pt x="166991" y="425622"/>
                  </a:lnTo>
                  <a:lnTo>
                    <a:pt x="216407" y="431291"/>
                  </a:lnTo>
                  <a:lnTo>
                    <a:pt x="265824" y="425622"/>
                  </a:lnTo>
                  <a:lnTo>
                    <a:pt x="311295" y="409449"/>
                  </a:lnTo>
                  <a:lnTo>
                    <a:pt x="351488" y="384025"/>
                  </a:lnTo>
                  <a:lnTo>
                    <a:pt x="385069" y="350604"/>
                  </a:lnTo>
                  <a:lnTo>
                    <a:pt x="410706" y="310438"/>
                  </a:lnTo>
                  <a:lnTo>
                    <a:pt x="427066" y="264780"/>
                  </a:lnTo>
                  <a:lnTo>
                    <a:pt x="432815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3202" y="2680716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43840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64008" y="64008"/>
                  </a:lnTo>
                  <a:lnTo>
                    <a:pt x="38100" y="97536"/>
                  </a:lnTo>
                  <a:lnTo>
                    <a:pt x="16764" y="134112"/>
                  </a:lnTo>
                  <a:lnTo>
                    <a:pt x="10668" y="155448"/>
                  </a:lnTo>
                  <a:lnTo>
                    <a:pt x="4572" y="175260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25908" y="137160"/>
                  </a:lnTo>
                  <a:lnTo>
                    <a:pt x="45720" y="102108"/>
                  </a:lnTo>
                  <a:lnTo>
                    <a:pt x="71628" y="70104"/>
                  </a:lnTo>
                  <a:lnTo>
                    <a:pt x="103632" y="44196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20396"/>
                  </a:lnTo>
                  <a:lnTo>
                    <a:pt x="422148" y="156972"/>
                  </a:lnTo>
                  <a:lnTo>
                    <a:pt x="431292" y="198120"/>
                  </a:lnTo>
                  <a:lnTo>
                    <a:pt x="432816" y="220980"/>
                  </a:lnTo>
                  <a:lnTo>
                    <a:pt x="432816" y="279654"/>
                  </a:lnTo>
                  <a:lnTo>
                    <a:pt x="437388" y="263652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2816" y="279654"/>
                  </a:moveTo>
                  <a:lnTo>
                    <a:pt x="432816" y="220980"/>
                  </a:ln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8328"/>
                  </a:lnTo>
                  <a:lnTo>
                    <a:pt x="370332" y="370332"/>
                  </a:lnTo>
                  <a:lnTo>
                    <a:pt x="338328" y="394716"/>
                  </a:lnTo>
                  <a:lnTo>
                    <a:pt x="303276" y="414528"/>
                  </a:lnTo>
                  <a:lnTo>
                    <a:pt x="263652" y="426720"/>
                  </a:lnTo>
                  <a:lnTo>
                    <a:pt x="220980" y="431292"/>
                  </a:lnTo>
                  <a:lnTo>
                    <a:pt x="199644" y="429768"/>
                  </a:lnTo>
                  <a:lnTo>
                    <a:pt x="158496" y="422148"/>
                  </a:lnTo>
                  <a:lnTo>
                    <a:pt x="120396" y="405384"/>
                  </a:lnTo>
                  <a:lnTo>
                    <a:pt x="86868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9812" y="283464"/>
                  </a:lnTo>
                  <a:lnTo>
                    <a:pt x="10668" y="240792"/>
                  </a:lnTo>
                  <a:lnTo>
                    <a:pt x="9144" y="219456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0144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14528" y="324612"/>
                  </a:lnTo>
                  <a:lnTo>
                    <a:pt x="431292" y="284988"/>
                  </a:lnTo>
                  <a:lnTo>
                    <a:pt x="432816" y="27965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21468" y="263753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q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90632" y="2814318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4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56282" y="3963923"/>
            <a:ext cx="2068195" cy="927100"/>
            <a:chOff x="4756282" y="3963923"/>
            <a:chExt cx="2068195" cy="927100"/>
          </a:xfrm>
        </p:grpSpPr>
        <p:sp>
          <p:nvSpPr>
            <p:cNvPr id="22" name="object 22"/>
            <p:cNvSpPr/>
            <p:nvPr/>
          </p:nvSpPr>
          <p:spPr>
            <a:xfrm>
              <a:off x="4756282" y="3965447"/>
              <a:ext cx="1384300" cy="925194"/>
            </a:xfrm>
            <a:custGeom>
              <a:avLst/>
              <a:gdLst/>
              <a:ahLst/>
              <a:cxnLst/>
              <a:rect l="l" t="t" r="r" b="b"/>
              <a:pathLst>
                <a:path w="1384300" h="925195">
                  <a:moveTo>
                    <a:pt x="1289314" y="863006"/>
                  </a:moveTo>
                  <a:lnTo>
                    <a:pt x="1264242" y="811543"/>
                  </a:lnTo>
                  <a:lnTo>
                    <a:pt x="32004" y="0"/>
                  </a:lnTo>
                  <a:lnTo>
                    <a:pt x="0" y="48768"/>
                  </a:lnTo>
                  <a:lnTo>
                    <a:pt x="1233966" y="860026"/>
                  </a:lnTo>
                  <a:lnTo>
                    <a:pt x="1289314" y="863006"/>
                  </a:lnTo>
                  <a:close/>
                </a:path>
                <a:path w="1384300" h="925195">
                  <a:moveTo>
                    <a:pt x="1353312" y="923374"/>
                  </a:moveTo>
                  <a:lnTo>
                    <a:pt x="1353312" y="870204"/>
                  </a:lnTo>
                  <a:lnTo>
                    <a:pt x="1321308" y="917448"/>
                  </a:lnTo>
                  <a:lnTo>
                    <a:pt x="1233966" y="860026"/>
                  </a:lnTo>
                  <a:lnTo>
                    <a:pt x="1139952" y="854964"/>
                  </a:lnTo>
                  <a:lnTo>
                    <a:pt x="1128998" y="856226"/>
                  </a:lnTo>
                  <a:lnTo>
                    <a:pt x="1119759" y="861631"/>
                  </a:lnTo>
                  <a:lnTo>
                    <a:pt x="1113377" y="870180"/>
                  </a:lnTo>
                  <a:lnTo>
                    <a:pt x="1110996" y="880872"/>
                  </a:lnTo>
                  <a:lnTo>
                    <a:pt x="1112258" y="892492"/>
                  </a:lnTo>
                  <a:lnTo>
                    <a:pt x="1117663" y="901827"/>
                  </a:lnTo>
                  <a:lnTo>
                    <a:pt x="1126212" y="908304"/>
                  </a:lnTo>
                  <a:lnTo>
                    <a:pt x="1136904" y="911352"/>
                  </a:lnTo>
                  <a:lnTo>
                    <a:pt x="1353312" y="923374"/>
                  </a:lnTo>
                  <a:close/>
                </a:path>
                <a:path w="1384300" h="925195">
                  <a:moveTo>
                    <a:pt x="1383792" y="925068"/>
                  </a:moveTo>
                  <a:lnTo>
                    <a:pt x="1274064" y="702564"/>
                  </a:lnTo>
                  <a:lnTo>
                    <a:pt x="1267467" y="693801"/>
                  </a:lnTo>
                  <a:lnTo>
                    <a:pt x="1257871" y="688467"/>
                  </a:lnTo>
                  <a:lnTo>
                    <a:pt x="1246846" y="687133"/>
                  </a:lnTo>
                  <a:lnTo>
                    <a:pt x="1235964" y="690372"/>
                  </a:lnTo>
                  <a:lnTo>
                    <a:pt x="1227201" y="696968"/>
                  </a:lnTo>
                  <a:lnTo>
                    <a:pt x="1221867" y="706564"/>
                  </a:lnTo>
                  <a:lnTo>
                    <a:pt x="1220533" y="717589"/>
                  </a:lnTo>
                  <a:lnTo>
                    <a:pt x="1223772" y="728472"/>
                  </a:lnTo>
                  <a:lnTo>
                    <a:pt x="1264242" y="811543"/>
                  </a:lnTo>
                  <a:lnTo>
                    <a:pt x="1353312" y="870204"/>
                  </a:lnTo>
                  <a:lnTo>
                    <a:pt x="1353312" y="923374"/>
                  </a:lnTo>
                  <a:lnTo>
                    <a:pt x="1383792" y="925068"/>
                  </a:lnTo>
                  <a:close/>
                </a:path>
                <a:path w="1384300" h="925195">
                  <a:moveTo>
                    <a:pt x="1338072" y="892701"/>
                  </a:moveTo>
                  <a:lnTo>
                    <a:pt x="1338072" y="865632"/>
                  </a:lnTo>
                  <a:lnTo>
                    <a:pt x="1310640" y="906780"/>
                  </a:lnTo>
                  <a:lnTo>
                    <a:pt x="1289314" y="863006"/>
                  </a:lnTo>
                  <a:lnTo>
                    <a:pt x="1235964" y="860133"/>
                  </a:lnTo>
                  <a:lnTo>
                    <a:pt x="1233966" y="860026"/>
                  </a:lnTo>
                  <a:lnTo>
                    <a:pt x="1321308" y="917448"/>
                  </a:lnTo>
                  <a:lnTo>
                    <a:pt x="1338072" y="892701"/>
                  </a:lnTo>
                  <a:close/>
                </a:path>
                <a:path w="1384300" h="925195">
                  <a:moveTo>
                    <a:pt x="1353312" y="870204"/>
                  </a:moveTo>
                  <a:lnTo>
                    <a:pt x="1264242" y="811543"/>
                  </a:lnTo>
                  <a:lnTo>
                    <a:pt x="1289314" y="863006"/>
                  </a:lnTo>
                  <a:lnTo>
                    <a:pt x="1338072" y="865632"/>
                  </a:lnTo>
                  <a:lnTo>
                    <a:pt x="1338072" y="892701"/>
                  </a:lnTo>
                  <a:lnTo>
                    <a:pt x="1353312" y="870204"/>
                  </a:lnTo>
                  <a:close/>
                </a:path>
                <a:path w="1384300" h="925195">
                  <a:moveTo>
                    <a:pt x="1338072" y="865632"/>
                  </a:moveTo>
                  <a:lnTo>
                    <a:pt x="1289314" y="863006"/>
                  </a:lnTo>
                  <a:lnTo>
                    <a:pt x="1310640" y="906780"/>
                  </a:lnTo>
                  <a:lnTo>
                    <a:pt x="1338072" y="865632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97430" y="3963923"/>
              <a:ext cx="2026920" cy="889000"/>
            </a:xfrm>
            <a:custGeom>
              <a:avLst/>
              <a:gdLst/>
              <a:ahLst/>
              <a:cxnLst/>
              <a:rect l="l" t="t" r="r" b="b"/>
              <a:pathLst>
                <a:path w="2026920" h="889000">
                  <a:moveTo>
                    <a:pt x="1922335" y="811397"/>
                  </a:moveTo>
                  <a:lnTo>
                    <a:pt x="1887373" y="765813"/>
                  </a:lnTo>
                  <a:lnTo>
                    <a:pt x="21336" y="0"/>
                  </a:lnTo>
                  <a:lnTo>
                    <a:pt x="0" y="51816"/>
                  </a:lnTo>
                  <a:lnTo>
                    <a:pt x="1866355" y="819208"/>
                  </a:lnTo>
                  <a:lnTo>
                    <a:pt x="1922335" y="811397"/>
                  </a:lnTo>
                  <a:close/>
                </a:path>
                <a:path w="2026920" h="889000">
                  <a:moveTo>
                    <a:pt x="1985772" y="860621"/>
                  </a:moveTo>
                  <a:lnTo>
                    <a:pt x="1985772" y="806196"/>
                  </a:lnTo>
                  <a:lnTo>
                    <a:pt x="1964436" y="859536"/>
                  </a:lnTo>
                  <a:lnTo>
                    <a:pt x="1866355" y="819208"/>
                  </a:lnTo>
                  <a:lnTo>
                    <a:pt x="1773936" y="832104"/>
                  </a:lnTo>
                  <a:lnTo>
                    <a:pt x="1749552" y="864108"/>
                  </a:lnTo>
                  <a:lnTo>
                    <a:pt x="1753719" y="874776"/>
                  </a:lnTo>
                  <a:lnTo>
                    <a:pt x="1761172" y="883158"/>
                  </a:lnTo>
                  <a:lnTo>
                    <a:pt x="1771197" y="888111"/>
                  </a:lnTo>
                  <a:lnTo>
                    <a:pt x="1783080" y="888492"/>
                  </a:lnTo>
                  <a:lnTo>
                    <a:pt x="1985772" y="860621"/>
                  </a:lnTo>
                  <a:close/>
                </a:path>
                <a:path w="2026920" h="889000">
                  <a:moveTo>
                    <a:pt x="2026920" y="854964"/>
                  </a:moveTo>
                  <a:lnTo>
                    <a:pt x="1877568" y="658368"/>
                  </a:lnTo>
                  <a:lnTo>
                    <a:pt x="1868566" y="650986"/>
                  </a:lnTo>
                  <a:lnTo>
                    <a:pt x="1858137" y="647319"/>
                  </a:lnTo>
                  <a:lnTo>
                    <a:pt x="1847135" y="647652"/>
                  </a:lnTo>
                  <a:lnTo>
                    <a:pt x="1836420" y="652272"/>
                  </a:lnTo>
                  <a:lnTo>
                    <a:pt x="1829276" y="661273"/>
                  </a:lnTo>
                  <a:lnTo>
                    <a:pt x="1826133" y="671703"/>
                  </a:lnTo>
                  <a:lnTo>
                    <a:pt x="1826990" y="682704"/>
                  </a:lnTo>
                  <a:lnTo>
                    <a:pt x="1831848" y="693420"/>
                  </a:lnTo>
                  <a:lnTo>
                    <a:pt x="1887373" y="765813"/>
                  </a:lnTo>
                  <a:lnTo>
                    <a:pt x="1985772" y="806196"/>
                  </a:lnTo>
                  <a:lnTo>
                    <a:pt x="1985772" y="860621"/>
                  </a:lnTo>
                  <a:lnTo>
                    <a:pt x="2026920" y="854964"/>
                  </a:lnTo>
                  <a:close/>
                </a:path>
                <a:path w="2026920" h="889000">
                  <a:moveTo>
                    <a:pt x="1970532" y="844296"/>
                  </a:moveTo>
                  <a:lnTo>
                    <a:pt x="1970532" y="804672"/>
                  </a:lnTo>
                  <a:lnTo>
                    <a:pt x="1952244" y="850392"/>
                  </a:lnTo>
                  <a:lnTo>
                    <a:pt x="1922335" y="811397"/>
                  </a:lnTo>
                  <a:lnTo>
                    <a:pt x="1866355" y="819208"/>
                  </a:lnTo>
                  <a:lnTo>
                    <a:pt x="1964436" y="859536"/>
                  </a:lnTo>
                  <a:lnTo>
                    <a:pt x="1970532" y="844296"/>
                  </a:lnTo>
                  <a:close/>
                </a:path>
                <a:path w="2026920" h="889000">
                  <a:moveTo>
                    <a:pt x="1985772" y="806196"/>
                  </a:moveTo>
                  <a:lnTo>
                    <a:pt x="1887373" y="765813"/>
                  </a:lnTo>
                  <a:lnTo>
                    <a:pt x="1922335" y="811397"/>
                  </a:lnTo>
                  <a:lnTo>
                    <a:pt x="1970532" y="804672"/>
                  </a:lnTo>
                  <a:lnTo>
                    <a:pt x="1970532" y="844296"/>
                  </a:lnTo>
                  <a:lnTo>
                    <a:pt x="1985772" y="806196"/>
                  </a:lnTo>
                  <a:close/>
                </a:path>
                <a:path w="2026920" h="889000">
                  <a:moveTo>
                    <a:pt x="1970532" y="804672"/>
                  </a:moveTo>
                  <a:lnTo>
                    <a:pt x="1922335" y="811397"/>
                  </a:lnTo>
                  <a:lnTo>
                    <a:pt x="1952244" y="850392"/>
                  </a:lnTo>
                  <a:lnTo>
                    <a:pt x="1970532" y="804672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846706" y="4604606"/>
            <a:ext cx="707390" cy="3937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00" b="1" spc="-67" baseline="2314" dirty="0">
                <a:latin typeface="Arial"/>
                <a:cs typeface="Arial"/>
              </a:rPr>
              <a:t>F</a:t>
            </a:r>
            <a:r>
              <a:rPr sz="1400" spc="-45" dirty="0">
                <a:latin typeface="Courier New"/>
                <a:cs typeface="Courier New"/>
              </a:rPr>
              <a:t>1,</a:t>
            </a:r>
            <a:r>
              <a:rPr sz="1400" i="1" spc="-45" dirty="0">
                <a:latin typeface="Courier New"/>
                <a:cs typeface="Courier New"/>
              </a:rPr>
              <a:t>net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58899" y="4453523"/>
            <a:ext cx="202565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53059" y="4825379"/>
            <a:ext cx="42418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32919" y="4617651"/>
            <a:ext cx="42418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45111" y="4465322"/>
            <a:ext cx="20256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91287" y="2807210"/>
            <a:ext cx="432434" cy="5867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765">
              <a:lnSpc>
                <a:spcPts val="1540"/>
              </a:lnSpc>
              <a:spcBef>
                <a:spcPts val="120"/>
              </a:spcBef>
            </a:pPr>
            <a:r>
              <a:rPr sz="1500" spc="-50" dirty="0">
                <a:latin typeface="Symbol"/>
                <a:cs typeface="Symbol"/>
              </a:rPr>
              <a:t></a:t>
            </a:r>
            <a:endParaRPr sz="1500">
              <a:latin typeface="Symbol"/>
              <a:cs typeface="Symbol"/>
            </a:endParaRPr>
          </a:p>
          <a:p>
            <a:pPr marL="12700">
              <a:lnSpc>
                <a:spcPts val="2860"/>
              </a:lnSpc>
            </a:pPr>
            <a:r>
              <a:rPr sz="3900" b="1" spc="-75" baseline="2136" dirty="0">
                <a:latin typeface="Arial"/>
                <a:cs typeface="Arial"/>
              </a:rPr>
              <a:t>F</a:t>
            </a:r>
            <a:r>
              <a:rPr sz="1500" spc="-50" dirty="0">
                <a:latin typeface="Courier New"/>
                <a:cs typeface="Courier New"/>
              </a:rPr>
              <a:t>13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40796" y="5433061"/>
            <a:ext cx="707390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67" baseline="2314" dirty="0">
                <a:latin typeface="Arial"/>
                <a:cs typeface="Arial"/>
              </a:rPr>
              <a:t>F</a:t>
            </a:r>
            <a:r>
              <a:rPr sz="1400" spc="-45" dirty="0">
                <a:latin typeface="Courier New"/>
                <a:cs typeface="Courier New"/>
              </a:rPr>
              <a:t>1,</a:t>
            </a:r>
            <a:r>
              <a:rPr sz="1400" i="1" spc="-45" dirty="0">
                <a:latin typeface="Courier New"/>
                <a:cs typeface="Courier New"/>
              </a:rPr>
              <a:t>net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50623" y="5433061"/>
            <a:ext cx="223520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65760">
              <a:lnSpc>
                <a:spcPts val="1385"/>
              </a:lnSpc>
              <a:spcBef>
                <a:spcPts val="110"/>
              </a:spcBef>
              <a:tabLst>
                <a:tab pos="1099185" algn="l"/>
                <a:tab pos="1833245" algn="l"/>
              </a:tabLst>
            </a:pPr>
            <a:r>
              <a:rPr sz="1400" spc="-50" dirty="0">
                <a:latin typeface="Symbol"/>
                <a:cs typeface="Symbol"/>
              </a:rPr>
              <a:t>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Symbol"/>
                <a:cs typeface="Symbol"/>
              </a:rPr>
              <a:t>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dirty="0">
                <a:latin typeface="Symbol"/>
                <a:cs typeface="Symbol"/>
              </a:rPr>
              <a:t>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Arial"/>
                <a:cs typeface="Arial"/>
              </a:rPr>
              <a:t>F</a:t>
            </a:r>
            <a:r>
              <a:rPr sz="2100" spc="-15" baseline="-3968" dirty="0">
                <a:latin typeface="Courier New"/>
                <a:cs typeface="Courier New"/>
              </a:rPr>
              <a:t>12</a:t>
            </a:r>
            <a:r>
              <a:rPr sz="2100" spc="-975" baseline="-3968" dirty="0">
                <a:latin typeface="Courier New"/>
                <a:cs typeface="Courier New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Arial"/>
                <a:cs typeface="Arial"/>
              </a:rPr>
              <a:t>F</a:t>
            </a:r>
            <a:r>
              <a:rPr sz="2100" spc="-15" baseline="-3968" dirty="0">
                <a:latin typeface="Courier New"/>
                <a:cs typeface="Courier New"/>
              </a:rPr>
              <a:t>13</a:t>
            </a:r>
            <a:r>
              <a:rPr sz="2100" spc="-922" baseline="-3968" dirty="0">
                <a:latin typeface="Courier New"/>
                <a:cs typeface="Courier New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Arial"/>
                <a:cs typeface="Arial"/>
              </a:rPr>
              <a:t>F</a:t>
            </a:r>
            <a:r>
              <a:rPr sz="2100" spc="-37" baseline="-3968" dirty="0">
                <a:latin typeface="Courier New"/>
                <a:cs typeface="Courier New"/>
              </a:rPr>
              <a:t>14</a:t>
            </a:r>
            <a:endParaRPr sz="2100" baseline="-3968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56672" y="6135113"/>
            <a:ext cx="81800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323299"/>
                </a:solidFill>
                <a:latin typeface="Arial"/>
                <a:cs typeface="Arial"/>
              </a:rPr>
              <a:t>Principle</a:t>
            </a:r>
            <a:r>
              <a:rPr sz="2000" b="1" spc="-25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23299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23299"/>
                </a:solidFill>
                <a:latin typeface="Arial"/>
                <a:cs typeface="Arial"/>
              </a:rPr>
              <a:t>superposition</a:t>
            </a:r>
            <a:r>
              <a:rPr sz="2000" spc="-10" dirty="0">
                <a:latin typeface="Arial MT"/>
                <a:cs typeface="Arial MT"/>
              </a:rPr>
              <a:t>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009900"/>
                </a:solidFill>
                <a:latin typeface="Arial"/>
                <a:cs typeface="Arial"/>
              </a:rPr>
              <a:t>vector</a:t>
            </a:r>
            <a:r>
              <a:rPr sz="2000" b="1" spc="-20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sum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forces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individual</a:t>
            </a:r>
            <a:r>
              <a:rPr sz="2000" spc="-10" dirty="0">
                <a:latin typeface="Arial MT"/>
                <a:cs typeface="Arial MT"/>
              </a:rPr>
              <a:t> particles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63049" y="1354836"/>
            <a:ext cx="8758555" cy="4772025"/>
          </a:xfrm>
          <a:custGeom>
            <a:avLst/>
            <a:gdLst/>
            <a:ahLst/>
            <a:cxnLst/>
            <a:rect l="l" t="t" r="r" b="b"/>
            <a:pathLst>
              <a:path w="8758555" h="4772025">
                <a:moveTo>
                  <a:pt x="8758425" y="4771644"/>
                </a:moveTo>
                <a:lnTo>
                  <a:pt x="8758425" y="0"/>
                </a:lnTo>
                <a:lnTo>
                  <a:pt x="0" y="0"/>
                </a:lnTo>
                <a:lnTo>
                  <a:pt x="0" y="4771644"/>
                </a:lnTo>
                <a:lnTo>
                  <a:pt x="6096" y="4771644"/>
                </a:lnTo>
                <a:lnTo>
                  <a:pt x="6096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8749281" y="9144"/>
                </a:lnTo>
                <a:lnTo>
                  <a:pt x="8749281" y="4572"/>
                </a:lnTo>
                <a:lnTo>
                  <a:pt x="8753853" y="9144"/>
                </a:lnTo>
                <a:lnTo>
                  <a:pt x="8753853" y="4771644"/>
                </a:lnTo>
                <a:lnTo>
                  <a:pt x="8758425" y="4771644"/>
                </a:lnTo>
                <a:close/>
              </a:path>
              <a:path w="8758555" h="4772025">
                <a:moveTo>
                  <a:pt x="10668" y="9144"/>
                </a:moveTo>
                <a:lnTo>
                  <a:pt x="10668" y="4572"/>
                </a:lnTo>
                <a:lnTo>
                  <a:pt x="6096" y="9144"/>
                </a:lnTo>
                <a:lnTo>
                  <a:pt x="10668" y="9144"/>
                </a:lnTo>
                <a:close/>
              </a:path>
              <a:path w="8758555" h="4772025">
                <a:moveTo>
                  <a:pt x="10668" y="4762500"/>
                </a:moveTo>
                <a:lnTo>
                  <a:pt x="10668" y="9144"/>
                </a:lnTo>
                <a:lnTo>
                  <a:pt x="6096" y="9144"/>
                </a:lnTo>
                <a:lnTo>
                  <a:pt x="6096" y="4762500"/>
                </a:lnTo>
                <a:lnTo>
                  <a:pt x="10668" y="4762500"/>
                </a:lnTo>
                <a:close/>
              </a:path>
              <a:path w="8758555" h="4772025">
                <a:moveTo>
                  <a:pt x="8753853" y="4762500"/>
                </a:moveTo>
                <a:lnTo>
                  <a:pt x="6096" y="4762500"/>
                </a:lnTo>
                <a:lnTo>
                  <a:pt x="10668" y="4767072"/>
                </a:lnTo>
                <a:lnTo>
                  <a:pt x="10668" y="4771644"/>
                </a:lnTo>
                <a:lnTo>
                  <a:pt x="8749281" y="4771644"/>
                </a:lnTo>
                <a:lnTo>
                  <a:pt x="8749281" y="4767072"/>
                </a:lnTo>
                <a:lnTo>
                  <a:pt x="8753853" y="4762500"/>
                </a:lnTo>
                <a:close/>
              </a:path>
              <a:path w="8758555" h="4772025">
                <a:moveTo>
                  <a:pt x="10668" y="4771644"/>
                </a:moveTo>
                <a:lnTo>
                  <a:pt x="10668" y="4767072"/>
                </a:lnTo>
                <a:lnTo>
                  <a:pt x="6096" y="4762500"/>
                </a:lnTo>
                <a:lnTo>
                  <a:pt x="6096" y="4771644"/>
                </a:lnTo>
                <a:lnTo>
                  <a:pt x="10668" y="4771644"/>
                </a:lnTo>
                <a:close/>
              </a:path>
              <a:path w="8758555" h="4772025">
                <a:moveTo>
                  <a:pt x="8753853" y="9144"/>
                </a:moveTo>
                <a:lnTo>
                  <a:pt x="8749281" y="4572"/>
                </a:lnTo>
                <a:lnTo>
                  <a:pt x="8749281" y="9144"/>
                </a:lnTo>
                <a:lnTo>
                  <a:pt x="8753853" y="9144"/>
                </a:lnTo>
                <a:close/>
              </a:path>
              <a:path w="8758555" h="4772025">
                <a:moveTo>
                  <a:pt x="8753853" y="4762500"/>
                </a:moveTo>
                <a:lnTo>
                  <a:pt x="8753853" y="9144"/>
                </a:lnTo>
                <a:lnTo>
                  <a:pt x="8749281" y="9144"/>
                </a:lnTo>
                <a:lnTo>
                  <a:pt x="8749281" y="4762500"/>
                </a:lnTo>
                <a:lnTo>
                  <a:pt x="8753853" y="4762500"/>
                </a:lnTo>
                <a:close/>
              </a:path>
              <a:path w="8758555" h="4772025">
                <a:moveTo>
                  <a:pt x="8753853" y="4771644"/>
                </a:moveTo>
                <a:lnTo>
                  <a:pt x="8753853" y="4762500"/>
                </a:lnTo>
                <a:lnTo>
                  <a:pt x="8749281" y="4767072"/>
                </a:lnTo>
                <a:lnTo>
                  <a:pt x="8749281" y="4771644"/>
                </a:lnTo>
                <a:lnTo>
                  <a:pt x="8753853" y="47716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16820" y="438403"/>
            <a:ext cx="347408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Principle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superposition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107570" y="1882140"/>
            <a:ext cx="5438140" cy="3505200"/>
            <a:chOff x="2107570" y="1882140"/>
            <a:chExt cx="5438140" cy="3505200"/>
          </a:xfrm>
        </p:grpSpPr>
        <p:sp>
          <p:nvSpPr>
            <p:cNvPr id="4" name="object 4"/>
            <p:cNvSpPr/>
            <p:nvPr/>
          </p:nvSpPr>
          <p:spPr>
            <a:xfrm>
              <a:off x="3148457" y="1882152"/>
              <a:ext cx="4396740" cy="3505200"/>
            </a:xfrm>
            <a:custGeom>
              <a:avLst/>
              <a:gdLst/>
              <a:ahLst/>
              <a:cxnLst/>
              <a:rect l="l" t="t" r="r" b="b"/>
              <a:pathLst>
                <a:path w="4396740" h="3505200">
                  <a:moveTo>
                    <a:pt x="9144" y="3467100"/>
                  </a:moveTo>
                  <a:lnTo>
                    <a:pt x="0" y="3467100"/>
                  </a:lnTo>
                  <a:lnTo>
                    <a:pt x="0" y="3505200"/>
                  </a:lnTo>
                  <a:lnTo>
                    <a:pt x="9144" y="3505200"/>
                  </a:lnTo>
                  <a:lnTo>
                    <a:pt x="9144" y="3467100"/>
                  </a:lnTo>
                  <a:close/>
                </a:path>
                <a:path w="4396740" h="3505200">
                  <a:moveTo>
                    <a:pt x="9144" y="3400044"/>
                  </a:moveTo>
                  <a:lnTo>
                    <a:pt x="0" y="3400044"/>
                  </a:lnTo>
                  <a:lnTo>
                    <a:pt x="0" y="3438144"/>
                  </a:lnTo>
                  <a:lnTo>
                    <a:pt x="9144" y="3438144"/>
                  </a:lnTo>
                  <a:lnTo>
                    <a:pt x="9144" y="3400044"/>
                  </a:lnTo>
                  <a:close/>
                </a:path>
                <a:path w="4396740" h="3505200">
                  <a:moveTo>
                    <a:pt x="9144" y="3332988"/>
                  </a:moveTo>
                  <a:lnTo>
                    <a:pt x="0" y="3332988"/>
                  </a:lnTo>
                  <a:lnTo>
                    <a:pt x="0" y="3371088"/>
                  </a:lnTo>
                  <a:lnTo>
                    <a:pt x="9144" y="3371088"/>
                  </a:lnTo>
                  <a:lnTo>
                    <a:pt x="9144" y="3332988"/>
                  </a:lnTo>
                  <a:close/>
                </a:path>
                <a:path w="4396740" h="3505200">
                  <a:moveTo>
                    <a:pt x="9144" y="3265932"/>
                  </a:moveTo>
                  <a:lnTo>
                    <a:pt x="0" y="3265932"/>
                  </a:lnTo>
                  <a:lnTo>
                    <a:pt x="0" y="3304032"/>
                  </a:lnTo>
                  <a:lnTo>
                    <a:pt x="9144" y="3304032"/>
                  </a:lnTo>
                  <a:lnTo>
                    <a:pt x="9144" y="3265932"/>
                  </a:lnTo>
                  <a:close/>
                </a:path>
                <a:path w="4396740" h="3505200">
                  <a:moveTo>
                    <a:pt x="9144" y="3200400"/>
                  </a:moveTo>
                  <a:lnTo>
                    <a:pt x="0" y="3200400"/>
                  </a:lnTo>
                  <a:lnTo>
                    <a:pt x="0" y="3238500"/>
                  </a:lnTo>
                  <a:lnTo>
                    <a:pt x="9144" y="3238500"/>
                  </a:lnTo>
                  <a:lnTo>
                    <a:pt x="9144" y="3200400"/>
                  </a:lnTo>
                  <a:close/>
                </a:path>
                <a:path w="4396740" h="3505200">
                  <a:moveTo>
                    <a:pt x="9144" y="3133344"/>
                  </a:moveTo>
                  <a:lnTo>
                    <a:pt x="0" y="3133344"/>
                  </a:lnTo>
                  <a:lnTo>
                    <a:pt x="0" y="3171444"/>
                  </a:lnTo>
                  <a:lnTo>
                    <a:pt x="9144" y="3171444"/>
                  </a:lnTo>
                  <a:lnTo>
                    <a:pt x="9144" y="3133344"/>
                  </a:lnTo>
                  <a:close/>
                </a:path>
                <a:path w="4396740" h="3505200">
                  <a:moveTo>
                    <a:pt x="9144" y="3066288"/>
                  </a:moveTo>
                  <a:lnTo>
                    <a:pt x="0" y="3066288"/>
                  </a:lnTo>
                  <a:lnTo>
                    <a:pt x="0" y="3104388"/>
                  </a:lnTo>
                  <a:lnTo>
                    <a:pt x="9144" y="3104388"/>
                  </a:lnTo>
                  <a:lnTo>
                    <a:pt x="9144" y="3066288"/>
                  </a:lnTo>
                  <a:close/>
                </a:path>
                <a:path w="4396740" h="3505200">
                  <a:moveTo>
                    <a:pt x="9144" y="2999232"/>
                  </a:moveTo>
                  <a:lnTo>
                    <a:pt x="0" y="2999232"/>
                  </a:lnTo>
                  <a:lnTo>
                    <a:pt x="0" y="3037332"/>
                  </a:lnTo>
                  <a:lnTo>
                    <a:pt x="9144" y="3037332"/>
                  </a:lnTo>
                  <a:lnTo>
                    <a:pt x="9144" y="2999232"/>
                  </a:lnTo>
                  <a:close/>
                </a:path>
                <a:path w="4396740" h="3505200">
                  <a:moveTo>
                    <a:pt x="9144" y="2933700"/>
                  </a:moveTo>
                  <a:lnTo>
                    <a:pt x="0" y="2933700"/>
                  </a:lnTo>
                  <a:lnTo>
                    <a:pt x="0" y="2971800"/>
                  </a:lnTo>
                  <a:lnTo>
                    <a:pt x="9144" y="2971800"/>
                  </a:lnTo>
                  <a:lnTo>
                    <a:pt x="9144" y="2933700"/>
                  </a:lnTo>
                  <a:close/>
                </a:path>
                <a:path w="4396740" h="3505200">
                  <a:moveTo>
                    <a:pt x="9144" y="2866644"/>
                  </a:moveTo>
                  <a:lnTo>
                    <a:pt x="0" y="2866644"/>
                  </a:lnTo>
                  <a:lnTo>
                    <a:pt x="0" y="2904744"/>
                  </a:lnTo>
                  <a:lnTo>
                    <a:pt x="9144" y="2904744"/>
                  </a:lnTo>
                  <a:lnTo>
                    <a:pt x="9144" y="2866644"/>
                  </a:lnTo>
                  <a:close/>
                </a:path>
                <a:path w="4396740" h="3505200">
                  <a:moveTo>
                    <a:pt x="9144" y="2799588"/>
                  </a:moveTo>
                  <a:lnTo>
                    <a:pt x="0" y="2799588"/>
                  </a:lnTo>
                  <a:lnTo>
                    <a:pt x="0" y="2837688"/>
                  </a:lnTo>
                  <a:lnTo>
                    <a:pt x="9144" y="2837688"/>
                  </a:lnTo>
                  <a:lnTo>
                    <a:pt x="9144" y="2799588"/>
                  </a:lnTo>
                  <a:close/>
                </a:path>
                <a:path w="4396740" h="3505200">
                  <a:moveTo>
                    <a:pt x="9144" y="2732532"/>
                  </a:moveTo>
                  <a:lnTo>
                    <a:pt x="0" y="2732532"/>
                  </a:lnTo>
                  <a:lnTo>
                    <a:pt x="0" y="2770632"/>
                  </a:lnTo>
                  <a:lnTo>
                    <a:pt x="9144" y="2770632"/>
                  </a:lnTo>
                  <a:lnTo>
                    <a:pt x="9144" y="2732532"/>
                  </a:lnTo>
                  <a:close/>
                </a:path>
                <a:path w="4396740" h="3505200">
                  <a:moveTo>
                    <a:pt x="9144" y="2667000"/>
                  </a:moveTo>
                  <a:lnTo>
                    <a:pt x="0" y="2667000"/>
                  </a:lnTo>
                  <a:lnTo>
                    <a:pt x="0" y="2705100"/>
                  </a:lnTo>
                  <a:lnTo>
                    <a:pt x="9144" y="2705100"/>
                  </a:lnTo>
                  <a:lnTo>
                    <a:pt x="9144" y="2667000"/>
                  </a:lnTo>
                  <a:close/>
                </a:path>
                <a:path w="4396740" h="3505200">
                  <a:moveTo>
                    <a:pt x="9144" y="2599944"/>
                  </a:moveTo>
                  <a:lnTo>
                    <a:pt x="0" y="2599944"/>
                  </a:lnTo>
                  <a:lnTo>
                    <a:pt x="0" y="2638044"/>
                  </a:lnTo>
                  <a:lnTo>
                    <a:pt x="9144" y="2638044"/>
                  </a:lnTo>
                  <a:lnTo>
                    <a:pt x="9144" y="2599944"/>
                  </a:lnTo>
                  <a:close/>
                </a:path>
                <a:path w="4396740" h="3505200">
                  <a:moveTo>
                    <a:pt x="9144" y="2532888"/>
                  </a:moveTo>
                  <a:lnTo>
                    <a:pt x="0" y="2532888"/>
                  </a:lnTo>
                  <a:lnTo>
                    <a:pt x="0" y="2570988"/>
                  </a:lnTo>
                  <a:lnTo>
                    <a:pt x="9144" y="2570988"/>
                  </a:lnTo>
                  <a:lnTo>
                    <a:pt x="9144" y="2532888"/>
                  </a:lnTo>
                  <a:close/>
                </a:path>
                <a:path w="4396740" h="3505200">
                  <a:moveTo>
                    <a:pt x="9144" y="2465832"/>
                  </a:moveTo>
                  <a:lnTo>
                    <a:pt x="0" y="2465832"/>
                  </a:lnTo>
                  <a:lnTo>
                    <a:pt x="0" y="2503932"/>
                  </a:lnTo>
                  <a:lnTo>
                    <a:pt x="9144" y="2503932"/>
                  </a:lnTo>
                  <a:lnTo>
                    <a:pt x="9144" y="2465832"/>
                  </a:lnTo>
                  <a:close/>
                </a:path>
                <a:path w="4396740" h="3505200">
                  <a:moveTo>
                    <a:pt x="9144" y="2400300"/>
                  </a:moveTo>
                  <a:lnTo>
                    <a:pt x="0" y="2400300"/>
                  </a:lnTo>
                  <a:lnTo>
                    <a:pt x="0" y="2438400"/>
                  </a:lnTo>
                  <a:lnTo>
                    <a:pt x="9144" y="2438400"/>
                  </a:lnTo>
                  <a:lnTo>
                    <a:pt x="9144" y="2400300"/>
                  </a:lnTo>
                  <a:close/>
                </a:path>
                <a:path w="4396740" h="3505200">
                  <a:moveTo>
                    <a:pt x="9144" y="2333244"/>
                  </a:moveTo>
                  <a:lnTo>
                    <a:pt x="0" y="2333244"/>
                  </a:lnTo>
                  <a:lnTo>
                    <a:pt x="0" y="2371344"/>
                  </a:lnTo>
                  <a:lnTo>
                    <a:pt x="9144" y="2371344"/>
                  </a:lnTo>
                  <a:lnTo>
                    <a:pt x="9144" y="2333244"/>
                  </a:lnTo>
                  <a:close/>
                </a:path>
                <a:path w="4396740" h="3505200">
                  <a:moveTo>
                    <a:pt x="9144" y="2266188"/>
                  </a:moveTo>
                  <a:lnTo>
                    <a:pt x="0" y="2266188"/>
                  </a:lnTo>
                  <a:lnTo>
                    <a:pt x="0" y="2304288"/>
                  </a:lnTo>
                  <a:lnTo>
                    <a:pt x="9144" y="2304288"/>
                  </a:lnTo>
                  <a:lnTo>
                    <a:pt x="9144" y="2266188"/>
                  </a:lnTo>
                  <a:close/>
                </a:path>
                <a:path w="4396740" h="3505200">
                  <a:moveTo>
                    <a:pt x="9144" y="2199132"/>
                  </a:moveTo>
                  <a:lnTo>
                    <a:pt x="0" y="2199132"/>
                  </a:lnTo>
                  <a:lnTo>
                    <a:pt x="0" y="2237232"/>
                  </a:lnTo>
                  <a:lnTo>
                    <a:pt x="9144" y="2237232"/>
                  </a:lnTo>
                  <a:lnTo>
                    <a:pt x="9144" y="2199132"/>
                  </a:lnTo>
                  <a:close/>
                </a:path>
                <a:path w="4396740" h="3505200">
                  <a:moveTo>
                    <a:pt x="9144" y="2133600"/>
                  </a:moveTo>
                  <a:lnTo>
                    <a:pt x="0" y="2133600"/>
                  </a:lnTo>
                  <a:lnTo>
                    <a:pt x="0" y="2171700"/>
                  </a:lnTo>
                  <a:lnTo>
                    <a:pt x="9144" y="2171700"/>
                  </a:lnTo>
                  <a:lnTo>
                    <a:pt x="9144" y="2133600"/>
                  </a:lnTo>
                  <a:close/>
                </a:path>
                <a:path w="4396740" h="3505200">
                  <a:moveTo>
                    <a:pt x="9144" y="2066544"/>
                  </a:moveTo>
                  <a:lnTo>
                    <a:pt x="0" y="2066544"/>
                  </a:lnTo>
                  <a:lnTo>
                    <a:pt x="0" y="2104644"/>
                  </a:lnTo>
                  <a:lnTo>
                    <a:pt x="9144" y="2104644"/>
                  </a:lnTo>
                  <a:lnTo>
                    <a:pt x="9144" y="2066544"/>
                  </a:lnTo>
                  <a:close/>
                </a:path>
                <a:path w="4396740" h="3505200">
                  <a:moveTo>
                    <a:pt x="9144" y="1999488"/>
                  </a:moveTo>
                  <a:lnTo>
                    <a:pt x="0" y="1999488"/>
                  </a:lnTo>
                  <a:lnTo>
                    <a:pt x="0" y="2037588"/>
                  </a:lnTo>
                  <a:lnTo>
                    <a:pt x="9144" y="2037588"/>
                  </a:lnTo>
                  <a:lnTo>
                    <a:pt x="9144" y="1999488"/>
                  </a:lnTo>
                  <a:close/>
                </a:path>
                <a:path w="4396740" h="3505200">
                  <a:moveTo>
                    <a:pt x="9144" y="1932432"/>
                  </a:moveTo>
                  <a:lnTo>
                    <a:pt x="0" y="1932432"/>
                  </a:lnTo>
                  <a:lnTo>
                    <a:pt x="0" y="1970532"/>
                  </a:lnTo>
                  <a:lnTo>
                    <a:pt x="9144" y="1970532"/>
                  </a:lnTo>
                  <a:lnTo>
                    <a:pt x="9144" y="1932432"/>
                  </a:lnTo>
                  <a:close/>
                </a:path>
                <a:path w="4396740" h="3505200">
                  <a:moveTo>
                    <a:pt x="9144" y="1866900"/>
                  </a:moveTo>
                  <a:lnTo>
                    <a:pt x="0" y="1866900"/>
                  </a:lnTo>
                  <a:lnTo>
                    <a:pt x="0" y="1905000"/>
                  </a:lnTo>
                  <a:lnTo>
                    <a:pt x="9144" y="1905000"/>
                  </a:lnTo>
                  <a:lnTo>
                    <a:pt x="9144" y="1866900"/>
                  </a:lnTo>
                  <a:close/>
                </a:path>
                <a:path w="4396740" h="3505200">
                  <a:moveTo>
                    <a:pt x="9144" y="1799844"/>
                  </a:moveTo>
                  <a:lnTo>
                    <a:pt x="0" y="1799844"/>
                  </a:lnTo>
                  <a:lnTo>
                    <a:pt x="0" y="1837944"/>
                  </a:lnTo>
                  <a:lnTo>
                    <a:pt x="9144" y="1837944"/>
                  </a:lnTo>
                  <a:lnTo>
                    <a:pt x="9144" y="1799844"/>
                  </a:lnTo>
                  <a:close/>
                </a:path>
                <a:path w="4396740" h="3505200">
                  <a:moveTo>
                    <a:pt x="9144" y="1732788"/>
                  </a:moveTo>
                  <a:lnTo>
                    <a:pt x="0" y="1732788"/>
                  </a:lnTo>
                  <a:lnTo>
                    <a:pt x="0" y="1770888"/>
                  </a:lnTo>
                  <a:lnTo>
                    <a:pt x="9144" y="1770888"/>
                  </a:lnTo>
                  <a:lnTo>
                    <a:pt x="9144" y="1732788"/>
                  </a:lnTo>
                  <a:close/>
                </a:path>
                <a:path w="4396740" h="3505200">
                  <a:moveTo>
                    <a:pt x="9144" y="1665732"/>
                  </a:moveTo>
                  <a:lnTo>
                    <a:pt x="0" y="1665732"/>
                  </a:lnTo>
                  <a:lnTo>
                    <a:pt x="0" y="1703832"/>
                  </a:lnTo>
                  <a:lnTo>
                    <a:pt x="9144" y="1703832"/>
                  </a:lnTo>
                  <a:lnTo>
                    <a:pt x="9144" y="1665732"/>
                  </a:lnTo>
                  <a:close/>
                </a:path>
                <a:path w="4396740" h="3505200">
                  <a:moveTo>
                    <a:pt x="9144" y="1600200"/>
                  </a:moveTo>
                  <a:lnTo>
                    <a:pt x="0" y="1600200"/>
                  </a:lnTo>
                  <a:lnTo>
                    <a:pt x="0" y="1638300"/>
                  </a:lnTo>
                  <a:lnTo>
                    <a:pt x="9144" y="1638300"/>
                  </a:lnTo>
                  <a:lnTo>
                    <a:pt x="9144" y="1600200"/>
                  </a:lnTo>
                  <a:close/>
                </a:path>
                <a:path w="4396740" h="3505200">
                  <a:moveTo>
                    <a:pt x="9144" y="1533144"/>
                  </a:moveTo>
                  <a:lnTo>
                    <a:pt x="0" y="1533144"/>
                  </a:lnTo>
                  <a:lnTo>
                    <a:pt x="0" y="1571244"/>
                  </a:lnTo>
                  <a:lnTo>
                    <a:pt x="9144" y="1571244"/>
                  </a:lnTo>
                  <a:lnTo>
                    <a:pt x="9144" y="1533144"/>
                  </a:lnTo>
                  <a:close/>
                </a:path>
                <a:path w="4396740" h="3505200">
                  <a:moveTo>
                    <a:pt x="9144" y="1466088"/>
                  </a:moveTo>
                  <a:lnTo>
                    <a:pt x="0" y="1466088"/>
                  </a:lnTo>
                  <a:lnTo>
                    <a:pt x="0" y="1504188"/>
                  </a:lnTo>
                  <a:lnTo>
                    <a:pt x="9144" y="1504188"/>
                  </a:lnTo>
                  <a:lnTo>
                    <a:pt x="9144" y="1466088"/>
                  </a:lnTo>
                  <a:close/>
                </a:path>
                <a:path w="4396740" h="3505200">
                  <a:moveTo>
                    <a:pt x="9144" y="1399032"/>
                  </a:moveTo>
                  <a:lnTo>
                    <a:pt x="0" y="1399032"/>
                  </a:lnTo>
                  <a:lnTo>
                    <a:pt x="0" y="1437132"/>
                  </a:lnTo>
                  <a:lnTo>
                    <a:pt x="9144" y="1437132"/>
                  </a:lnTo>
                  <a:lnTo>
                    <a:pt x="9144" y="1399032"/>
                  </a:lnTo>
                  <a:close/>
                </a:path>
                <a:path w="4396740" h="3505200">
                  <a:moveTo>
                    <a:pt x="9144" y="1333500"/>
                  </a:moveTo>
                  <a:lnTo>
                    <a:pt x="0" y="1333500"/>
                  </a:lnTo>
                  <a:lnTo>
                    <a:pt x="0" y="1371600"/>
                  </a:lnTo>
                  <a:lnTo>
                    <a:pt x="9144" y="1371600"/>
                  </a:lnTo>
                  <a:lnTo>
                    <a:pt x="9144" y="1333500"/>
                  </a:lnTo>
                  <a:close/>
                </a:path>
                <a:path w="4396740" h="3505200">
                  <a:moveTo>
                    <a:pt x="9144" y="1266444"/>
                  </a:moveTo>
                  <a:lnTo>
                    <a:pt x="0" y="1266444"/>
                  </a:lnTo>
                  <a:lnTo>
                    <a:pt x="0" y="1304544"/>
                  </a:lnTo>
                  <a:lnTo>
                    <a:pt x="9144" y="1304544"/>
                  </a:lnTo>
                  <a:lnTo>
                    <a:pt x="9144" y="1266444"/>
                  </a:lnTo>
                  <a:close/>
                </a:path>
                <a:path w="4396740" h="3505200">
                  <a:moveTo>
                    <a:pt x="9144" y="1199388"/>
                  </a:moveTo>
                  <a:lnTo>
                    <a:pt x="0" y="1199388"/>
                  </a:lnTo>
                  <a:lnTo>
                    <a:pt x="0" y="1237488"/>
                  </a:lnTo>
                  <a:lnTo>
                    <a:pt x="9144" y="1237488"/>
                  </a:lnTo>
                  <a:lnTo>
                    <a:pt x="9144" y="1199388"/>
                  </a:lnTo>
                  <a:close/>
                </a:path>
                <a:path w="4396740" h="3505200">
                  <a:moveTo>
                    <a:pt x="9144" y="1132332"/>
                  </a:moveTo>
                  <a:lnTo>
                    <a:pt x="0" y="1132332"/>
                  </a:lnTo>
                  <a:lnTo>
                    <a:pt x="0" y="1170432"/>
                  </a:lnTo>
                  <a:lnTo>
                    <a:pt x="9144" y="1170432"/>
                  </a:lnTo>
                  <a:lnTo>
                    <a:pt x="9144" y="1132332"/>
                  </a:lnTo>
                  <a:close/>
                </a:path>
                <a:path w="4396740" h="3505200">
                  <a:moveTo>
                    <a:pt x="9144" y="1066800"/>
                  </a:moveTo>
                  <a:lnTo>
                    <a:pt x="0" y="1066800"/>
                  </a:lnTo>
                  <a:lnTo>
                    <a:pt x="0" y="1104900"/>
                  </a:lnTo>
                  <a:lnTo>
                    <a:pt x="9144" y="1104900"/>
                  </a:lnTo>
                  <a:lnTo>
                    <a:pt x="9144" y="1066800"/>
                  </a:lnTo>
                  <a:close/>
                </a:path>
                <a:path w="4396740" h="3505200">
                  <a:moveTo>
                    <a:pt x="9144" y="999744"/>
                  </a:moveTo>
                  <a:lnTo>
                    <a:pt x="0" y="999744"/>
                  </a:lnTo>
                  <a:lnTo>
                    <a:pt x="0" y="1037844"/>
                  </a:lnTo>
                  <a:lnTo>
                    <a:pt x="9144" y="1037844"/>
                  </a:lnTo>
                  <a:lnTo>
                    <a:pt x="9144" y="999744"/>
                  </a:lnTo>
                  <a:close/>
                </a:path>
                <a:path w="4396740" h="3505200">
                  <a:moveTo>
                    <a:pt x="9144" y="932688"/>
                  </a:moveTo>
                  <a:lnTo>
                    <a:pt x="0" y="932688"/>
                  </a:lnTo>
                  <a:lnTo>
                    <a:pt x="0" y="970788"/>
                  </a:lnTo>
                  <a:lnTo>
                    <a:pt x="9144" y="970788"/>
                  </a:lnTo>
                  <a:lnTo>
                    <a:pt x="9144" y="932688"/>
                  </a:lnTo>
                  <a:close/>
                </a:path>
                <a:path w="4396740" h="3505200">
                  <a:moveTo>
                    <a:pt x="9144" y="865632"/>
                  </a:moveTo>
                  <a:lnTo>
                    <a:pt x="0" y="865632"/>
                  </a:lnTo>
                  <a:lnTo>
                    <a:pt x="0" y="903732"/>
                  </a:lnTo>
                  <a:lnTo>
                    <a:pt x="9144" y="903732"/>
                  </a:lnTo>
                  <a:lnTo>
                    <a:pt x="9144" y="865632"/>
                  </a:lnTo>
                  <a:close/>
                </a:path>
                <a:path w="4396740" h="3505200">
                  <a:moveTo>
                    <a:pt x="9144" y="800100"/>
                  </a:moveTo>
                  <a:lnTo>
                    <a:pt x="0" y="800100"/>
                  </a:lnTo>
                  <a:lnTo>
                    <a:pt x="0" y="838200"/>
                  </a:lnTo>
                  <a:lnTo>
                    <a:pt x="9144" y="838200"/>
                  </a:lnTo>
                  <a:lnTo>
                    <a:pt x="9144" y="800100"/>
                  </a:lnTo>
                  <a:close/>
                </a:path>
                <a:path w="4396740" h="3505200">
                  <a:moveTo>
                    <a:pt x="9144" y="733044"/>
                  </a:moveTo>
                  <a:lnTo>
                    <a:pt x="0" y="733044"/>
                  </a:lnTo>
                  <a:lnTo>
                    <a:pt x="0" y="771144"/>
                  </a:lnTo>
                  <a:lnTo>
                    <a:pt x="9144" y="771144"/>
                  </a:lnTo>
                  <a:lnTo>
                    <a:pt x="9144" y="733044"/>
                  </a:lnTo>
                  <a:close/>
                </a:path>
                <a:path w="4396740" h="3505200">
                  <a:moveTo>
                    <a:pt x="9144" y="665988"/>
                  </a:moveTo>
                  <a:lnTo>
                    <a:pt x="0" y="665988"/>
                  </a:lnTo>
                  <a:lnTo>
                    <a:pt x="0" y="704088"/>
                  </a:lnTo>
                  <a:lnTo>
                    <a:pt x="9144" y="704088"/>
                  </a:lnTo>
                  <a:lnTo>
                    <a:pt x="9144" y="665988"/>
                  </a:lnTo>
                  <a:close/>
                </a:path>
                <a:path w="4396740" h="3505200">
                  <a:moveTo>
                    <a:pt x="9144" y="598932"/>
                  </a:moveTo>
                  <a:lnTo>
                    <a:pt x="0" y="598932"/>
                  </a:lnTo>
                  <a:lnTo>
                    <a:pt x="0" y="637032"/>
                  </a:lnTo>
                  <a:lnTo>
                    <a:pt x="9144" y="637032"/>
                  </a:lnTo>
                  <a:lnTo>
                    <a:pt x="9144" y="598932"/>
                  </a:lnTo>
                  <a:close/>
                </a:path>
                <a:path w="4396740" h="3505200">
                  <a:moveTo>
                    <a:pt x="9144" y="533400"/>
                  </a:moveTo>
                  <a:lnTo>
                    <a:pt x="0" y="533400"/>
                  </a:lnTo>
                  <a:lnTo>
                    <a:pt x="0" y="571500"/>
                  </a:lnTo>
                  <a:lnTo>
                    <a:pt x="9144" y="571500"/>
                  </a:lnTo>
                  <a:lnTo>
                    <a:pt x="9144" y="533400"/>
                  </a:lnTo>
                  <a:close/>
                </a:path>
                <a:path w="4396740" h="3505200">
                  <a:moveTo>
                    <a:pt x="9144" y="466344"/>
                  </a:moveTo>
                  <a:lnTo>
                    <a:pt x="0" y="466344"/>
                  </a:lnTo>
                  <a:lnTo>
                    <a:pt x="0" y="504444"/>
                  </a:lnTo>
                  <a:lnTo>
                    <a:pt x="9144" y="504444"/>
                  </a:lnTo>
                  <a:lnTo>
                    <a:pt x="9144" y="466344"/>
                  </a:lnTo>
                  <a:close/>
                </a:path>
                <a:path w="4396740" h="3505200">
                  <a:moveTo>
                    <a:pt x="9144" y="399288"/>
                  </a:moveTo>
                  <a:lnTo>
                    <a:pt x="0" y="399288"/>
                  </a:lnTo>
                  <a:lnTo>
                    <a:pt x="0" y="437388"/>
                  </a:lnTo>
                  <a:lnTo>
                    <a:pt x="9144" y="437388"/>
                  </a:lnTo>
                  <a:lnTo>
                    <a:pt x="9144" y="399288"/>
                  </a:lnTo>
                  <a:close/>
                </a:path>
                <a:path w="4396740" h="3505200">
                  <a:moveTo>
                    <a:pt x="9144" y="332232"/>
                  </a:moveTo>
                  <a:lnTo>
                    <a:pt x="0" y="332232"/>
                  </a:lnTo>
                  <a:lnTo>
                    <a:pt x="0" y="370332"/>
                  </a:lnTo>
                  <a:lnTo>
                    <a:pt x="9144" y="370332"/>
                  </a:lnTo>
                  <a:lnTo>
                    <a:pt x="9144" y="332232"/>
                  </a:lnTo>
                  <a:close/>
                </a:path>
                <a:path w="4396740" h="3505200">
                  <a:moveTo>
                    <a:pt x="9144" y="266700"/>
                  </a:moveTo>
                  <a:lnTo>
                    <a:pt x="0" y="266700"/>
                  </a:lnTo>
                  <a:lnTo>
                    <a:pt x="0" y="304800"/>
                  </a:lnTo>
                  <a:lnTo>
                    <a:pt x="9144" y="304800"/>
                  </a:lnTo>
                  <a:lnTo>
                    <a:pt x="9144" y="266700"/>
                  </a:lnTo>
                  <a:close/>
                </a:path>
                <a:path w="4396740" h="3505200">
                  <a:moveTo>
                    <a:pt x="9144" y="199644"/>
                  </a:moveTo>
                  <a:lnTo>
                    <a:pt x="0" y="199644"/>
                  </a:lnTo>
                  <a:lnTo>
                    <a:pt x="0" y="237744"/>
                  </a:lnTo>
                  <a:lnTo>
                    <a:pt x="9144" y="237744"/>
                  </a:lnTo>
                  <a:lnTo>
                    <a:pt x="9144" y="199644"/>
                  </a:lnTo>
                  <a:close/>
                </a:path>
                <a:path w="4396740" h="3505200">
                  <a:moveTo>
                    <a:pt x="9144" y="132588"/>
                  </a:moveTo>
                  <a:lnTo>
                    <a:pt x="0" y="132588"/>
                  </a:lnTo>
                  <a:lnTo>
                    <a:pt x="0" y="170688"/>
                  </a:lnTo>
                  <a:lnTo>
                    <a:pt x="9144" y="170688"/>
                  </a:lnTo>
                  <a:lnTo>
                    <a:pt x="9144" y="132588"/>
                  </a:lnTo>
                  <a:close/>
                </a:path>
                <a:path w="4396740" h="3505200">
                  <a:moveTo>
                    <a:pt x="9144" y="65532"/>
                  </a:moveTo>
                  <a:lnTo>
                    <a:pt x="0" y="65532"/>
                  </a:lnTo>
                  <a:lnTo>
                    <a:pt x="0" y="103632"/>
                  </a:lnTo>
                  <a:lnTo>
                    <a:pt x="9144" y="103632"/>
                  </a:lnTo>
                  <a:lnTo>
                    <a:pt x="9144" y="65532"/>
                  </a:lnTo>
                  <a:close/>
                </a:path>
                <a:path w="4396740" h="3505200">
                  <a:moveTo>
                    <a:pt x="9144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44" y="38100"/>
                  </a:lnTo>
                  <a:lnTo>
                    <a:pt x="9144" y="0"/>
                  </a:lnTo>
                  <a:close/>
                </a:path>
                <a:path w="4396740" h="3505200">
                  <a:moveTo>
                    <a:pt x="3262884" y="3486912"/>
                  </a:moveTo>
                  <a:lnTo>
                    <a:pt x="3224784" y="3486912"/>
                  </a:lnTo>
                  <a:lnTo>
                    <a:pt x="3224784" y="3496056"/>
                  </a:lnTo>
                  <a:lnTo>
                    <a:pt x="3262884" y="3496056"/>
                  </a:lnTo>
                  <a:lnTo>
                    <a:pt x="3262884" y="3486912"/>
                  </a:lnTo>
                  <a:close/>
                </a:path>
                <a:path w="4396740" h="3505200">
                  <a:moveTo>
                    <a:pt x="3329940" y="3486912"/>
                  </a:moveTo>
                  <a:lnTo>
                    <a:pt x="3291840" y="3486912"/>
                  </a:lnTo>
                  <a:lnTo>
                    <a:pt x="3291840" y="3496056"/>
                  </a:lnTo>
                  <a:lnTo>
                    <a:pt x="3329940" y="3496056"/>
                  </a:lnTo>
                  <a:lnTo>
                    <a:pt x="3329940" y="3486912"/>
                  </a:lnTo>
                  <a:close/>
                </a:path>
                <a:path w="4396740" h="3505200">
                  <a:moveTo>
                    <a:pt x="3396996" y="3486912"/>
                  </a:moveTo>
                  <a:lnTo>
                    <a:pt x="3358896" y="3486912"/>
                  </a:lnTo>
                  <a:lnTo>
                    <a:pt x="3358896" y="3496056"/>
                  </a:lnTo>
                  <a:lnTo>
                    <a:pt x="3396996" y="3496056"/>
                  </a:lnTo>
                  <a:lnTo>
                    <a:pt x="3396996" y="3486912"/>
                  </a:lnTo>
                  <a:close/>
                </a:path>
                <a:path w="4396740" h="3505200">
                  <a:moveTo>
                    <a:pt x="3464052" y="3486912"/>
                  </a:moveTo>
                  <a:lnTo>
                    <a:pt x="3425952" y="3486912"/>
                  </a:lnTo>
                  <a:lnTo>
                    <a:pt x="3425952" y="3496056"/>
                  </a:lnTo>
                  <a:lnTo>
                    <a:pt x="3464052" y="3496056"/>
                  </a:lnTo>
                  <a:lnTo>
                    <a:pt x="3464052" y="3486912"/>
                  </a:lnTo>
                  <a:close/>
                </a:path>
                <a:path w="4396740" h="3505200">
                  <a:moveTo>
                    <a:pt x="3529584" y="3486912"/>
                  </a:moveTo>
                  <a:lnTo>
                    <a:pt x="3491484" y="3486912"/>
                  </a:lnTo>
                  <a:lnTo>
                    <a:pt x="3491484" y="3496056"/>
                  </a:lnTo>
                  <a:lnTo>
                    <a:pt x="3529584" y="3496056"/>
                  </a:lnTo>
                  <a:lnTo>
                    <a:pt x="3529584" y="3486912"/>
                  </a:lnTo>
                  <a:close/>
                </a:path>
                <a:path w="4396740" h="3505200">
                  <a:moveTo>
                    <a:pt x="3596640" y="3486912"/>
                  </a:moveTo>
                  <a:lnTo>
                    <a:pt x="3558540" y="3486912"/>
                  </a:lnTo>
                  <a:lnTo>
                    <a:pt x="3558540" y="3496056"/>
                  </a:lnTo>
                  <a:lnTo>
                    <a:pt x="3596640" y="3496056"/>
                  </a:lnTo>
                  <a:lnTo>
                    <a:pt x="3596640" y="3486912"/>
                  </a:lnTo>
                  <a:close/>
                </a:path>
                <a:path w="4396740" h="3505200">
                  <a:moveTo>
                    <a:pt x="3663696" y="3486912"/>
                  </a:moveTo>
                  <a:lnTo>
                    <a:pt x="3625596" y="3486912"/>
                  </a:lnTo>
                  <a:lnTo>
                    <a:pt x="3625596" y="3496056"/>
                  </a:lnTo>
                  <a:lnTo>
                    <a:pt x="3663696" y="3496056"/>
                  </a:lnTo>
                  <a:lnTo>
                    <a:pt x="3663696" y="3486912"/>
                  </a:lnTo>
                  <a:close/>
                </a:path>
                <a:path w="4396740" h="3505200">
                  <a:moveTo>
                    <a:pt x="3730752" y="3486912"/>
                  </a:moveTo>
                  <a:lnTo>
                    <a:pt x="3692652" y="3486912"/>
                  </a:lnTo>
                  <a:lnTo>
                    <a:pt x="3692652" y="3496056"/>
                  </a:lnTo>
                  <a:lnTo>
                    <a:pt x="3730752" y="3496056"/>
                  </a:lnTo>
                  <a:lnTo>
                    <a:pt x="3730752" y="3486912"/>
                  </a:lnTo>
                  <a:close/>
                </a:path>
                <a:path w="4396740" h="3505200">
                  <a:moveTo>
                    <a:pt x="3796284" y="3486912"/>
                  </a:moveTo>
                  <a:lnTo>
                    <a:pt x="3758184" y="3486912"/>
                  </a:lnTo>
                  <a:lnTo>
                    <a:pt x="3758184" y="3496056"/>
                  </a:lnTo>
                  <a:lnTo>
                    <a:pt x="3796284" y="3496056"/>
                  </a:lnTo>
                  <a:lnTo>
                    <a:pt x="3796284" y="3486912"/>
                  </a:lnTo>
                  <a:close/>
                </a:path>
                <a:path w="4396740" h="3505200">
                  <a:moveTo>
                    <a:pt x="3863340" y="3486912"/>
                  </a:moveTo>
                  <a:lnTo>
                    <a:pt x="3825240" y="3486912"/>
                  </a:lnTo>
                  <a:lnTo>
                    <a:pt x="3825240" y="3496056"/>
                  </a:lnTo>
                  <a:lnTo>
                    <a:pt x="3863340" y="3496056"/>
                  </a:lnTo>
                  <a:lnTo>
                    <a:pt x="3863340" y="3486912"/>
                  </a:lnTo>
                  <a:close/>
                </a:path>
                <a:path w="4396740" h="3505200">
                  <a:moveTo>
                    <a:pt x="3930396" y="3486912"/>
                  </a:moveTo>
                  <a:lnTo>
                    <a:pt x="3892296" y="3486912"/>
                  </a:lnTo>
                  <a:lnTo>
                    <a:pt x="3892296" y="3496056"/>
                  </a:lnTo>
                  <a:lnTo>
                    <a:pt x="3930396" y="3496056"/>
                  </a:lnTo>
                  <a:lnTo>
                    <a:pt x="3930396" y="3486912"/>
                  </a:lnTo>
                  <a:close/>
                </a:path>
                <a:path w="4396740" h="3505200">
                  <a:moveTo>
                    <a:pt x="3997452" y="3486912"/>
                  </a:moveTo>
                  <a:lnTo>
                    <a:pt x="3959352" y="3486912"/>
                  </a:lnTo>
                  <a:lnTo>
                    <a:pt x="3959352" y="3496056"/>
                  </a:lnTo>
                  <a:lnTo>
                    <a:pt x="3997452" y="3496056"/>
                  </a:lnTo>
                  <a:lnTo>
                    <a:pt x="3997452" y="3486912"/>
                  </a:lnTo>
                  <a:close/>
                </a:path>
                <a:path w="4396740" h="3505200">
                  <a:moveTo>
                    <a:pt x="4062984" y="3486912"/>
                  </a:moveTo>
                  <a:lnTo>
                    <a:pt x="4024884" y="3486912"/>
                  </a:lnTo>
                  <a:lnTo>
                    <a:pt x="4024884" y="3496056"/>
                  </a:lnTo>
                  <a:lnTo>
                    <a:pt x="4062984" y="3496056"/>
                  </a:lnTo>
                  <a:lnTo>
                    <a:pt x="4062984" y="3486912"/>
                  </a:lnTo>
                  <a:close/>
                </a:path>
                <a:path w="4396740" h="3505200">
                  <a:moveTo>
                    <a:pt x="4130040" y="3486912"/>
                  </a:moveTo>
                  <a:lnTo>
                    <a:pt x="4091940" y="3486912"/>
                  </a:lnTo>
                  <a:lnTo>
                    <a:pt x="4091940" y="3496056"/>
                  </a:lnTo>
                  <a:lnTo>
                    <a:pt x="4130040" y="3496056"/>
                  </a:lnTo>
                  <a:lnTo>
                    <a:pt x="4130040" y="3486912"/>
                  </a:lnTo>
                  <a:close/>
                </a:path>
                <a:path w="4396740" h="3505200">
                  <a:moveTo>
                    <a:pt x="4197096" y="3486912"/>
                  </a:moveTo>
                  <a:lnTo>
                    <a:pt x="4158996" y="3486912"/>
                  </a:lnTo>
                  <a:lnTo>
                    <a:pt x="4158996" y="3496056"/>
                  </a:lnTo>
                  <a:lnTo>
                    <a:pt x="4197096" y="3496056"/>
                  </a:lnTo>
                  <a:lnTo>
                    <a:pt x="4197096" y="3486912"/>
                  </a:lnTo>
                  <a:close/>
                </a:path>
                <a:path w="4396740" h="3505200">
                  <a:moveTo>
                    <a:pt x="4264152" y="3486912"/>
                  </a:moveTo>
                  <a:lnTo>
                    <a:pt x="4226052" y="3486912"/>
                  </a:lnTo>
                  <a:lnTo>
                    <a:pt x="4226052" y="3496056"/>
                  </a:lnTo>
                  <a:lnTo>
                    <a:pt x="4264152" y="3496056"/>
                  </a:lnTo>
                  <a:lnTo>
                    <a:pt x="4264152" y="3486912"/>
                  </a:lnTo>
                  <a:close/>
                </a:path>
                <a:path w="4396740" h="3505200">
                  <a:moveTo>
                    <a:pt x="4329684" y="3486912"/>
                  </a:moveTo>
                  <a:lnTo>
                    <a:pt x="4291584" y="3486912"/>
                  </a:lnTo>
                  <a:lnTo>
                    <a:pt x="4291584" y="3496056"/>
                  </a:lnTo>
                  <a:lnTo>
                    <a:pt x="4329684" y="3496056"/>
                  </a:lnTo>
                  <a:lnTo>
                    <a:pt x="4329684" y="3486912"/>
                  </a:lnTo>
                  <a:close/>
                </a:path>
                <a:path w="4396740" h="3505200">
                  <a:moveTo>
                    <a:pt x="4396740" y="3486912"/>
                  </a:moveTo>
                  <a:lnTo>
                    <a:pt x="4358640" y="3486912"/>
                  </a:lnTo>
                  <a:lnTo>
                    <a:pt x="4358640" y="3496056"/>
                  </a:lnTo>
                  <a:lnTo>
                    <a:pt x="4396740" y="3496056"/>
                  </a:lnTo>
                  <a:lnTo>
                    <a:pt x="4396740" y="3486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07565" y="2670060"/>
              <a:ext cx="5438140" cy="2708275"/>
            </a:xfrm>
            <a:custGeom>
              <a:avLst/>
              <a:gdLst/>
              <a:ahLst/>
              <a:cxnLst/>
              <a:rect l="l" t="t" r="r" b="b"/>
              <a:pathLst>
                <a:path w="5438140" h="2708275">
                  <a:moveTo>
                    <a:pt x="36576" y="2699004"/>
                  </a:moveTo>
                  <a:lnTo>
                    <a:pt x="0" y="2699004"/>
                  </a:lnTo>
                  <a:lnTo>
                    <a:pt x="0" y="2708148"/>
                  </a:lnTo>
                  <a:lnTo>
                    <a:pt x="36576" y="2708148"/>
                  </a:lnTo>
                  <a:lnTo>
                    <a:pt x="36576" y="2699004"/>
                  </a:lnTo>
                  <a:close/>
                </a:path>
                <a:path w="5438140" h="2708275">
                  <a:moveTo>
                    <a:pt x="103632" y="2699004"/>
                  </a:moveTo>
                  <a:lnTo>
                    <a:pt x="65532" y="2699004"/>
                  </a:lnTo>
                  <a:lnTo>
                    <a:pt x="65532" y="2708148"/>
                  </a:lnTo>
                  <a:lnTo>
                    <a:pt x="103632" y="2708148"/>
                  </a:lnTo>
                  <a:lnTo>
                    <a:pt x="103632" y="2699004"/>
                  </a:lnTo>
                  <a:close/>
                </a:path>
                <a:path w="5438140" h="2708275">
                  <a:moveTo>
                    <a:pt x="170688" y="2699004"/>
                  </a:moveTo>
                  <a:lnTo>
                    <a:pt x="132588" y="2699004"/>
                  </a:lnTo>
                  <a:lnTo>
                    <a:pt x="132588" y="2708148"/>
                  </a:lnTo>
                  <a:lnTo>
                    <a:pt x="170688" y="2708148"/>
                  </a:lnTo>
                  <a:lnTo>
                    <a:pt x="170688" y="2699004"/>
                  </a:lnTo>
                  <a:close/>
                </a:path>
                <a:path w="5438140" h="2708275">
                  <a:moveTo>
                    <a:pt x="237744" y="2699004"/>
                  </a:moveTo>
                  <a:lnTo>
                    <a:pt x="199644" y="2699004"/>
                  </a:lnTo>
                  <a:lnTo>
                    <a:pt x="199644" y="2708148"/>
                  </a:lnTo>
                  <a:lnTo>
                    <a:pt x="237744" y="2708148"/>
                  </a:lnTo>
                  <a:lnTo>
                    <a:pt x="237744" y="2699004"/>
                  </a:lnTo>
                  <a:close/>
                </a:path>
                <a:path w="5438140" h="2708275">
                  <a:moveTo>
                    <a:pt x="303276" y="2699004"/>
                  </a:moveTo>
                  <a:lnTo>
                    <a:pt x="265176" y="2699004"/>
                  </a:lnTo>
                  <a:lnTo>
                    <a:pt x="265176" y="2708148"/>
                  </a:lnTo>
                  <a:lnTo>
                    <a:pt x="303276" y="2708148"/>
                  </a:lnTo>
                  <a:lnTo>
                    <a:pt x="303276" y="2699004"/>
                  </a:lnTo>
                  <a:close/>
                </a:path>
                <a:path w="5438140" h="2708275">
                  <a:moveTo>
                    <a:pt x="370332" y="2699004"/>
                  </a:moveTo>
                  <a:lnTo>
                    <a:pt x="332232" y="2699004"/>
                  </a:lnTo>
                  <a:lnTo>
                    <a:pt x="332232" y="2708148"/>
                  </a:lnTo>
                  <a:lnTo>
                    <a:pt x="370332" y="2708148"/>
                  </a:lnTo>
                  <a:lnTo>
                    <a:pt x="370332" y="2699004"/>
                  </a:lnTo>
                  <a:close/>
                </a:path>
                <a:path w="5438140" h="2708275">
                  <a:moveTo>
                    <a:pt x="437388" y="2699004"/>
                  </a:moveTo>
                  <a:lnTo>
                    <a:pt x="399288" y="2699004"/>
                  </a:lnTo>
                  <a:lnTo>
                    <a:pt x="399288" y="2708148"/>
                  </a:lnTo>
                  <a:lnTo>
                    <a:pt x="437388" y="2708148"/>
                  </a:lnTo>
                  <a:lnTo>
                    <a:pt x="437388" y="2699004"/>
                  </a:lnTo>
                  <a:close/>
                </a:path>
                <a:path w="5438140" h="2708275">
                  <a:moveTo>
                    <a:pt x="504444" y="2699004"/>
                  </a:moveTo>
                  <a:lnTo>
                    <a:pt x="466344" y="2699004"/>
                  </a:lnTo>
                  <a:lnTo>
                    <a:pt x="466344" y="2708148"/>
                  </a:lnTo>
                  <a:lnTo>
                    <a:pt x="504444" y="2708148"/>
                  </a:lnTo>
                  <a:lnTo>
                    <a:pt x="504444" y="2699004"/>
                  </a:lnTo>
                  <a:close/>
                </a:path>
                <a:path w="5438140" h="2708275">
                  <a:moveTo>
                    <a:pt x="569976" y="2699004"/>
                  </a:moveTo>
                  <a:lnTo>
                    <a:pt x="531876" y="2699004"/>
                  </a:lnTo>
                  <a:lnTo>
                    <a:pt x="531876" y="2708148"/>
                  </a:lnTo>
                  <a:lnTo>
                    <a:pt x="569976" y="2708148"/>
                  </a:lnTo>
                  <a:lnTo>
                    <a:pt x="569976" y="2699004"/>
                  </a:lnTo>
                  <a:close/>
                </a:path>
                <a:path w="5438140" h="2708275">
                  <a:moveTo>
                    <a:pt x="637032" y="2699004"/>
                  </a:moveTo>
                  <a:lnTo>
                    <a:pt x="598932" y="2699004"/>
                  </a:lnTo>
                  <a:lnTo>
                    <a:pt x="598932" y="2708148"/>
                  </a:lnTo>
                  <a:lnTo>
                    <a:pt x="637032" y="2708148"/>
                  </a:lnTo>
                  <a:lnTo>
                    <a:pt x="637032" y="2699004"/>
                  </a:lnTo>
                  <a:close/>
                </a:path>
                <a:path w="5438140" h="2708275">
                  <a:moveTo>
                    <a:pt x="704088" y="2699004"/>
                  </a:moveTo>
                  <a:lnTo>
                    <a:pt x="665988" y="2699004"/>
                  </a:lnTo>
                  <a:lnTo>
                    <a:pt x="665988" y="2708148"/>
                  </a:lnTo>
                  <a:lnTo>
                    <a:pt x="704088" y="2708148"/>
                  </a:lnTo>
                  <a:lnTo>
                    <a:pt x="704088" y="2699004"/>
                  </a:lnTo>
                  <a:close/>
                </a:path>
                <a:path w="5438140" h="2708275">
                  <a:moveTo>
                    <a:pt x="771144" y="2699004"/>
                  </a:moveTo>
                  <a:lnTo>
                    <a:pt x="733044" y="2699004"/>
                  </a:lnTo>
                  <a:lnTo>
                    <a:pt x="733044" y="2708148"/>
                  </a:lnTo>
                  <a:lnTo>
                    <a:pt x="771144" y="2708148"/>
                  </a:lnTo>
                  <a:lnTo>
                    <a:pt x="771144" y="2699004"/>
                  </a:lnTo>
                  <a:close/>
                </a:path>
                <a:path w="5438140" h="2708275">
                  <a:moveTo>
                    <a:pt x="836676" y="2699004"/>
                  </a:moveTo>
                  <a:lnTo>
                    <a:pt x="798576" y="2699004"/>
                  </a:lnTo>
                  <a:lnTo>
                    <a:pt x="798576" y="2708148"/>
                  </a:lnTo>
                  <a:lnTo>
                    <a:pt x="836676" y="2708148"/>
                  </a:lnTo>
                  <a:lnTo>
                    <a:pt x="836676" y="2699004"/>
                  </a:lnTo>
                  <a:close/>
                </a:path>
                <a:path w="5438140" h="2708275">
                  <a:moveTo>
                    <a:pt x="903732" y="2699004"/>
                  </a:moveTo>
                  <a:lnTo>
                    <a:pt x="865632" y="2699004"/>
                  </a:lnTo>
                  <a:lnTo>
                    <a:pt x="865632" y="2708148"/>
                  </a:lnTo>
                  <a:lnTo>
                    <a:pt x="903732" y="2708148"/>
                  </a:lnTo>
                  <a:lnTo>
                    <a:pt x="903732" y="2699004"/>
                  </a:lnTo>
                  <a:close/>
                </a:path>
                <a:path w="5438140" h="2708275">
                  <a:moveTo>
                    <a:pt x="970788" y="2699004"/>
                  </a:moveTo>
                  <a:lnTo>
                    <a:pt x="932688" y="2699004"/>
                  </a:lnTo>
                  <a:lnTo>
                    <a:pt x="932688" y="2708148"/>
                  </a:lnTo>
                  <a:lnTo>
                    <a:pt x="970788" y="2708148"/>
                  </a:lnTo>
                  <a:lnTo>
                    <a:pt x="970788" y="2699004"/>
                  </a:lnTo>
                  <a:close/>
                </a:path>
                <a:path w="5438140" h="2708275">
                  <a:moveTo>
                    <a:pt x="1037844" y="2699004"/>
                  </a:moveTo>
                  <a:lnTo>
                    <a:pt x="999744" y="2699004"/>
                  </a:lnTo>
                  <a:lnTo>
                    <a:pt x="999744" y="2708148"/>
                  </a:lnTo>
                  <a:lnTo>
                    <a:pt x="1037844" y="2708148"/>
                  </a:lnTo>
                  <a:lnTo>
                    <a:pt x="1037844" y="2699004"/>
                  </a:lnTo>
                  <a:close/>
                </a:path>
                <a:path w="5438140" h="2708275">
                  <a:moveTo>
                    <a:pt x="1103376" y="2699004"/>
                  </a:moveTo>
                  <a:lnTo>
                    <a:pt x="1065276" y="2699004"/>
                  </a:lnTo>
                  <a:lnTo>
                    <a:pt x="1065276" y="2708148"/>
                  </a:lnTo>
                  <a:lnTo>
                    <a:pt x="1103376" y="2708148"/>
                  </a:lnTo>
                  <a:lnTo>
                    <a:pt x="1103376" y="2699004"/>
                  </a:lnTo>
                  <a:close/>
                </a:path>
                <a:path w="5438140" h="2708275">
                  <a:moveTo>
                    <a:pt x="1170432" y="2699004"/>
                  </a:moveTo>
                  <a:lnTo>
                    <a:pt x="1132332" y="2699004"/>
                  </a:lnTo>
                  <a:lnTo>
                    <a:pt x="1132332" y="2708148"/>
                  </a:lnTo>
                  <a:lnTo>
                    <a:pt x="1170432" y="2708148"/>
                  </a:lnTo>
                  <a:lnTo>
                    <a:pt x="1170432" y="2699004"/>
                  </a:lnTo>
                  <a:close/>
                </a:path>
                <a:path w="5438140" h="2708275">
                  <a:moveTo>
                    <a:pt x="1237488" y="2699004"/>
                  </a:moveTo>
                  <a:lnTo>
                    <a:pt x="1199388" y="2699004"/>
                  </a:lnTo>
                  <a:lnTo>
                    <a:pt x="1199388" y="2708148"/>
                  </a:lnTo>
                  <a:lnTo>
                    <a:pt x="1237488" y="2708148"/>
                  </a:lnTo>
                  <a:lnTo>
                    <a:pt x="1237488" y="2699004"/>
                  </a:lnTo>
                  <a:close/>
                </a:path>
                <a:path w="5438140" h="2708275">
                  <a:moveTo>
                    <a:pt x="1304544" y="2699004"/>
                  </a:moveTo>
                  <a:lnTo>
                    <a:pt x="1266444" y="2699004"/>
                  </a:lnTo>
                  <a:lnTo>
                    <a:pt x="1266444" y="2708148"/>
                  </a:lnTo>
                  <a:lnTo>
                    <a:pt x="1304544" y="2708148"/>
                  </a:lnTo>
                  <a:lnTo>
                    <a:pt x="1304544" y="2699004"/>
                  </a:lnTo>
                  <a:close/>
                </a:path>
                <a:path w="5438140" h="2708275">
                  <a:moveTo>
                    <a:pt x="1370076" y="2699004"/>
                  </a:moveTo>
                  <a:lnTo>
                    <a:pt x="1331976" y="2699004"/>
                  </a:lnTo>
                  <a:lnTo>
                    <a:pt x="1331976" y="2708148"/>
                  </a:lnTo>
                  <a:lnTo>
                    <a:pt x="1370076" y="2708148"/>
                  </a:lnTo>
                  <a:lnTo>
                    <a:pt x="1370076" y="2699004"/>
                  </a:lnTo>
                  <a:close/>
                </a:path>
                <a:path w="5438140" h="2708275">
                  <a:moveTo>
                    <a:pt x="1437132" y="2699004"/>
                  </a:moveTo>
                  <a:lnTo>
                    <a:pt x="1399032" y="2699004"/>
                  </a:lnTo>
                  <a:lnTo>
                    <a:pt x="1399032" y="2708148"/>
                  </a:lnTo>
                  <a:lnTo>
                    <a:pt x="1437132" y="2708148"/>
                  </a:lnTo>
                  <a:lnTo>
                    <a:pt x="1437132" y="2699004"/>
                  </a:lnTo>
                  <a:close/>
                </a:path>
                <a:path w="5438140" h="2708275">
                  <a:moveTo>
                    <a:pt x="1504188" y="2699004"/>
                  </a:moveTo>
                  <a:lnTo>
                    <a:pt x="1466088" y="2699004"/>
                  </a:lnTo>
                  <a:lnTo>
                    <a:pt x="1466088" y="2708148"/>
                  </a:lnTo>
                  <a:lnTo>
                    <a:pt x="1504188" y="2708148"/>
                  </a:lnTo>
                  <a:lnTo>
                    <a:pt x="1504188" y="2699004"/>
                  </a:lnTo>
                  <a:close/>
                </a:path>
                <a:path w="5438140" h="2708275">
                  <a:moveTo>
                    <a:pt x="1571244" y="2699004"/>
                  </a:moveTo>
                  <a:lnTo>
                    <a:pt x="1533144" y="2699004"/>
                  </a:lnTo>
                  <a:lnTo>
                    <a:pt x="1533144" y="2708148"/>
                  </a:lnTo>
                  <a:lnTo>
                    <a:pt x="1571244" y="2708148"/>
                  </a:lnTo>
                  <a:lnTo>
                    <a:pt x="1571244" y="2699004"/>
                  </a:lnTo>
                  <a:close/>
                </a:path>
                <a:path w="5438140" h="2708275">
                  <a:moveTo>
                    <a:pt x="1636776" y="2699004"/>
                  </a:moveTo>
                  <a:lnTo>
                    <a:pt x="1598676" y="2699004"/>
                  </a:lnTo>
                  <a:lnTo>
                    <a:pt x="1598676" y="2708148"/>
                  </a:lnTo>
                  <a:lnTo>
                    <a:pt x="1636776" y="2708148"/>
                  </a:lnTo>
                  <a:lnTo>
                    <a:pt x="1636776" y="2699004"/>
                  </a:lnTo>
                  <a:close/>
                </a:path>
                <a:path w="5438140" h="2708275">
                  <a:moveTo>
                    <a:pt x="1703832" y="2699004"/>
                  </a:moveTo>
                  <a:lnTo>
                    <a:pt x="1665732" y="2699004"/>
                  </a:lnTo>
                  <a:lnTo>
                    <a:pt x="1665732" y="2708148"/>
                  </a:lnTo>
                  <a:lnTo>
                    <a:pt x="1703832" y="2708148"/>
                  </a:lnTo>
                  <a:lnTo>
                    <a:pt x="1703832" y="2699004"/>
                  </a:lnTo>
                  <a:close/>
                </a:path>
                <a:path w="5438140" h="2708275">
                  <a:moveTo>
                    <a:pt x="1770888" y="2699004"/>
                  </a:moveTo>
                  <a:lnTo>
                    <a:pt x="1732788" y="2699004"/>
                  </a:lnTo>
                  <a:lnTo>
                    <a:pt x="1732788" y="2708148"/>
                  </a:lnTo>
                  <a:lnTo>
                    <a:pt x="1770888" y="2708148"/>
                  </a:lnTo>
                  <a:lnTo>
                    <a:pt x="1770888" y="2699004"/>
                  </a:lnTo>
                  <a:close/>
                </a:path>
                <a:path w="5438140" h="2708275">
                  <a:moveTo>
                    <a:pt x="1837944" y="2699004"/>
                  </a:moveTo>
                  <a:lnTo>
                    <a:pt x="1799844" y="2699004"/>
                  </a:lnTo>
                  <a:lnTo>
                    <a:pt x="1799844" y="2708148"/>
                  </a:lnTo>
                  <a:lnTo>
                    <a:pt x="1837944" y="2708148"/>
                  </a:lnTo>
                  <a:lnTo>
                    <a:pt x="1837944" y="2699004"/>
                  </a:lnTo>
                  <a:close/>
                </a:path>
                <a:path w="5438140" h="2708275">
                  <a:moveTo>
                    <a:pt x="1903476" y="2699004"/>
                  </a:moveTo>
                  <a:lnTo>
                    <a:pt x="1865376" y="2699004"/>
                  </a:lnTo>
                  <a:lnTo>
                    <a:pt x="1865376" y="2708148"/>
                  </a:lnTo>
                  <a:lnTo>
                    <a:pt x="1903476" y="2708148"/>
                  </a:lnTo>
                  <a:lnTo>
                    <a:pt x="1903476" y="2699004"/>
                  </a:lnTo>
                  <a:close/>
                </a:path>
                <a:path w="5438140" h="2708275">
                  <a:moveTo>
                    <a:pt x="1970532" y="2699004"/>
                  </a:moveTo>
                  <a:lnTo>
                    <a:pt x="1932432" y="2699004"/>
                  </a:lnTo>
                  <a:lnTo>
                    <a:pt x="1932432" y="2708148"/>
                  </a:lnTo>
                  <a:lnTo>
                    <a:pt x="1970532" y="2708148"/>
                  </a:lnTo>
                  <a:lnTo>
                    <a:pt x="1970532" y="2699004"/>
                  </a:lnTo>
                  <a:close/>
                </a:path>
                <a:path w="5438140" h="2708275">
                  <a:moveTo>
                    <a:pt x="2037588" y="2699004"/>
                  </a:moveTo>
                  <a:lnTo>
                    <a:pt x="1999488" y="2699004"/>
                  </a:lnTo>
                  <a:lnTo>
                    <a:pt x="1999488" y="2708148"/>
                  </a:lnTo>
                  <a:lnTo>
                    <a:pt x="2037588" y="2708148"/>
                  </a:lnTo>
                  <a:lnTo>
                    <a:pt x="2037588" y="2699004"/>
                  </a:lnTo>
                  <a:close/>
                </a:path>
                <a:path w="5438140" h="2708275">
                  <a:moveTo>
                    <a:pt x="2104644" y="2699004"/>
                  </a:moveTo>
                  <a:lnTo>
                    <a:pt x="2066544" y="2699004"/>
                  </a:lnTo>
                  <a:lnTo>
                    <a:pt x="2066544" y="2708148"/>
                  </a:lnTo>
                  <a:lnTo>
                    <a:pt x="2104644" y="2708148"/>
                  </a:lnTo>
                  <a:lnTo>
                    <a:pt x="2104644" y="2699004"/>
                  </a:lnTo>
                  <a:close/>
                </a:path>
                <a:path w="5438140" h="2708275">
                  <a:moveTo>
                    <a:pt x="2170176" y="2699004"/>
                  </a:moveTo>
                  <a:lnTo>
                    <a:pt x="2132076" y="2699004"/>
                  </a:lnTo>
                  <a:lnTo>
                    <a:pt x="2132076" y="2708148"/>
                  </a:lnTo>
                  <a:lnTo>
                    <a:pt x="2170176" y="2708148"/>
                  </a:lnTo>
                  <a:lnTo>
                    <a:pt x="2170176" y="2699004"/>
                  </a:lnTo>
                  <a:close/>
                </a:path>
                <a:path w="5438140" h="2708275">
                  <a:moveTo>
                    <a:pt x="2237232" y="2699004"/>
                  </a:moveTo>
                  <a:lnTo>
                    <a:pt x="2199132" y="2699004"/>
                  </a:lnTo>
                  <a:lnTo>
                    <a:pt x="2199132" y="2708148"/>
                  </a:lnTo>
                  <a:lnTo>
                    <a:pt x="2237232" y="2708148"/>
                  </a:lnTo>
                  <a:lnTo>
                    <a:pt x="2237232" y="2699004"/>
                  </a:lnTo>
                  <a:close/>
                </a:path>
                <a:path w="5438140" h="2708275">
                  <a:moveTo>
                    <a:pt x="2304288" y="2699004"/>
                  </a:moveTo>
                  <a:lnTo>
                    <a:pt x="2266188" y="2699004"/>
                  </a:lnTo>
                  <a:lnTo>
                    <a:pt x="2266188" y="2708148"/>
                  </a:lnTo>
                  <a:lnTo>
                    <a:pt x="2304288" y="2708148"/>
                  </a:lnTo>
                  <a:lnTo>
                    <a:pt x="2304288" y="2699004"/>
                  </a:lnTo>
                  <a:close/>
                </a:path>
                <a:path w="5438140" h="2708275">
                  <a:moveTo>
                    <a:pt x="2371344" y="2699004"/>
                  </a:moveTo>
                  <a:lnTo>
                    <a:pt x="2333244" y="2699004"/>
                  </a:lnTo>
                  <a:lnTo>
                    <a:pt x="2333244" y="2708148"/>
                  </a:lnTo>
                  <a:lnTo>
                    <a:pt x="2371344" y="2708148"/>
                  </a:lnTo>
                  <a:lnTo>
                    <a:pt x="2371344" y="2699004"/>
                  </a:lnTo>
                  <a:close/>
                </a:path>
                <a:path w="5438140" h="2708275">
                  <a:moveTo>
                    <a:pt x="2436876" y="2699004"/>
                  </a:moveTo>
                  <a:lnTo>
                    <a:pt x="2398776" y="2699004"/>
                  </a:lnTo>
                  <a:lnTo>
                    <a:pt x="2398776" y="2708148"/>
                  </a:lnTo>
                  <a:lnTo>
                    <a:pt x="2436876" y="2708148"/>
                  </a:lnTo>
                  <a:lnTo>
                    <a:pt x="2436876" y="2699004"/>
                  </a:lnTo>
                  <a:close/>
                </a:path>
                <a:path w="5438140" h="2708275">
                  <a:moveTo>
                    <a:pt x="2503932" y="2699004"/>
                  </a:moveTo>
                  <a:lnTo>
                    <a:pt x="2465832" y="2699004"/>
                  </a:lnTo>
                  <a:lnTo>
                    <a:pt x="2465832" y="2708148"/>
                  </a:lnTo>
                  <a:lnTo>
                    <a:pt x="2503932" y="2708148"/>
                  </a:lnTo>
                  <a:lnTo>
                    <a:pt x="2503932" y="2699004"/>
                  </a:lnTo>
                  <a:close/>
                </a:path>
                <a:path w="5438140" h="2708275">
                  <a:moveTo>
                    <a:pt x="2570988" y="2699004"/>
                  </a:moveTo>
                  <a:lnTo>
                    <a:pt x="2532888" y="2699004"/>
                  </a:lnTo>
                  <a:lnTo>
                    <a:pt x="2532888" y="2708148"/>
                  </a:lnTo>
                  <a:lnTo>
                    <a:pt x="2570988" y="2708148"/>
                  </a:lnTo>
                  <a:lnTo>
                    <a:pt x="2570988" y="2699004"/>
                  </a:lnTo>
                  <a:close/>
                </a:path>
                <a:path w="5438140" h="2708275">
                  <a:moveTo>
                    <a:pt x="2638044" y="2699004"/>
                  </a:moveTo>
                  <a:lnTo>
                    <a:pt x="2599944" y="2699004"/>
                  </a:lnTo>
                  <a:lnTo>
                    <a:pt x="2599944" y="2708148"/>
                  </a:lnTo>
                  <a:lnTo>
                    <a:pt x="2638044" y="2708148"/>
                  </a:lnTo>
                  <a:lnTo>
                    <a:pt x="2638044" y="2699004"/>
                  </a:lnTo>
                  <a:close/>
                </a:path>
                <a:path w="5438140" h="2708275">
                  <a:moveTo>
                    <a:pt x="2703576" y="2699004"/>
                  </a:moveTo>
                  <a:lnTo>
                    <a:pt x="2665476" y="2699004"/>
                  </a:lnTo>
                  <a:lnTo>
                    <a:pt x="2665476" y="2708148"/>
                  </a:lnTo>
                  <a:lnTo>
                    <a:pt x="2703576" y="2708148"/>
                  </a:lnTo>
                  <a:lnTo>
                    <a:pt x="2703576" y="2699004"/>
                  </a:lnTo>
                  <a:close/>
                </a:path>
                <a:path w="5438140" h="2708275">
                  <a:moveTo>
                    <a:pt x="2770632" y="2699004"/>
                  </a:moveTo>
                  <a:lnTo>
                    <a:pt x="2732532" y="2699004"/>
                  </a:lnTo>
                  <a:lnTo>
                    <a:pt x="2732532" y="2708148"/>
                  </a:lnTo>
                  <a:lnTo>
                    <a:pt x="2770632" y="2708148"/>
                  </a:lnTo>
                  <a:lnTo>
                    <a:pt x="2770632" y="2699004"/>
                  </a:lnTo>
                  <a:close/>
                </a:path>
                <a:path w="5438140" h="2708275">
                  <a:moveTo>
                    <a:pt x="2837688" y="2699004"/>
                  </a:moveTo>
                  <a:lnTo>
                    <a:pt x="2799588" y="2699004"/>
                  </a:lnTo>
                  <a:lnTo>
                    <a:pt x="2799588" y="2708148"/>
                  </a:lnTo>
                  <a:lnTo>
                    <a:pt x="2837688" y="2708148"/>
                  </a:lnTo>
                  <a:lnTo>
                    <a:pt x="2837688" y="2699004"/>
                  </a:lnTo>
                  <a:close/>
                </a:path>
                <a:path w="5438140" h="2708275">
                  <a:moveTo>
                    <a:pt x="2904744" y="2699004"/>
                  </a:moveTo>
                  <a:lnTo>
                    <a:pt x="2866644" y="2699004"/>
                  </a:lnTo>
                  <a:lnTo>
                    <a:pt x="2866644" y="2708148"/>
                  </a:lnTo>
                  <a:lnTo>
                    <a:pt x="2904744" y="2708148"/>
                  </a:lnTo>
                  <a:lnTo>
                    <a:pt x="2904744" y="2699004"/>
                  </a:lnTo>
                  <a:close/>
                </a:path>
                <a:path w="5438140" h="2708275">
                  <a:moveTo>
                    <a:pt x="2970276" y="2699004"/>
                  </a:moveTo>
                  <a:lnTo>
                    <a:pt x="2932176" y="2699004"/>
                  </a:lnTo>
                  <a:lnTo>
                    <a:pt x="2932176" y="2708148"/>
                  </a:lnTo>
                  <a:lnTo>
                    <a:pt x="2970276" y="2708148"/>
                  </a:lnTo>
                  <a:lnTo>
                    <a:pt x="2970276" y="2699004"/>
                  </a:lnTo>
                  <a:close/>
                </a:path>
                <a:path w="5438140" h="2708275">
                  <a:moveTo>
                    <a:pt x="3037332" y="2699004"/>
                  </a:moveTo>
                  <a:lnTo>
                    <a:pt x="2999232" y="2699004"/>
                  </a:lnTo>
                  <a:lnTo>
                    <a:pt x="2999232" y="2708148"/>
                  </a:lnTo>
                  <a:lnTo>
                    <a:pt x="3037332" y="2708148"/>
                  </a:lnTo>
                  <a:lnTo>
                    <a:pt x="3037332" y="2699004"/>
                  </a:lnTo>
                  <a:close/>
                </a:path>
                <a:path w="5438140" h="2708275">
                  <a:moveTo>
                    <a:pt x="3104388" y="2699004"/>
                  </a:moveTo>
                  <a:lnTo>
                    <a:pt x="3066288" y="2699004"/>
                  </a:lnTo>
                  <a:lnTo>
                    <a:pt x="3066288" y="2708148"/>
                  </a:lnTo>
                  <a:lnTo>
                    <a:pt x="3104388" y="2708148"/>
                  </a:lnTo>
                  <a:lnTo>
                    <a:pt x="3104388" y="2699004"/>
                  </a:lnTo>
                  <a:close/>
                </a:path>
                <a:path w="5438140" h="2708275">
                  <a:moveTo>
                    <a:pt x="3171444" y="2699004"/>
                  </a:moveTo>
                  <a:lnTo>
                    <a:pt x="3133344" y="2699004"/>
                  </a:lnTo>
                  <a:lnTo>
                    <a:pt x="3133344" y="2708148"/>
                  </a:lnTo>
                  <a:lnTo>
                    <a:pt x="3171444" y="2708148"/>
                  </a:lnTo>
                  <a:lnTo>
                    <a:pt x="3171444" y="2699004"/>
                  </a:lnTo>
                  <a:close/>
                </a:path>
                <a:path w="5438140" h="2708275">
                  <a:moveTo>
                    <a:pt x="3236976" y="2699004"/>
                  </a:moveTo>
                  <a:lnTo>
                    <a:pt x="3198876" y="2699004"/>
                  </a:lnTo>
                  <a:lnTo>
                    <a:pt x="3198876" y="2708148"/>
                  </a:lnTo>
                  <a:lnTo>
                    <a:pt x="3236976" y="2708148"/>
                  </a:lnTo>
                  <a:lnTo>
                    <a:pt x="3236976" y="2699004"/>
                  </a:lnTo>
                  <a:close/>
                </a:path>
                <a:path w="5438140" h="2708275">
                  <a:moveTo>
                    <a:pt x="3304032" y="2699004"/>
                  </a:moveTo>
                  <a:lnTo>
                    <a:pt x="3265932" y="2699004"/>
                  </a:lnTo>
                  <a:lnTo>
                    <a:pt x="3265932" y="2708148"/>
                  </a:lnTo>
                  <a:lnTo>
                    <a:pt x="3304032" y="2708148"/>
                  </a:lnTo>
                  <a:lnTo>
                    <a:pt x="3304032" y="2699004"/>
                  </a:lnTo>
                  <a:close/>
                </a:path>
                <a:path w="5438140" h="2708275">
                  <a:moveTo>
                    <a:pt x="3371088" y="2699004"/>
                  </a:moveTo>
                  <a:lnTo>
                    <a:pt x="3332988" y="2699004"/>
                  </a:lnTo>
                  <a:lnTo>
                    <a:pt x="3332988" y="2708148"/>
                  </a:lnTo>
                  <a:lnTo>
                    <a:pt x="3371088" y="2708148"/>
                  </a:lnTo>
                  <a:lnTo>
                    <a:pt x="3371088" y="2699004"/>
                  </a:lnTo>
                  <a:close/>
                </a:path>
                <a:path w="5438140" h="2708275">
                  <a:moveTo>
                    <a:pt x="3438144" y="2699004"/>
                  </a:moveTo>
                  <a:lnTo>
                    <a:pt x="3400044" y="2699004"/>
                  </a:lnTo>
                  <a:lnTo>
                    <a:pt x="3400044" y="2708148"/>
                  </a:lnTo>
                  <a:lnTo>
                    <a:pt x="3438144" y="2708148"/>
                  </a:lnTo>
                  <a:lnTo>
                    <a:pt x="3438144" y="2699004"/>
                  </a:lnTo>
                  <a:close/>
                </a:path>
                <a:path w="5438140" h="2708275">
                  <a:moveTo>
                    <a:pt x="3503676" y="2699004"/>
                  </a:moveTo>
                  <a:lnTo>
                    <a:pt x="3465576" y="2699004"/>
                  </a:lnTo>
                  <a:lnTo>
                    <a:pt x="3465576" y="2708148"/>
                  </a:lnTo>
                  <a:lnTo>
                    <a:pt x="3503676" y="2708148"/>
                  </a:lnTo>
                  <a:lnTo>
                    <a:pt x="3503676" y="2699004"/>
                  </a:lnTo>
                  <a:close/>
                </a:path>
                <a:path w="5438140" h="2708275">
                  <a:moveTo>
                    <a:pt x="3570732" y="2699004"/>
                  </a:moveTo>
                  <a:lnTo>
                    <a:pt x="3532632" y="2699004"/>
                  </a:lnTo>
                  <a:lnTo>
                    <a:pt x="3532632" y="2708148"/>
                  </a:lnTo>
                  <a:lnTo>
                    <a:pt x="3570732" y="2708148"/>
                  </a:lnTo>
                  <a:lnTo>
                    <a:pt x="3570732" y="2699004"/>
                  </a:lnTo>
                  <a:close/>
                </a:path>
                <a:path w="5438140" h="2708275">
                  <a:moveTo>
                    <a:pt x="3637788" y="2699004"/>
                  </a:moveTo>
                  <a:lnTo>
                    <a:pt x="3599688" y="2699004"/>
                  </a:lnTo>
                  <a:lnTo>
                    <a:pt x="3599688" y="2708148"/>
                  </a:lnTo>
                  <a:lnTo>
                    <a:pt x="3637788" y="2708148"/>
                  </a:lnTo>
                  <a:lnTo>
                    <a:pt x="3637788" y="2699004"/>
                  </a:lnTo>
                  <a:close/>
                </a:path>
                <a:path w="5438140" h="2708275">
                  <a:moveTo>
                    <a:pt x="3704844" y="2699004"/>
                  </a:moveTo>
                  <a:lnTo>
                    <a:pt x="3666744" y="2699004"/>
                  </a:lnTo>
                  <a:lnTo>
                    <a:pt x="3666744" y="2708148"/>
                  </a:lnTo>
                  <a:lnTo>
                    <a:pt x="3704844" y="2708148"/>
                  </a:lnTo>
                  <a:lnTo>
                    <a:pt x="3704844" y="2699004"/>
                  </a:lnTo>
                  <a:close/>
                </a:path>
                <a:path w="5438140" h="2708275">
                  <a:moveTo>
                    <a:pt x="3770376" y="2699004"/>
                  </a:moveTo>
                  <a:lnTo>
                    <a:pt x="3732276" y="2699004"/>
                  </a:lnTo>
                  <a:lnTo>
                    <a:pt x="3732276" y="2708148"/>
                  </a:lnTo>
                  <a:lnTo>
                    <a:pt x="3770376" y="2708148"/>
                  </a:lnTo>
                  <a:lnTo>
                    <a:pt x="3770376" y="2699004"/>
                  </a:lnTo>
                  <a:close/>
                </a:path>
                <a:path w="5438140" h="2708275">
                  <a:moveTo>
                    <a:pt x="3837432" y="2699004"/>
                  </a:moveTo>
                  <a:lnTo>
                    <a:pt x="3799332" y="2699004"/>
                  </a:lnTo>
                  <a:lnTo>
                    <a:pt x="3799332" y="2708148"/>
                  </a:lnTo>
                  <a:lnTo>
                    <a:pt x="3837432" y="2708148"/>
                  </a:lnTo>
                  <a:lnTo>
                    <a:pt x="3837432" y="2699004"/>
                  </a:lnTo>
                  <a:close/>
                </a:path>
                <a:path w="5438140" h="2708275">
                  <a:moveTo>
                    <a:pt x="3904488" y="2699004"/>
                  </a:moveTo>
                  <a:lnTo>
                    <a:pt x="3866388" y="2699004"/>
                  </a:lnTo>
                  <a:lnTo>
                    <a:pt x="3866388" y="2708148"/>
                  </a:lnTo>
                  <a:lnTo>
                    <a:pt x="3904488" y="2708148"/>
                  </a:lnTo>
                  <a:lnTo>
                    <a:pt x="3904488" y="2699004"/>
                  </a:lnTo>
                  <a:close/>
                </a:path>
                <a:path w="5438140" h="2708275">
                  <a:moveTo>
                    <a:pt x="3971544" y="2699004"/>
                  </a:moveTo>
                  <a:lnTo>
                    <a:pt x="3933444" y="2699004"/>
                  </a:lnTo>
                  <a:lnTo>
                    <a:pt x="3933444" y="2708148"/>
                  </a:lnTo>
                  <a:lnTo>
                    <a:pt x="3971544" y="2708148"/>
                  </a:lnTo>
                  <a:lnTo>
                    <a:pt x="3971544" y="2699004"/>
                  </a:lnTo>
                  <a:close/>
                </a:path>
                <a:path w="5438140" h="2708275">
                  <a:moveTo>
                    <a:pt x="4037076" y="2699004"/>
                  </a:moveTo>
                  <a:lnTo>
                    <a:pt x="3998976" y="2699004"/>
                  </a:lnTo>
                  <a:lnTo>
                    <a:pt x="3998976" y="2708148"/>
                  </a:lnTo>
                  <a:lnTo>
                    <a:pt x="4037076" y="2708148"/>
                  </a:lnTo>
                  <a:lnTo>
                    <a:pt x="4037076" y="2699004"/>
                  </a:lnTo>
                  <a:close/>
                </a:path>
                <a:path w="5438140" h="2708275">
                  <a:moveTo>
                    <a:pt x="4104132" y="2699004"/>
                  </a:moveTo>
                  <a:lnTo>
                    <a:pt x="4066032" y="2699004"/>
                  </a:lnTo>
                  <a:lnTo>
                    <a:pt x="4066032" y="2708148"/>
                  </a:lnTo>
                  <a:lnTo>
                    <a:pt x="4104132" y="2708148"/>
                  </a:lnTo>
                  <a:lnTo>
                    <a:pt x="4104132" y="2699004"/>
                  </a:lnTo>
                  <a:close/>
                </a:path>
                <a:path w="5438140" h="2708275">
                  <a:moveTo>
                    <a:pt x="4171188" y="2699004"/>
                  </a:moveTo>
                  <a:lnTo>
                    <a:pt x="4133088" y="2699004"/>
                  </a:lnTo>
                  <a:lnTo>
                    <a:pt x="4133088" y="2708148"/>
                  </a:lnTo>
                  <a:lnTo>
                    <a:pt x="4171188" y="2708148"/>
                  </a:lnTo>
                  <a:lnTo>
                    <a:pt x="4171188" y="2699004"/>
                  </a:lnTo>
                  <a:close/>
                </a:path>
                <a:path w="5438140" h="2708275">
                  <a:moveTo>
                    <a:pt x="4238244" y="2699004"/>
                  </a:moveTo>
                  <a:lnTo>
                    <a:pt x="4200144" y="2699004"/>
                  </a:lnTo>
                  <a:lnTo>
                    <a:pt x="4200144" y="2708148"/>
                  </a:lnTo>
                  <a:lnTo>
                    <a:pt x="4238244" y="2708148"/>
                  </a:lnTo>
                  <a:lnTo>
                    <a:pt x="4238244" y="2699004"/>
                  </a:lnTo>
                  <a:close/>
                </a:path>
                <a:path w="5438140" h="2708275">
                  <a:moveTo>
                    <a:pt x="4303776" y="2699004"/>
                  </a:moveTo>
                  <a:lnTo>
                    <a:pt x="4265676" y="2699004"/>
                  </a:lnTo>
                  <a:lnTo>
                    <a:pt x="4265676" y="2708148"/>
                  </a:lnTo>
                  <a:lnTo>
                    <a:pt x="4303776" y="2708148"/>
                  </a:lnTo>
                  <a:lnTo>
                    <a:pt x="4303776" y="2699004"/>
                  </a:lnTo>
                  <a:close/>
                </a:path>
                <a:path w="5438140" h="2708275">
                  <a:moveTo>
                    <a:pt x="5103876" y="0"/>
                  </a:moveTo>
                  <a:lnTo>
                    <a:pt x="5065776" y="0"/>
                  </a:lnTo>
                  <a:lnTo>
                    <a:pt x="5065776" y="10668"/>
                  </a:lnTo>
                  <a:lnTo>
                    <a:pt x="5103876" y="10668"/>
                  </a:lnTo>
                  <a:lnTo>
                    <a:pt x="5103876" y="0"/>
                  </a:lnTo>
                  <a:close/>
                </a:path>
                <a:path w="5438140" h="2708275">
                  <a:moveTo>
                    <a:pt x="5170932" y="0"/>
                  </a:moveTo>
                  <a:lnTo>
                    <a:pt x="5132832" y="0"/>
                  </a:lnTo>
                  <a:lnTo>
                    <a:pt x="5132832" y="10668"/>
                  </a:lnTo>
                  <a:lnTo>
                    <a:pt x="5170932" y="10668"/>
                  </a:lnTo>
                  <a:lnTo>
                    <a:pt x="5170932" y="0"/>
                  </a:lnTo>
                  <a:close/>
                </a:path>
                <a:path w="5438140" h="2708275">
                  <a:moveTo>
                    <a:pt x="5237988" y="0"/>
                  </a:moveTo>
                  <a:lnTo>
                    <a:pt x="5199888" y="0"/>
                  </a:lnTo>
                  <a:lnTo>
                    <a:pt x="5199888" y="10668"/>
                  </a:lnTo>
                  <a:lnTo>
                    <a:pt x="5237988" y="10668"/>
                  </a:lnTo>
                  <a:lnTo>
                    <a:pt x="5237988" y="0"/>
                  </a:lnTo>
                  <a:close/>
                </a:path>
                <a:path w="5438140" h="2708275">
                  <a:moveTo>
                    <a:pt x="5305044" y="0"/>
                  </a:moveTo>
                  <a:lnTo>
                    <a:pt x="5266944" y="0"/>
                  </a:lnTo>
                  <a:lnTo>
                    <a:pt x="5266944" y="10668"/>
                  </a:lnTo>
                  <a:lnTo>
                    <a:pt x="5305044" y="10668"/>
                  </a:lnTo>
                  <a:lnTo>
                    <a:pt x="5305044" y="0"/>
                  </a:lnTo>
                  <a:close/>
                </a:path>
                <a:path w="5438140" h="2708275">
                  <a:moveTo>
                    <a:pt x="5370576" y="0"/>
                  </a:moveTo>
                  <a:lnTo>
                    <a:pt x="5332476" y="0"/>
                  </a:lnTo>
                  <a:lnTo>
                    <a:pt x="5332476" y="10668"/>
                  </a:lnTo>
                  <a:lnTo>
                    <a:pt x="5370576" y="10668"/>
                  </a:lnTo>
                  <a:lnTo>
                    <a:pt x="5370576" y="0"/>
                  </a:lnTo>
                  <a:close/>
                </a:path>
                <a:path w="5438140" h="2708275">
                  <a:moveTo>
                    <a:pt x="5437632" y="0"/>
                  </a:moveTo>
                  <a:lnTo>
                    <a:pt x="5399532" y="0"/>
                  </a:lnTo>
                  <a:lnTo>
                    <a:pt x="5399532" y="10668"/>
                  </a:lnTo>
                  <a:lnTo>
                    <a:pt x="5437632" y="10668"/>
                  </a:lnTo>
                  <a:lnTo>
                    <a:pt x="5437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06853" y="2670060"/>
              <a:ext cx="4704715" cy="10795"/>
            </a:xfrm>
            <a:custGeom>
              <a:avLst/>
              <a:gdLst/>
              <a:ahLst/>
              <a:cxnLst/>
              <a:rect l="l" t="t" r="r" b="b"/>
              <a:pathLst>
                <a:path w="4704715" h="10794">
                  <a:moveTo>
                    <a:pt x="38100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38100" y="10668"/>
                  </a:lnTo>
                  <a:lnTo>
                    <a:pt x="38100" y="0"/>
                  </a:lnTo>
                  <a:close/>
                </a:path>
                <a:path w="4704715" h="10794">
                  <a:moveTo>
                    <a:pt x="105156" y="0"/>
                  </a:moveTo>
                  <a:lnTo>
                    <a:pt x="67056" y="0"/>
                  </a:lnTo>
                  <a:lnTo>
                    <a:pt x="67056" y="10668"/>
                  </a:lnTo>
                  <a:lnTo>
                    <a:pt x="105156" y="10668"/>
                  </a:lnTo>
                  <a:lnTo>
                    <a:pt x="105156" y="0"/>
                  </a:lnTo>
                  <a:close/>
                </a:path>
                <a:path w="4704715" h="10794">
                  <a:moveTo>
                    <a:pt x="170688" y="0"/>
                  </a:moveTo>
                  <a:lnTo>
                    <a:pt x="132588" y="0"/>
                  </a:lnTo>
                  <a:lnTo>
                    <a:pt x="132588" y="10668"/>
                  </a:lnTo>
                  <a:lnTo>
                    <a:pt x="170688" y="10668"/>
                  </a:lnTo>
                  <a:lnTo>
                    <a:pt x="170688" y="0"/>
                  </a:lnTo>
                  <a:close/>
                </a:path>
                <a:path w="4704715" h="10794">
                  <a:moveTo>
                    <a:pt x="237744" y="0"/>
                  </a:moveTo>
                  <a:lnTo>
                    <a:pt x="199644" y="0"/>
                  </a:lnTo>
                  <a:lnTo>
                    <a:pt x="199644" y="10668"/>
                  </a:lnTo>
                  <a:lnTo>
                    <a:pt x="237744" y="10668"/>
                  </a:lnTo>
                  <a:lnTo>
                    <a:pt x="237744" y="0"/>
                  </a:lnTo>
                  <a:close/>
                </a:path>
                <a:path w="4704715" h="10794">
                  <a:moveTo>
                    <a:pt x="304800" y="0"/>
                  </a:moveTo>
                  <a:lnTo>
                    <a:pt x="266700" y="0"/>
                  </a:lnTo>
                  <a:lnTo>
                    <a:pt x="266700" y="10668"/>
                  </a:lnTo>
                  <a:lnTo>
                    <a:pt x="304800" y="10668"/>
                  </a:lnTo>
                  <a:lnTo>
                    <a:pt x="304800" y="0"/>
                  </a:lnTo>
                  <a:close/>
                </a:path>
                <a:path w="4704715" h="10794">
                  <a:moveTo>
                    <a:pt x="371856" y="0"/>
                  </a:moveTo>
                  <a:lnTo>
                    <a:pt x="333756" y="0"/>
                  </a:lnTo>
                  <a:lnTo>
                    <a:pt x="333756" y="10668"/>
                  </a:lnTo>
                  <a:lnTo>
                    <a:pt x="371856" y="10668"/>
                  </a:lnTo>
                  <a:lnTo>
                    <a:pt x="371856" y="0"/>
                  </a:lnTo>
                  <a:close/>
                </a:path>
                <a:path w="4704715" h="10794">
                  <a:moveTo>
                    <a:pt x="437388" y="0"/>
                  </a:moveTo>
                  <a:lnTo>
                    <a:pt x="399288" y="0"/>
                  </a:lnTo>
                  <a:lnTo>
                    <a:pt x="399288" y="10668"/>
                  </a:lnTo>
                  <a:lnTo>
                    <a:pt x="437388" y="10668"/>
                  </a:lnTo>
                  <a:lnTo>
                    <a:pt x="437388" y="0"/>
                  </a:lnTo>
                  <a:close/>
                </a:path>
                <a:path w="4704715" h="10794">
                  <a:moveTo>
                    <a:pt x="504444" y="0"/>
                  </a:moveTo>
                  <a:lnTo>
                    <a:pt x="466344" y="0"/>
                  </a:lnTo>
                  <a:lnTo>
                    <a:pt x="466344" y="10668"/>
                  </a:lnTo>
                  <a:lnTo>
                    <a:pt x="504444" y="10668"/>
                  </a:lnTo>
                  <a:lnTo>
                    <a:pt x="504444" y="0"/>
                  </a:lnTo>
                  <a:close/>
                </a:path>
                <a:path w="4704715" h="10794">
                  <a:moveTo>
                    <a:pt x="571500" y="0"/>
                  </a:moveTo>
                  <a:lnTo>
                    <a:pt x="533400" y="0"/>
                  </a:lnTo>
                  <a:lnTo>
                    <a:pt x="533400" y="10668"/>
                  </a:lnTo>
                  <a:lnTo>
                    <a:pt x="571500" y="10668"/>
                  </a:lnTo>
                  <a:lnTo>
                    <a:pt x="571500" y="0"/>
                  </a:lnTo>
                  <a:close/>
                </a:path>
                <a:path w="4704715" h="10794">
                  <a:moveTo>
                    <a:pt x="638556" y="0"/>
                  </a:moveTo>
                  <a:lnTo>
                    <a:pt x="600456" y="0"/>
                  </a:lnTo>
                  <a:lnTo>
                    <a:pt x="600456" y="10668"/>
                  </a:lnTo>
                  <a:lnTo>
                    <a:pt x="638556" y="10668"/>
                  </a:lnTo>
                  <a:lnTo>
                    <a:pt x="638556" y="0"/>
                  </a:lnTo>
                  <a:close/>
                </a:path>
                <a:path w="4704715" h="10794">
                  <a:moveTo>
                    <a:pt x="704088" y="0"/>
                  </a:moveTo>
                  <a:lnTo>
                    <a:pt x="665988" y="0"/>
                  </a:lnTo>
                  <a:lnTo>
                    <a:pt x="665988" y="10668"/>
                  </a:lnTo>
                  <a:lnTo>
                    <a:pt x="704088" y="10668"/>
                  </a:lnTo>
                  <a:lnTo>
                    <a:pt x="704088" y="0"/>
                  </a:lnTo>
                  <a:close/>
                </a:path>
                <a:path w="4704715" h="10794">
                  <a:moveTo>
                    <a:pt x="771144" y="0"/>
                  </a:moveTo>
                  <a:lnTo>
                    <a:pt x="733044" y="0"/>
                  </a:lnTo>
                  <a:lnTo>
                    <a:pt x="733044" y="10668"/>
                  </a:lnTo>
                  <a:lnTo>
                    <a:pt x="771144" y="10668"/>
                  </a:lnTo>
                  <a:lnTo>
                    <a:pt x="771144" y="0"/>
                  </a:lnTo>
                  <a:close/>
                </a:path>
                <a:path w="4704715" h="10794">
                  <a:moveTo>
                    <a:pt x="838200" y="0"/>
                  </a:moveTo>
                  <a:lnTo>
                    <a:pt x="800100" y="0"/>
                  </a:lnTo>
                  <a:lnTo>
                    <a:pt x="800100" y="10668"/>
                  </a:lnTo>
                  <a:lnTo>
                    <a:pt x="838200" y="10668"/>
                  </a:lnTo>
                  <a:lnTo>
                    <a:pt x="838200" y="0"/>
                  </a:lnTo>
                  <a:close/>
                </a:path>
                <a:path w="4704715" h="10794">
                  <a:moveTo>
                    <a:pt x="905256" y="0"/>
                  </a:moveTo>
                  <a:lnTo>
                    <a:pt x="867156" y="0"/>
                  </a:lnTo>
                  <a:lnTo>
                    <a:pt x="867156" y="10668"/>
                  </a:lnTo>
                  <a:lnTo>
                    <a:pt x="905256" y="10668"/>
                  </a:lnTo>
                  <a:lnTo>
                    <a:pt x="905256" y="0"/>
                  </a:lnTo>
                  <a:close/>
                </a:path>
                <a:path w="4704715" h="10794">
                  <a:moveTo>
                    <a:pt x="970788" y="0"/>
                  </a:moveTo>
                  <a:lnTo>
                    <a:pt x="932688" y="0"/>
                  </a:lnTo>
                  <a:lnTo>
                    <a:pt x="932688" y="10668"/>
                  </a:lnTo>
                  <a:lnTo>
                    <a:pt x="970788" y="10668"/>
                  </a:lnTo>
                  <a:lnTo>
                    <a:pt x="970788" y="0"/>
                  </a:lnTo>
                  <a:close/>
                </a:path>
                <a:path w="4704715" h="10794">
                  <a:moveTo>
                    <a:pt x="1037844" y="0"/>
                  </a:moveTo>
                  <a:lnTo>
                    <a:pt x="999744" y="0"/>
                  </a:lnTo>
                  <a:lnTo>
                    <a:pt x="999744" y="10668"/>
                  </a:lnTo>
                  <a:lnTo>
                    <a:pt x="1037844" y="10668"/>
                  </a:lnTo>
                  <a:lnTo>
                    <a:pt x="1037844" y="0"/>
                  </a:lnTo>
                  <a:close/>
                </a:path>
                <a:path w="4704715" h="10794">
                  <a:moveTo>
                    <a:pt x="1104900" y="0"/>
                  </a:moveTo>
                  <a:lnTo>
                    <a:pt x="1066800" y="0"/>
                  </a:lnTo>
                  <a:lnTo>
                    <a:pt x="1066800" y="10668"/>
                  </a:lnTo>
                  <a:lnTo>
                    <a:pt x="1104900" y="10668"/>
                  </a:lnTo>
                  <a:lnTo>
                    <a:pt x="1104900" y="0"/>
                  </a:lnTo>
                  <a:close/>
                </a:path>
                <a:path w="4704715" h="10794">
                  <a:moveTo>
                    <a:pt x="1171956" y="0"/>
                  </a:moveTo>
                  <a:lnTo>
                    <a:pt x="1133856" y="0"/>
                  </a:lnTo>
                  <a:lnTo>
                    <a:pt x="1133856" y="10668"/>
                  </a:lnTo>
                  <a:lnTo>
                    <a:pt x="1171956" y="10668"/>
                  </a:lnTo>
                  <a:lnTo>
                    <a:pt x="1171956" y="0"/>
                  </a:lnTo>
                  <a:close/>
                </a:path>
                <a:path w="4704715" h="10794">
                  <a:moveTo>
                    <a:pt x="1237488" y="0"/>
                  </a:moveTo>
                  <a:lnTo>
                    <a:pt x="1199388" y="0"/>
                  </a:lnTo>
                  <a:lnTo>
                    <a:pt x="1199388" y="10668"/>
                  </a:lnTo>
                  <a:lnTo>
                    <a:pt x="1237488" y="10668"/>
                  </a:lnTo>
                  <a:lnTo>
                    <a:pt x="1237488" y="0"/>
                  </a:lnTo>
                  <a:close/>
                </a:path>
                <a:path w="4704715" h="10794">
                  <a:moveTo>
                    <a:pt x="1304544" y="0"/>
                  </a:moveTo>
                  <a:lnTo>
                    <a:pt x="1266444" y="0"/>
                  </a:lnTo>
                  <a:lnTo>
                    <a:pt x="1266444" y="10668"/>
                  </a:lnTo>
                  <a:lnTo>
                    <a:pt x="1304544" y="10668"/>
                  </a:lnTo>
                  <a:lnTo>
                    <a:pt x="1304544" y="0"/>
                  </a:lnTo>
                  <a:close/>
                </a:path>
                <a:path w="4704715" h="10794">
                  <a:moveTo>
                    <a:pt x="1371600" y="0"/>
                  </a:moveTo>
                  <a:lnTo>
                    <a:pt x="1333500" y="0"/>
                  </a:lnTo>
                  <a:lnTo>
                    <a:pt x="1333500" y="10668"/>
                  </a:lnTo>
                  <a:lnTo>
                    <a:pt x="1371600" y="10668"/>
                  </a:lnTo>
                  <a:lnTo>
                    <a:pt x="1371600" y="0"/>
                  </a:lnTo>
                  <a:close/>
                </a:path>
                <a:path w="4704715" h="10794">
                  <a:moveTo>
                    <a:pt x="1438656" y="0"/>
                  </a:moveTo>
                  <a:lnTo>
                    <a:pt x="1400556" y="0"/>
                  </a:lnTo>
                  <a:lnTo>
                    <a:pt x="1400556" y="10668"/>
                  </a:lnTo>
                  <a:lnTo>
                    <a:pt x="1438656" y="10668"/>
                  </a:lnTo>
                  <a:lnTo>
                    <a:pt x="1438656" y="0"/>
                  </a:lnTo>
                  <a:close/>
                </a:path>
                <a:path w="4704715" h="10794">
                  <a:moveTo>
                    <a:pt x="1504188" y="0"/>
                  </a:moveTo>
                  <a:lnTo>
                    <a:pt x="1466088" y="0"/>
                  </a:lnTo>
                  <a:lnTo>
                    <a:pt x="1466088" y="10668"/>
                  </a:lnTo>
                  <a:lnTo>
                    <a:pt x="1504188" y="10668"/>
                  </a:lnTo>
                  <a:lnTo>
                    <a:pt x="1504188" y="0"/>
                  </a:lnTo>
                  <a:close/>
                </a:path>
                <a:path w="4704715" h="10794">
                  <a:moveTo>
                    <a:pt x="1571244" y="0"/>
                  </a:moveTo>
                  <a:lnTo>
                    <a:pt x="1533144" y="0"/>
                  </a:lnTo>
                  <a:lnTo>
                    <a:pt x="1533144" y="10668"/>
                  </a:lnTo>
                  <a:lnTo>
                    <a:pt x="1571244" y="10668"/>
                  </a:lnTo>
                  <a:lnTo>
                    <a:pt x="1571244" y="0"/>
                  </a:lnTo>
                  <a:close/>
                </a:path>
                <a:path w="4704715" h="10794">
                  <a:moveTo>
                    <a:pt x="1638300" y="0"/>
                  </a:moveTo>
                  <a:lnTo>
                    <a:pt x="1600200" y="0"/>
                  </a:lnTo>
                  <a:lnTo>
                    <a:pt x="1600200" y="10668"/>
                  </a:lnTo>
                  <a:lnTo>
                    <a:pt x="1638300" y="10668"/>
                  </a:lnTo>
                  <a:lnTo>
                    <a:pt x="1638300" y="0"/>
                  </a:lnTo>
                  <a:close/>
                </a:path>
                <a:path w="4704715" h="10794">
                  <a:moveTo>
                    <a:pt x="1705356" y="0"/>
                  </a:moveTo>
                  <a:lnTo>
                    <a:pt x="1667256" y="0"/>
                  </a:lnTo>
                  <a:lnTo>
                    <a:pt x="1667256" y="10668"/>
                  </a:lnTo>
                  <a:lnTo>
                    <a:pt x="1705356" y="10668"/>
                  </a:lnTo>
                  <a:lnTo>
                    <a:pt x="1705356" y="0"/>
                  </a:lnTo>
                  <a:close/>
                </a:path>
                <a:path w="4704715" h="10794">
                  <a:moveTo>
                    <a:pt x="1770888" y="0"/>
                  </a:moveTo>
                  <a:lnTo>
                    <a:pt x="1732788" y="0"/>
                  </a:lnTo>
                  <a:lnTo>
                    <a:pt x="1732788" y="10668"/>
                  </a:lnTo>
                  <a:lnTo>
                    <a:pt x="1770888" y="10668"/>
                  </a:lnTo>
                  <a:lnTo>
                    <a:pt x="1770888" y="0"/>
                  </a:lnTo>
                  <a:close/>
                </a:path>
                <a:path w="4704715" h="10794">
                  <a:moveTo>
                    <a:pt x="1837944" y="0"/>
                  </a:moveTo>
                  <a:lnTo>
                    <a:pt x="1799844" y="0"/>
                  </a:lnTo>
                  <a:lnTo>
                    <a:pt x="1799844" y="10668"/>
                  </a:lnTo>
                  <a:lnTo>
                    <a:pt x="1837944" y="10668"/>
                  </a:lnTo>
                  <a:lnTo>
                    <a:pt x="1837944" y="0"/>
                  </a:lnTo>
                  <a:close/>
                </a:path>
                <a:path w="4704715" h="10794">
                  <a:moveTo>
                    <a:pt x="1905000" y="0"/>
                  </a:moveTo>
                  <a:lnTo>
                    <a:pt x="1866900" y="0"/>
                  </a:lnTo>
                  <a:lnTo>
                    <a:pt x="1866900" y="10668"/>
                  </a:lnTo>
                  <a:lnTo>
                    <a:pt x="1905000" y="10668"/>
                  </a:lnTo>
                  <a:lnTo>
                    <a:pt x="1905000" y="0"/>
                  </a:lnTo>
                  <a:close/>
                </a:path>
                <a:path w="4704715" h="10794">
                  <a:moveTo>
                    <a:pt x="1972056" y="0"/>
                  </a:moveTo>
                  <a:lnTo>
                    <a:pt x="1933956" y="0"/>
                  </a:lnTo>
                  <a:lnTo>
                    <a:pt x="1933956" y="10668"/>
                  </a:lnTo>
                  <a:lnTo>
                    <a:pt x="1972056" y="10668"/>
                  </a:lnTo>
                  <a:lnTo>
                    <a:pt x="1972056" y="0"/>
                  </a:lnTo>
                  <a:close/>
                </a:path>
                <a:path w="4704715" h="10794">
                  <a:moveTo>
                    <a:pt x="2037588" y="0"/>
                  </a:moveTo>
                  <a:lnTo>
                    <a:pt x="1999488" y="0"/>
                  </a:lnTo>
                  <a:lnTo>
                    <a:pt x="1999488" y="10668"/>
                  </a:lnTo>
                  <a:lnTo>
                    <a:pt x="2037588" y="10668"/>
                  </a:lnTo>
                  <a:lnTo>
                    <a:pt x="2037588" y="0"/>
                  </a:lnTo>
                  <a:close/>
                </a:path>
                <a:path w="4704715" h="10794">
                  <a:moveTo>
                    <a:pt x="2104644" y="0"/>
                  </a:moveTo>
                  <a:lnTo>
                    <a:pt x="2066544" y="0"/>
                  </a:lnTo>
                  <a:lnTo>
                    <a:pt x="2066544" y="10668"/>
                  </a:lnTo>
                  <a:lnTo>
                    <a:pt x="2104644" y="10668"/>
                  </a:lnTo>
                  <a:lnTo>
                    <a:pt x="2104644" y="0"/>
                  </a:lnTo>
                  <a:close/>
                </a:path>
                <a:path w="4704715" h="10794">
                  <a:moveTo>
                    <a:pt x="2171700" y="0"/>
                  </a:moveTo>
                  <a:lnTo>
                    <a:pt x="2133600" y="0"/>
                  </a:lnTo>
                  <a:lnTo>
                    <a:pt x="2133600" y="10668"/>
                  </a:lnTo>
                  <a:lnTo>
                    <a:pt x="2171700" y="10668"/>
                  </a:lnTo>
                  <a:lnTo>
                    <a:pt x="2171700" y="0"/>
                  </a:lnTo>
                  <a:close/>
                </a:path>
                <a:path w="4704715" h="10794">
                  <a:moveTo>
                    <a:pt x="2238756" y="0"/>
                  </a:moveTo>
                  <a:lnTo>
                    <a:pt x="2200656" y="0"/>
                  </a:lnTo>
                  <a:lnTo>
                    <a:pt x="2200656" y="10668"/>
                  </a:lnTo>
                  <a:lnTo>
                    <a:pt x="2238756" y="10668"/>
                  </a:lnTo>
                  <a:lnTo>
                    <a:pt x="2238756" y="0"/>
                  </a:lnTo>
                  <a:close/>
                </a:path>
                <a:path w="4704715" h="10794">
                  <a:moveTo>
                    <a:pt x="2304288" y="0"/>
                  </a:moveTo>
                  <a:lnTo>
                    <a:pt x="2266188" y="0"/>
                  </a:lnTo>
                  <a:lnTo>
                    <a:pt x="2266188" y="10668"/>
                  </a:lnTo>
                  <a:lnTo>
                    <a:pt x="2304288" y="10668"/>
                  </a:lnTo>
                  <a:lnTo>
                    <a:pt x="2304288" y="0"/>
                  </a:lnTo>
                  <a:close/>
                </a:path>
                <a:path w="4704715" h="10794">
                  <a:moveTo>
                    <a:pt x="2371344" y="0"/>
                  </a:moveTo>
                  <a:lnTo>
                    <a:pt x="2333244" y="0"/>
                  </a:lnTo>
                  <a:lnTo>
                    <a:pt x="2333244" y="10668"/>
                  </a:lnTo>
                  <a:lnTo>
                    <a:pt x="2371344" y="10668"/>
                  </a:lnTo>
                  <a:lnTo>
                    <a:pt x="2371344" y="0"/>
                  </a:lnTo>
                  <a:close/>
                </a:path>
                <a:path w="4704715" h="10794">
                  <a:moveTo>
                    <a:pt x="2438400" y="0"/>
                  </a:moveTo>
                  <a:lnTo>
                    <a:pt x="2400300" y="0"/>
                  </a:lnTo>
                  <a:lnTo>
                    <a:pt x="2400300" y="10668"/>
                  </a:lnTo>
                  <a:lnTo>
                    <a:pt x="2438400" y="10668"/>
                  </a:lnTo>
                  <a:lnTo>
                    <a:pt x="2438400" y="0"/>
                  </a:lnTo>
                  <a:close/>
                </a:path>
                <a:path w="4704715" h="10794">
                  <a:moveTo>
                    <a:pt x="2505456" y="0"/>
                  </a:moveTo>
                  <a:lnTo>
                    <a:pt x="2467356" y="0"/>
                  </a:lnTo>
                  <a:lnTo>
                    <a:pt x="2467356" y="10668"/>
                  </a:lnTo>
                  <a:lnTo>
                    <a:pt x="2505456" y="10668"/>
                  </a:lnTo>
                  <a:lnTo>
                    <a:pt x="2505456" y="0"/>
                  </a:lnTo>
                  <a:close/>
                </a:path>
                <a:path w="4704715" h="10794">
                  <a:moveTo>
                    <a:pt x="2570988" y="0"/>
                  </a:moveTo>
                  <a:lnTo>
                    <a:pt x="2532888" y="0"/>
                  </a:lnTo>
                  <a:lnTo>
                    <a:pt x="2532888" y="10668"/>
                  </a:lnTo>
                  <a:lnTo>
                    <a:pt x="2570988" y="10668"/>
                  </a:lnTo>
                  <a:lnTo>
                    <a:pt x="2570988" y="0"/>
                  </a:lnTo>
                  <a:close/>
                </a:path>
                <a:path w="4704715" h="10794">
                  <a:moveTo>
                    <a:pt x="2638044" y="0"/>
                  </a:moveTo>
                  <a:lnTo>
                    <a:pt x="2599944" y="0"/>
                  </a:lnTo>
                  <a:lnTo>
                    <a:pt x="2599944" y="10668"/>
                  </a:lnTo>
                  <a:lnTo>
                    <a:pt x="2638044" y="10668"/>
                  </a:lnTo>
                  <a:lnTo>
                    <a:pt x="2638044" y="0"/>
                  </a:lnTo>
                  <a:close/>
                </a:path>
                <a:path w="4704715" h="10794">
                  <a:moveTo>
                    <a:pt x="2705100" y="0"/>
                  </a:moveTo>
                  <a:lnTo>
                    <a:pt x="2667000" y="0"/>
                  </a:lnTo>
                  <a:lnTo>
                    <a:pt x="2667000" y="10668"/>
                  </a:lnTo>
                  <a:lnTo>
                    <a:pt x="2705100" y="10668"/>
                  </a:lnTo>
                  <a:lnTo>
                    <a:pt x="2705100" y="0"/>
                  </a:lnTo>
                  <a:close/>
                </a:path>
                <a:path w="4704715" h="10794">
                  <a:moveTo>
                    <a:pt x="2772156" y="0"/>
                  </a:moveTo>
                  <a:lnTo>
                    <a:pt x="2734056" y="0"/>
                  </a:lnTo>
                  <a:lnTo>
                    <a:pt x="2734056" y="10668"/>
                  </a:lnTo>
                  <a:lnTo>
                    <a:pt x="2772156" y="10668"/>
                  </a:lnTo>
                  <a:lnTo>
                    <a:pt x="2772156" y="0"/>
                  </a:lnTo>
                  <a:close/>
                </a:path>
                <a:path w="4704715" h="10794">
                  <a:moveTo>
                    <a:pt x="2837688" y="0"/>
                  </a:moveTo>
                  <a:lnTo>
                    <a:pt x="2799588" y="0"/>
                  </a:lnTo>
                  <a:lnTo>
                    <a:pt x="2799588" y="10668"/>
                  </a:lnTo>
                  <a:lnTo>
                    <a:pt x="2837688" y="10668"/>
                  </a:lnTo>
                  <a:lnTo>
                    <a:pt x="2837688" y="0"/>
                  </a:lnTo>
                  <a:close/>
                </a:path>
                <a:path w="4704715" h="10794">
                  <a:moveTo>
                    <a:pt x="2904744" y="0"/>
                  </a:moveTo>
                  <a:lnTo>
                    <a:pt x="2866644" y="0"/>
                  </a:lnTo>
                  <a:lnTo>
                    <a:pt x="2866644" y="10668"/>
                  </a:lnTo>
                  <a:lnTo>
                    <a:pt x="2904744" y="10668"/>
                  </a:lnTo>
                  <a:lnTo>
                    <a:pt x="2904744" y="0"/>
                  </a:lnTo>
                  <a:close/>
                </a:path>
                <a:path w="4704715" h="10794">
                  <a:moveTo>
                    <a:pt x="2971800" y="0"/>
                  </a:moveTo>
                  <a:lnTo>
                    <a:pt x="2933700" y="0"/>
                  </a:lnTo>
                  <a:lnTo>
                    <a:pt x="2933700" y="10668"/>
                  </a:lnTo>
                  <a:lnTo>
                    <a:pt x="2971800" y="10668"/>
                  </a:lnTo>
                  <a:lnTo>
                    <a:pt x="2971800" y="0"/>
                  </a:lnTo>
                  <a:close/>
                </a:path>
                <a:path w="4704715" h="10794">
                  <a:moveTo>
                    <a:pt x="3038856" y="0"/>
                  </a:moveTo>
                  <a:lnTo>
                    <a:pt x="3000756" y="0"/>
                  </a:lnTo>
                  <a:lnTo>
                    <a:pt x="3000756" y="10668"/>
                  </a:lnTo>
                  <a:lnTo>
                    <a:pt x="3038856" y="10668"/>
                  </a:lnTo>
                  <a:lnTo>
                    <a:pt x="3038856" y="0"/>
                  </a:lnTo>
                  <a:close/>
                </a:path>
                <a:path w="4704715" h="10794">
                  <a:moveTo>
                    <a:pt x="3104388" y="0"/>
                  </a:moveTo>
                  <a:lnTo>
                    <a:pt x="3066288" y="0"/>
                  </a:lnTo>
                  <a:lnTo>
                    <a:pt x="3066288" y="10668"/>
                  </a:lnTo>
                  <a:lnTo>
                    <a:pt x="3104388" y="10668"/>
                  </a:lnTo>
                  <a:lnTo>
                    <a:pt x="3104388" y="0"/>
                  </a:lnTo>
                  <a:close/>
                </a:path>
                <a:path w="4704715" h="10794">
                  <a:moveTo>
                    <a:pt x="3171444" y="0"/>
                  </a:moveTo>
                  <a:lnTo>
                    <a:pt x="3133344" y="0"/>
                  </a:lnTo>
                  <a:lnTo>
                    <a:pt x="3133344" y="10668"/>
                  </a:lnTo>
                  <a:lnTo>
                    <a:pt x="3171444" y="10668"/>
                  </a:lnTo>
                  <a:lnTo>
                    <a:pt x="3171444" y="0"/>
                  </a:lnTo>
                  <a:close/>
                </a:path>
                <a:path w="4704715" h="10794">
                  <a:moveTo>
                    <a:pt x="3238500" y="0"/>
                  </a:moveTo>
                  <a:lnTo>
                    <a:pt x="3200400" y="0"/>
                  </a:lnTo>
                  <a:lnTo>
                    <a:pt x="3200400" y="10668"/>
                  </a:lnTo>
                  <a:lnTo>
                    <a:pt x="3238500" y="10668"/>
                  </a:lnTo>
                  <a:lnTo>
                    <a:pt x="3238500" y="0"/>
                  </a:lnTo>
                  <a:close/>
                </a:path>
                <a:path w="4704715" h="10794">
                  <a:moveTo>
                    <a:pt x="3305556" y="0"/>
                  </a:moveTo>
                  <a:lnTo>
                    <a:pt x="3267456" y="0"/>
                  </a:lnTo>
                  <a:lnTo>
                    <a:pt x="3267456" y="10668"/>
                  </a:lnTo>
                  <a:lnTo>
                    <a:pt x="3305556" y="10668"/>
                  </a:lnTo>
                  <a:lnTo>
                    <a:pt x="3305556" y="0"/>
                  </a:lnTo>
                  <a:close/>
                </a:path>
                <a:path w="4704715" h="10794">
                  <a:moveTo>
                    <a:pt x="3371088" y="0"/>
                  </a:moveTo>
                  <a:lnTo>
                    <a:pt x="3332988" y="0"/>
                  </a:lnTo>
                  <a:lnTo>
                    <a:pt x="3332988" y="10668"/>
                  </a:lnTo>
                  <a:lnTo>
                    <a:pt x="3371088" y="10668"/>
                  </a:lnTo>
                  <a:lnTo>
                    <a:pt x="3371088" y="0"/>
                  </a:lnTo>
                  <a:close/>
                </a:path>
                <a:path w="4704715" h="10794">
                  <a:moveTo>
                    <a:pt x="3438144" y="0"/>
                  </a:moveTo>
                  <a:lnTo>
                    <a:pt x="3400044" y="0"/>
                  </a:lnTo>
                  <a:lnTo>
                    <a:pt x="3400044" y="10668"/>
                  </a:lnTo>
                  <a:lnTo>
                    <a:pt x="3438144" y="10668"/>
                  </a:lnTo>
                  <a:lnTo>
                    <a:pt x="3438144" y="0"/>
                  </a:lnTo>
                  <a:close/>
                </a:path>
                <a:path w="4704715" h="10794">
                  <a:moveTo>
                    <a:pt x="3505200" y="0"/>
                  </a:moveTo>
                  <a:lnTo>
                    <a:pt x="3467100" y="0"/>
                  </a:lnTo>
                  <a:lnTo>
                    <a:pt x="3467100" y="10668"/>
                  </a:lnTo>
                  <a:lnTo>
                    <a:pt x="3505200" y="10668"/>
                  </a:lnTo>
                  <a:lnTo>
                    <a:pt x="3505200" y="0"/>
                  </a:lnTo>
                  <a:close/>
                </a:path>
                <a:path w="4704715" h="10794">
                  <a:moveTo>
                    <a:pt x="3572256" y="0"/>
                  </a:moveTo>
                  <a:lnTo>
                    <a:pt x="3534156" y="0"/>
                  </a:lnTo>
                  <a:lnTo>
                    <a:pt x="3534156" y="10668"/>
                  </a:lnTo>
                  <a:lnTo>
                    <a:pt x="3572256" y="10668"/>
                  </a:lnTo>
                  <a:lnTo>
                    <a:pt x="3572256" y="0"/>
                  </a:lnTo>
                  <a:close/>
                </a:path>
                <a:path w="4704715" h="10794">
                  <a:moveTo>
                    <a:pt x="3637788" y="0"/>
                  </a:moveTo>
                  <a:lnTo>
                    <a:pt x="3599688" y="0"/>
                  </a:lnTo>
                  <a:lnTo>
                    <a:pt x="3599688" y="10668"/>
                  </a:lnTo>
                  <a:lnTo>
                    <a:pt x="3637788" y="10668"/>
                  </a:lnTo>
                  <a:lnTo>
                    <a:pt x="3637788" y="0"/>
                  </a:lnTo>
                  <a:close/>
                </a:path>
                <a:path w="4704715" h="10794">
                  <a:moveTo>
                    <a:pt x="3704844" y="0"/>
                  </a:moveTo>
                  <a:lnTo>
                    <a:pt x="3666744" y="0"/>
                  </a:lnTo>
                  <a:lnTo>
                    <a:pt x="3666744" y="10668"/>
                  </a:lnTo>
                  <a:lnTo>
                    <a:pt x="3704844" y="10668"/>
                  </a:lnTo>
                  <a:lnTo>
                    <a:pt x="3704844" y="0"/>
                  </a:lnTo>
                  <a:close/>
                </a:path>
                <a:path w="4704715" h="10794">
                  <a:moveTo>
                    <a:pt x="3771900" y="0"/>
                  </a:moveTo>
                  <a:lnTo>
                    <a:pt x="3733800" y="0"/>
                  </a:lnTo>
                  <a:lnTo>
                    <a:pt x="3733800" y="10668"/>
                  </a:lnTo>
                  <a:lnTo>
                    <a:pt x="3771900" y="10668"/>
                  </a:lnTo>
                  <a:lnTo>
                    <a:pt x="3771900" y="0"/>
                  </a:lnTo>
                  <a:close/>
                </a:path>
                <a:path w="4704715" h="10794">
                  <a:moveTo>
                    <a:pt x="3838956" y="0"/>
                  </a:moveTo>
                  <a:lnTo>
                    <a:pt x="3800856" y="0"/>
                  </a:lnTo>
                  <a:lnTo>
                    <a:pt x="3800856" y="10668"/>
                  </a:lnTo>
                  <a:lnTo>
                    <a:pt x="3838956" y="10668"/>
                  </a:lnTo>
                  <a:lnTo>
                    <a:pt x="3838956" y="0"/>
                  </a:lnTo>
                  <a:close/>
                </a:path>
                <a:path w="4704715" h="10794">
                  <a:moveTo>
                    <a:pt x="3904488" y="0"/>
                  </a:moveTo>
                  <a:lnTo>
                    <a:pt x="3866388" y="0"/>
                  </a:lnTo>
                  <a:lnTo>
                    <a:pt x="3866388" y="10668"/>
                  </a:lnTo>
                  <a:lnTo>
                    <a:pt x="3904488" y="10668"/>
                  </a:lnTo>
                  <a:lnTo>
                    <a:pt x="3904488" y="0"/>
                  </a:lnTo>
                  <a:close/>
                </a:path>
                <a:path w="4704715" h="10794">
                  <a:moveTo>
                    <a:pt x="3971544" y="0"/>
                  </a:moveTo>
                  <a:lnTo>
                    <a:pt x="3933444" y="0"/>
                  </a:lnTo>
                  <a:lnTo>
                    <a:pt x="3933444" y="10668"/>
                  </a:lnTo>
                  <a:lnTo>
                    <a:pt x="3971544" y="10668"/>
                  </a:lnTo>
                  <a:lnTo>
                    <a:pt x="3971544" y="0"/>
                  </a:lnTo>
                  <a:close/>
                </a:path>
                <a:path w="4704715" h="10794">
                  <a:moveTo>
                    <a:pt x="4038600" y="0"/>
                  </a:moveTo>
                  <a:lnTo>
                    <a:pt x="4000500" y="0"/>
                  </a:lnTo>
                  <a:lnTo>
                    <a:pt x="4000500" y="10668"/>
                  </a:lnTo>
                  <a:lnTo>
                    <a:pt x="4038600" y="10668"/>
                  </a:lnTo>
                  <a:lnTo>
                    <a:pt x="4038600" y="0"/>
                  </a:lnTo>
                  <a:close/>
                </a:path>
                <a:path w="4704715" h="10794">
                  <a:moveTo>
                    <a:pt x="4105656" y="0"/>
                  </a:moveTo>
                  <a:lnTo>
                    <a:pt x="4067556" y="0"/>
                  </a:lnTo>
                  <a:lnTo>
                    <a:pt x="4067556" y="10668"/>
                  </a:lnTo>
                  <a:lnTo>
                    <a:pt x="4105656" y="10668"/>
                  </a:lnTo>
                  <a:lnTo>
                    <a:pt x="4105656" y="0"/>
                  </a:lnTo>
                  <a:close/>
                </a:path>
                <a:path w="4704715" h="10794">
                  <a:moveTo>
                    <a:pt x="4171188" y="0"/>
                  </a:moveTo>
                  <a:lnTo>
                    <a:pt x="4133088" y="0"/>
                  </a:lnTo>
                  <a:lnTo>
                    <a:pt x="4133088" y="10668"/>
                  </a:lnTo>
                  <a:lnTo>
                    <a:pt x="4171188" y="10668"/>
                  </a:lnTo>
                  <a:lnTo>
                    <a:pt x="4171188" y="0"/>
                  </a:lnTo>
                  <a:close/>
                </a:path>
                <a:path w="4704715" h="10794">
                  <a:moveTo>
                    <a:pt x="4238244" y="0"/>
                  </a:moveTo>
                  <a:lnTo>
                    <a:pt x="4200144" y="0"/>
                  </a:lnTo>
                  <a:lnTo>
                    <a:pt x="4200144" y="10668"/>
                  </a:lnTo>
                  <a:lnTo>
                    <a:pt x="4238244" y="10668"/>
                  </a:lnTo>
                  <a:lnTo>
                    <a:pt x="4238244" y="0"/>
                  </a:lnTo>
                  <a:close/>
                </a:path>
                <a:path w="4704715" h="10794">
                  <a:moveTo>
                    <a:pt x="4305300" y="0"/>
                  </a:moveTo>
                  <a:lnTo>
                    <a:pt x="4267200" y="0"/>
                  </a:lnTo>
                  <a:lnTo>
                    <a:pt x="4267200" y="10668"/>
                  </a:lnTo>
                  <a:lnTo>
                    <a:pt x="4305300" y="10668"/>
                  </a:lnTo>
                  <a:lnTo>
                    <a:pt x="4305300" y="0"/>
                  </a:lnTo>
                  <a:close/>
                </a:path>
                <a:path w="4704715" h="10794">
                  <a:moveTo>
                    <a:pt x="4372356" y="0"/>
                  </a:moveTo>
                  <a:lnTo>
                    <a:pt x="4334256" y="0"/>
                  </a:lnTo>
                  <a:lnTo>
                    <a:pt x="4334256" y="10668"/>
                  </a:lnTo>
                  <a:lnTo>
                    <a:pt x="4372356" y="10668"/>
                  </a:lnTo>
                  <a:lnTo>
                    <a:pt x="4372356" y="0"/>
                  </a:lnTo>
                  <a:close/>
                </a:path>
                <a:path w="4704715" h="10794">
                  <a:moveTo>
                    <a:pt x="4437888" y="0"/>
                  </a:moveTo>
                  <a:lnTo>
                    <a:pt x="4399788" y="0"/>
                  </a:lnTo>
                  <a:lnTo>
                    <a:pt x="4399788" y="10668"/>
                  </a:lnTo>
                  <a:lnTo>
                    <a:pt x="4437888" y="10668"/>
                  </a:lnTo>
                  <a:lnTo>
                    <a:pt x="4437888" y="0"/>
                  </a:lnTo>
                  <a:close/>
                </a:path>
                <a:path w="4704715" h="10794">
                  <a:moveTo>
                    <a:pt x="4504944" y="0"/>
                  </a:moveTo>
                  <a:lnTo>
                    <a:pt x="4466844" y="0"/>
                  </a:lnTo>
                  <a:lnTo>
                    <a:pt x="4466844" y="10668"/>
                  </a:lnTo>
                  <a:lnTo>
                    <a:pt x="4504944" y="10668"/>
                  </a:lnTo>
                  <a:lnTo>
                    <a:pt x="4504944" y="0"/>
                  </a:lnTo>
                  <a:close/>
                </a:path>
                <a:path w="4704715" h="10794">
                  <a:moveTo>
                    <a:pt x="4572000" y="0"/>
                  </a:moveTo>
                  <a:lnTo>
                    <a:pt x="4533900" y="0"/>
                  </a:lnTo>
                  <a:lnTo>
                    <a:pt x="4533900" y="10668"/>
                  </a:lnTo>
                  <a:lnTo>
                    <a:pt x="4572000" y="10668"/>
                  </a:lnTo>
                  <a:lnTo>
                    <a:pt x="4572000" y="0"/>
                  </a:lnTo>
                  <a:close/>
                </a:path>
                <a:path w="4704715" h="10794">
                  <a:moveTo>
                    <a:pt x="4639056" y="0"/>
                  </a:moveTo>
                  <a:lnTo>
                    <a:pt x="4600956" y="0"/>
                  </a:lnTo>
                  <a:lnTo>
                    <a:pt x="4600956" y="10668"/>
                  </a:lnTo>
                  <a:lnTo>
                    <a:pt x="4639056" y="10668"/>
                  </a:lnTo>
                  <a:lnTo>
                    <a:pt x="4639056" y="0"/>
                  </a:lnTo>
                  <a:close/>
                </a:path>
                <a:path w="4704715" h="10794">
                  <a:moveTo>
                    <a:pt x="4704588" y="0"/>
                  </a:moveTo>
                  <a:lnTo>
                    <a:pt x="4666488" y="0"/>
                  </a:lnTo>
                  <a:lnTo>
                    <a:pt x="4666488" y="10668"/>
                  </a:lnTo>
                  <a:lnTo>
                    <a:pt x="4704588" y="10668"/>
                  </a:lnTo>
                  <a:lnTo>
                    <a:pt x="47045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07565" y="2670060"/>
              <a:ext cx="437515" cy="10795"/>
            </a:xfrm>
            <a:custGeom>
              <a:avLst/>
              <a:gdLst/>
              <a:ahLst/>
              <a:cxnLst/>
              <a:rect l="l" t="t" r="r" b="b"/>
              <a:pathLst>
                <a:path w="437514" h="10794">
                  <a:moveTo>
                    <a:pt x="36576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36576" y="10668"/>
                  </a:lnTo>
                  <a:lnTo>
                    <a:pt x="36576" y="0"/>
                  </a:lnTo>
                  <a:close/>
                </a:path>
                <a:path w="437514" h="10794">
                  <a:moveTo>
                    <a:pt x="103632" y="0"/>
                  </a:moveTo>
                  <a:lnTo>
                    <a:pt x="65532" y="0"/>
                  </a:lnTo>
                  <a:lnTo>
                    <a:pt x="65532" y="10668"/>
                  </a:lnTo>
                  <a:lnTo>
                    <a:pt x="103632" y="10668"/>
                  </a:lnTo>
                  <a:lnTo>
                    <a:pt x="103632" y="0"/>
                  </a:lnTo>
                  <a:close/>
                </a:path>
                <a:path w="437514" h="10794">
                  <a:moveTo>
                    <a:pt x="170688" y="0"/>
                  </a:moveTo>
                  <a:lnTo>
                    <a:pt x="132588" y="0"/>
                  </a:lnTo>
                  <a:lnTo>
                    <a:pt x="132588" y="10668"/>
                  </a:lnTo>
                  <a:lnTo>
                    <a:pt x="170688" y="10668"/>
                  </a:lnTo>
                  <a:lnTo>
                    <a:pt x="170688" y="0"/>
                  </a:lnTo>
                  <a:close/>
                </a:path>
                <a:path w="437514" h="10794">
                  <a:moveTo>
                    <a:pt x="237744" y="0"/>
                  </a:moveTo>
                  <a:lnTo>
                    <a:pt x="199644" y="0"/>
                  </a:lnTo>
                  <a:lnTo>
                    <a:pt x="199644" y="10668"/>
                  </a:lnTo>
                  <a:lnTo>
                    <a:pt x="237744" y="10668"/>
                  </a:lnTo>
                  <a:lnTo>
                    <a:pt x="237744" y="0"/>
                  </a:lnTo>
                  <a:close/>
                </a:path>
                <a:path w="437514" h="10794">
                  <a:moveTo>
                    <a:pt x="303276" y="0"/>
                  </a:moveTo>
                  <a:lnTo>
                    <a:pt x="265176" y="0"/>
                  </a:lnTo>
                  <a:lnTo>
                    <a:pt x="265176" y="10668"/>
                  </a:lnTo>
                  <a:lnTo>
                    <a:pt x="303276" y="10668"/>
                  </a:lnTo>
                  <a:lnTo>
                    <a:pt x="303276" y="0"/>
                  </a:lnTo>
                  <a:close/>
                </a:path>
                <a:path w="437514" h="10794">
                  <a:moveTo>
                    <a:pt x="370332" y="0"/>
                  </a:moveTo>
                  <a:lnTo>
                    <a:pt x="332232" y="0"/>
                  </a:lnTo>
                  <a:lnTo>
                    <a:pt x="332232" y="10668"/>
                  </a:lnTo>
                  <a:lnTo>
                    <a:pt x="370332" y="10668"/>
                  </a:lnTo>
                  <a:lnTo>
                    <a:pt x="370332" y="0"/>
                  </a:lnTo>
                  <a:close/>
                </a:path>
                <a:path w="437514" h="10794">
                  <a:moveTo>
                    <a:pt x="437388" y="0"/>
                  </a:moveTo>
                  <a:lnTo>
                    <a:pt x="399288" y="0"/>
                  </a:lnTo>
                  <a:lnTo>
                    <a:pt x="399288" y="10668"/>
                  </a:lnTo>
                  <a:lnTo>
                    <a:pt x="437388" y="10668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45069" y="5687057"/>
            <a:ext cx="798893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shell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uniform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</a:t>
            </a:r>
            <a:endParaRPr sz="2400">
              <a:latin typeface="Arial MT"/>
              <a:cs typeface="Arial MT"/>
            </a:endParaRPr>
          </a:p>
          <a:p>
            <a:pPr marL="12065" marR="5080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attracts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repels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outside</a:t>
            </a:r>
            <a:r>
              <a:rPr sz="2400" spc="-4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shell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shell’s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concentrated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center.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53434" y="2442972"/>
            <a:ext cx="441959" cy="441959"/>
            <a:chOff x="6353434" y="2442972"/>
            <a:chExt cx="441959" cy="441959"/>
          </a:xfrm>
        </p:grpSpPr>
        <p:sp>
          <p:nvSpPr>
            <p:cNvPr id="10" name="object 10"/>
            <p:cNvSpPr/>
            <p:nvPr/>
          </p:nvSpPr>
          <p:spPr>
            <a:xfrm>
              <a:off x="6358005" y="2449067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4883"/>
                  </a:moveTo>
                  <a:lnTo>
                    <a:pt x="425626" y="165551"/>
                  </a:lnTo>
                  <a:lnTo>
                    <a:pt x="409485" y="120298"/>
                  </a:lnTo>
                  <a:lnTo>
                    <a:pt x="384145" y="80403"/>
                  </a:lnTo>
                  <a:lnTo>
                    <a:pt x="350888" y="47146"/>
                  </a:lnTo>
                  <a:lnTo>
                    <a:pt x="310993" y="21806"/>
                  </a:lnTo>
                  <a:lnTo>
                    <a:pt x="265740" y="5665"/>
                  </a:lnTo>
                  <a:lnTo>
                    <a:pt x="216407" y="0"/>
                  </a:lnTo>
                  <a:lnTo>
                    <a:pt x="166511" y="5665"/>
                  </a:lnTo>
                  <a:lnTo>
                    <a:pt x="120853" y="21806"/>
                  </a:lnTo>
                  <a:lnTo>
                    <a:pt x="80687" y="47146"/>
                  </a:lnTo>
                  <a:lnTo>
                    <a:pt x="47266" y="80403"/>
                  </a:lnTo>
                  <a:lnTo>
                    <a:pt x="21842" y="120298"/>
                  </a:lnTo>
                  <a:lnTo>
                    <a:pt x="5669" y="165551"/>
                  </a:lnTo>
                  <a:lnTo>
                    <a:pt x="0" y="214883"/>
                  </a:lnTo>
                  <a:lnTo>
                    <a:pt x="5669" y="264300"/>
                  </a:lnTo>
                  <a:lnTo>
                    <a:pt x="21842" y="309771"/>
                  </a:lnTo>
                  <a:lnTo>
                    <a:pt x="47266" y="349964"/>
                  </a:lnTo>
                  <a:lnTo>
                    <a:pt x="80687" y="383545"/>
                  </a:lnTo>
                  <a:lnTo>
                    <a:pt x="120853" y="409182"/>
                  </a:lnTo>
                  <a:lnTo>
                    <a:pt x="166511" y="425542"/>
                  </a:lnTo>
                  <a:lnTo>
                    <a:pt x="216407" y="431291"/>
                  </a:lnTo>
                  <a:lnTo>
                    <a:pt x="265740" y="425542"/>
                  </a:lnTo>
                  <a:lnTo>
                    <a:pt x="310993" y="409182"/>
                  </a:lnTo>
                  <a:lnTo>
                    <a:pt x="350888" y="383545"/>
                  </a:lnTo>
                  <a:lnTo>
                    <a:pt x="384145" y="349964"/>
                  </a:lnTo>
                  <a:lnTo>
                    <a:pt x="409485" y="309771"/>
                  </a:lnTo>
                  <a:lnTo>
                    <a:pt x="425626" y="264300"/>
                  </a:lnTo>
                  <a:lnTo>
                    <a:pt x="431291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53434" y="2442972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76428" y="65532"/>
                  </a:lnTo>
                  <a:lnTo>
                    <a:pt x="344424" y="38100"/>
                  </a:lnTo>
                  <a:lnTo>
                    <a:pt x="306324" y="18288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79248" y="51816"/>
                  </a:lnTo>
                  <a:lnTo>
                    <a:pt x="50292" y="80772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964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6700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18288" y="158496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283464" y="19812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2148" y="158496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59" h="441960">
                  <a:moveTo>
                    <a:pt x="431292" y="286512"/>
                  </a:moveTo>
                  <a:lnTo>
                    <a:pt x="431292" y="243840"/>
                  </a:lnTo>
                  <a:lnTo>
                    <a:pt x="426720" y="263652"/>
                  </a:lnTo>
                  <a:lnTo>
                    <a:pt x="422148" y="284988"/>
                  </a:lnTo>
                  <a:lnTo>
                    <a:pt x="414528" y="303276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1752" y="416052"/>
                  </a:lnTo>
                  <a:lnTo>
                    <a:pt x="262128" y="428244"/>
                  </a:lnTo>
                  <a:lnTo>
                    <a:pt x="220980" y="432816"/>
                  </a:lnTo>
                  <a:lnTo>
                    <a:pt x="199644" y="431393"/>
                  </a:lnTo>
                  <a:lnTo>
                    <a:pt x="156972" y="423672"/>
                  </a:lnTo>
                  <a:lnTo>
                    <a:pt x="118872" y="406908"/>
                  </a:lnTo>
                  <a:lnTo>
                    <a:pt x="85344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6052"/>
                  </a:lnTo>
                  <a:lnTo>
                    <a:pt x="155448" y="432816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11351" y="2413507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03579" y="1584451"/>
            <a:ext cx="9569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874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Point charge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32894" y="1537716"/>
            <a:ext cx="2235200" cy="2235835"/>
          </a:xfrm>
          <a:custGeom>
            <a:avLst/>
            <a:gdLst/>
            <a:ahLst/>
            <a:cxnLst/>
            <a:rect l="l" t="t" r="r" b="b"/>
            <a:pathLst>
              <a:path w="2235200" h="2235835">
                <a:moveTo>
                  <a:pt x="38100" y="1080635"/>
                </a:moveTo>
                <a:lnTo>
                  <a:pt x="38100" y="813816"/>
                </a:lnTo>
                <a:lnTo>
                  <a:pt x="25400" y="839724"/>
                </a:lnTo>
                <a:lnTo>
                  <a:pt x="25400" y="867156"/>
                </a:lnTo>
                <a:lnTo>
                  <a:pt x="12700" y="894588"/>
                </a:lnTo>
                <a:lnTo>
                  <a:pt x="0" y="976884"/>
                </a:lnTo>
                <a:lnTo>
                  <a:pt x="0" y="1094398"/>
                </a:lnTo>
                <a:lnTo>
                  <a:pt x="12700" y="1088136"/>
                </a:lnTo>
                <a:lnTo>
                  <a:pt x="12700" y="1083540"/>
                </a:lnTo>
                <a:lnTo>
                  <a:pt x="25400" y="1081087"/>
                </a:lnTo>
                <a:lnTo>
                  <a:pt x="38100" y="1080635"/>
                </a:lnTo>
                <a:close/>
              </a:path>
              <a:path w="2235200" h="2235835">
                <a:moveTo>
                  <a:pt x="38100" y="1082040"/>
                </a:moveTo>
                <a:lnTo>
                  <a:pt x="38100" y="1080635"/>
                </a:lnTo>
                <a:lnTo>
                  <a:pt x="25400" y="1081087"/>
                </a:lnTo>
                <a:lnTo>
                  <a:pt x="12700" y="1083540"/>
                </a:lnTo>
                <a:lnTo>
                  <a:pt x="12700" y="1088136"/>
                </a:lnTo>
                <a:lnTo>
                  <a:pt x="0" y="1094398"/>
                </a:lnTo>
                <a:lnTo>
                  <a:pt x="0" y="1118616"/>
                </a:lnTo>
                <a:lnTo>
                  <a:pt x="38100" y="1082040"/>
                </a:lnTo>
                <a:close/>
              </a:path>
              <a:path w="2235200" h="2235835">
                <a:moveTo>
                  <a:pt x="2146300" y="986028"/>
                </a:moveTo>
                <a:lnTo>
                  <a:pt x="2146300" y="682752"/>
                </a:lnTo>
                <a:lnTo>
                  <a:pt x="2095500" y="585216"/>
                </a:lnTo>
                <a:lnTo>
                  <a:pt x="2070100" y="537972"/>
                </a:lnTo>
                <a:lnTo>
                  <a:pt x="2044700" y="493776"/>
                </a:lnTo>
                <a:lnTo>
                  <a:pt x="2006600" y="449580"/>
                </a:lnTo>
                <a:lnTo>
                  <a:pt x="1968500" y="406908"/>
                </a:lnTo>
                <a:lnTo>
                  <a:pt x="1943100" y="365760"/>
                </a:lnTo>
                <a:lnTo>
                  <a:pt x="1905000" y="327660"/>
                </a:lnTo>
                <a:lnTo>
                  <a:pt x="1866900" y="291084"/>
                </a:lnTo>
                <a:lnTo>
                  <a:pt x="1816100" y="256032"/>
                </a:lnTo>
                <a:lnTo>
                  <a:pt x="1778000" y="222504"/>
                </a:lnTo>
                <a:lnTo>
                  <a:pt x="1739900" y="192024"/>
                </a:lnTo>
                <a:lnTo>
                  <a:pt x="1689100" y="163068"/>
                </a:lnTo>
                <a:lnTo>
                  <a:pt x="1638300" y="135636"/>
                </a:lnTo>
                <a:lnTo>
                  <a:pt x="1600200" y="111252"/>
                </a:lnTo>
                <a:lnTo>
                  <a:pt x="1574800" y="99060"/>
                </a:lnTo>
                <a:lnTo>
                  <a:pt x="1524000" y="77724"/>
                </a:lnTo>
                <a:lnTo>
                  <a:pt x="1473200" y="59436"/>
                </a:lnTo>
                <a:lnTo>
                  <a:pt x="1447800" y="51816"/>
                </a:lnTo>
                <a:lnTo>
                  <a:pt x="1422400" y="42672"/>
                </a:lnTo>
                <a:lnTo>
                  <a:pt x="1397000" y="36576"/>
                </a:lnTo>
                <a:lnTo>
                  <a:pt x="1358900" y="28956"/>
                </a:lnTo>
                <a:lnTo>
                  <a:pt x="1333500" y="22860"/>
                </a:lnTo>
                <a:lnTo>
                  <a:pt x="1282700" y="13716"/>
                </a:lnTo>
                <a:lnTo>
                  <a:pt x="1257300" y="10668"/>
                </a:lnTo>
                <a:lnTo>
                  <a:pt x="1231900" y="6096"/>
                </a:lnTo>
                <a:lnTo>
                  <a:pt x="1168400" y="3048"/>
                </a:lnTo>
                <a:lnTo>
                  <a:pt x="1143000" y="1524"/>
                </a:lnTo>
                <a:lnTo>
                  <a:pt x="1104900" y="0"/>
                </a:lnTo>
                <a:lnTo>
                  <a:pt x="1079500" y="1524"/>
                </a:lnTo>
                <a:lnTo>
                  <a:pt x="1054100" y="1524"/>
                </a:lnTo>
                <a:lnTo>
                  <a:pt x="1028700" y="4572"/>
                </a:lnTo>
                <a:lnTo>
                  <a:pt x="990600" y="6096"/>
                </a:lnTo>
                <a:lnTo>
                  <a:pt x="965200" y="9144"/>
                </a:lnTo>
                <a:lnTo>
                  <a:pt x="914400" y="18288"/>
                </a:lnTo>
                <a:lnTo>
                  <a:pt x="889000" y="24384"/>
                </a:lnTo>
                <a:lnTo>
                  <a:pt x="863600" y="28956"/>
                </a:lnTo>
                <a:lnTo>
                  <a:pt x="825500" y="36576"/>
                </a:lnTo>
                <a:lnTo>
                  <a:pt x="800100" y="42672"/>
                </a:lnTo>
                <a:lnTo>
                  <a:pt x="774700" y="51816"/>
                </a:lnTo>
                <a:lnTo>
                  <a:pt x="749300" y="59436"/>
                </a:lnTo>
                <a:lnTo>
                  <a:pt x="723900" y="68580"/>
                </a:lnTo>
                <a:lnTo>
                  <a:pt x="698500" y="79248"/>
                </a:lnTo>
                <a:lnTo>
                  <a:pt x="673100" y="88392"/>
                </a:lnTo>
                <a:lnTo>
                  <a:pt x="647700" y="100584"/>
                </a:lnTo>
                <a:lnTo>
                  <a:pt x="622300" y="111252"/>
                </a:lnTo>
                <a:lnTo>
                  <a:pt x="584200" y="135636"/>
                </a:lnTo>
                <a:lnTo>
                  <a:pt x="533400" y="163068"/>
                </a:lnTo>
                <a:lnTo>
                  <a:pt x="482600" y="192024"/>
                </a:lnTo>
                <a:lnTo>
                  <a:pt x="444500" y="224028"/>
                </a:lnTo>
                <a:lnTo>
                  <a:pt x="406400" y="257556"/>
                </a:lnTo>
                <a:lnTo>
                  <a:pt x="355600" y="292608"/>
                </a:lnTo>
                <a:lnTo>
                  <a:pt x="317500" y="329184"/>
                </a:lnTo>
                <a:lnTo>
                  <a:pt x="279400" y="367284"/>
                </a:lnTo>
                <a:lnTo>
                  <a:pt x="254000" y="408432"/>
                </a:lnTo>
                <a:lnTo>
                  <a:pt x="177800" y="493776"/>
                </a:lnTo>
                <a:lnTo>
                  <a:pt x="152400" y="539496"/>
                </a:lnTo>
                <a:lnTo>
                  <a:pt x="101600" y="633984"/>
                </a:lnTo>
                <a:lnTo>
                  <a:pt x="88900" y="659892"/>
                </a:lnTo>
                <a:lnTo>
                  <a:pt x="76200" y="708660"/>
                </a:lnTo>
                <a:lnTo>
                  <a:pt x="38100" y="786384"/>
                </a:lnTo>
                <a:lnTo>
                  <a:pt x="38100" y="1082040"/>
                </a:lnTo>
                <a:lnTo>
                  <a:pt x="0" y="1118616"/>
                </a:lnTo>
                <a:lnTo>
                  <a:pt x="0" y="1261872"/>
                </a:lnTo>
                <a:lnTo>
                  <a:pt x="12700" y="1344168"/>
                </a:lnTo>
                <a:lnTo>
                  <a:pt x="25400" y="1371600"/>
                </a:lnTo>
                <a:lnTo>
                  <a:pt x="25400" y="1155192"/>
                </a:lnTo>
                <a:lnTo>
                  <a:pt x="63500" y="1118616"/>
                </a:lnTo>
                <a:lnTo>
                  <a:pt x="66787" y="1125322"/>
                </a:lnTo>
                <a:lnTo>
                  <a:pt x="76200" y="1118616"/>
                </a:lnTo>
                <a:lnTo>
                  <a:pt x="76200" y="960120"/>
                </a:lnTo>
                <a:lnTo>
                  <a:pt x="88900" y="908304"/>
                </a:lnTo>
                <a:lnTo>
                  <a:pt x="101600" y="882396"/>
                </a:lnTo>
                <a:lnTo>
                  <a:pt x="101600" y="858012"/>
                </a:lnTo>
                <a:lnTo>
                  <a:pt x="114300" y="833628"/>
                </a:lnTo>
                <a:lnTo>
                  <a:pt x="114300" y="809244"/>
                </a:lnTo>
                <a:lnTo>
                  <a:pt x="139700" y="760476"/>
                </a:lnTo>
                <a:lnTo>
                  <a:pt x="139700" y="736092"/>
                </a:lnTo>
                <a:lnTo>
                  <a:pt x="177800" y="667512"/>
                </a:lnTo>
                <a:lnTo>
                  <a:pt x="190500" y="621792"/>
                </a:lnTo>
                <a:lnTo>
                  <a:pt x="215900" y="577596"/>
                </a:lnTo>
                <a:lnTo>
                  <a:pt x="254000" y="534924"/>
                </a:lnTo>
                <a:lnTo>
                  <a:pt x="304800" y="455676"/>
                </a:lnTo>
                <a:lnTo>
                  <a:pt x="342900" y="417576"/>
                </a:lnTo>
                <a:lnTo>
                  <a:pt x="381000" y="381000"/>
                </a:lnTo>
                <a:lnTo>
                  <a:pt x="406400" y="347472"/>
                </a:lnTo>
                <a:lnTo>
                  <a:pt x="444500" y="313944"/>
                </a:lnTo>
                <a:lnTo>
                  <a:pt x="482600" y="283464"/>
                </a:lnTo>
                <a:lnTo>
                  <a:pt x="533400" y="254508"/>
                </a:lnTo>
                <a:lnTo>
                  <a:pt x="571500" y="227076"/>
                </a:lnTo>
                <a:lnTo>
                  <a:pt x="622300" y="202692"/>
                </a:lnTo>
                <a:lnTo>
                  <a:pt x="660400" y="179832"/>
                </a:lnTo>
                <a:lnTo>
                  <a:pt x="711200" y="158496"/>
                </a:lnTo>
                <a:lnTo>
                  <a:pt x="736600" y="149352"/>
                </a:lnTo>
                <a:lnTo>
                  <a:pt x="749300" y="140208"/>
                </a:lnTo>
                <a:lnTo>
                  <a:pt x="774700" y="131064"/>
                </a:lnTo>
                <a:lnTo>
                  <a:pt x="825500" y="115824"/>
                </a:lnTo>
                <a:lnTo>
                  <a:pt x="901700" y="97536"/>
                </a:lnTo>
                <a:lnTo>
                  <a:pt x="952500" y="88392"/>
                </a:lnTo>
                <a:lnTo>
                  <a:pt x="1028700" y="79248"/>
                </a:lnTo>
                <a:lnTo>
                  <a:pt x="1054100" y="77724"/>
                </a:lnTo>
                <a:lnTo>
                  <a:pt x="1079500" y="77724"/>
                </a:lnTo>
                <a:lnTo>
                  <a:pt x="1117600" y="76200"/>
                </a:lnTo>
                <a:lnTo>
                  <a:pt x="1219200" y="82296"/>
                </a:lnTo>
                <a:lnTo>
                  <a:pt x="1244600" y="85344"/>
                </a:lnTo>
                <a:lnTo>
                  <a:pt x="1270000" y="89916"/>
                </a:lnTo>
                <a:lnTo>
                  <a:pt x="1295400" y="92964"/>
                </a:lnTo>
                <a:lnTo>
                  <a:pt x="1320800" y="99060"/>
                </a:lnTo>
                <a:lnTo>
                  <a:pt x="1346200" y="103632"/>
                </a:lnTo>
                <a:lnTo>
                  <a:pt x="1371600" y="109728"/>
                </a:lnTo>
                <a:lnTo>
                  <a:pt x="1473200" y="140208"/>
                </a:lnTo>
                <a:lnTo>
                  <a:pt x="1498600" y="149352"/>
                </a:lnTo>
                <a:lnTo>
                  <a:pt x="1511300" y="158496"/>
                </a:lnTo>
                <a:lnTo>
                  <a:pt x="1562100" y="179832"/>
                </a:lnTo>
                <a:lnTo>
                  <a:pt x="1612900" y="202692"/>
                </a:lnTo>
                <a:lnTo>
                  <a:pt x="1651000" y="228600"/>
                </a:lnTo>
                <a:lnTo>
                  <a:pt x="1689100" y="256032"/>
                </a:lnTo>
                <a:lnTo>
                  <a:pt x="1739900" y="284988"/>
                </a:lnTo>
                <a:lnTo>
                  <a:pt x="1778000" y="315468"/>
                </a:lnTo>
                <a:lnTo>
                  <a:pt x="1854200" y="382524"/>
                </a:lnTo>
                <a:lnTo>
                  <a:pt x="1879600" y="419100"/>
                </a:lnTo>
                <a:lnTo>
                  <a:pt x="1917700" y="457200"/>
                </a:lnTo>
                <a:lnTo>
                  <a:pt x="1943100" y="496824"/>
                </a:lnTo>
                <a:lnTo>
                  <a:pt x="1981200" y="536448"/>
                </a:lnTo>
                <a:lnTo>
                  <a:pt x="2006600" y="579120"/>
                </a:lnTo>
                <a:lnTo>
                  <a:pt x="2032000" y="623316"/>
                </a:lnTo>
                <a:lnTo>
                  <a:pt x="2044700" y="667512"/>
                </a:lnTo>
                <a:lnTo>
                  <a:pt x="2070100" y="713232"/>
                </a:lnTo>
                <a:lnTo>
                  <a:pt x="2082800" y="737616"/>
                </a:lnTo>
                <a:lnTo>
                  <a:pt x="2095500" y="760476"/>
                </a:lnTo>
                <a:lnTo>
                  <a:pt x="2120900" y="858012"/>
                </a:lnTo>
                <a:lnTo>
                  <a:pt x="2120900" y="883920"/>
                </a:lnTo>
                <a:lnTo>
                  <a:pt x="2133600" y="909828"/>
                </a:lnTo>
                <a:lnTo>
                  <a:pt x="2133600" y="934212"/>
                </a:lnTo>
                <a:lnTo>
                  <a:pt x="2146300" y="986028"/>
                </a:lnTo>
                <a:close/>
              </a:path>
              <a:path w="2235200" h="2235835">
                <a:moveTo>
                  <a:pt x="66787" y="1125322"/>
                </a:moveTo>
                <a:lnTo>
                  <a:pt x="63500" y="1118616"/>
                </a:lnTo>
                <a:lnTo>
                  <a:pt x="25400" y="1155192"/>
                </a:lnTo>
                <a:lnTo>
                  <a:pt x="25400" y="1156596"/>
                </a:lnTo>
                <a:lnTo>
                  <a:pt x="38100" y="1156144"/>
                </a:lnTo>
                <a:lnTo>
                  <a:pt x="50800" y="1153691"/>
                </a:lnTo>
                <a:lnTo>
                  <a:pt x="50800" y="1149096"/>
                </a:lnTo>
                <a:lnTo>
                  <a:pt x="63500" y="1143476"/>
                </a:lnTo>
                <a:lnTo>
                  <a:pt x="63500" y="1127664"/>
                </a:lnTo>
                <a:lnTo>
                  <a:pt x="66787" y="1125322"/>
                </a:lnTo>
                <a:close/>
              </a:path>
              <a:path w="2235200" h="2235835">
                <a:moveTo>
                  <a:pt x="76200" y="1528572"/>
                </a:moveTo>
                <a:lnTo>
                  <a:pt x="76200" y="1144524"/>
                </a:lnTo>
                <a:lnTo>
                  <a:pt x="66787" y="1125322"/>
                </a:lnTo>
                <a:lnTo>
                  <a:pt x="63500" y="1127664"/>
                </a:lnTo>
                <a:lnTo>
                  <a:pt x="63500" y="1143476"/>
                </a:lnTo>
                <a:lnTo>
                  <a:pt x="50800" y="1149096"/>
                </a:lnTo>
                <a:lnTo>
                  <a:pt x="50800" y="1153691"/>
                </a:lnTo>
                <a:lnTo>
                  <a:pt x="38100" y="1156144"/>
                </a:lnTo>
                <a:lnTo>
                  <a:pt x="25400" y="1156596"/>
                </a:lnTo>
                <a:lnTo>
                  <a:pt x="25400" y="1399032"/>
                </a:lnTo>
                <a:lnTo>
                  <a:pt x="38100" y="1424940"/>
                </a:lnTo>
                <a:lnTo>
                  <a:pt x="38100" y="1450848"/>
                </a:lnTo>
                <a:lnTo>
                  <a:pt x="76200" y="1528572"/>
                </a:lnTo>
                <a:close/>
              </a:path>
              <a:path w="2235200" h="2235835">
                <a:moveTo>
                  <a:pt x="2146300" y="1552956"/>
                </a:moveTo>
                <a:lnTo>
                  <a:pt x="2146300" y="1251204"/>
                </a:lnTo>
                <a:lnTo>
                  <a:pt x="2120900" y="1354836"/>
                </a:lnTo>
                <a:lnTo>
                  <a:pt x="2120900" y="1379220"/>
                </a:lnTo>
                <a:lnTo>
                  <a:pt x="2108200" y="1403604"/>
                </a:lnTo>
                <a:lnTo>
                  <a:pt x="2108200" y="1429512"/>
                </a:lnTo>
                <a:lnTo>
                  <a:pt x="2095500" y="1453896"/>
                </a:lnTo>
                <a:lnTo>
                  <a:pt x="2095500" y="1476756"/>
                </a:lnTo>
                <a:lnTo>
                  <a:pt x="2082800" y="1501140"/>
                </a:lnTo>
                <a:lnTo>
                  <a:pt x="2070100" y="1524000"/>
                </a:lnTo>
                <a:lnTo>
                  <a:pt x="2057400" y="1548384"/>
                </a:lnTo>
                <a:lnTo>
                  <a:pt x="2044700" y="1569720"/>
                </a:lnTo>
                <a:lnTo>
                  <a:pt x="2032000" y="1615440"/>
                </a:lnTo>
                <a:lnTo>
                  <a:pt x="2006600" y="1659636"/>
                </a:lnTo>
                <a:lnTo>
                  <a:pt x="1968500" y="1702308"/>
                </a:lnTo>
                <a:lnTo>
                  <a:pt x="1917700" y="1781556"/>
                </a:lnTo>
                <a:lnTo>
                  <a:pt x="1879600" y="1819656"/>
                </a:lnTo>
                <a:lnTo>
                  <a:pt x="1854200" y="1856232"/>
                </a:lnTo>
                <a:lnTo>
                  <a:pt x="1778000" y="1923288"/>
                </a:lnTo>
                <a:lnTo>
                  <a:pt x="1739900" y="1953768"/>
                </a:lnTo>
                <a:lnTo>
                  <a:pt x="1689100" y="1982724"/>
                </a:lnTo>
                <a:lnTo>
                  <a:pt x="1651000" y="2010156"/>
                </a:lnTo>
                <a:lnTo>
                  <a:pt x="1612900" y="2034540"/>
                </a:lnTo>
                <a:lnTo>
                  <a:pt x="1562100" y="2057400"/>
                </a:lnTo>
                <a:lnTo>
                  <a:pt x="1511300" y="2078736"/>
                </a:lnTo>
                <a:lnTo>
                  <a:pt x="1473200" y="2097024"/>
                </a:lnTo>
                <a:lnTo>
                  <a:pt x="1447800" y="2104644"/>
                </a:lnTo>
                <a:lnTo>
                  <a:pt x="1422400" y="2113788"/>
                </a:lnTo>
                <a:lnTo>
                  <a:pt x="1397000" y="2119884"/>
                </a:lnTo>
                <a:lnTo>
                  <a:pt x="1371600" y="2127504"/>
                </a:lnTo>
                <a:lnTo>
                  <a:pt x="1346200" y="2133600"/>
                </a:lnTo>
                <a:lnTo>
                  <a:pt x="1320800" y="2138172"/>
                </a:lnTo>
                <a:lnTo>
                  <a:pt x="1295400" y="2144268"/>
                </a:lnTo>
                <a:lnTo>
                  <a:pt x="1270000" y="2147316"/>
                </a:lnTo>
                <a:lnTo>
                  <a:pt x="1244600" y="2151888"/>
                </a:lnTo>
                <a:lnTo>
                  <a:pt x="1219200" y="2154936"/>
                </a:lnTo>
                <a:lnTo>
                  <a:pt x="1143000" y="2159508"/>
                </a:lnTo>
                <a:lnTo>
                  <a:pt x="1079500" y="2159508"/>
                </a:lnTo>
                <a:lnTo>
                  <a:pt x="1003300" y="2154936"/>
                </a:lnTo>
                <a:lnTo>
                  <a:pt x="977900" y="2151888"/>
                </a:lnTo>
                <a:lnTo>
                  <a:pt x="952500" y="2147316"/>
                </a:lnTo>
                <a:lnTo>
                  <a:pt x="927100" y="2144268"/>
                </a:lnTo>
                <a:lnTo>
                  <a:pt x="901700" y="2138172"/>
                </a:lnTo>
                <a:lnTo>
                  <a:pt x="876300" y="2133600"/>
                </a:lnTo>
                <a:lnTo>
                  <a:pt x="850900" y="2127504"/>
                </a:lnTo>
                <a:lnTo>
                  <a:pt x="825500" y="2119884"/>
                </a:lnTo>
                <a:lnTo>
                  <a:pt x="800100" y="2113788"/>
                </a:lnTo>
                <a:lnTo>
                  <a:pt x="774700" y="2104644"/>
                </a:lnTo>
                <a:lnTo>
                  <a:pt x="749300" y="2097024"/>
                </a:lnTo>
                <a:lnTo>
                  <a:pt x="723900" y="2087880"/>
                </a:lnTo>
                <a:lnTo>
                  <a:pt x="711200" y="2078736"/>
                </a:lnTo>
                <a:lnTo>
                  <a:pt x="660400" y="2057400"/>
                </a:lnTo>
                <a:lnTo>
                  <a:pt x="609600" y="2034540"/>
                </a:lnTo>
                <a:lnTo>
                  <a:pt x="571500" y="2008632"/>
                </a:lnTo>
                <a:lnTo>
                  <a:pt x="533400" y="1981200"/>
                </a:lnTo>
                <a:lnTo>
                  <a:pt x="482600" y="1952244"/>
                </a:lnTo>
                <a:lnTo>
                  <a:pt x="444500" y="1921764"/>
                </a:lnTo>
                <a:lnTo>
                  <a:pt x="368300" y="1854708"/>
                </a:lnTo>
                <a:lnTo>
                  <a:pt x="342900" y="1818132"/>
                </a:lnTo>
                <a:lnTo>
                  <a:pt x="304800" y="1780032"/>
                </a:lnTo>
                <a:lnTo>
                  <a:pt x="254000" y="1700784"/>
                </a:lnTo>
                <a:lnTo>
                  <a:pt x="215900" y="1658112"/>
                </a:lnTo>
                <a:lnTo>
                  <a:pt x="190500" y="1613916"/>
                </a:lnTo>
                <a:lnTo>
                  <a:pt x="177800" y="1569720"/>
                </a:lnTo>
                <a:lnTo>
                  <a:pt x="152400" y="1524000"/>
                </a:lnTo>
                <a:lnTo>
                  <a:pt x="139700" y="1499616"/>
                </a:lnTo>
                <a:lnTo>
                  <a:pt x="139700" y="1476756"/>
                </a:lnTo>
                <a:lnTo>
                  <a:pt x="127000" y="1452372"/>
                </a:lnTo>
                <a:lnTo>
                  <a:pt x="114300" y="1403604"/>
                </a:lnTo>
                <a:lnTo>
                  <a:pt x="101600" y="1379220"/>
                </a:lnTo>
                <a:lnTo>
                  <a:pt x="88900" y="1327404"/>
                </a:lnTo>
                <a:lnTo>
                  <a:pt x="88900" y="1303020"/>
                </a:lnTo>
                <a:lnTo>
                  <a:pt x="76200" y="1277112"/>
                </a:lnTo>
                <a:lnTo>
                  <a:pt x="76200" y="1554480"/>
                </a:lnTo>
                <a:lnTo>
                  <a:pt x="127000" y="1652016"/>
                </a:lnTo>
                <a:lnTo>
                  <a:pt x="152400" y="1699260"/>
                </a:lnTo>
                <a:lnTo>
                  <a:pt x="190500" y="1744980"/>
                </a:lnTo>
                <a:lnTo>
                  <a:pt x="254000" y="1830324"/>
                </a:lnTo>
                <a:lnTo>
                  <a:pt x="279400" y="1871472"/>
                </a:lnTo>
                <a:lnTo>
                  <a:pt x="317500" y="1909572"/>
                </a:lnTo>
                <a:lnTo>
                  <a:pt x="355600" y="1946148"/>
                </a:lnTo>
                <a:lnTo>
                  <a:pt x="406400" y="1981200"/>
                </a:lnTo>
                <a:lnTo>
                  <a:pt x="444500" y="2014728"/>
                </a:lnTo>
                <a:lnTo>
                  <a:pt x="482600" y="2045208"/>
                </a:lnTo>
                <a:lnTo>
                  <a:pt x="533400" y="2074164"/>
                </a:lnTo>
                <a:lnTo>
                  <a:pt x="584200" y="2101596"/>
                </a:lnTo>
                <a:lnTo>
                  <a:pt x="622300" y="2125980"/>
                </a:lnTo>
                <a:lnTo>
                  <a:pt x="647700" y="2138172"/>
                </a:lnTo>
                <a:lnTo>
                  <a:pt x="698500" y="2159508"/>
                </a:lnTo>
                <a:lnTo>
                  <a:pt x="749300" y="2177796"/>
                </a:lnTo>
                <a:lnTo>
                  <a:pt x="774700" y="2185416"/>
                </a:lnTo>
                <a:lnTo>
                  <a:pt x="800100" y="2194560"/>
                </a:lnTo>
                <a:lnTo>
                  <a:pt x="838200" y="2200656"/>
                </a:lnTo>
                <a:lnTo>
                  <a:pt x="863600" y="2208276"/>
                </a:lnTo>
                <a:lnTo>
                  <a:pt x="889000" y="2214372"/>
                </a:lnTo>
                <a:lnTo>
                  <a:pt x="965200" y="2228088"/>
                </a:lnTo>
                <a:lnTo>
                  <a:pt x="1003300" y="2231136"/>
                </a:lnTo>
                <a:lnTo>
                  <a:pt x="1079500" y="2235708"/>
                </a:lnTo>
                <a:lnTo>
                  <a:pt x="1143000" y="2235708"/>
                </a:lnTo>
                <a:lnTo>
                  <a:pt x="1193800" y="2232660"/>
                </a:lnTo>
                <a:lnTo>
                  <a:pt x="1257300" y="2226564"/>
                </a:lnTo>
                <a:lnTo>
                  <a:pt x="1308100" y="2218944"/>
                </a:lnTo>
                <a:lnTo>
                  <a:pt x="1358900" y="2206752"/>
                </a:lnTo>
                <a:lnTo>
                  <a:pt x="1397000" y="2200656"/>
                </a:lnTo>
                <a:lnTo>
                  <a:pt x="1473200" y="2177796"/>
                </a:lnTo>
                <a:lnTo>
                  <a:pt x="1600200" y="2125980"/>
                </a:lnTo>
                <a:lnTo>
                  <a:pt x="1651000" y="2100072"/>
                </a:lnTo>
                <a:lnTo>
                  <a:pt x="1689100" y="2074164"/>
                </a:lnTo>
                <a:lnTo>
                  <a:pt x="1739900" y="2045208"/>
                </a:lnTo>
                <a:lnTo>
                  <a:pt x="1778000" y="2013204"/>
                </a:lnTo>
                <a:lnTo>
                  <a:pt x="1828800" y="1979676"/>
                </a:lnTo>
                <a:lnTo>
                  <a:pt x="1866900" y="1944624"/>
                </a:lnTo>
                <a:lnTo>
                  <a:pt x="1905000" y="1908048"/>
                </a:lnTo>
                <a:lnTo>
                  <a:pt x="1943100" y="1869948"/>
                </a:lnTo>
                <a:lnTo>
                  <a:pt x="1968500" y="1828800"/>
                </a:lnTo>
                <a:lnTo>
                  <a:pt x="2044700" y="1743456"/>
                </a:lnTo>
                <a:lnTo>
                  <a:pt x="2070100" y="1697736"/>
                </a:lnTo>
                <a:lnTo>
                  <a:pt x="2120900" y="1603248"/>
                </a:lnTo>
                <a:lnTo>
                  <a:pt x="2133600" y="1578864"/>
                </a:lnTo>
                <a:lnTo>
                  <a:pt x="2146300" y="1552956"/>
                </a:lnTo>
                <a:close/>
              </a:path>
              <a:path w="2235200" h="2235835">
                <a:moveTo>
                  <a:pt x="2222500" y="1287780"/>
                </a:moveTo>
                <a:lnTo>
                  <a:pt x="2222500" y="975360"/>
                </a:lnTo>
                <a:lnTo>
                  <a:pt x="2209800" y="947928"/>
                </a:lnTo>
                <a:lnTo>
                  <a:pt x="2209800" y="920496"/>
                </a:lnTo>
                <a:lnTo>
                  <a:pt x="2197100" y="838200"/>
                </a:lnTo>
                <a:lnTo>
                  <a:pt x="2184400" y="786384"/>
                </a:lnTo>
                <a:lnTo>
                  <a:pt x="2146300" y="708660"/>
                </a:lnTo>
                <a:lnTo>
                  <a:pt x="2146300" y="1065276"/>
                </a:lnTo>
                <a:lnTo>
                  <a:pt x="2159000" y="1092708"/>
                </a:lnTo>
                <a:lnTo>
                  <a:pt x="2159000" y="1502664"/>
                </a:lnTo>
                <a:lnTo>
                  <a:pt x="2184400" y="1450848"/>
                </a:lnTo>
                <a:lnTo>
                  <a:pt x="2184400" y="1423416"/>
                </a:lnTo>
                <a:lnTo>
                  <a:pt x="2197100" y="1397508"/>
                </a:lnTo>
                <a:lnTo>
                  <a:pt x="2209800" y="1315212"/>
                </a:lnTo>
                <a:lnTo>
                  <a:pt x="2222500" y="1287780"/>
                </a:lnTo>
                <a:close/>
              </a:path>
              <a:path w="2235200" h="2235835">
                <a:moveTo>
                  <a:pt x="2159000" y="1502664"/>
                </a:moveTo>
                <a:lnTo>
                  <a:pt x="2159000" y="1146048"/>
                </a:lnTo>
                <a:lnTo>
                  <a:pt x="2146300" y="1173480"/>
                </a:lnTo>
                <a:lnTo>
                  <a:pt x="2146300" y="1528572"/>
                </a:lnTo>
                <a:lnTo>
                  <a:pt x="2159000" y="1502664"/>
                </a:lnTo>
                <a:close/>
              </a:path>
              <a:path w="2235200" h="2235835">
                <a:moveTo>
                  <a:pt x="2235200" y="1146048"/>
                </a:moveTo>
                <a:lnTo>
                  <a:pt x="2235200" y="1089660"/>
                </a:lnTo>
                <a:lnTo>
                  <a:pt x="2222500" y="1031748"/>
                </a:lnTo>
                <a:lnTo>
                  <a:pt x="2222500" y="1203960"/>
                </a:lnTo>
                <a:lnTo>
                  <a:pt x="2235200" y="1146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18548" y="1980691"/>
            <a:ext cx="1262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shell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uniform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47072" y="2712211"/>
            <a:ext cx="10077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585" marR="30480" indent="-32512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charge </a:t>
            </a: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36297" y="1328927"/>
            <a:ext cx="4959350" cy="4255135"/>
            <a:chOff x="1836297" y="1328927"/>
            <a:chExt cx="4959350" cy="4255135"/>
          </a:xfrm>
        </p:grpSpPr>
        <p:sp>
          <p:nvSpPr>
            <p:cNvPr id="18" name="object 18"/>
            <p:cNvSpPr/>
            <p:nvPr/>
          </p:nvSpPr>
          <p:spPr>
            <a:xfrm>
              <a:off x="1836293" y="1328927"/>
              <a:ext cx="2630805" cy="2644140"/>
            </a:xfrm>
            <a:custGeom>
              <a:avLst/>
              <a:gdLst/>
              <a:ahLst/>
              <a:cxnLst/>
              <a:rect l="l" t="t" r="r" b="b"/>
              <a:pathLst>
                <a:path w="2630804" h="2644140">
                  <a:moveTo>
                    <a:pt x="144780" y="1331976"/>
                  </a:moveTo>
                  <a:lnTo>
                    <a:pt x="88392" y="1331976"/>
                  </a:lnTo>
                  <a:lnTo>
                    <a:pt x="88392" y="1275588"/>
                  </a:lnTo>
                  <a:lnTo>
                    <a:pt x="59436" y="1275588"/>
                  </a:lnTo>
                  <a:lnTo>
                    <a:pt x="59436" y="1331976"/>
                  </a:lnTo>
                  <a:lnTo>
                    <a:pt x="0" y="1331976"/>
                  </a:lnTo>
                  <a:lnTo>
                    <a:pt x="0" y="1360932"/>
                  </a:lnTo>
                  <a:lnTo>
                    <a:pt x="59436" y="1360932"/>
                  </a:lnTo>
                  <a:lnTo>
                    <a:pt x="59436" y="1420368"/>
                  </a:lnTo>
                  <a:lnTo>
                    <a:pt x="88392" y="1420368"/>
                  </a:lnTo>
                  <a:lnTo>
                    <a:pt x="88392" y="1360932"/>
                  </a:lnTo>
                  <a:lnTo>
                    <a:pt x="144780" y="1360932"/>
                  </a:lnTo>
                  <a:lnTo>
                    <a:pt x="144780" y="1331976"/>
                  </a:lnTo>
                  <a:close/>
                </a:path>
                <a:path w="2630804" h="2644140">
                  <a:moveTo>
                    <a:pt x="236220" y="1799844"/>
                  </a:moveTo>
                  <a:lnTo>
                    <a:pt x="179832" y="1799844"/>
                  </a:lnTo>
                  <a:lnTo>
                    <a:pt x="179832" y="1743456"/>
                  </a:lnTo>
                  <a:lnTo>
                    <a:pt x="150876" y="1743456"/>
                  </a:lnTo>
                  <a:lnTo>
                    <a:pt x="150876" y="1799844"/>
                  </a:lnTo>
                  <a:lnTo>
                    <a:pt x="91440" y="1799844"/>
                  </a:lnTo>
                  <a:lnTo>
                    <a:pt x="91440" y="1828800"/>
                  </a:lnTo>
                  <a:lnTo>
                    <a:pt x="150876" y="1828800"/>
                  </a:lnTo>
                  <a:lnTo>
                    <a:pt x="150876" y="1888236"/>
                  </a:lnTo>
                  <a:lnTo>
                    <a:pt x="179832" y="1888236"/>
                  </a:lnTo>
                  <a:lnTo>
                    <a:pt x="179832" y="1828800"/>
                  </a:lnTo>
                  <a:lnTo>
                    <a:pt x="236220" y="1828800"/>
                  </a:lnTo>
                  <a:lnTo>
                    <a:pt x="236220" y="1799844"/>
                  </a:lnTo>
                  <a:close/>
                </a:path>
                <a:path w="2630804" h="2644140">
                  <a:moveTo>
                    <a:pt x="252984" y="827532"/>
                  </a:moveTo>
                  <a:lnTo>
                    <a:pt x="196596" y="827532"/>
                  </a:lnTo>
                  <a:lnTo>
                    <a:pt x="196596" y="768096"/>
                  </a:lnTo>
                  <a:lnTo>
                    <a:pt x="167640" y="768096"/>
                  </a:lnTo>
                  <a:lnTo>
                    <a:pt x="167640" y="827532"/>
                  </a:lnTo>
                  <a:lnTo>
                    <a:pt x="108204" y="827532"/>
                  </a:lnTo>
                  <a:lnTo>
                    <a:pt x="108204" y="856488"/>
                  </a:lnTo>
                  <a:lnTo>
                    <a:pt x="167640" y="856488"/>
                  </a:lnTo>
                  <a:lnTo>
                    <a:pt x="167640" y="912876"/>
                  </a:lnTo>
                  <a:lnTo>
                    <a:pt x="196596" y="912876"/>
                  </a:lnTo>
                  <a:lnTo>
                    <a:pt x="196596" y="856488"/>
                  </a:lnTo>
                  <a:lnTo>
                    <a:pt x="252984" y="856488"/>
                  </a:lnTo>
                  <a:lnTo>
                    <a:pt x="252984" y="827532"/>
                  </a:lnTo>
                  <a:close/>
                </a:path>
                <a:path w="2630804" h="2644140">
                  <a:moveTo>
                    <a:pt x="524256" y="2196084"/>
                  </a:moveTo>
                  <a:lnTo>
                    <a:pt x="467868" y="2196084"/>
                  </a:lnTo>
                  <a:lnTo>
                    <a:pt x="467868" y="2139696"/>
                  </a:lnTo>
                  <a:lnTo>
                    <a:pt x="438912" y="2139696"/>
                  </a:lnTo>
                  <a:lnTo>
                    <a:pt x="438912" y="2196084"/>
                  </a:lnTo>
                  <a:lnTo>
                    <a:pt x="379476" y="2196084"/>
                  </a:lnTo>
                  <a:lnTo>
                    <a:pt x="379476" y="2225040"/>
                  </a:lnTo>
                  <a:lnTo>
                    <a:pt x="438912" y="2225040"/>
                  </a:lnTo>
                  <a:lnTo>
                    <a:pt x="438912" y="2284476"/>
                  </a:lnTo>
                  <a:lnTo>
                    <a:pt x="467868" y="2284476"/>
                  </a:lnTo>
                  <a:lnTo>
                    <a:pt x="467868" y="2225040"/>
                  </a:lnTo>
                  <a:lnTo>
                    <a:pt x="524256" y="2225040"/>
                  </a:lnTo>
                  <a:lnTo>
                    <a:pt x="524256" y="2196084"/>
                  </a:lnTo>
                  <a:close/>
                </a:path>
                <a:path w="2630804" h="2644140">
                  <a:moveTo>
                    <a:pt x="542544" y="432816"/>
                  </a:moveTo>
                  <a:lnTo>
                    <a:pt x="486156" y="432816"/>
                  </a:lnTo>
                  <a:lnTo>
                    <a:pt x="486156" y="371856"/>
                  </a:lnTo>
                  <a:lnTo>
                    <a:pt x="457200" y="371856"/>
                  </a:lnTo>
                  <a:lnTo>
                    <a:pt x="457200" y="432816"/>
                  </a:lnTo>
                  <a:lnTo>
                    <a:pt x="397764" y="432816"/>
                  </a:lnTo>
                  <a:lnTo>
                    <a:pt x="397764" y="460248"/>
                  </a:lnTo>
                  <a:lnTo>
                    <a:pt x="457200" y="460248"/>
                  </a:lnTo>
                  <a:lnTo>
                    <a:pt x="457200" y="516636"/>
                  </a:lnTo>
                  <a:lnTo>
                    <a:pt x="486156" y="516636"/>
                  </a:lnTo>
                  <a:lnTo>
                    <a:pt x="486156" y="460248"/>
                  </a:lnTo>
                  <a:lnTo>
                    <a:pt x="542544" y="460248"/>
                  </a:lnTo>
                  <a:lnTo>
                    <a:pt x="542544" y="432816"/>
                  </a:lnTo>
                  <a:close/>
                </a:path>
                <a:path w="2630804" h="2644140">
                  <a:moveTo>
                    <a:pt x="918972" y="2482596"/>
                  </a:moveTo>
                  <a:lnTo>
                    <a:pt x="862584" y="2482596"/>
                  </a:lnTo>
                  <a:lnTo>
                    <a:pt x="862584" y="2426208"/>
                  </a:lnTo>
                  <a:lnTo>
                    <a:pt x="835152" y="2426208"/>
                  </a:lnTo>
                  <a:lnTo>
                    <a:pt x="835152" y="2482596"/>
                  </a:lnTo>
                  <a:lnTo>
                    <a:pt x="775716" y="2482596"/>
                  </a:lnTo>
                  <a:lnTo>
                    <a:pt x="775716" y="2511552"/>
                  </a:lnTo>
                  <a:lnTo>
                    <a:pt x="835152" y="2511552"/>
                  </a:lnTo>
                  <a:lnTo>
                    <a:pt x="835152" y="2570988"/>
                  </a:lnTo>
                  <a:lnTo>
                    <a:pt x="862584" y="2570988"/>
                  </a:lnTo>
                  <a:lnTo>
                    <a:pt x="862584" y="2511552"/>
                  </a:lnTo>
                  <a:lnTo>
                    <a:pt x="918972" y="2511552"/>
                  </a:lnTo>
                  <a:lnTo>
                    <a:pt x="918972" y="2482596"/>
                  </a:lnTo>
                  <a:close/>
                </a:path>
                <a:path w="2630804" h="2644140">
                  <a:moveTo>
                    <a:pt x="937260" y="144780"/>
                  </a:moveTo>
                  <a:lnTo>
                    <a:pt x="880872" y="144780"/>
                  </a:lnTo>
                  <a:lnTo>
                    <a:pt x="880872" y="85344"/>
                  </a:lnTo>
                  <a:lnTo>
                    <a:pt x="851916" y="85344"/>
                  </a:lnTo>
                  <a:lnTo>
                    <a:pt x="851916" y="144780"/>
                  </a:lnTo>
                  <a:lnTo>
                    <a:pt x="792480" y="144780"/>
                  </a:lnTo>
                  <a:lnTo>
                    <a:pt x="792480" y="173736"/>
                  </a:lnTo>
                  <a:lnTo>
                    <a:pt x="851916" y="173736"/>
                  </a:lnTo>
                  <a:lnTo>
                    <a:pt x="851916" y="230124"/>
                  </a:lnTo>
                  <a:lnTo>
                    <a:pt x="880872" y="230124"/>
                  </a:lnTo>
                  <a:lnTo>
                    <a:pt x="880872" y="173736"/>
                  </a:lnTo>
                  <a:lnTo>
                    <a:pt x="937260" y="173736"/>
                  </a:lnTo>
                  <a:lnTo>
                    <a:pt x="937260" y="144780"/>
                  </a:lnTo>
                  <a:close/>
                </a:path>
                <a:path w="2630804" h="2644140">
                  <a:moveTo>
                    <a:pt x="1388364" y="2555748"/>
                  </a:moveTo>
                  <a:lnTo>
                    <a:pt x="1331976" y="2555748"/>
                  </a:lnTo>
                  <a:lnTo>
                    <a:pt x="1331976" y="2499360"/>
                  </a:lnTo>
                  <a:lnTo>
                    <a:pt x="1328928" y="2499360"/>
                  </a:lnTo>
                  <a:lnTo>
                    <a:pt x="1303020" y="2499360"/>
                  </a:lnTo>
                  <a:lnTo>
                    <a:pt x="1299972" y="2499360"/>
                  </a:lnTo>
                  <a:lnTo>
                    <a:pt x="1299972" y="2555748"/>
                  </a:lnTo>
                  <a:lnTo>
                    <a:pt x="1243584" y="2555748"/>
                  </a:lnTo>
                  <a:lnTo>
                    <a:pt x="1243584" y="2584704"/>
                  </a:lnTo>
                  <a:lnTo>
                    <a:pt x="1299972" y="2584704"/>
                  </a:lnTo>
                  <a:lnTo>
                    <a:pt x="1299972" y="2644140"/>
                  </a:lnTo>
                  <a:lnTo>
                    <a:pt x="1303020" y="2644140"/>
                  </a:lnTo>
                  <a:lnTo>
                    <a:pt x="1328928" y="2644140"/>
                  </a:lnTo>
                  <a:lnTo>
                    <a:pt x="1331976" y="2644140"/>
                  </a:lnTo>
                  <a:lnTo>
                    <a:pt x="1331976" y="2584704"/>
                  </a:lnTo>
                  <a:lnTo>
                    <a:pt x="1388364" y="2584704"/>
                  </a:lnTo>
                  <a:lnTo>
                    <a:pt x="1388364" y="2555748"/>
                  </a:lnTo>
                  <a:close/>
                </a:path>
                <a:path w="2630804" h="2644140">
                  <a:moveTo>
                    <a:pt x="1405128" y="59436"/>
                  </a:moveTo>
                  <a:lnTo>
                    <a:pt x="1348740" y="59436"/>
                  </a:lnTo>
                  <a:lnTo>
                    <a:pt x="1348740" y="0"/>
                  </a:lnTo>
                  <a:lnTo>
                    <a:pt x="1319784" y="0"/>
                  </a:lnTo>
                  <a:lnTo>
                    <a:pt x="1319784" y="59436"/>
                  </a:lnTo>
                  <a:lnTo>
                    <a:pt x="1260348" y="59436"/>
                  </a:lnTo>
                  <a:lnTo>
                    <a:pt x="1260348" y="86868"/>
                  </a:lnTo>
                  <a:lnTo>
                    <a:pt x="1319784" y="86868"/>
                  </a:lnTo>
                  <a:lnTo>
                    <a:pt x="1319784" y="143256"/>
                  </a:lnTo>
                  <a:lnTo>
                    <a:pt x="1348740" y="143256"/>
                  </a:lnTo>
                  <a:lnTo>
                    <a:pt x="1348740" y="86868"/>
                  </a:lnTo>
                  <a:lnTo>
                    <a:pt x="1405128" y="86868"/>
                  </a:lnTo>
                  <a:lnTo>
                    <a:pt x="1405128" y="59436"/>
                  </a:lnTo>
                  <a:close/>
                </a:path>
                <a:path w="2630804" h="2644140">
                  <a:moveTo>
                    <a:pt x="1856232" y="2482596"/>
                  </a:moveTo>
                  <a:lnTo>
                    <a:pt x="1796796" y="2482596"/>
                  </a:lnTo>
                  <a:lnTo>
                    <a:pt x="1796796" y="2426208"/>
                  </a:lnTo>
                  <a:lnTo>
                    <a:pt x="1767840" y="2426208"/>
                  </a:lnTo>
                  <a:lnTo>
                    <a:pt x="1767840" y="2482596"/>
                  </a:lnTo>
                  <a:lnTo>
                    <a:pt x="1711452" y="2482596"/>
                  </a:lnTo>
                  <a:lnTo>
                    <a:pt x="1711452" y="2511552"/>
                  </a:lnTo>
                  <a:lnTo>
                    <a:pt x="1767840" y="2511552"/>
                  </a:lnTo>
                  <a:lnTo>
                    <a:pt x="1767840" y="2570988"/>
                  </a:lnTo>
                  <a:lnTo>
                    <a:pt x="1796796" y="2570988"/>
                  </a:lnTo>
                  <a:lnTo>
                    <a:pt x="1796796" y="2511552"/>
                  </a:lnTo>
                  <a:lnTo>
                    <a:pt x="1856232" y="2511552"/>
                  </a:lnTo>
                  <a:lnTo>
                    <a:pt x="1856232" y="2482596"/>
                  </a:lnTo>
                  <a:close/>
                </a:path>
                <a:path w="2630804" h="2644140">
                  <a:moveTo>
                    <a:pt x="1892808" y="163068"/>
                  </a:moveTo>
                  <a:lnTo>
                    <a:pt x="1833372" y="163068"/>
                  </a:lnTo>
                  <a:lnTo>
                    <a:pt x="1833372" y="103632"/>
                  </a:lnTo>
                  <a:lnTo>
                    <a:pt x="1804416" y="103632"/>
                  </a:lnTo>
                  <a:lnTo>
                    <a:pt x="1804416" y="163068"/>
                  </a:lnTo>
                  <a:lnTo>
                    <a:pt x="1748028" y="163068"/>
                  </a:lnTo>
                  <a:lnTo>
                    <a:pt x="1748028" y="192024"/>
                  </a:lnTo>
                  <a:lnTo>
                    <a:pt x="1804416" y="192024"/>
                  </a:lnTo>
                  <a:lnTo>
                    <a:pt x="1804416" y="248412"/>
                  </a:lnTo>
                  <a:lnTo>
                    <a:pt x="1833372" y="248412"/>
                  </a:lnTo>
                  <a:lnTo>
                    <a:pt x="1833372" y="192024"/>
                  </a:lnTo>
                  <a:lnTo>
                    <a:pt x="1892808" y="192024"/>
                  </a:lnTo>
                  <a:lnTo>
                    <a:pt x="1892808" y="163068"/>
                  </a:lnTo>
                  <a:close/>
                </a:path>
                <a:path w="2630804" h="2644140">
                  <a:moveTo>
                    <a:pt x="2250948" y="2196084"/>
                  </a:moveTo>
                  <a:lnTo>
                    <a:pt x="2191512" y="2196084"/>
                  </a:lnTo>
                  <a:lnTo>
                    <a:pt x="2191512" y="2139696"/>
                  </a:lnTo>
                  <a:lnTo>
                    <a:pt x="2164080" y="2139696"/>
                  </a:lnTo>
                  <a:lnTo>
                    <a:pt x="2164080" y="2196084"/>
                  </a:lnTo>
                  <a:lnTo>
                    <a:pt x="2107692" y="2196084"/>
                  </a:lnTo>
                  <a:lnTo>
                    <a:pt x="2107692" y="2225040"/>
                  </a:lnTo>
                  <a:lnTo>
                    <a:pt x="2164080" y="2225040"/>
                  </a:lnTo>
                  <a:lnTo>
                    <a:pt x="2164080" y="2284476"/>
                  </a:lnTo>
                  <a:lnTo>
                    <a:pt x="2191512" y="2284476"/>
                  </a:lnTo>
                  <a:lnTo>
                    <a:pt x="2191512" y="2225040"/>
                  </a:lnTo>
                  <a:lnTo>
                    <a:pt x="2250948" y="2225040"/>
                  </a:lnTo>
                  <a:lnTo>
                    <a:pt x="2250948" y="2196084"/>
                  </a:lnTo>
                  <a:close/>
                </a:path>
                <a:path w="2630804" h="2644140">
                  <a:moveTo>
                    <a:pt x="2287524" y="452628"/>
                  </a:moveTo>
                  <a:lnTo>
                    <a:pt x="2228088" y="452628"/>
                  </a:lnTo>
                  <a:lnTo>
                    <a:pt x="2228088" y="393192"/>
                  </a:lnTo>
                  <a:lnTo>
                    <a:pt x="2200656" y="393192"/>
                  </a:lnTo>
                  <a:lnTo>
                    <a:pt x="2200656" y="452628"/>
                  </a:lnTo>
                  <a:lnTo>
                    <a:pt x="2144268" y="452628"/>
                  </a:lnTo>
                  <a:lnTo>
                    <a:pt x="2144268" y="481584"/>
                  </a:lnTo>
                  <a:lnTo>
                    <a:pt x="2200656" y="481584"/>
                  </a:lnTo>
                  <a:lnTo>
                    <a:pt x="2200656" y="537972"/>
                  </a:lnTo>
                  <a:lnTo>
                    <a:pt x="2228088" y="537972"/>
                  </a:lnTo>
                  <a:lnTo>
                    <a:pt x="2228088" y="481584"/>
                  </a:lnTo>
                  <a:lnTo>
                    <a:pt x="2287524" y="481584"/>
                  </a:lnTo>
                  <a:lnTo>
                    <a:pt x="2287524" y="452628"/>
                  </a:lnTo>
                  <a:close/>
                </a:path>
                <a:path w="2630804" h="2644140">
                  <a:moveTo>
                    <a:pt x="2540508" y="1799844"/>
                  </a:moveTo>
                  <a:lnTo>
                    <a:pt x="2481072" y="1799844"/>
                  </a:lnTo>
                  <a:lnTo>
                    <a:pt x="2481072" y="1743456"/>
                  </a:lnTo>
                  <a:lnTo>
                    <a:pt x="2452116" y="1743456"/>
                  </a:lnTo>
                  <a:lnTo>
                    <a:pt x="2452116" y="1799844"/>
                  </a:lnTo>
                  <a:lnTo>
                    <a:pt x="2395728" y="1799844"/>
                  </a:lnTo>
                  <a:lnTo>
                    <a:pt x="2395728" y="1828800"/>
                  </a:lnTo>
                  <a:lnTo>
                    <a:pt x="2452116" y="1828800"/>
                  </a:lnTo>
                  <a:lnTo>
                    <a:pt x="2452116" y="1888236"/>
                  </a:lnTo>
                  <a:lnTo>
                    <a:pt x="2481072" y="1888236"/>
                  </a:lnTo>
                  <a:lnTo>
                    <a:pt x="2481072" y="1828800"/>
                  </a:lnTo>
                  <a:lnTo>
                    <a:pt x="2540508" y="1828800"/>
                  </a:lnTo>
                  <a:lnTo>
                    <a:pt x="2540508" y="1799844"/>
                  </a:lnTo>
                  <a:close/>
                </a:path>
                <a:path w="2630804" h="2644140">
                  <a:moveTo>
                    <a:pt x="2575560" y="847344"/>
                  </a:moveTo>
                  <a:lnTo>
                    <a:pt x="2516124" y="847344"/>
                  </a:lnTo>
                  <a:lnTo>
                    <a:pt x="2516124" y="787908"/>
                  </a:lnTo>
                  <a:lnTo>
                    <a:pt x="2487168" y="787908"/>
                  </a:lnTo>
                  <a:lnTo>
                    <a:pt x="2487168" y="847344"/>
                  </a:lnTo>
                  <a:lnTo>
                    <a:pt x="2430780" y="847344"/>
                  </a:lnTo>
                  <a:lnTo>
                    <a:pt x="2430780" y="876300"/>
                  </a:lnTo>
                  <a:lnTo>
                    <a:pt x="2487168" y="876300"/>
                  </a:lnTo>
                  <a:lnTo>
                    <a:pt x="2487168" y="932688"/>
                  </a:lnTo>
                  <a:lnTo>
                    <a:pt x="2516124" y="932688"/>
                  </a:lnTo>
                  <a:lnTo>
                    <a:pt x="2516124" y="876300"/>
                  </a:lnTo>
                  <a:lnTo>
                    <a:pt x="2575560" y="876300"/>
                  </a:lnTo>
                  <a:lnTo>
                    <a:pt x="2575560" y="847344"/>
                  </a:lnTo>
                  <a:close/>
                </a:path>
                <a:path w="2630804" h="2644140">
                  <a:moveTo>
                    <a:pt x="2630424" y="1331976"/>
                  </a:moveTo>
                  <a:lnTo>
                    <a:pt x="2570988" y="1331976"/>
                  </a:lnTo>
                  <a:lnTo>
                    <a:pt x="2570988" y="1275588"/>
                  </a:lnTo>
                  <a:lnTo>
                    <a:pt x="2543556" y="1275588"/>
                  </a:lnTo>
                  <a:lnTo>
                    <a:pt x="2543556" y="1331976"/>
                  </a:lnTo>
                  <a:lnTo>
                    <a:pt x="2487168" y="1331976"/>
                  </a:lnTo>
                  <a:lnTo>
                    <a:pt x="2487168" y="1360932"/>
                  </a:lnTo>
                  <a:lnTo>
                    <a:pt x="2543556" y="1360932"/>
                  </a:lnTo>
                  <a:lnTo>
                    <a:pt x="2543556" y="1420368"/>
                  </a:lnTo>
                  <a:lnTo>
                    <a:pt x="2570988" y="1420368"/>
                  </a:lnTo>
                  <a:lnTo>
                    <a:pt x="2570988" y="1360932"/>
                  </a:lnTo>
                  <a:lnTo>
                    <a:pt x="2630424" y="1360932"/>
                  </a:lnTo>
                  <a:lnTo>
                    <a:pt x="2630424" y="1331976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8005" y="5146548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431291" y="216407"/>
                  </a:moveTo>
                  <a:lnTo>
                    <a:pt x="425626" y="166991"/>
                  </a:lnTo>
                  <a:lnTo>
                    <a:pt x="409485" y="121520"/>
                  </a:lnTo>
                  <a:lnTo>
                    <a:pt x="384145" y="81327"/>
                  </a:lnTo>
                  <a:lnTo>
                    <a:pt x="350888" y="47746"/>
                  </a:lnTo>
                  <a:lnTo>
                    <a:pt x="310993" y="22109"/>
                  </a:lnTo>
                  <a:lnTo>
                    <a:pt x="265740" y="5749"/>
                  </a:lnTo>
                  <a:lnTo>
                    <a:pt x="216407" y="0"/>
                  </a:lnTo>
                  <a:lnTo>
                    <a:pt x="166511" y="5749"/>
                  </a:lnTo>
                  <a:lnTo>
                    <a:pt x="120853" y="22109"/>
                  </a:lnTo>
                  <a:lnTo>
                    <a:pt x="80687" y="47746"/>
                  </a:lnTo>
                  <a:lnTo>
                    <a:pt x="47266" y="81327"/>
                  </a:lnTo>
                  <a:lnTo>
                    <a:pt x="21842" y="121520"/>
                  </a:lnTo>
                  <a:lnTo>
                    <a:pt x="5669" y="166991"/>
                  </a:lnTo>
                  <a:lnTo>
                    <a:pt x="0" y="216407"/>
                  </a:lnTo>
                  <a:lnTo>
                    <a:pt x="5669" y="265824"/>
                  </a:lnTo>
                  <a:lnTo>
                    <a:pt x="21842" y="311295"/>
                  </a:lnTo>
                  <a:lnTo>
                    <a:pt x="47266" y="351488"/>
                  </a:lnTo>
                  <a:lnTo>
                    <a:pt x="80687" y="385069"/>
                  </a:lnTo>
                  <a:lnTo>
                    <a:pt x="120853" y="410706"/>
                  </a:lnTo>
                  <a:lnTo>
                    <a:pt x="166511" y="427066"/>
                  </a:lnTo>
                  <a:lnTo>
                    <a:pt x="216407" y="432815"/>
                  </a:lnTo>
                  <a:lnTo>
                    <a:pt x="265740" y="427066"/>
                  </a:lnTo>
                  <a:lnTo>
                    <a:pt x="310993" y="410706"/>
                  </a:lnTo>
                  <a:lnTo>
                    <a:pt x="350888" y="385069"/>
                  </a:lnTo>
                  <a:lnTo>
                    <a:pt x="384145" y="351488"/>
                  </a:lnTo>
                  <a:lnTo>
                    <a:pt x="409485" y="311295"/>
                  </a:lnTo>
                  <a:lnTo>
                    <a:pt x="425626" y="265824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53434" y="5141976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76428" y="65532"/>
                  </a:lnTo>
                  <a:lnTo>
                    <a:pt x="344424" y="38100"/>
                  </a:lnTo>
                  <a:lnTo>
                    <a:pt x="306324" y="18288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79248" y="50292"/>
                  </a:lnTo>
                  <a:lnTo>
                    <a:pt x="50292" y="80772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18288" y="158496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4528" y="138684"/>
                  </a:lnTo>
                  <a:lnTo>
                    <a:pt x="426720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59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6720" y="263652"/>
                  </a:lnTo>
                  <a:lnTo>
                    <a:pt x="422148" y="283464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1752" y="416052"/>
                  </a:lnTo>
                  <a:lnTo>
                    <a:pt x="262128" y="428244"/>
                  </a:lnTo>
                  <a:lnTo>
                    <a:pt x="220980" y="432816"/>
                  </a:lnTo>
                  <a:lnTo>
                    <a:pt x="199644" y="431393"/>
                  </a:lnTo>
                  <a:lnTo>
                    <a:pt x="156972" y="422148"/>
                  </a:lnTo>
                  <a:lnTo>
                    <a:pt x="118872" y="406908"/>
                  </a:lnTo>
                  <a:lnTo>
                    <a:pt x="85344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03579" y="4283454"/>
            <a:ext cx="9569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874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Point charge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932054" y="5141976"/>
            <a:ext cx="441959" cy="441959"/>
            <a:chOff x="2932054" y="5141976"/>
            <a:chExt cx="441959" cy="441959"/>
          </a:xfrm>
        </p:grpSpPr>
        <p:sp>
          <p:nvSpPr>
            <p:cNvPr id="23" name="object 23"/>
            <p:cNvSpPr/>
            <p:nvPr/>
          </p:nvSpPr>
          <p:spPr>
            <a:xfrm>
              <a:off x="2936626" y="5146547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432815" y="216407"/>
                  </a:moveTo>
                  <a:lnTo>
                    <a:pt x="427066" y="166991"/>
                  </a:lnTo>
                  <a:lnTo>
                    <a:pt x="410706" y="121520"/>
                  </a:lnTo>
                  <a:lnTo>
                    <a:pt x="385069" y="81327"/>
                  </a:lnTo>
                  <a:lnTo>
                    <a:pt x="351488" y="47746"/>
                  </a:lnTo>
                  <a:lnTo>
                    <a:pt x="311295" y="22109"/>
                  </a:lnTo>
                  <a:lnTo>
                    <a:pt x="265824" y="5749"/>
                  </a:lnTo>
                  <a:lnTo>
                    <a:pt x="216407" y="0"/>
                  </a:lnTo>
                  <a:lnTo>
                    <a:pt x="166991" y="5749"/>
                  </a:lnTo>
                  <a:lnTo>
                    <a:pt x="121520" y="22109"/>
                  </a:lnTo>
                  <a:lnTo>
                    <a:pt x="81327" y="47746"/>
                  </a:lnTo>
                  <a:lnTo>
                    <a:pt x="47746" y="81327"/>
                  </a:lnTo>
                  <a:lnTo>
                    <a:pt x="22109" y="121520"/>
                  </a:lnTo>
                  <a:lnTo>
                    <a:pt x="5749" y="166991"/>
                  </a:lnTo>
                  <a:lnTo>
                    <a:pt x="0" y="216407"/>
                  </a:lnTo>
                  <a:lnTo>
                    <a:pt x="5749" y="265824"/>
                  </a:lnTo>
                  <a:lnTo>
                    <a:pt x="22109" y="311295"/>
                  </a:lnTo>
                  <a:lnTo>
                    <a:pt x="47746" y="351488"/>
                  </a:lnTo>
                  <a:lnTo>
                    <a:pt x="81327" y="385069"/>
                  </a:lnTo>
                  <a:lnTo>
                    <a:pt x="121520" y="410706"/>
                  </a:lnTo>
                  <a:lnTo>
                    <a:pt x="166991" y="427066"/>
                  </a:lnTo>
                  <a:lnTo>
                    <a:pt x="216407" y="432815"/>
                  </a:lnTo>
                  <a:lnTo>
                    <a:pt x="265824" y="427066"/>
                  </a:lnTo>
                  <a:lnTo>
                    <a:pt x="311295" y="410706"/>
                  </a:lnTo>
                  <a:lnTo>
                    <a:pt x="351488" y="385069"/>
                  </a:lnTo>
                  <a:lnTo>
                    <a:pt x="385069" y="351488"/>
                  </a:lnTo>
                  <a:lnTo>
                    <a:pt x="410706" y="311295"/>
                  </a:lnTo>
                  <a:lnTo>
                    <a:pt x="427066" y="265824"/>
                  </a:lnTo>
                  <a:lnTo>
                    <a:pt x="432815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32054" y="5141976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60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61188" y="50292"/>
                  </a:lnTo>
                  <a:lnTo>
                    <a:pt x="326136" y="27432"/>
                  </a:lnTo>
                  <a:lnTo>
                    <a:pt x="286512" y="10668"/>
                  </a:lnTo>
                  <a:lnTo>
                    <a:pt x="243840" y="1524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3632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60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20980" y="432816"/>
                  </a:lnTo>
                  <a:lnTo>
                    <a:pt x="199644" y="431292"/>
                  </a:lnTo>
                  <a:lnTo>
                    <a:pt x="138684" y="416052"/>
                  </a:lnTo>
                  <a:lnTo>
                    <a:pt x="102108" y="396240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977272" y="5110986"/>
            <a:ext cx="3804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471545" algn="l"/>
              </a:tabLst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r>
              <a:rPr sz="2400" baseline="-20833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09048" y="4289550"/>
            <a:ext cx="9569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874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Point charge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52717" y="2546819"/>
            <a:ext cx="1728470" cy="2955290"/>
          </a:xfrm>
          <a:custGeom>
            <a:avLst/>
            <a:gdLst/>
            <a:ahLst/>
            <a:cxnLst/>
            <a:rect l="l" t="t" r="r" b="b"/>
            <a:pathLst>
              <a:path w="1728470" h="2955290">
                <a:moveTo>
                  <a:pt x="1693164" y="2826816"/>
                </a:moveTo>
                <a:lnTo>
                  <a:pt x="1479804" y="2703372"/>
                </a:lnTo>
                <a:lnTo>
                  <a:pt x="1468894" y="2699004"/>
                </a:lnTo>
                <a:lnTo>
                  <a:pt x="1457706" y="2699372"/>
                </a:lnTo>
                <a:lnTo>
                  <a:pt x="1447660" y="2704007"/>
                </a:lnTo>
                <a:lnTo>
                  <a:pt x="1440180" y="2712516"/>
                </a:lnTo>
                <a:lnTo>
                  <a:pt x="1436700" y="2723413"/>
                </a:lnTo>
                <a:lnTo>
                  <a:pt x="1437513" y="2734614"/>
                </a:lnTo>
                <a:lnTo>
                  <a:pt x="1442326" y="2744660"/>
                </a:lnTo>
                <a:lnTo>
                  <a:pt x="1450848" y="2752140"/>
                </a:lnTo>
                <a:lnTo>
                  <a:pt x="1531023" y="2799384"/>
                </a:lnTo>
                <a:lnTo>
                  <a:pt x="0" y="2799384"/>
                </a:lnTo>
                <a:lnTo>
                  <a:pt x="0" y="2855772"/>
                </a:lnTo>
                <a:lnTo>
                  <a:pt x="1531023" y="2855772"/>
                </a:lnTo>
                <a:lnTo>
                  <a:pt x="1450848" y="2903016"/>
                </a:lnTo>
                <a:lnTo>
                  <a:pt x="1442326" y="2910255"/>
                </a:lnTo>
                <a:lnTo>
                  <a:pt x="1437513" y="2919780"/>
                </a:lnTo>
                <a:lnTo>
                  <a:pt x="1436700" y="2930448"/>
                </a:lnTo>
                <a:lnTo>
                  <a:pt x="1440180" y="2941116"/>
                </a:lnTo>
                <a:lnTo>
                  <a:pt x="1447660" y="2949638"/>
                </a:lnTo>
                <a:lnTo>
                  <a:pt x="1457706" y="2954451"/>
                </a:lnTo>
                <a:lnTo>
                  <a:pt x="1468894" y="2955252"/>
                </a:lnTo>
                <a:lnTo>
                  <a:pt x="1479804" y="2951784"/>
                </a:lnTo>
                <a:lnTo>
                  <a:pt x="1636776" y="2859836"/>
                </a:lnTo>
                <a:lnTo>
                  <a:pt x="1693164" y="2826816"/>
                </a:lnTo>
                <a:close/>
              </a:path>
              <a:path w="1728470" h="2955290">
                <a:moveTo>
                  <a:pt x="1728216" y="129336"/>
                </a:moveTo>
                <a:lnTo>
                  <a:pt x="1514856" y="4368"/>
                </a:lnTo>
                <a:lnTo>
                  <a:pt x="1503946" y="0"/>
                </a:lnTo>
                <a:lnTo>
                  <a:pt x="1492758" y="368"/>
                </a:lnTo>
                <a:lnTo>
                  <a:pt x="1482712" y="5003"/>
                </a:lnTo>
                <a:lnTo>
                  <a:pt x="1475232" y="13512"/>
                </a:lnTo>
                <a:lnTo>
                  <a:pt x="1471752" y="24409"/>
                </a:lnTo>
                <a:lnTo>
                  <a:pt x="1472565" y="35610"/>
                </a:lnTo>
                <a:lnTo>
                  <a:pt x="1477378" y="45656"/>
                </a:lnTo>
                <a:lnTo>
                  <a:pt x="1485900" y="53136"/>
                </a:lnTo>
                <a:lnTo>
                  <a:pt x="1566075" y="100380"/>
                </a:lnTo>
                <a:lnTo>
                  <a:pt x="35052" y="100380"/>
                </a:lnTo>
                <a:lnTo>
                  <a:pt x="35052" y="156768"/>
                </a:lnTo>
                <a:lnTo>
                  <a:pt x="1566075" y="156768"/>
                </a:lnTo>
                <a:lnTo>
                  <a:pt x="1485900" y="204012"/>
                </a:lnTo>
                <a:lnTo>
                  <a:pt x="1477378" y="211480"/>
                </a:lnTo>
                <a:lnTo>
                  <a:pt x="1472565" y="221538"/>
                </a:lnTo>
                <a:lnTo>
                  <a:pt x="1471752" y="232727"/>
                </a:lnTo>
                <a:lnTo>
                  <a:pt x="1475232" y="243636"/>
                </a:lnTo>
                <a:lnTo>
                  <a:pt x="1482712" y="252133"/>
                </a:lnTo>
                <a:lnTo>
                  <a:pt x="1492758" y="256781"/>
                </a:lnTo>
                <a:lnTo>
                  <a:pt x="1503946" y="257136"/>
                </a:lnTo>
                <a:lnTo>
                  <a:pt x="1514856" y="252780"/>
                </a:lnTo>
                <a:lnTo>
                  <a:pt x="1671828" y="161950"/>
                </a:lnTo>
                <a:lnTo>
                  <a:pt x="1728216" y="129336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386202" y="1967533"/>
            <a:ext cx="783590" cy="5867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765">
              <a:lnSpc>
                <a:spcPts val="1540"/>
              </a:lnSpc>
              <a:spcBef>
                <a:spcPts val="120"/>
              </a:spcBef>
            </a:pPr>
            <a:r>
              <a:rPr sz="1500" spc="-50" dirty="0">
                <a:latin typeface="Symbol"/>
                <a:cs typeface="Symbol"/>
              </a:rPr>
              <a:t></a:t>
            </a:r>
            <a:endParaRPr sz="1500">
              <a:latin typeface="Symbol"/>
              <a:cs typeface="Symbol"/>
            </a:endParaRPr>
          </a:p>
          <a:p>
            <a:pPr marL="12700">
              <a:lnSpc>
                <a:spcPts val="2860"/>
              </a:lnSpc>
            </a:pPr>
            <a:r>
              <a:rPr sz="3900" b="1" spc="-52" baseline="2136" dirty="0">
                <a:latin typeface="Arial"/>
                <a:cs typeface="Arial"/>
              </a:rPr>
              <a:t>F</a:t>
            </a:r>
            <a:r>
              <a:rPr sz="1500" b="1" spc="-35" dirty="0">
                <a:latin typeface="Arial"/>
                <a:cs typeface="Arial"/>
              </a:rPr>
              <a:t>1,shell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66034" y="4719877"/>
            <a:ext cx="910590" cy="5867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765">
              <a:lnSpc>
                <a:spcPts val="1540"/>
              </a:lnSpc>
              <a:spcBef>
                <a:spcPts val="120"/>
              </a:spcBef>
            </a:pPr>
            <a:r>
              <a:rPr sz="1500" spc="-50" dirty="0">
                <a:latin typeface="Symbol"/>
                <a:cs typeface="Symbol"/>
              </a:rPr>
              <a:t></a:t>
            </a:r>
            <a:endParaRPr sz="1500">
              <a:latin typeface="Symbol"/>
              <a:cs typeface="Symbol"/>
            </a:endParaRPr>
          </a:p>
          <a:p>
            <a:pPr marL="12700">
              <a:lnSpc>
                <a:spcPts val="2860"/>
              </a:lnSpc>
            </a:pPr>
            <a:r>
              <a:rPr sz="3900" b="1" spc="-60" baseline="2136" dirty="0">
                <a:latin typeface="Arial"/>
                <a:cs typeface="Arial"/>
              </a:rPr>
              <a:t>F</a:t>
            </a:r>
            <a:r>
              <a:rPr sz="1500" b="1" spc="-40" dirty="0">
                <a:latin typeface="Arial"/>
                <a:cs typeface="Arial"/>
              </a:rPr>
              <a:t>1,point2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73554" y="3495409"/>
            <a:ext cx="78168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b="1" spc="-60" baseline="2136" dirty="0">
                <a:latin typeface="Arial"/>
                <a:cs typeface="Arial"/>
              </a:rPr>
              <a:t>F</a:t>
            </a:r>
            <a:r>
              <a:rPr sz="1500" b="1" spc="-40" dirty="0">
                <a:latin typeface="Arial"/>
                <a:cs typeface="Arial"/>
              </a:rPr>
              <a:t>1,shell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85747" y="3331513"/>
            <a:ext cx="21653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50" dirty="0">
                <a:latin typeface="Symbol"/>
                <a:cs typeface="Symbol"/>
              </a:rPr>
              <a:t>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39770" y="3331513"/>
            <a:ext cx="1251585" cy="5867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7665">
              <a:lnSpc>
                <a:spcPts val="1540"/>
              </a:lnSpc>
              <a:spcBef>
                <a:spcPts val="120"/>
              </a:spcBef>
            </a:pPr>
            <a:r>
              <a:rPr sz="1500" spc="-50" dirty="0">
                <a:latin typeface="Symbol"/>
                <a:cs typeface="Symbol"/>
              </a:rPr>
              <a:t></a:t>
            </a:r>
            <a:endParaRPr sz="1500">
              <a:latin typeface="Symbol"/>
              <a:cs typeface="Symbol"/>
            </a:endParaRPr>
          </a:p>
          <a:p>
            <a:pPr marL="12700">
              <a:lnSpc>
                <a:spcPts val="2860"/>
              </a:lnSpc>
            </a:pPr>
            <a:r>
              <a:rPr sz="3900" baseline="2136" dirty="0">
                <a:latin typeface="Symbol"/>
                <a:cs typeface="Symbol"/>
              </a:rPr>
              <a:t></a:t>
            </a:r>
            <a:r>
              <a:rPr sz="3900" spc="907" baseline="2136" dirty="0">
                <a:latin typeface="Times New Roman"/>
                <a:cs typeface="Times New Roman"/>
              </a:rPr>
              <a:t> </a:t>
            </a:r>
            <a:r>
              <a:rPr sz="3900" b="1" spc="-60" baseline="2136" dirty="0">
                <a:latin typeface="Arial"/>
                <a:cs typeface="Arial"/>
              </a:rPr>
              <a:t>F</a:t>
            </a:r>
            <a:r>
              <a:rPr sz="1500" b="1" spc="-40" dirty="0">
                <a:latin typeface="Arial"/>
                <a:cs typeface="Arial"/>
              </a:rPr>
              <a:t>1,point2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78909" y="3195840"/>
            <a:ext cx="4559935" cy="1702435"/>
          </a:xfrm>
          <a:custGeom>
            <a:avLst/>
            <a:gdLst/>
            <a:ahLst/>
            <a:cxnLst/>
            <a:rect l="l" t="t" r="r" b="b"/>
            <a:pathLst>
              <a:path w="4559934" h="1702435">
                <a:moveTo>
                  <a:pt x="1732788" y="1271016"/>
                </a:moveTo>
                <a:lnTo>
                  <a:pt x="1709928" y="1271016"/>
                </a:lnTo>
                <a:lnTo>
                  <a:pt x="1691601" y="1271016"/>
                </a:lnTo>
                <a:lnTo>
                  <a:pt x="1691601" y="1280160"/>
                </a:lnTo>
                <a:lnTo>
                  <a:pt x="866394" y="1692021"/>
                </a:lnTo>
                <a:lnTo>
                  <a:pt x="41186" y="1280160"/>
                </a:lnTo>
                <a:lnTo>
                  <a:pt x="362712" y="1280160"/>
                </a:lnTo>
                <a:lnTo>
                  <a:pt x="371856" y="1280160"/>
                </a:lnTo>
                <a:lnTo>
                  <a:pt x="371856" y="9144"/>
                </a:lnTo>
                <a:lnTo>
                  <a:pt x="1359408" y="9144"/>
                </a:lnTo>
                <a:lnTo>
                  <a:pt x="1359408" y="1280160"/>
                </a:lnTo>
                <a:lnTo>
                  <a:pt x="1370076" y="1280160"/>
                </a:lnTo>
                <a:lnTo>
                  <a:pt x="1691601" y="1280160"/>
                </a:lnTo>
                <a:lnTo>
                  <a:pt x="1691601" y="1271016"/>
                </a:lnTo>
                <a:lnTo>
                  <a:pt x="1370076" y="1271016"/>
                </a:lnTo>
                <a:lnTo>
                  <a:pt x="1370076" y="0"/>
                </a:lnTo>
                <a:lnTo>
                  <a:pt x="362712" y="0"/>
                </a:lnTo>
                <a:lnTo>
                  <a:pt x="362712" y="1271016"/>
                </a:lnTo>
                <a:lnTo>
                  <a:pt x="22860" y="1271016"/>
                </a:lnTo>
                <a:lnTo>
                  <a:pt x="0" y="1271016"/>
                </a:lnTo>
                <a:lnTo>
                  <a:pt x="19812" y="1280883"/>
                </a:lnTo>
                <a:lnTo>
                  <a:pt x="864108" y="1701546"/>
                </a:lnTo>
                <a:lnTo>
                  <a:pt x="865632" y="1702308"/>
                </a:lnTo>
                <a:lnTo>
                  <a:pt x="868680" y="1700784"/>
                </a:lnTo>
                <a:lnTo>
                  <a:pt x="1712976" y="1280858"/>
                </a:lnTo>
                <a:lnTo>
                  <a:pt x="1732788" y="1271016"/>
                </a:lnTo>
                <a:close/>
              </a:path>
              <a:path w="4559934" h="1702435">
                <a:moveTo>
                  <a:pt x="4559808" y="120396"/>
                </a:moveTo>
                <a:lnTo>
                  <a:pt x="4550664" y="120396"/>
                </a:lnTo>
                <a:lnTo>
                  <a:pt x="4550664" y="131064"/>
                </a:lnTo>
                <a:lnTo>
                  <a:pt x="4550664" y="737616"/>
                </a:lnTo>
                <a:lnTo>
                  <a:pt x="2273808" y="737616"/>
                </a:lnTo>
                <a:lnTo>
                  <a:pt x="2273808" y="131064"/>
                </a:lnTo>
                <a:lnTo>
                  <a:pt x="4550664" y="131064"/>
                </a:lnTo>
                <a:lnTo>
                  <a:pt x="4550664" y="120396"/>
                </a:lnTo>
                <a:lnTo>
                  <a:pt x="2264664" y="120396"/>
                </a:lnTo>
                <a:lnTo>
                  <a:pt x="2264664" y="746760"/>
                </a:lnTo>
                <a:lnTo>
                  <a:pt x="2269236" y="746760"/>
                </a:lnTo>
                <a:lnTo>
                  <a:pt x="2273808" y="746760"/>
                </a:lnTo>
                <a:lnTo>
                  <a:pt x="4550664" y="746760"/>
                </a:lnTo>
                <a:lnTo>
                  <a:pt x="4555236" y="746760"/>
                </a:lnTo>
                <a:lnTo>
                  <a:pt x="4559808" y="746760"/>
                </a:lnTo>
                <a:lnTo>
                  <a:pt x="4559808" y="1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927991" y="3682998"/>
            <a:ext cx="82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Same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64217" y="1200912"/>
            <a:ext cx="8335009" cy="4465320"/>
          </a:xfrm>
          <a:custGeom>
            <a:avLst/>
            <a:gdLst/>
            <a:ahLst/>
            <a:cxnLst/>
            <a:rect l="l" t="t" r="r" b="b"/>
            <a:pathLst>
              <a:path w="8335009" h="4465320">
                <a:moveTo>
                  <a:pt x="8334753" y="4465320"/>
                </a:moveTo>
                <a:lnTo>
                  <a:pt x="8334753" y="0"/>
                </a:lnTo>
                <a:lnTo>
                  <a:pt x="0" y="0"/>
                </a:lnTo>
                <a:lnTo>
                  <a:pt x="0" y="4465320"/>
                </a:lnTo>
                <a:lnTo>
                  <a:pt x="4572" y="4465320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8325609" y="9144"/>
                </a:lnTo>
                <a:lnTo>
                  <a:pt x="8325609" y="4572"/>
                </a:lnTo>
                <a:lnTo>
                  <a:pt x="8330181" y="9144"/>
                </a:lnTo>
                <a:lnTo>
                  <a:pt x="8330181" y="4465320"/>
                </a:lnTo>
                <a:lnTo>
                  <a:pt x="8334753" y="4465320"/>
                </a:lnTo>
                <a:close/>
              </a:path>
              <a:path w="8335009" h="446532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8335009" h="4465320">
                <a:moveTo>
                  <a:pt x="9144" y="4456176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456176"/>
                </a:lnTo>
                <a:lnTo>
                  <a:pt x="9144" y="4456176"/>
                </a:lnTo>
                <a:close/>
              </a:path>
              <a:path w="8335009" h="4465320">
                <a:moveTo>
                  <a:pt x="8330181" y="4456176"/>
                </a:moveTo>
                <a:lnTo>
                  <a:pt x="4572" y="4456176"/>
                </a:lnTo>
                <a:lnTo>
                  <a:pt x="9144" y="4460748"/>
                </a:lnTo>
                <a:lnTo>
                  <a:pt x="9144" y="4465320"/>
                </a:lnTo>
                <a:lnTo>
                  <a:pt x="8325609" y="4465320"/>
                </a:lnTo>
                <a:lnTo>
                  <a:pt x="8325609" y="4460748"/>
                </a:lnTo>
                <a:lnTo>
                  <a:pt x="8330181" y="4456176"/>
                </a:lnTo>
                <a:close/>
              </a:path>
              <a:path w="8335009" h="4465320">
                <a:moveTo>
                  <a:pt x="9144" y="4465320"/>
                </a:moveTo>
                <a:lnTo>
                  <a:pt x="9144" y="4460748"/>
                </a:lnTo>
                <a:lnTo>
                  <a:pt x="4572" y="4456176"/>
                </a:lnTo>
                <a:lnTo>
                  <a:pt x="4572" y="4465320"/>
                </a:lnTo>
                <a:lnTo>
                  <a:pt x="9144" y="4465320"/>
                </a:lnTo>
                <a:close/>
              </a:path>
              <a:path w="8335009" h="4465320">
                <a:moveTo>
                  <a:pt x="8330181" y="9144"/>
                </a:moveTo>
                <a:lnTo>
                  <a:pt x="8325609" y="4572"/>
                </a:lnTo>
                <a:lnTo>
                  <a:pt x="8325609" y="9144"/>
                </a:lnTo>
                <a:lnTo>
                  <a:pt x="8330181" y="9144"/>
                </a:lnTo>
                <a:close/>
              </a:path>
              <a:path w="8335009" h="4465320">
                <a:moveTo>
                  <a:pt x="8330181" y="4456176"/>
                </a:moveTo>
                <a:lnTo>
                  <a:pt x="8330181" y="9144"/>
                </a:lnTo>
                <a:lnTo>
                  <a:pt x="8325609" y="9144"/>
                </a:lnTo>
                <a:lnTo>
                  <a:pt x="8325609" y="4456176"/>
                </a:lnTo>
                <a:lnTo>
                  <a:pt x="8330181" y="4456176"/>
                </a:lnTo>
                <a:close/>
              </a:path>
              <a:path w="8335009" h="4465320">
                <a:moveTo>
                  <a:pt x="8330181" y="4465320"/>
                </a:moveTo>
                <a:lnTo>
                  <a:pt x="8330181" y="4456176"/>
                </a:lnTo>
                <a:lnTo>
                  <a:pt x="8325609" y="4460748"/>
                </a:lnTo>
                <a:lnTo>
                  <a:pt x="8325609" y="4465320"/>
                </a:lnTo>
                <a:lnTo>
                  <a:pt x="8330181" y="4465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16820" y="438403"/>
            <a:ext cx="3388995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11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shell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3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uniform</a:t>
            </a:r>
            <a:r>
              <a:rPr sz="2200" b="1" spc="-1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charge</a:t>
            </a:r>
            <a:endParaRPr sz="2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42338" y="3305555"/>
            <a:ext cx="440690" cy="441959"/>
          </a:xfrm>
          <a:custGeom>
            <a:avLst/>
            <a:gdLst/>
            <a:ahLst/>
            <a:cxnLst/>
            <a:rect l="l" t="t" r="r" b="b"/>
            <a:pathLst>
              <a:path w="440689" h="441960">
                <a:moveTo>
                  <a:pt x="440436" y="243840"/>
                </a:moveTo>
                <a:lnTo>
                  <a:pt x="440436" y="198120"/>
                </a:lnTo>
                <a:lnTo>
                  <a:pt x="431292" y="155448"/>
                </a:lnTo>
                <a:lnTo>
                  <a:pt x="414528" y="115824"/>
                </a:lnTo>
                <a:lnTo>
                  <a:pt x="376428" y="64008"/>
                </a:lnTo>
                <a:lnTo>
                  <a:pt x="324612" y="25908"/>
                </a:lnTo>
                <a:lnTo>
                  <a:pt x="284988" y="10668"/>
                </a:lnTo>
                <a:lnTo>
                  <a:pt x="265176" y="4572"/>
                </a:lnTo>
                <a:lnTo>
                  <a:pt x="242316" y="1524"/>
                </a:lnTo>
                <a:lnTo>
                  <a:pt x="220980" y="101"/>
                </a:lnTo>
                <a:lnTo>
                  <a:pt x="219456" y="0"/>
                </a:lnTo>
                <a:lnTo>
                  <a:pt x="198120" y="1524"/>
                </a:lnTo>
                <a:lnTo>
                  <a:pt x="153924" y="10668"/>
                </a:lnTo>
                <a:lnTo>
                  <a:pt x="114300" y="27432"/>
                </a:lnTo>
                <a:lnTo>
                  <a:pt x="79248" y="50292"/>
                </a:lnTo>
                <a:lnTo>
                  <a:pt x="50292" y="80772"/>
                </a:lnTo>
                <a:lnTo>
                  <a:pt x="25908" y="115824"/>
                </a:lnTo>
                <a:lnTo>
                  <a:pt x="9144" y="155448"/>
                </a:lnTo>
                <a:lnTo>
                  <a:pt x="0" y="198120"/>
                </a:lnTo>
                <a:lnTo>
                  <a:pt x="0" y="220980"/>
                </a:lnTo>
                <a:lnTo>
                  <a:pt x="1524" y="243840"/>
                </a:lnTo>
                <a:lnTo>
                  <a:pt x="4572" y="265176"/>
                </a:lnTo>
                <a:lnTo>
                  <a:pt x="9144" y="286512"/>
                </a:lnTo>
                <a:lnTo>
                  <a:pt x="9144" y="220980"/>
                </a:lnTo>
                <a:lnTo>
                  <a:pt x="10668" y="199644"/>
                </a:lnTo>
                <a:lnTo>
                  <a:pt x="18288" y="158496"/>
                </a:lnTo>
                <a:lnTo>
                  <a:pt x="35052" y="120396"/>
                </a:lnTo>
                <a:lnTo>
                  <a:pt x="57912" y="86868"/>
                </a:lnTo>
                <a:lnTo>
                  <a:pt x="86868" y="57912"/>
                </a:lnTo>
                <a:lnTo>
                  <a:pt x="120396" y="35052"/>
                </a:lnTo>
                <a:lnTo>
                  <a:pt x="156972" y="18288"/>
                </a:lnTo>
                <a:lnTo>
                  <a:pt x="198120" y="10668"/>
                </a:lnTo>
                <a:lnTo>
                  <a:pt x="220980" y="9144"/>
                </a:lnTo>
                <a:lnTo>
                  <a:pt x="242316" y="10668"/>
                </a:lnTo>
                <a:lnTo>
                  <a:pt x="303276" y="25908"/>
                </a:lnTo>
                <a:lnTo>
                  <a:pt x="338328" y="45720"/>
                </a:lnTo>
                <a:lnTo>
                  <a:pt x="370332" y="71628"/>
                </a:lnTo>
                <a:lnTo>
                  <a:pt x="396240" y="103632"/>
                </a:lnTo>
                <a:lnTo>
                  <a:pt x="414528" y="138684"/>
                </a:lnTo>
                <a:lnTo>
                  <a:pt x="426720" y="178308"/>
                </a:lnTo>
                <a:lnTo>
                  <a:pt x="431292" y="220980"/>
                </a:lnTo>
                <a:lnTo>
                  <a:pt x="431292" y="286512"/>
                </a:lnTo>
                <a:lnTo>
                  <a:pt x="440436" y="243840"/>
                </a:lnTo>
                <a:close/>
              </a:path>
              <a:path w="440689" h="441960">
                <a:moveTo>
                  <a:pt x="431292" y="286512"/>
                </a:moveTo>
                <a:lnTo>
                  <a:pt x="431292" y="220980"/>
                </a:lnTo>
                <a:lnTo>
                  <a:pt x="429768" y="242316"/>
                </a:lnTo>
                <a:lnTo>
                  <a:pt x="426720" y="263652"/>
                </a:lnTo>
                <a:lnTo>
                  <a:pt x="414528" y="303276"/>
                </a:lnTo>
                <a:lnTo>
                  <a:pt x="394716" y="338328"/>
                </a:lnTo>
                <a:lnTo>
                  <a:pt x="368808" y="370332"/>
                </a:lnTo>
                <a:lnTo>
                  <a:pt x="338328" y="396240"/>
                </a:lnTo>
                <a:lnTo>
                  <a:pt x="301752" y="416052"/>
                </a:lnTo>
                <a:lnTo>
                  <a:pt x="262128" y="428244"/>
                </a:lnTo>
                <a:lnTo>
                  <a:pt x="242316" y="431292"/>
                </a:lnTo>
                <a:lnTo>
                  <a:pt x="198120" y="431292"/>
                </a:lnTo>
                <a:lnTo>
                  <a:pt x="156972" y="422148"/>
                </a:lnTo>
                <a:lnTo>
                  <a:pt x="118872" y="406908"/>
                </a:lnTo>
                <a:lnTo>
                  <a:pt x="85344" y="384048"/>
                </a:lnTo>
                <a:lnTo>
                  <a:pt x="57912" y="355092"/>
                </a:lnTo>
                <a:lnTo>
                  <a:pt x="35052" y="321564"/>
                </a:lnTo>
                <a:lnTo>
                  <a:pt x="18288" y="283464"/>
                </a:lnTo>
                <a:lnTo>
                  <a:pt x="10668" y="242316"/>
                </a:lnTo>
                <a:lnTo>
                  <a:pt x="9144" y="220980"/>
                </a:lnTo>
                <a:lnTo>
                  <a:pt x="9144" y="286512"/>
                </a:lnTo>
                <a:lnTo>
                  <a:pt x="25908" y="326136"/>
                </a:lnTo>
                <a:lnTo>
                  <a:pt x="50292" y="361188"/>
                </a:lnTo>
                <a:lnTo>
                  <a:pt x="80772" y="391668"/>
                </a:lnTo>
                <a:lnTo>
                  <a:pt x="115824" y="414528"/>
                </a:lnTo>
                <a:lnTo>
                  <a:pt x="155448" y="431292"/>
                </a:lnTo>
                <a:lnTo>
                  <a:pt x="198120" y="440436"/>
                </a:lnTo>
                <a:lnTo>
                  <a:pt x="220980" y="441960"/>
                </a:lnTo>
                <a:lnTo>
                  <a:pt x="242316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0144"/>
                </a:lnTo>
                <a:lnTo>
                  <a:pt x="390144" y="361188"/>
                </a:lnTo>
                <a:lnTo>
                  <a:pt x="414528" y="326136"/>
                </a:lnTo>
                <a:lnTo>
                  <a:pt x="423672" y="306324"/>
                </a:lnTo>
                <a:lnTo>
                  <a:pt x="431292" y="286512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00255" y="3274566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47622" y="2065020"/>
            <a:ext cx="2235200" cy="2235835"/>
          </a:xfrm>
          <a:custGeom>
            <a:avLst/>
            <a:gdLst/>
            <a:ahLst/>
            <a:cxnLst/>
            <a:rect l="l" t="t" r="r" b="b"/>
            <a:pathLst>
              <a:path w="2235200" h="2235835">
                <a:moveTo>
                  <a:pt x="12700" y="1088136"/>
                </a:moveTo>
                <a:lnTo>
                  <a:pt x="12700" y="949452"/>
                </a:lnTo>
                <a:lnTo>
                  <a:pt x="0" y="976884"/>
                </a:lnTo>
                <a:lnTo>
                  <a:pt x="0" y="1093755"/>
                </a:lnTo>
                <a:lnTo>
                  <a:pt x="12700" y="1088136"/>
                </a:lnTo>
                <a:close/>
              </a:path>
              <a:path w="2235200" h="2235835">
                <a:moveTo>
                  <a:pt x="38100" y="1082040"/>
                </a:moveTo>
                <a:lnTo>
                  <a:pt x="38100" y="1080635"/>
                </a:lnTo>
                <a:lnTo>
                  <a:pt x="25400" y="1081087"/>
                </a:lnTo>
                <a:lnTo>
                  <a:pt x="12700" y="1083540"/>
                </a:lnTo>
                <a:lnTo>
                  <a:pt x="12700" y="1088136"/>
                </a:lnTo>
                <a:lnTo>
                  <a:pt x="0" y="1093755"/>
                </a:lnTo>
                <a:lnTo>
                  <a:pt x="0" y="1118616"/>
                </a:lnTo>
                <a:lnTo>
                  <a:pt x="38100" y="1082040"/>
                </a:lnTo>
                <a:close/>
              </a:path>
              <a:path w="2235200" h="2235835">
                <a:moveTo>
                  <a:pt x="76200" y="1091184"/>
                </a:moveTo>
                <a:lnTo>
                  <a:pt x="76200" y="708660"/>
                </a:lnTo>
                <a:lnTo>
                  <a:pt x="38100" y="786384"/>
                </a:lnTo>
                <a:lnTo>
                  <a:pt x="38100" y="1082040"/>
                </a:lnTo>
                <a:lnTo>
                  <a:pt x="0" y="1118616"/>
                </a:lnTo>
                <a:lnTo>
                  <a:pt x="0" y="1260348"/>
                </a:lnTo>
                <a:lnTo>
                  <a:pt x="12700" y="1289304"/>
                </a:lnTo>
                <a:lnTo>
                  <a:pt x="12700" y="1344168"/>
                </a:lnTo>
                <a:lnTo>
                  <a:pt x="25400" y="1371600"/>
                </a:lnTo>
                <a:lnTo>
                  <a:pt x="25400" y="1155192"/>
                </a:lnTo>
                <a:lnTo>
                  <a:pt x="63500" y="1117092"/>
                </a:lnTo>
                <a:lnTo>
                  <a:pt x="63500" y="1118616"/>
                </a:lnTo>
                <a:lnTo>
                  <a:pt x="76200" y="1091184"/>
                </a:lnTo>
                <a:close/>
              </a:path>
              <a:path w="2235200" h="2235835">
                <a:moveTo>
                  <a:pt x="38100" y="1080635"/>
                </a:moveTo>
                <a:lnTo>
                  <a:pt x="38100" y="812292"/>
                </a:lnTo>
                <a:lnTo>
                  <a:pt x="25400" y="839724"/>
                </a:lnTo>
                <a:lnTo>
                  <a:pt x="25400" y="867156"/>
                </a:lnTo>
                <a:lnTo>
                  <a:pt x="12700" y="893064"/>
                </a:lnTo>
                <a:lnTo>
                  <a:pt x="12700" y="1083540"/>
                </a:lnTo>
                <a:lnTo>
                  <a:pt x="25400" y="1081087"/>
                </a:lnTo>
                <a:lnTo>
                  <a:pt x="38100" y="1080635"/>
                </a:lnTo>
                <a:close/>
              </a:path>
              <a:path w="2235200" h="2235835">
                <a:moveTo>
                  <a:pt x="63500" y="1143476"/>
                </a:moveTo>
                <a:lnTo>
                  <a:pt x="63500" y="1117092"/>
                </a:lnTo>
                <a:lnTo>
                  <a:pt x="25400" y="1155192"/>
                </a:lnTo>
                <a:lnTo>
                  <a:pt x="25400" y="1156596"/>
                </a:lnTo>
                <a:lnTo>
                  <a:pt x="38100" y="1156144"/>
                </a:lnTo>
                <a:lnTo>
                  <a:pt x="50800" y="1153691"/>
                </a:lnTo>
                <a:lnTo>
                  <a:pt x="50800" y="1149096"/>
                </a:lnTo>
                <a:lnTo>
                  <a:pt x="63500" y="1143476"/>
                </a:lnTo>
                <a:close/>
              </a:path>
              <a:path w="2235200" h="2235835">
                <a:moveTo>
                  <a:pt x="76200" y="1528572"/>
                </a:moveTo>
                <a:lnTo>
                  <a:pt x="76200" y="1171956"/>
                </a:lnTo>
                <a:lnTo>
                  <a:pt x="63500" y="1144524"/>
                </a:lnTo>
                <a:lnTo>
                  <a:pt x="63500" y="1143476"/>
                </a:lnTo>
                <a:lnTo>
                  <a:pt x="50800" y="1149096"/>
                </a:lnTo>
                <a:lnTo>
                  <a:pt x="50800" y="1153691"/>
                </a:lnTo>
                <a:lnTo>
                  <a:pt x="38100" y="1156144"/>
                </a:lnTo>
                <a:lnTo>
                  <a:pt x="25400" y="1156596"/>
                </a:lnTo>
                <a:lnTo>
                  <a:pt x="25400" y="1397508"/>
                </a:lnTo>
                <a:lnTo>
                  <a:pt x="38100" y="1424940"/>
                </a:lnTo>
                <a:lnTo>
                  <a:pt x="38100" y="1450848"/>
                </a:lnTo>
                <a:lnTo>
                  <a:pt x="76200" y="1528572"/>
                </a:lnTo>
                <a:close/>
              </a:path>
              <a:path w="2235200" h="2235835">
                <a:moveTo>
                  <a:pt x="2146300" y="960120"/>
                </a:moveTo>
                <a:lnTo>
                  <a:pt x="2146300" y="682752"/>
                </a:lnTo>
                <a:lnTo>
                  <a:pt x="2133600" y="658368"/>
                </a:lnTo>
                <a:lnTo>
                  <a:pt x="2120900" y="632460"/>
                </a:lnTo>
                <a:lnTo>
                  <a:pt x="2070100" y="537972"/>
                </a:lnTo>
                <a:lnTo>
                  <a:pt x="2032000" y="492252"/>
                </a:lnTo>
                <a:lnTo>
                  <a:pt x="2006600" y="449580"/>
                </a:lnTo>
                <a:lnTo>
                  <a:pt x="1968500" y="406908"/>
                </a:lnTo>
                <a:lnTo>
                  <a:pt x="1943100" y="365760"/>
                </a:lnTo>
                <a:lnTo>
                  <a:pt x="1905000" y="327660"/>
                </a:lnTo>
                <a:lnTo>
                  <a:pt x="1866900" y="291084"/>
                </a:lnTo>
                <a:lnTo>
                  <a:pt x="1816100" y="256032"/>
                </a:lnTo>
                <a:lnTo>
                  <a:pt x="1778000" y="222504"/>
                </a:lnTo>
                <a:lnTo>
                  <a:pt x="1739900" y="190500"/>
                </a:lnTo>
                <a:lnTo>
                  <a:pt x="1689100" y="161544"/>
                </a:lnTo>
                <a:lnTo>
                  <a:pt x="1638300" y="135636"/>
                </a:lnTo>
                <a:lnTo>
                  <a:pt x="1574800" y="99060"/>
                </a:lnTo>
                <a:lnTo>
                  <a:pt x="1524000" y="77724"/>
                </a:lnTo>
                <a:lnTo>
                  <a:pt x="1447800" y="50292"/>
                </a:lnTo>
                <a:lnTo>
                  <a:pt x="1397000" y="36576"/>
                </a:lnTo>
                <a:lnTo>
                  <a:pt x="1358900" y="28956"/>
                </a:lnTo>
                <a:lnTo>
                  <a:pt x="1333500" y="22860"/>
                </a:lnTo>
                <a:lnTo>
                  <a:pt x="1257300" y="9144"/>
                </a:lnTo>
                <a:lnTo>
                  <a:pt x="1219200" y="6096"/>
                </a:lnTo>
                <a:lnTo>
                  <a:pt x="1193800" y="4572"/>
                </a:lnTo>
                <a:lnTo>
                  <a:pt x="1168400" y="1524"/>
                </a:lnTo>
                <a:lnTo>
                  <a:pt x="1143000" y="1524"/>
                </a:lnTo>
                <a:lnTo>
                  <a:pt x="1104900" y="0"/>
                </a:lnTo>
                <a:lnTo>
                  <a:pt x="1079500" y="1524"/>
                </a:lnTo>
                <a:lnTo>
                  <a:pt x="1054100" y="1524"/>
                </a:lnTo>
                <a:lnTo>
                  <a:pt x="1028700" y="3048"/>
                </a:lnTo>
                <a:lnTo>
                  <a:pt x="990600" y="6096"/>
                </a:lnTo>
                <a:lnTo>
                  <a:pt x="965200" y="9144"/>
                </a:lnTo>
                <a:lnTo>
                  <a:pt x="889000" y="22860"/>
                </a:lnTo>
                <a:lnTo>
                  <a:pt x="863600" y="28956"/>
                </a:lnTo>
                <a:lnTo>
                  <a:pt x="825500" y="36576"/>
                </a:lnTo>
                <a:lnTo>
                  <a:pt x="774700" y="50292"/>
                </a:lnTo>
                <a:lnTo>
                  <a:pt x="698500" y="77724"/>
                </a:lnTo>
                <a:lnTo>
                  <a:pt x="647700" y="99060"/>
                </a:lnTo>
                <a:lnTo>
                  <a:pt x="584200" y="135636"/>
                </a:lnTo>
                <a:lnTo>
                  <a:pt x="533400" y="163068"/>
                </a:lnTo>
                <a:lnTo>
                  <a:pt x="482600" y="192024"/>
                </a:lnTo>
                <a:lnTo>
                  <a:pt x="406400" y="256032"/>
                </a:lnTo>
                <a:lnTo>
                  <a:pt x="355600" y="291084"/>
                </a:lnTo>
                <a:lnTo>
                  <a:pt x="279400" y="367284"/>
                </a:lnTo>
                <a:lnTo>
                  <a:pt x="254000" y="408432"/>
                </a:lnTo>
                <a:lnTo>
                  <a:pt x="177800" y="493776"/>
                </a:lnTo>
                <a:lnTo>
                  <a:pt x="152400" y="539496"/>
                </a:lnTo>
                <a:lnTo>
                  <a:pt x="101600" y="633984"/>
                </a:lnTo>
                <a:lnTo>
                  <a:pt x="88900" y="658368"/>
                </a:lnTo>
                <a:lnTo>
                  <a:pt x="76200" y="684276"/>
                </a:lnTo>
                <a:lnTo>
                  <a:pt x="76200" y="960120"/>
                </a:lnTo>
                <a:lnTo>
                  <a:pt x="88900" y="908304"/>
                </a:lnTo>
                <a:lnTo>
                  <a:pt x="101600" y="882396"/>
                </a:lnTo>
                <a:lnTo>
                  <a:pt x="101600" y="858012"/>
                </a:lnTo>
                <a:lnTo>
                  <a:pt x="114300" y="832104"/>
                </a:lnTo>
                <a:lnTo>
                  <a:pt x="127000" y="783336"/>
                </a:lnTo>
                <a:lnTo>
                  <a:pt x="139700" y="760476"/>
                </a:lnTo>
                <a:lnTo>
                  <a:pt x="139700" y="736092"/>
                </a:lnTo>
                <a:lnTo>
                  <a:pt x="152400" y="713232"/>
                </a:lnTo>
                <a:lnTo>
                  <a:pt x="165100" y="688848"/>
                </a:lnTo>
                <a:lnTo>
                  <a:pt x="177800" y="665988"/>
                </a:lnTo>
                <a:lnTo>
                  <a:pt x="190500" y="621792"/>
                </a:lnTo>
                <a:lnTo>
                  <a:pt x="215900" y="577596"/>
                </a:lnTo>
                <a:lnTo>
                  <a:pt x="254000" y="534924"/>
                </a:lnTo>
                <a:lnTo>
                  <a:pt x="304800" y="455676"/>
                </a:lnTo>
                <a:lnTo>
                  <a:pt x="342900" y="417576"/>
                </a:lnTo>
                <a:lnTo>
                  <a:pt x="381000" y="381000"/>
                </a:lnTo>
                <a:lnTo>
                  <a:pt x="406400" y="347472"/>
                </a:lnTo>
                <a:lnTo>
                  <a:pt x="444500" y="313944"/>
                </a:lnTo>
                <a:lnTo>
                  <a:pt x="482600" y="283464"/>
                </a:lnTo>
                <a:lnTo>
                  <a:pt x="533400" y="254508"/>
                </a:lnTo>
                <a:lnTo>
                  <a:pt x="571500" y="227076"/>
                </a:lnTo>
                <a:lnTo>
                  <a:pt x="622300" y="202692"/>
                </a:lnTo>
                <a:lnTo>
                  <a:pt x="660400" y="179832"/>
                </a:lnTo>
                <a:lnTo>
                  <a:pt x="711200" y="158496"/>
                </a:lnTo>
                <a:lnTo>
                  <a:pt x="774700" y="131064"/>
                </a:lnTo>
                <a:lnTo>
                  <a:pt x="825500" y="115824"/>
                </a:lnTo>
                <a:lnTo>
                  <a:pt x="901700" y="97536"/>
                </a:lnTo>
                <a:lnTo>
                  <a:pt x="952500" y="88392"/>
                </a:lnTo>
                <a:lnTo>
                  <a:pt x="1028700" y="79248"/>
                </a:lnTo>
                <a:lnTo>
                  <a:pt x="1054100" y="77724"/>
                </a:lnTo>
                <a:lnTo>
                  <a:pt x="1079500" y="77724"/>
                </a:lnTo>
                <a:lnTo>
                  <a:pt x="1117600" y="76200"/>
                </a:lnTo>
                <a:lnTo>
                  <a:pt x="1143000" y="77724"/>
                </a:lnTo>
                <a:lnTo>
                  <a:pt x="1168400" y="77724"/>
                </a:lnTo>
                <a:lnTo>
                  <a:pt x="1193800" y="80772"/>
                </a:lnTo>
                <a:lnTo>
                  <a:pt x="1270000" y="88392"/>
                </a:lnTo>
                <a:lnTo>
                  <a:pt x="1320800" y="97536"/>
                </a:lnTo>
                <a:lnTo>
                  <a:pt x="1371600" y="109728"/>
                </a:lnTo>
                <a:lnTo>
                  <a:pt x="1397000" y="117348"/>
                </a:lnTo>
                <a:lnTo>
                  <a:pt x="1422400" y="123444"/>
                </a:lnTo>
                <a:lnTo>
                  <a:pt x="1447800" y="132588"/>
                </a:lnTo>
                <a:lnTo>
                  <a:pt x="1473200" y="140208"/>
                </a:lnTo>
                <a:lnTo>
                  <a:pt x="1498600" y="149352"/>
                </a:lnTo>
                <a:lnTo>
                  <a:pt x="1511300" y="158496"/>
                </a:lnTo>
                <a:lnTo>
                  <a:pt x="1562100" y="179832"/>
                </a:lnTo>
                <a:lnTo>
                  <a:pt x="1612900" y="202692"/>
                </a:lnTo>
                <a:lnTo>
                  <a:pt x="1651000" y="228600"/>
                </a:lnTo>
                <a:lnTo>
                  <a:pt x="1689100" y="256032"/>
                </a:lnTo>
                <a:lnTo>
                  <a:pt x="1739900" y="284988"/>
                </a:lnTo>
                <a:lnTo>
                  <a:pt x="1778000" y="315468"/>
                </a:lnTo>
                <a:lnTo>
                  <a:pt x="1816100" y="347472"/>
                </a:lnTo>
                <a:lnTo>
                  <a:pt x="1854200" y="382524"/>
                </a:lnTo>
                <a:lnTo>
                  <a:pt x="1879600" y="419100"/>
                </a:lnTo>
                <a:lnTo>
                  <a:pt x="1943100" y="495300"/>
                </a:lnTo>
                <a:lnTo>
                  <a:pt x="1981200" y="536448"/>
                </a:lnTo>
                <a:lnTo>
                  <a:pt x="2006600" y="579120"/>
                </a:lnTo>
                <a:lnTo>
                  <a:pt x="2032000" y="623316"/>
                </a:lnTo>
                <a:lnTo>
                  <a:pt x="2044700" y="667512"/>
                </a:lnTo>
                <a:lnTo>
                  <a:pt x="2070100" y="713232"/>
                </a:lnTo>
                <a:lnTo>
                  <a:pt x="2082800" y="737616"/>
                </a:lnTo>
                <a:lnTo>
                  <a:pt x="2095500" y="760476"/>
                </a:lnTo>
                <a:lnTo>
                  <a:pt x="2120900" y="858012"/>
                </a:lnTo>
                <a:lnTo>
                  <a:pt x="2120900" y="883920"/>
                </a:lnTo>
                <a:lnTo>
                  <a:pt x="2133600" y="908304"/>
                </a:lnTo>
                <a:lnTo>
                  <a:pt x="2146300" y="960120"/>
                </a:lnTo>
                <a:close/>
              </a:path>
              <a:path w="2235200" h="2235835">
                <a:moveTo>
                  <a:pt x="2146300" y="1552956"/>
                </a:moveTo>
                <a:lnTo>
                  <a:pt x="2146300" y="1251204"/>
                </a:lnTo>
                <a:lnTo>
                  <a:pt x="2133600" y="1328928"/>
                </a:lnTo>
                <a:lnTo>
                  <a:pt x="2120900" y="1353312"/>
                </a:lnTo>
                <a:lnTo>
                  <a:pt x="2120900" y="1379220"/>
                </a:lnTo>
                <a:lnTo>
                  <a:pt x="2108200" y="1403604"/>
                </a:lnTo>
                <a:lnTo>
                  <a:pt x="2095500" y="1476756"/>
                </a:lnTo>
                <a:lnTo>
                  <a:pt x="2082800" y="1501140"/>
                </a:lnTo>
                <a:lnTo>
                  <a:pt x="2044700" y="1569720"/>
                </a:lnTo>
                <a:lnTo>
                  <a:pt x="2032000" y="1615440"/>
                </a:lnTo>
                <a:lnTo>
                  <a:pt x="2006600" y="1659636"/>
                </a:lnTo>
                <a:lnTo>
                  <a:pt x="1968500" y="1700784"/>
                </a:lnTo>
                <a:lnTo>
                  <a:pt x="1943100" y="1741932"/>
                </a:lnTo>
                <a:lnTo>
                  <a:pt x="1917700" y="1781556"/>
                </a:lnTo>
                <a:lnTo>
                  <a:pt x="1879600" y="1819656"/>
                </a:lnTo>
                <a:lnTo>
                  <a:pt x="1854200" y="1854708"/>
                </a:lnTo>
                <a:lnTo>
                  <a:pt x="1816100" y="1889760"/>
                </a:lnTo>
                <a:lnTo>
                  <a:pt x="1739900" y="1953768"/>
                </a:lnTo>
                <a:lnTo>
                  <a:pt x="1689100" y="1982724"/>
                </a:lnTo>
                <a:lnTo>
                  <a:pt x="1651000" y="2010156"/>
                </a:lnTo>
                <a:lnTo>
                  <a:pt x="1612900" y="2034540"/>
                </a:lnTo>
                <a:lnTo>
                  <a:pt x="1536700" y="2068068"/>
                </a:lnTo>
                <a:lnTo>
                  <a:pt x="1511300" y="2078736"/>
                </a:lnTo>
                <a:lnTo>
                  <a:pt x="1498600" y="2087880"/>
                </a:lnTo>
                <a:lnTo>
                  <a:pt x="1371600" y="2127504"/>
                </a:lnTo>
                <a:lnTo>
                  <a:pt x="1244600" y="2151888"/>
                </a:lnTo>
                <a:lnTo>
                  <a:pt x="1219200" y="2153412"/>
                </a:lnTo>
                <a:lnTo>
                  <a:pt x="1193800" y="2156460"/>
                </a:lnTo>
                <a:lnTo>
                  <a:pt x="1143000" y="2159508"/>
                </a:lnTo>
                <a:lnTo>
                  <a:pt x="1079500" y="2159508"/>
                </a:lnTo>
                <a:lnTo>
                  <a:pt x="1003300" y="2154936"/>
                </a:lnTo>
                <a:lnTo>
                  <a:pt x="876300" y="2133600"/>
                </a:lnTo>
                <a:lnTo>
                  <a:pt x="749300" y="2097024"/>
                </a:lnTo>
                <a:lnTo>
                  <a:pt x="711200" y="2077212"/>
                </a:lnTo>
                <a:lnTo>
                  <a:pt x="685800" y="2068068"/>
                </a:lnTo>
                <a:lnTo>
                  <a:pt x="660400" y="2057400"/>
                </a:lnTo>
                <a:lnTo>
                  <a:pt x="571500" y="2008632"/>
                </a:lnTo>
                <a:lnTo>
                  <a:pt x="533400" y="1981200"/>
                </a:lnTo>
                <a:lnTo>
                  <a:pt x="482600" y="1952244"/>
                </a:lnTo>
                <a:lnTo>
                  <a:pt x="444500" y="1921764"/>
                </a:lnTo>
                <a:lnTo>
                  <a:pt x="368300" y="1854708"/>
                </a:lnTo>
                <a:lnTo>
                  <a:pt x="342900" y="1818132"/>
                </a:lnTo>
                <a:lnTo>
                  <a:pt x="304800" y="1780032"/>
                </a:lnTo>
                <a:lnTo>
                  <a:pt x="279400" y="1740408"/>
                </a:lnTo>
                <a:lnTo>
                  <a:pt x="254000" y="1699260"/>
                </a:lnTo>
                <a:lnTo>
                  <a:pt x="215900" y="1658112"/>
                </a:lnTo>
                <a:lnTo>
                  <a:pt x="190500" y="1613916"/>
                </a:lnTo>
                <a:lnTo>
                  <a:pt x="177800" y="1569720"/>
                </a:lnTo>
                <a:lnTo>
                  <a:pt x="165100" y="1546860"/>
                </a:lnTo>
                <a:lnTo>
                  <a:pt x="152400" y="1522476"/>
                </a:lnTo>
                <a:lnTo>
                  <a:pt x="139700" y="1499616"/>
                </a:lnTo>
                <a:lnTo>
                  <a:pt x="139700" y="1475232"/>
                </a:lnTo>
                <a:lnTo>
                  <a:pt x="127000" y="1452372"/>
                </a:lnTo>
                <a:lnTo>
                  <a:pt x="114300" y="1403604"/>
                </a:lnTo>
                <a:lnTo>
                  <a:pt x="101600" y="1377696"/>
                </a:lnTo>
                <a:lnTo>
                  <a:pt x="101600" y="1353312"/>
                </a:lnTo>
                <a:lnTo>
                  <a:pt x="88900" y="1327404"/>
                </a:lnTo>
                <a:lnTo>
                  <a:pt x="88900" y="1303020"/>
                </a:lnTo>
                <a:lnTo>
                  <a:pt x="76200" y="1277112"/>
                </a:lnTo>
                <a:lnTo>
                  <a:pt x="76200" y="1554480"/>
                </a:lnTo>
                <a:lnTo>
                  <a:pt x="127000" y="1652016"/>
                </a:lnTo>
                <a:lnTo>
                  <a:pt x="152400" y="1699260"/>
                </a:lnTo>
                <a:lnTo>
                  <a:pt x="190500" y="1743456"/>
                </a:lnTo>
                <a:lnTo>
                  <a:pt x="215900" y="1787652"/>
                </a:lnTo>
                <a:lnTo>
                  <a:pt x="254000" y="1830324"/>
                </a:lnTo>
                <a:lnTo>
                  <a:pt x="279400" y="1869948"/>
                </a:lnTo>
                <a:lnTo>
                  <a:pt x="317500" y="1909572"/>
                </a:lnTo>
                <a:lnTo>
                  <a:pt x="355600" y="1946148"/>
                </a:lnTo>
                <a:lnTo>
                  <a:pt x="406400" y="1981200"/>
                </a:lnTo>
                <a:lnTo>
                  <a:pt x="444500" y="2014728"/>
                </a:lnTo>
                <a:lnTo>
                  <a:pt x="482600" y="2045208"/>
                </a:lnTo>
                <a:lnTo>
                  <a:pt x="533400" y="2074164"/>
                </a:lnTo>
                <a:lnTo>
                  <a:pt x="584200" y="2101596"/>
                </a:lnTo>
                <a:lnTo>
                  <a:pt x="622300" y="2125980"/>
                </a:lnTo>
                <a:lnTo>
                  <a:pt x="647700" y="2138172"/>
                </a:lnTo>
                <a:lnTo>
                  <a:pt x="673100" y="2148840"/>
                </a:lnTo>
                <a:lnTo>
                  <a:pt x="698500" y="2157984"/>
                </a:lnTo>
                <a:lnTo>
                  <a:pt x="723900" y="2168652"/>
                </a:lnTo>
                <a:lnTo>
                  <a:pt x="749300" y="2177796"/>
                </a:lnTo>
                <a:lnTo>
                  <a:pt x="800100" y="2193036"/>
                </a:lnTo>
                <a:lnTo>
                  <a:pt x="838200" y="2200656"/>
                </a:lnTo>
                <a:lnTo>
                  <a:pt x="914400" y="2218944"/>
                </a:lnTo>
                <a:lnTo>
                  <a:pt x="939800" y="2223516"/>
                </a:lnTo>
                <a:lnTo>
                  <a:pt x="965200" y="2226564"/>
                </a:lnTo>
                <a:lnTo>
                  <a:pt x="1003300" y="2229612"/>
                </a:lnTo>
                <a:lnTo>
                  <a:pt x="1028700" y="2232660"/>
                </a:lnTo>
                <a:lnTo>
                  <a:pt x="1079500" y="2235708"/>
                </a:lnTo>
                <a:lnTo>
                  <a:pt x="1143000" y="2235708"/>
                </a:lnTo>
                <a:lnTo>
                  <a:pt x="1193800" y="2232660"/>
                </a:lnTo>
                <a:lnTo>
                  <a:pt x="1231900" y="2229612"/>
                </a:lnTo>
                <a:lnTo>
                  <a:pt x="1257300" y="2226564"/>
                </a:lnTo>
                <a:lnTo>
                  <a:pt x="1282700" y="2221992"/>
                </a:lnTo>
                <a:lnTo>
                  <a:pt x="1308100" y="2218944"/>
                </a:lnTo>
                <a:lnTo>
                  <a:pt x="1358900" y="2206752"/>
                </a:lnTo>
                <a:lnTo>
                  <a:pt x="1397000" y="2200656"/>
                </a:lnTo>
                <a:lnTo>
                  <a:pt x="1447800" y="2185416"/>
                </a:lnTo>
                <a:lnTo>
                  <a:pt x="1524000" y="2157984"/>
                </a:lnTo>
                <a:lnTo>
                  <a:pt x="1600200" y="2125980"/>
                </a:lnTo>
                <a:lnTo>
                  <a:pt x="1651000" y="2100072"/>
                </a:lnTo>
                <a:lnTo>
                  <a:pt x="1689100" y="2074164"/>
                </a:lnTo>
                <a:lnTo>
                  <a:pt x="1739900" y="2045208"/>
                </a:lnTo>
                <a:lnTo>
                  <a:pt x="1778000" y="2013204"/>
                </a:lnTo>
                <a:lnTo>
                  <a:pt x="1828800" y="1979676"/>
                </a:lnTo>
                <a:lnTo>
                  <a:pt x="1866900" y="1944624"/>
                </a:lnTo>
                <a:lnTo>
                  <a:pt x="1905000" y="1908048"/>
                </a:lnTo>
                <a:lnTo>
                  <a:pt x="1943100" y="1868424"/>
                </a:lnTo>
                <a:lnTo>
                  <a:pt x="1968500" y="1828800"/>
                </a:lnTo>
                <a:lnTo>
                  <a:pt x="2006600" y="1786128"/>
                </a:lnTo>
                <a:lnTo>
                  <a:pt x="2044700" y="1741932"/>
                </a:lnTo>
                <a:lnTo>
                  <a:pt x="2070100" y="1697736"/>
                </a:lnTo>
                <a:lnTo>
                  <a:pt x="2120900" y="1603248"/>
                </a:lnTo>
                <a:lnTo>
                  <a:pt x="2133600" y="1577340"/>
                </a:lnTo>
                <a:lnTo>
                  <a:pt x="2146300" y="1552956"/>
                </a:lnTo>
                <a:close/>
              </a:path>
              <a:path w="2235200" h="2235835">
                <a:moveTo>
                  <a:pt x="2184400" y="1450848"/>
                </a:moveTo>
                <a:lnTo>
                  <a:pt x="2184400" y="784860"/>
                </a:lnTo>
                <a:lnTo>
                  <a:pt x="2159000" y="733044"/>
                </a:lnTo>
                <a:lnTo>
                  <a:pt x="2146300" y="708660"/>
                </a:lnTo>
                <a:lnTo>
                  <a:pt x="2146300" y="1065276"/>
                </a:lnTo>
                <a:lnTo>
                  <a:pt x="2159000" y="1091184"/>
                </a:lnTo>
                <a:lnTo>
                  <a:pt x="2159000" y="1502664"/>
                </a:lnTo>
                <a:lnTo>
                  <a:pt x="2184400" y="1450848"/>
                </a:lnTo>
                <a:close/>
              </a:path>
              <a:path w="2235200" h="2235835">
                <a:moveTo>
                  <a:pt x="2159000" y="1502664"/>
                </a:moveTo>
                <a:lnTo>
                  <a:pt x="2159000" y="1146048"/>
                </a:lnTo>
                <a:lnTo>
                  <a:pt x="2146300" y="1171956"/>
                </a:lnTo>
                <a:lnTo>
                  <a:pt x="2146300" y="1527048"/>
                </a:lnTo>
                <a:lnTo>
                  <a:pt x="2159000" y="1502664"/>
                </a:lnTo>
                <a:close/>
              </a:path>
              <a:path w="2235200" h="2235835">
                <a:moveTo>
                  <a:pt x="2222500" y="1287780"/>
                </a:moveTo>
                <a:lnTo>
                  <a:pt x="2222500" y="975360"/>
                </a:lnTo>
                <a:lnTo>
                  <a:pt x="2209800" y="893064"/>
                </a:lnTo>
                <a:lnTo>
                  <a:pt x="2197100" y="838200"/>
                </a:lnTo>
                <a:lnTo>
                  <a:pt x="2184400" y="812292"/>
                </a:lnTo>
                <a:lnTo>
                  <a:pt x="2184400" y="1423416"/>
                </a:lnTo>
                <a:lnTo>
                  <a:pt x="2197100" y="1397508"/>
                </a:lnTo>
                <a:lnTo>
                  <a:pt x="2209800" y="1315212"/>
                </a:lnTo>
                <a:lnTo>
                  <a:pt x="2222500" y="1287780"/>
                </a:lnTo>
                <a:close/>
              </a:path>
              <a:path w="2235200" h="2235835">
                <a:moveTo>
                  <a:pt x="2235200" y="1146048"/>
                </a:moveTo>
                <a:lnTo>
                  <a:pt x="2235200" y="1089660"/>
                </a:lnTo>
                <a:lnTo>
                  <a:pt x="2222500" y="1031748"/>
                </a:lnTo>
                <a:lnTo>
                  <a:pt x="2222500" y="1203960"/>
                </a:lnTo>
                <a:lnTo>
                  <a:pt x="2235200" y="1146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89075" y="1771903"/>
            <a:ext cx="131318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shell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uniform </a:t>
            </a:r>
            <a:r>
              <a:rPr sz="2400" spc="-10" dirty="0">
                <a:latin typeface="Arial MT"/>
                <a:cs typeface="Arial MT"/>
              </a:rPr>
              <a:t>charge </a:t>
            </a: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51021" y="1854707"/>
            <a:ext cx="2630805" cy="2646045"/>
          </a:xfrm>
          <a:custGeom>
            <a:avLst/>
            <a:gdLst/>
            <a:ahLst/>
            <a:cxnLst/>
            <a:rect l="l" t="t" r="r" b="b"/>
            <a:pathLst>
              <a:path w="2630804" h="2646045">
                <a:moveTo>
                  <a:pt x="144780" y="1333500"/>
                </a:moveTo>
                <a:lnTo>
                  <a:pt x="88392" y="1333500"/>
                </a:lnTo>
                <a:lnTo>
                  <a:pt x="88392" y="1277112"/>
                </a:lnTo>
                <a:lnTo>
                  <a:pt x="59436" y="1277112"/>
                </a:lnTo>
                <a:lnTo>
                  <a:pt x="59436" y="1333500"/>
                </a:lnTo>
                <a:lnTo>
                  <a:pt x="0" y="1333500"/>
                </a:lnTo>
                <a:lnTo>
                  <a:pt x="0" y="1362456"/>
                </a:lnTo>
                <a:lnTo>
                  <a:pt x="59436" y="1362456"/>
                </a:lnTo>
                <a:lnTo>
                  <a:pt x="59436" y="1421892"/>
                </a:lnTo>
                <a:lnTo>
                  <a:pt x="88392" y="1421892"/>
                </a:lnTo>
                <a:lnTo>
                  <a:pt x="88392" y="1362456"/>
                </a:lnTo>
                <a:lnTo>
                  <a:pt x="144780" y="1362456"/>
                </a:lnTo>
                <a:lnTo>
                  <a:pt x="144780" y="1333500"/>
                </a:lnTo>
                <a:close/>
              </a:path>
              <a:path w="2630804" h="2646045">
                <a:moveTo>
                  <a:pt x="234696" y="1801368"/>
                </a:moveTo>
                <a:lnTo>
                  <a:pt x="178308" y="1801368"/>
                </a:lnTo>
                <a:lnTo>
                  <a:pt x="178308" y="1744980"/>
                </a:lnTo>
                <a:lnTo>
                  <a:pt x="150876" y="1744980"/>
                </a:lnTo>
                <a:lnTo>
                  <a:pt x="150876" y="1801368"/>
                </a:lnTo>
                <a:lnTo>
                  <a:pt x="91440" y="1801368"/>
                </a:lnTo>
                <a:lnTo>
                  <a:pt x="91440" y="1830324"/>
                </a:lnTo>
                <a:lnTo>
                  <a:pt x="150876" y="1830324"/>
                </a:lnTo>
                <a:lnTo>
                  <a:pt x="150876" y="1889760"/>
                </a:lnTo>
                <a:lnTo>
                  <a:pt x="178308" y="1889760"/>
                </a:lnTo>
                <a:lnTo>
                  <a:pt x="178308" y="1830324"/>
                </a:lnTo>
                <a:lnTo>
                  <a:pt x="234696" y="1830324"/>
                </a:lnTo>
                <a:lnTo>
                  <a:pt x="234696" y="1801368"/>
                </a:lnTo>
                <a:close/>
              </a:path>
              <a:path w="2630804" h="2646045">
                <a:moveTo>
                  <a:pt x="252984" y="829056"/>
                </a:moveTo>
                <a:lnTo>
                  <a:pt x="196596" y="829056"/>
                </a:lnTo>
                <a:lnTo>
                  <a:pt x="196596" y="769620"/>
                </a:lnTo>
                <a:lnTo>
                  <a:pt x="167640" y="769620"/>
                </a:lnTo>
                <a:lnTo>
                  <a:pt x="167640" y="829056"/>
                </a:lnTo>
                <a:lnTo>
                  <a:pt x="108204" y="829056"/>
                </a:lnTo>
                <a:lnTo>
                  <a:pt x="108204" y="856488"/>
                </a:lnTo>
                <a:lnTo>
                  <a:pt x="167640" y="856488"/>
                </a:lnTo>
                <a:lnTo>
                  <a:pt x="167640" y="912876"/>
                </a:lnTo>
                <a:lnTo>
                  <a:pt x="196596" y="912876"/>
                </a:lnTo>
                <a:lnTo>
                  <a:pt x="196596" y="856488"/>
                </a:lnTo>
                <a:lnTo>
                  <a:pt x="252984" y="856488"/>
                </a:lnTo>
                <a:lnTo>
                  <a:pt x="252984" y="829056"/>
                </a:lnTo>
                <a:close/>
              </a:path>
              <a:path w="2630804" h="2646045">
                <a:moveTo>
                  <a:pt x="524256" y="2197608"/>
                </a:moveTo>
                <a:lnTo>
                  <a:pt x="467868" y="2197608"/>
                </a:lnTo>
                <a:lnTo>
                  <a:pt x="467868" y="2141220"/>
                </a:lnTo>
                <a:lnTo>
                  <a:pt x="438912" y="2141220"/>
                </a:lnTo>
                <a:lnTo>
                  <a:pt x="438912" y="2197608"/>
                </a:lnTo>
                <a:lnTo>
                  <a:pt x="379476" y="2197608"/>
                </a:lnTo>
                <a:lnTo>
                  <a:pt x="379476" y="2225040"/>
                </a:lnTo>
                <a:lnTo>
                  <a:pt x="438912" y="2225040"/>
                </a:lnTo>
                <a:lnTo>
                  <a:pt x="438912" y="2284476"/>
                </a:lnTo>
                <a:lnTo>
                  <a:pt x="467868" y="2284476"/>
                </a:lnTo>
                <a:lnTo>
                  <a:pt x="467868" y="2225040"/>
                </a:lnTo>
                <a:lnTo>
                  <a:pt x="524256" y="2225040"/>
                </a:lnTo>
                <a:lnTo>
                  <a:pt x="524256" y="2197608"/>
                </a:lnTo>
                <a:close/>
              </a:path>
              <a:path w="2630804" h="2646045">
                <a:moveTo>
                  <a:pt x="541020" y="432816"/>
                </a:moveTo>
                <a:lnTo>
                  <a:pt x="484632" y="432816"/>
                </a:lnTo>
                <a:lnTo>
                  <a:pt x="484632" y="373380"/>
                </a:lnTo>
                <a:lnTo>
                  <a:pt x="457200" y="373380"/>
                </a:lnTo>
                <a:lnTo>
                  <a:pt x="457200" y="432816"/>
                </a:lnTo>
                <a:lnTo>
                  <a:pt x="397764" y="432816"/>
                </a:lnTo>
                <a:lnTo>
                  <a:pt x="397764" y="461772"/>
                </a:lnTo>
                <a:lnTo>
                  <a:pt x="457200" y="461772"/>
                </a:lnTo>
                <a:lnTo>
                  <a:pt x="457200" y="518160"/>
                </a:lnTo>
                <a:lnTo>
                  <a:pt x="484632" y="518160"/>
                </a:lnTo>
                <a:lnTo>
                  <a:pt x="484632" y="461772"/>
                </a:lnTo>
                <a:lnTo>
                  <a:pt x="541020" y="461772"/>
                </a:lnTo>
                <a:lnTo>
                  <a:pt x="541020" y="432816"/>
                </a:lnTo>
                <a:close/>
              </a:path>
              <a:path w="2630804" h="2646045">
                <a:moveTo>
                  <a:pt x="918972" y="2484120"/>
                </a:moveTo>
                <a:lnTo>
                  <a:pt x="862584" y="2484120"/>
                </a:lnTo>
                <a:lnTo>
                  <a:pt x="862584" y="2427732"/>
                </a:lnTo>
                <a:lnTo>
                  <a:pt x="835152" y="2427732"/>
                </a:lnTo>
                <a:lnTo>
                  <a:pt x="835152" y="2484120"/>
                </a:lnTo>
                <a:lnTo>
                  <a:pt x="775716" y="2484120"/>
                </a:lnTo>
                <a:lnTo>
                  <a:pt x="775716" y="2513076"/>
                </a:lnTo>
                <a:lnTo>
                  <a:pt x="835152" y="2513076"/>
                </a:lnTo>
                <a:lnTo>
                  <a:pt x="835152" y="2572512"/>
                </a:lnTo>
                <a:lnTo>
                  <a:pt x="862584" y="2572512"/>
                </a:lnTo>
                <a:lnTo>
                  <a:pt x="862584" y="2513076"/>
                </a:lnTo>
                <a:lnTo>
                  <a:pt x="918972" y="2513076"/>
                </a:lnTo>
                <a:lnTo>
                  <a:pt x="918972" y="2484120"/>
                </a:lnTo>
                <a:close/>
              </a:path>
              <a:path w="2630804" h="2646045">
                <a:moveTo>
                  <a:pt x="937260" y="146304"/>
                </a:moveTo>
                <a:lnTo>
                  <a:pt x="880872" y="146304"/>
                </a:lnTo>
                <a:lnTo>
                  <a:pt x="880872" y="86868"/>
                </a:lnTo>
                <a:lnTo>
                  <a:pt x="851916" y="86868"/>
                </a:lnTo>
                <a:lnTo>
                  <a:pt x="851916" y="146304"/>
                </a:lnTo>
                <a:lnTo>
                  <a:pt x="792480" y="146304"/>
                </a:lnTo>
                <a:lnTo>
                  <a:pt x="792480" y="175260"/>
                </a:lnTo>
                <a:lnTo>
                  <a:pt x="851916" y="175260"/>
                </a:lnTo>
                <a:lnTo>
                  <a:pt x="851916" y="231648"/>
                </a:lnTo>
                <a:lnTo>
                  <a:pt x="880872" y="231648"/>
                </a:lnTo>
                <a:lnTo>
                  <a:pt x="880872" y="175260"/>
                </a:lnTo>
                <a:lnTo>
                  <a:pt x="937260" y="175260"/>
                </a:lnTo>
                <a:lnTo>
                  <a:pt x="937260" y="146304"/>
                </a:lnTo>
                <a:close/>
              </a:path>
              <a:path w="2630804" h="2646045">
                <a:moveTo>
                  <a:pt x="1388364" y="2557272"/>
                </a:moveTo>
                <a:lnTo>
                  <a:pt x="1331976" y="2557272"/>
                </a:lnTo>
                <a:lnTo>
                  <a:pt x="1331976" y="2500884"/>
                </a:lnTo>
                <a:lnTo>
                  <a:pt x="1328928" y="2500884"/>
                </a:lnTo>
                <a:lnTo>
                  <a:pt x="1303020" y="2500884"/>
                </a:lnTo>
                <a:lnTo>
                  <a:pt x="1299972" y="2500884"/>
                </a:lnTo>
                <a:lnTo>
                  <a:pt x="1299972" y="2557272"/>
                </a:lnTo>
                <a:lnTo>
                  <a:pt x="1243584" y="2557272"/>
                </a:lnTo>
                <a:lnTo>
                  <a:pt x="1243584" y="2586228"/>
                </a:lnTo>
                <a:lnTo>
                  <a:pt x="1299972" y="2586228"/>
                </a:lnTo>
                <a:lnTo>
                  <a:pt x="1299972" y="2645664"/>
                </a:lnTo>
                <a:lnTo>
                  <a:pt x="1303020" y="2645664"/>
                </a:lnTo>
                <a:lnTo>
                  <a:pt x="1328928" y="2645664"/>
                </a:lnTo>
                <a:lnTo>
                  <a:pt x="1331976" y="2645664"/>
                </a:lnTo>
                <a:lnTo>
                  <a:pt x="1331976" y="2586228"/>
                </a:lnTo>
                <a:lnTo>
                  <a:pt x="1388364" y="2586228"/>
                </a:lnTo>
                <a:lnTo>
                  <a:pt x="1388364" y="2557272"/>
                </a:lnTo>
                <a:close/>
              </a:path>
              <a:path w="2630804" h="2646045">
                <a:moveTo>
                  <a:pt x="1405128" y="60960"/>
                </a:moveTo>
                <a:lnTo>
                  <a:pt x="1348740" y="60960"/>
                </a:lnTo>
                <a:lnTo>
                  <a:pt x="1348740" y="0"/>
                </a:lnTo>
                <a:lnTo>
                  <a:pt x="1319784" y="0"/>
                </a:lnTo>
                <a:lnTo>
                  <a:pt x="1319784" y="60960"/>
                </a:lnTo>
                <a:lnTo>
                  <a:pt x="1260348" y="60960"/>
                </a:lnTo>
                <a:lnTo>
                  <a:pt x="1260348" y="88392"/>
                </a:lnTo>
                <a:lnTo>
                  <a:pt x="1319784" y="88392"/>
                </a:lnTo>
                <a:lnTo>
                  <a:pt x="1319784" y="144780"/>
                </a:lnTo>
                <a:lnTo>
                  <a:pt x="1348740" y="144780"/>
                </a:lnTo>
                <a:lnTo>
                  <a:pt x="1348740" y="88392"/>
                </a:lnTo>
                <a:lnTo>
                  <a:pt x="1405128" y="88392"/>
                </a:lnTo>
                <a:lnTo>
                  <a:pt x="1405128" y="60960"/>
                </a:lnTo>
                <a:close/>
              </a:path>
              <a:path w="2630804" h="2646045">
                <a:moveTo>
                  <a:pt x="1856232" y="2484120"/>
                </a:moveTo>
                <a:lnTo>
                  <a:pt x="1796796" y="2484120"/>
                </a:lnTo>
                <a:lnTo>
                  <a:pt x="1796796" y="2427732"/>
                </a:lnTo>
                <a:lnTo>
                  <a:pt x="1767840" y="2427732"/>
                </a:lnTo>
                <a:lnTo>
                  <a:pt x="1767840" y="2484120"/>
                </a:lnTo>
                <a:lnTo>
                  <a:pt x="1711452" y="2484120"/>
                </a:lnTo>
                <a:lnTo>
                  <a:pt x="1711452" y="2513076"/>
                </a:lnTo>
                <a:lnTo>
                  <a:pt x="1767840" y="2513076"/>
                </a:lnTo>
                <a:lnTo>
                  <a:pt x="1767840" y="2572512"/>
                </a:lnTo>
                <a:lnTo>
                  <a:pt x="1796796" y="2572512"/>
                </a:lnTo>
                <a:lnTo>
                  <a:pt x="1796796" y="2513076"/>
                </a:lnTo>
                <a:lnTo>
                  <a:pt x="1856232" y="2513076"/>
                </a:lnTo>
                <a:lnTo>
                  <a:pt x="1856232" y="2484120"/>
                </a:lnTo>
                <a:close/>
              </a:path>
              <a:path w="2630804" h="2646045">
                <a:moveTo>
                  <a:pt x="1892808" y="164592"/>
                </a:moveTo>
                <a:lnTo>
                  <a:pt x="1833372" y="164592"/>
                </a:lnTo>
                <a:lnTo>
                  <a:pt x="1833372" y="105156"/>
                </a:lnTo>
                <a:lnTo>
                  <a:pt x="1804416" y="105156"/>
                </a:lnTo>
                <a:lnTo>
                  <a:pt x="1804416" y="164592"/>
                </a:lnTo>
                <a:lnTo>
                  <a:pt x="1748028" y="164592"/>
                </a:lnTo>
                <a:lnTo>
                  <a:pt x="1748028" y="193548"/>
                </a:lnTo>
                <a:lnTo>
                  <a:pt x="1804416" y="193548"/>
                </a:lnTo>
                <a:lnTo>
                  <a:pt x="1804416" y="249936"/>
                </a:lnTo>
                <a:lnTo>
                  <a:pt x="1833372" y="249936"/>
                </a:lnTo>
                <a:lnTo>
                  <a:pt x="1833372" y="193548"/>
                </a:lnTo>
                <a:lnTo>
                  <a:pt x="1892808" y="193548"/>
                </a:lnTo>
                <a:lnTo>
                  <a:pt x="1892808" y="164592"/>
                </a:lnTo>
                <a:close/>
              </a:path>
              <a:path w="2630804" h="2646045">
                <a:moveTo>
                  <a:pt x="2250948" y="2197608"/>
                </a:moveTo>
                <a:lnTo>
                  <a:pt x="2191512" y="2197608"/>
                </a:lnTo>
                <a:lnTo>
                  <a:pt x="2191512" y="2141220"/>
                </a:lnTo>
                <a:lnTo>
                  <a:pt x="2162556" y="2141220"/>
                </a:lnTo>
                <a:lnTo>
                  <a:pt x="2162556" y="2197608"/>
                </a:lnTo>
                <a:lnTo>
                  <a:pt x="2107692" y="2197608"/>
                </a:lnTo>
                <a:lnTo>
                  <a:pt x="2107692" y="2225040"/>
                </a:lnTo>
                <a:lnTo>
                  <a:pt x="2162556" y="2225040"/>
                </a:lnTo>
                <a:lnTo>
                  <a:pt x="2162556" y="2284476"/>
                </a:lnTo>
                <a:lnTo>
                  <a:pt x="2191512" y="2284476"/>
                </a:lnTo>
                <a:lnTo>
                  <a:pt x="2191512" y="2225040"/>
                </a:lnTo>
                <a:lnTo>
                  <a:pt x="2250948" y="2225040"/>
                </a:lnTo>
                <a:lnTo>
                  <a:pt x="2250948" y="2197608"/>
                </a:lnTo>
                <a:close/>
              </a:path>
              <a:path w="2630804" h="2646045">
                <a:moveTo>
                  <a:pt x="2287524" y="454152"/>
                </a:moveTo>
                <a:lnTo>
                  <a:pt x="2228088" y="454152"/>
                </a:lnTo>
                <a:lnTo>
                  <a:pt x="2228088" y="394716"/>
                </a:lnTo>
                <a:lnTo>
                  <a:pt x="2199132" y="394716"/>
                </a:lnTo>
                <a:lnTo>
                  <a:pt x="2199132" y="454152"/>
                </a:lnTo>
                <a:lnTo>
                  <a:pt x="2142744" y="454152"/>
                </a:lnTo>
                <a:lnTo>
                  <a:pt x="2142744" y="483108"/>
                </a:lnTo>
                <a:lnTo>
                  <a:pt x="2199132" y="483108"/>
                </a:lnTo>
                <a:lnTo>
                  <a:pt x="2199132" y="539496"/>
                </a:lnTo>
                <a:lnTo>
                  <a:pt x="2228088" y="539496"/>
                </a:lnTo>
                <a:lnTo>
                  <a:pt x="2228088" y="483108"/>
                </a:lnTo>
                <a:lnTo>
                  <a:pt x="2287524" y="483108"/>
                </a:lnTo>
                <a:lnTo>
                  <a:pt x="2287524" y="454152"/>
                </a:lnTo>
                <a:close/>
              </a:path>
              <a:path w="2630804" h="2646045">
                <a:moveTo>
                  <a:pt x="2540508" y="1801368"/>
                </a:moveTo>
                <a:lnTo>
                  <a:pt x="2481072" y="1801368"/>
                </a:lnTo>
                <a:lnTo>
                  <a:pt x="2481072" y="1744980"/>
                </a:lnTo>
                <a:lnTo>
                  <a:pt x="2452116" y="1744980"/>
                </a:lnTo>
                <a:lnTo>
                  <a:pt x="2452116" y="1801368"/>
                </a:lnTo>
                <a:lnTo>
                  <a:pt x="2395728" y="1801368"/>
                </a:lnTo>
                <a:lnTo>
                  <a:pt x="2395728" y="1830324"/>
                </a:lnTo>
                <a:lnTo>
                  <a:pt x="2452116" y="1830324"/>
                </a:lnTo>
                <a:lnTo>
                  <a:pt x="2452116" y="1889760"/>
                </a:lnTo>
                <a:lnTo>
                  <a:pt x="2481072" y="1889760"/>
                </a:lnTo>
                <a:lnTo>
                  <a:pt x="2481072" y="1830324"/>
                </a:lnTo>
                <a:lnTo>
                  <a:pt x="2540508" y="1830324"/>
                </a:lnTo>
                <a:lnTo>
                  <a:pt x="2540508" y="1801368"/>
                </a:lnTo>
                <a:close/>
              </a:path>
              <a:path w="2630804" h="2646045">
                <a:moveTo>
                  <a:pt x="2575560" y="848868"/>
                </a:moveTo>
                <a:lnTo>
                  <a:pt x="2516124" y="848868"/>
                </a:lnTo>
                <a:lnTo>
                  <a:pt x="2516124" y="789432"/>
                </a:lnTo>
                <a:lnTo>
                  <a:pt x="2487168" y="789432"/>
                </a:lnTo>
                <a:lnTo>
                  <a:pt x="2487168" y="848868"/>
                </a:lnTo>
                <a:lnTo>
                  <a:pt x="2430780" y="848868"/>
                </a:lnTo>
                <a:lnTo>
                  <a:pt x="2430780" y="877824"/>
                </a:lnTo>
                <a:lnTo>
                  <a:pt x="2487168" y="877824"/>
                </a:lnTo>
                <a:lnTo>
                  <a:pt x="2487168" y="934212"/>
                </a:lnTo>
                <a:lnTo>
                  <a:pt x="2516124" y="934212"/>
                </a:lnTo>
                <a:lnTo>
                  <a:pt x="2516124" y="877824"/>
                </a:lnTo>
                <a:lnTo>
                  <a:pt x="2575560" y="877824"/>
                </a:lnTo>
                <a:lnTo>
                  <a:pt x="2575560" y="848868"/>
                </a:lnTo>
                <a:close/>
              </a:path>
              <a:path w="2630804" h="2646045">
                <a:moveTo>
                  <a:pt x="2630424" y="1333500"/>
                </a:moveTo>
                <a:lnTo>
                  <a:pt x="2570988" y="1333500"/>
                </a:lnTo>
                <a:lnTo>
                  <a:pt x="2570988" y="1277112"/>
                </a:lnTo>
                <a:lnTo>
                  <a:pt x="2542032" y="1277112"/>
                </a:lnTo>
                <a:lnTo>
                  <a:pt x="2542032" y="1333500"/>
                </a:lnTo>
                <a:lnTo>
                  <a:pt x="2485644" y="1333500"/>
                </a:lnTo>
                <a:lnTo>
                  <a:pt x="2485644" y="1362456"/>
                </a:lnTo>
                <a:lnTo>
                  <a:pt x="2542032" y="1362456"/>
                </a:lnTo>
                <a:lnTo>
                  <a:pt x="2542032" y="1421892"/>
                </a:lnTo>
                <a:lnTo>
                  <a:pt x="2570988" y="1421892"/>
                </a:lnTo>
                <a:lnTo>
                  <a:pt x="2570988" y="1362456"/>
                </a:lnTo>
                <a:lnTo>
                  <a:pt x="2630424" y="1362456"/>
                </a:lnTo>
                <a:lnTo>
                  <a:pt x="2630424" y="1333500"/>
                </a:lnTo>
                <a:close/>
              </a:path>
            </a:pathLst>
          </a:custGeom>
          <a:solidFill>
            <a:srgbClr val="CC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80576" y="1500631"/>
            <a:ext cx="13322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Point charge </a:t>
            </a:r>
            <a:r>
              <a:rPr sz="2400" dirty="0">
                <a:latin typeface="Arial MT"/>
                <a:cs typeface="Arial MT"/>
              </a:rPr>
              <a:t>inside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shell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8565" y="2189988"/>
            <a:ext cx="1198245" cy="1125220"/>
          </a:xfrm>
          <a:custGeom>
            <a:avLst/>
            <a:gdLst/>
            <a:ahLst/>
            <a:cxnLst/>
            <a:rect l="l" t="t" r="r" b="b"/>
            <a:pathLst>
              <a:path w="1198245" h="1125220">
                <a:moveTo>
                  <a:pt x="1197863" y="1115567"/>
                </a:moveTo>
                <a:lnTo>
                  <a:pt x="9143" y="0"/>
                </a:lnTo>
                <a:lnTo>
                  <a:pt x="0" y="9143"/>
                </a:lnTo>
                <a:lnTo>
                  <a:pt x="1188719" y="1124711"/>
                </a:lnTo>
                <a:lnTo>
                  <a:pt x="1197863" y="11155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79257" y="4908293"/>
            <a:ext cx="7390130" cy="189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No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force</a:t>
            </a:r>
            <a:r>
              <a:rPr sz="24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on</a:t>
            </a:r>
            <a:r>
              <a:rPr sz="24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q</a:t>
            </a:r>
            <a:r>
              <a:rPr sz="2400" baseline="-20833" dirty="0">
                <a:solidFill>
                  <a:srgbClr val="FF3200"/>
                </a:solidFill>
                <a:latin typeface="Arial MT"/>
                <a:cs typeface="Arial MT"/>
              </a:rPr>
              <a:t>1</a:t>
            </a:r>
            <a:r>
              <a:rPr sz="2400" spc="262" baseline="-20833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from</a:t>
            </a:r>
            <a:r>
              <a:rPr sz="2400" spc="-5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400" spc="-3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shell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Arial MT"/>
              <a:cs typeface="Arial MT"/>
            </a:endParaRPr>
          </a:p>
          <a:p>
            <a:pPr marL="25400" marR="17780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inside</a:t>
            </a:r>
            <a:r>
              <a:rPr sz="2400" spc="-2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shell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uniform </a:t>
            </a:r>
            <a:r>
              <a:rPr sz="2400" dirty="0">
                <a:latin typeface="Arial MT"/>
                <a:cs typeface="Arial MT"/>
              </a:rPr>
              <a:t>charge,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electrostatic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shell.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32666" y="1431036"/>
            <a:ext cx="7190740" cy="4081779"/>
          </a:xfrm>
          <a:custGeom>
            <a:avLst/>
            <a:gdLst/>
            <a:ahLst/>
            <a:cxnLst/>
            <a:rect l="l" t="t" r="r" b="b"/>
            <a:pathLst>
              <a:path w="7190740" h="4081779">
                <a:moveTo>
                  <a:pt x="7190232" y="4081272"/>
                </a:moveTo>
                <a:lnTo>
                  <a:pt x="7190232" y="0"/>
                </a:lnTo>
                <a:lnTo>
                  <a:pt x="0" y="0"/>
                </a:lnTo>
                <a:lnTo>
                  <a:pt x="0" y="4081272"/>
                </a:lnTo>
                <a:lnTo>
                  <a:pt x="4572" y="4081272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7181088" y="9144"/>
                </a:lnTo>
                <a:lnTo>
                  <a:pt x="7181088" y="4572"/>
                </a:lnTo>
                <a:lnTo>
                  <a:pt x="7185660" y="9144"/>
                </a:lnTo>
                <a:lnTo>
                  <a:pt x="7185660" y="4081272"/>
                </a:lnTo>
                <a:lnTo>
                  <a:pt x="7190232" y="4081272"/>
                </a:lnTo>
                <a:close/>
              </a:path>
              <a:path w="7190740" h="4081779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7190740" h="4081779">
                <a:moveTo>
                  <a:pt x="9144" y="4072128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072128"/>
                </a:lnTo>
                <a:lnTo>
                  <a:pt x="9144" y="4072128"/>
                </a:lnTo>
                <a:close/>
              </a:path>
              <a:path w="7190740" h="4081779">
                <a:moveTo>
                  <a:pt x="7185660" y="4072128"/>
                </a:moveTo>
                <a:lnTo>
                  <a:pt x="4572" y="4072128"/>
                </a:lnTo>
                <a:lnTo>
                  <a:pt x="9144" y="4076700"/>
                </a:lnTo>
                <a:lnTo>
                  <a:pt x="9144" y="4081272"/>
                </a:lnTo>
                <a:lnTo>
                  <a:pt x="7181088" y="4081272"/>
                </a:lnTo>
                <a:lnTo>
                  <a:pt x="7181088" y="4076700"/>
                </a:lnTo>
                <a:lnTo>
                  <a:pt x="7185660" y="4072128"/>
                </a:lnTo>
                <a:close/>
              </a:path>
              <a:path w="7190740" h="4081779">
                <a:moveTo>
                  <a:pt x="9144" y="4081272"/>
                </a:moveTo>
                <a:lnTo>
                  <a:pt x="9144" y="4076700"/>
                </a:lnTo>
                <a:lnTo>
                  <a:pt x="4572" y="4072128"/>
                </a:lnTo>
                <a:lnTo>
                  <a:pt x="4572" y="4081272"/>
                </a:lnTo>
                <a:lnTo>
                  <a:pt x="9144" y="4081272"/>
                </a:lnTo>
                <a:close/>
              </a:path>
              <a:path w="7190740" h="4081779">
                <a:moveTo>
                  <a:pt x="7185660" y="9144"/>
                </a:moveTo>
                <a:lnTo>
                  <a:pt x="7181088" y="4572"/>
                </a:lnTo>
                <a:lnTo>
                  <a:pt x="7181088" y="9144"/>
                </a:lnTo>
                <a:lnTo>
                  <a:pt x="7185660" y="9144"/>
                </a:lnTo>
                <a:close/>
              </a:path>
              <a:path w="7190740" h="4081779">
                <a:moveTo>
                  <a:pt x="7185660" y="4072128"/>
                </a:moveTo>
                <a:lnTo>
                  <a:pt x="7185660" y="9144"/>
                </a:lnTo>
                <a:lnTo>
                  <a:pt x="7181088" y="9144"/>
                </a:lnTo>
                <a:lnTo>
                  <a:pt x="7181088" y="4072128"/>
                </a:lnTo>
                <a:lnTo>
                  <a:pt x="7185660" y="4072128"/>
                </a:lnTo>
                <a:close/>
              </a:path>
              <a:path w="7190740" h="4081779">
                <a:moveTo>
                  <a:pt x="7185660" y="4081272"/>
                </a:moveTo>
                <a:lnTo>
                  <a:pt x="7185660" y="4072128"/>
                </a:lnTo>
                <a:lnTo>
                  <a:pt x="7181088" y="4076700"/>
                </a:lnTo>
                <a:lnTo>
                  <a:pt x="7181088" y="4081272"/>
                </a:lnTo>
                <a:lnTo>
                  <a:pt x="7185660" y="4081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6012815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4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Coulomb's</a:t>
            </a:r>
            <a:r>
              <a:rPr spc="-25" dirty="0">
                <a:solidFill>
                  <a:srgbClr val="0000FF"/>
                </a:solidFill>
              </a:rPr>
              <a:t> Law</a:t>
            </a:r>
          </a:p>
          <a:p>
            <a:pPr marL="12700">
              <a:lnSpc>
                <a:spcPts val="2315"/>
              </a:lnSpc>
            </a:pPr>
            <a:r>
              <a:rPr dirty="0"/>
              <a:t>Point</a:t>
            </a:r>
            <a:r>
              <a:rPr spc="-40" dirty="0"/>
              <a:t> </a:t>
            </a:r>
            <a:r>
              <a:rPr dirty="0"/>
              <a:t>charge</a:t>
            </a:r>
            <a:r>
              <a:rPr spc="-20" dirty="0"/>
              <a:t> </a:t>
            </a:r>
            <a:r>
              <a:rPr dirty="0"/>
              <a:t>inside</a:t>
            </a:r>
            <a:r>
              <a:rPr spc="-3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shell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uniform</a:t>
            </a:r>
            <a:r>
              <a:rPr spc="-35" dirty="0"/>
              <a:t> </a:t>
            </a:r>
            <a:r>
              <a:rPr spc="-10" dirty="0"/>
              <a:t>charge</a:t>
            </a:r>
          </a:p>
        </p:txBody>
      </p:sp>
      <p:sp>
        <p:nvSpPr>
          <p:cNvPr id="13" name="object 13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52689" y="5676389"/>
            <a:ext cx="79749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excess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spherical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shell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made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conducting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material,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spreads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uniformly</a:t>
            </a:r>
            <a:r>
              <a:rPr sz="2400" spc="-5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surface.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45230" y="2645663"/>
            <a:ext cx="2630805" cy="2646045"/>
            <a:chOff x="6245230" y="2645663"/>
            <a:chExt cx="2630805" cy="2646045"/>
          </a:xfrm>
        </p:grpSpPr>
        <p:sp>
          <p:nvSpPr>
            <p:cNvPr id="5" name="object 5"/>
            <p:cNvSpPr/>
            <p:nvPr/>
          </p:nvSpPr>
          <p:spPr>
            <a:xfrm>
              <a:off x="6441826" y="2855976"/>
              <a:ext cx="2235200" cy="2235835"/>
            </a:xfrm>
            <a:custGeom>
              <a:avLst/>
              <a:gdLst/>
              <a:ahLst/>
              <a:cxnLst/>
              <a:rect l="l" t="t" r="r" b="b"/>
              <a:pathLst>
                <a:path w="2235200" h="2235835">
                  <a:moveTo>
                    <a:pt x="12700" y="1086612"/>
                  </a:moveTo>
                  <a:lnTo>
                    <a:pt x="12700" y="947928"/>
                  </a:lnTo>
                  <a:lnTo>
                    <a:pt x="0" y="976884"/>
                  </a:lnTo>
                  <a:lnTo>
                    <a:pt x="0" y="1093112"/>
                  </a:lnTo>
                  <a:lnTo>
                    <a:pt x="12700" y="1086612"/>
                  </a:lnTo>
                  <a:close/>
                </a:path>
                <a:path w="2235200" h="2235835">
                  <a:moveTo>
                    <a:pt x="38100" y="1082040"/>
                  </a:moveTo>
                  <a:lnTo>
                    <a:pt x="38100" y="1079968"/>
                  </a:lnTo>
                  <a:lnTo>
                    <a:pt x="25400" y="1080325"/>
                  </a:lnTo>
                  <a:lnTo>
                    <a:pt x="12700" y="1082682"/>
                  </a:lnTo>
                  <a:lnTo>
                    <a:pt x="12700" y="1086612"/>
                  </a:lnTo>
                  <a:lnTo>
                    <a:pt x="0" y="1093112"/>
                  </a:lnTo>
                  <a:lnTo>
                    <a:pt x="0" y="1117092"/>
                  </a:lnTo>
                  <a:lnTo>
                    <a:pt x="38100" y="1082040"/>
                  </a:lnTo>
                  <a:close/>
                </a:path>
                <a:path w="2235200" h="2235835">
                  <a:moveTo>
                    <a:pt x="76200" y="1063752"/>
                  </a:moveTo>
                  <a:lnTo>
                    <a:pt x="76200" y="708660"/>
                  </a:lnTo>
                  <a:lnTo>
                    <a:pt x="38100" y="786384"/>
                  </a:lnTo>
                  <a:lnTo>
                    <a:pt x="38100" y="1082040"/>
                  </a:lnTo>
                  <a:lnTo>
                    <a:pt x="0" y="1117092"/>
                  </a:lnTo>
                  <a:lnTo>
                    <a:pt x="0" y="1260348"/>
                  </a:lnTo>
                  <a:lnTo>
                    <a:pt x="12700" y="1289304"/>
                  </a:lnTo>
                  <a:lnTo>
                    <a:pt x="12700" y="1344168"/>
                  </a:lnTo>
                  <a:lnTo>
                    <a:pt x="25400" y="1371600"/>
                  </a:lnTo>
                  <a:lnTo>
                    <a:pt x="25400" y="1153668"/>
                  </a:lnTo>
                  <a:lnTo>
                    <a:pt x="63500" y="1117092"/>
                  </a:lnTo>
                  <a:lnTo>
                    <a:pt x="63500" y="1091184"/>
                  </a:lnTo>
                  <a:lnTo>
                    <a:pt x="76200" y="1063752"/>
                  </a:lnTo>
                  <a:close/>
                </a:path>
                <a:path w="2235200" h="2235835">
                  <a:moveTo>
                    <a:pt x="38100" y="1079968"/>
                  </a:moveTo>
                  <a:lnTo>
                    <a:pt x="38100" y="812292"/>
                  </a:lnTo>
                  <a:lnTo>
                    <a:pt x="25400" y="839724"/>
                  </a:lnTo>
                  <a:lnTo>
                    <a:pt x="25400" y="865632"/>
                  </a:lnTo>
                  <a:lnTo>
                    <a:pt x="12700" y="893064"/>
                  </a:lnTo>
                  <a:lnTo>
                    <a:pt x="12700" y="1082682"/>
                  </a:lnTo>
                  <a:lnTo>
                    <a:pt x="25400" y="1080325"/>
                  </a:lnTo>
                  <a:lnTo>
                    <a:pt x="38100" y="1079968"/>
                  </a:lnTo>
                  <a:close/>
                </a:path>
                <a:path w="2235200" h="2235835">
                  <a:moveTo>
                    <a:pt x="63500" y="1142833"/>
                  </a:moveTo>
                  <a:lnTo>
                    <a:pt x="63500" y="1117092"/>
                  </a:lnTo>
                  <a:lnTo>
                    <a:pt x="25400" y="1153668"/>
                  </a:lnTo>
                  <a:lnTo>
                    <a:pt x="25400" y="1155954"/>
                  </a:lnTo>
                  <a:lnTo>
                    <a:pt x="38100" y="1155954"/>
                  </a:lnTo>
                  <a:lnTo>
                    <a:pt x="50800" y="1153668"/>
                  </a:lnTo>
                  <a:lnTo>
                    <a:pt x="50800" y="1149096"/>
                  </a:lnTo>
                  <a:lnTo>
                    <a:pt x="63500" y="1142833"/>
                  </a:lnTo>
                  <a:close/>
                </a:path>
                <a:path w="2235200" h="2235835">
                  <a:moveTo>
                    <a:pt x="76200" y="1528572"/>
                  </a:moveTo>
                  <a:lnTo>
                    <a:pt x="76200" y="1170432"/>
                  </a:lnTo>
                  <a:lnTo>
                    <a:pt x="63500" y="1144524"/>
                  </a:lnTo>
                  <a:lnTo>
                    <a:pt x="63500" y="1142833"/>
                  </a:lnTo>
                  <a:lnTo>
                    <a:pt x="50800" y="1149096"/>
                  </a:lnTo>
                  <a:lnTo>
                    <a:pt x="50800" y="1153668"/>
                  </a:lnTo>
                  <a:lnTo>
                    <a:pt x="38100" y="1155954"/>
                  </a:lnTo>
                  <a:lnTo>
                    <a:pt x="25400" y="1155954"/>
                  </a:lnTo>
                  <a:lnTo>
                    <a:pt x="25400" y="1397508"/>
                  </a:lnTo>
                  <a:lnTo>
                    <a:pt x="38100" y="1424940"/>
                  </a:lnTo>
                  <a:lnTo>
                    <a:pt x="38100" y="1450848"/>
                  </a:lnTo>
                  <a:lnTo>
                    <a:pt x="76200" y="1528572"/>
                  </a:lnTo>
                  <a:close/>
                </a:path>
                <a:path w="2235200" h="2235835">
                  <a:moveTo>
                    <a:pt x="2209800" y="1315212"/>
                  </a:moveTo>
                  <a:lnTo>
                    <a:pt x="2209800" y="891540"/>
                  </a:lnTo>
                  <a:lnTo>
                    <a:pt x="2197100" y="865632"/>
                  </a:lnTo>
                  <a:lnTo>
                    <a:pt x="2197100" y="838200"/>
                  </a:lnTo>
                  <a:lnTo>
                    <a:pt x="2184400" y="810768"/>
                  </a:lnTo>
                  <a:lnTo>
                    <a:pt x="2184400" y="784860"/>
                  </a:lnTo>
                  <a:lnTo>
                    <a:pt x="2146300" y="707136"/>
                  </a:lnTo>
                  <a:lnTo>
                    <a:pt x="2133600" y="658368"/>
                  </a:lnTo>
                  <a:lnTo>
                    <a:pt x="2095500" y="583692"/>
                  </a:lnTo>
                  <a:lnTo>
                    <a:pt x="2070100" y="537972"/>
                  </a:lnTo>
                  <a:lnTo>
                    <a:pt x="2032000" y="492252"/>
                  </a:lnTo>
                  <a:lnTo>
                    <a:pt x="2006600" y="448056"/>
                  </a:lnTo>
                  <a:lnTo>
                    <a:pt x="1968500" y="406908"/>
                  </a:lnTo>
                  <a:lnTo>
                    <a:pt x="1943100" y="365760"/>
                  </a:lnTo>
                  <a:lnTo>
                    <a:pt x="1866900" y="289560"/>
                  </a:lnTo>
                  <a:lnTo>
                    <a:pt x="1816100" y="254508"/>
                  </a:lnTo>
                  <a:lnTo>
                    <a:pt x="1739900" y="190500"/>
                  </a:lnTo>
                  <a:lnTo>
                    <a:pt x="1689100" y="161544"/>
                  </a:lnTo>
                  <a:lnTo>
                    <a:pt x="1638300" y="135636"/>
                  </a:lnTo>
                  <a:lnTo>
                    <a:pt x="1574800" y="99060"/>
                  </a:lnTo>
                  <a:lnTo>
                    <a:pt x="1524000" y="77724"/>
                  </a:lnTo>
                  <a:lnTo>
                    <a:pt x="1447800" y="50292"/>
                  </a:lnTo>
                  <a:lnTo>
                    <a:pt x="1397000" y="35052"/>
                  </a:lnTo>
                  <a:lnTo>
                    <a:pt x="1333500" y="22860"/>
                  </a:lnTo>
                  <a:lnTo>
                    <a:pt x="1257300" y="9144"/>
                  </a:lnTo>
                  <a:lnTo>
                    <a:pt x="1219200" y="6096"/>
                  </a:lnTo>
                  <a:lnTo>
                    <a:pt x="1193800" y="3048"/>
                  </a:lnTo>
                  <a:lnTo>
                    <a:pt x="1168400" y="1524"/>
                  </a:lnTo>
                  <a:lnTo>
                    <a:pt x="1143000" y="1524"/>
                  </a:lnTo>
                  <a:lnTo>
                    <a:pt x="1104900" y="0"/>
                  </a:lnTo>
                  <a:lnTo>
                    <a:pt x="1079500" y="0"/>
                  </a:lnTo>
                  <a:lnTo>
                    <a:pt x="1028700" y="3048"/>
                  </a:lnTo>
                  <a:lnTo>
                    <a:pt x="990600" y="6096"/>
                  </a:lnTo>
                  <a:lnTo>
                    <a:pt x="965200" y="9144"/>
                  </a:lnTo>
                  <a:lnTo>
                    <a:pt x="889000" y="22860"/>
                  </a:lnTo>
                  <a:lnTo>
                    <a:pt x="863600" y="28956"/>
                  </a:lnTo>
                  <a:lnTo>
                    <a:pt x="825500" y="35052"/>
                  </a:lnTo>
                  <a:lnTo>
                    <a:pt x="774700" y="50292"/>
                  </a:lnTo>
                  <a:lnTo>
                    <a:pt x="698500" y="77724"/>
                  </a:lnTo>
                  <a:lnTo>
                    <a:pt x="647700" y="99060"/>
                  </a:lnTo>
                  <a:lnTo>
                    <a:pt x="571500" y="135636"/>
                  </a:lnTo>
                  <a:lnTo>
                    <a:pt x="533400" y="163068"/>
                  </a:lnTo>
                  <a:lnTo>
                    <a:pt x="482600" y="192024"/>
                  </a:lnTo>
                  <a:lnTo>
                    <a:pt x="444500" y="222504"/>
                  </a:lnTo>
                  <a:lnTo>
                    <a:pt x="406400" y="256032"/>
                  </a:lnTo>
                  <a:lnTo>
                    <a:pt x="355600" y="291084"/>
                  </a:lnTo>
                  <a:lnTo>
                    <a:pt x="317500" y="327660"/>
                  </a:lnTo>
                  <a:lnTo>
                    <a:pt x="279400" y="367284"/>
                  </a:lnTo>
                  <a:lnTo>
                    <a:pt x="254000" y="408432"/>
                  </a:lnTo>
                  <a:lnTo>
                    <a:pt x="215900" y="449580"/>
                  </a:lnTo>
                  <a:lnTo>
                    <a:pt x="177800" y="493776"/>
                  </a:lnTo>
                  <a:lnTo>
                    <a:pt x="152400" y="539496"/>
                  </a:lnTo>
                  <a:lnTo>
                    <a:pt x="101600" y="633984"/>
                  </a:lnTo>
                  <a:lnTo>
                    <a:pt x="76200" y="682752"/>
                  </a:lnTo>
                  <a:lnTo>
                    <a:pt x="76200" y="958596"/>
                  </a:lnTo>
                  <a:lnTo>
                    <a:pt x="88900" y="932688"/>
                  </a:lnTo>
                  <a:lnTo>
                    <a:pt x="88900" y="908304"/>
                  </a:lnTo>
                  <a:lnTo>
                    <a:pt x="101600" y="882396"/>
                  </a:lnTo>
                  <a:lnTo>
                    <a:pt x="101600" y="858012"/>
                  </a:lnTo>
                  <a:lnTo>
                    <a:pt x="114300" y="832104"/>
                  </a:lnTo>
                  <a:lnTo>
                    <a:pt x="127000" y="783336"/>
                  </a:lnTo>
                  <a:lnTo>
                    <a:pt x="139700" y="758952"/>
                  </a:lnTo>
                  <a:lnTo>
                    <a:pt x="139700" y="736092"/>
                  </a:lnTo>
                  <a:lnTo>
                    <a:pt x="152400" y="711708"/>
                  </a:lnTo>
                  <a:lnTo>
                    <a:pt x="177800" y="665988"/>
                  </a:lnTo>
                  <a:lnTo>
                    <a:pt x="190500" y="620268"/>
                  </a:lnTo>
                  <a:lnTo>
                    <a:pt x="215900" y="577596"/>
                  </a:lnTo>
                  <a:lnTo>
                    <a:pt x="254000" y="534924"/>
                  </a:lnTo>
                  <a:lnTo>
                    <a:pt x="279400" y="493776"/>
                  </a:lnTo>
                  <a:lnTo>
                    <a:pt x="342900" y="417576"/>
                  </a:lnTo>
                  <a:lnTo>
                    <a:pt x="381000" y="381000"/>
                  </a:lnTo>
                  <a:lnTo>
                    <a:pt x="406400" y="345948"/>
                  </a:lnTo>
                  <a:lnTo>
                    <a:pt x="444500" y="313944"/>
                  </a:lnTo>
                  <a:lnTo>
                    <a:pt x="482600" y="283464"/>
                  </a:lnTo>
                  <a:lnTo>
                    <a:pt x="533400" y="254508"/>
                  </a:lnTo>
                  <a:lnTo>
                    <a:pt x="571500" y="227076"/>
                  </a:lnTo>
                  <a:lnTo>
                    <a:pt x="609600" y="201168"/>
                  </a:lnTo>
                  <a:lnTo>
                    <a:pt x="660400" y="178308"/>
                  </a:lnTo>
                  <a:lnTo>
                    <a:pt x="685800" y="167640"/>
                  </a:lnTo>
                  <a:lnTo>
                    <a:pt x="711200" y="158496"/>
                  </a:lnTo>
                  <a:lnTo>
                    <a:pt x="723900" y="147828"/>
                  </a:lnTo>
                  <a:lnTo>
                    <a:pt x="825500" y="115824"/>
                  </a:lnTo>
                  <a:lnTo>
                    <a:pt x="901700" y="97536"/>
                  </a:lnTo>
                  <a:lnTo>
                    <a:pt x="952500" y="88392"/>
                  </a:lnTo>
                  <a:lnTo>
                    <a:pt x="1028700" y="79248"/>
                  </a:lnTo>
                  <a:lnTo>
                    <a:pt x="1079500" y="76200"/>
                  </a:lnTo>
                  <a:lnTo>
                    <a:pt x="1117600" y="76200"/>
                  </a:lnTo>
                  <a:lnTo>
                    <a:pt x="1143000" y="77724"/>
                  </a:lnTo>
                  <a:lnTo>
                    <a:pt x="1168400" y="77724"/>
                  </a:lnTo>
                  <a:lnTo>
                    <a:pt x="1270000" y="88392"/>
                  </a:lnTo>
                  <a:lnTo>
                    <a:pt x="1320800" y="97536"/>
                  </a:lnTo>
                  <a:lnTo>
                    <a:pt x="1397000" y="115824"/>
                  </a:lnTo>
                  <a:lnTo>
                    <a:pt x="1447800" y="131064"/>
                  </a:lnTo>
                  <a:lnTo>
                    <a:pt x="1498600" y="149352"/>
                  </a:lnTo>
                  <a:lnTo>
                    <a:pt x="1511300" y="158496"/>
                  </a:lnTo>
                  <a:lnTo>
                    <a:pt x="1562100" y="179832"/>
                  </a:lnTo>
                  <a:lnTo>
                    <a:pt x="1612900" y="202692"/>
                  </a:lnTo>
                  <a:lnTo>
                    <a:pt x="1651000" y="227076"/>
                  </a:lnTo>
                  <a:lnTo>
                    <a:pt x="1689100" y="254508"/>
                  </a:lnTo>
                  <a:lnTo>
                    <a:pt x="1739900" y="283464"/>
                  </a:lnTo>
                  <a:lnTo>
                    <a:pt x="1816100" y="347472"/>
                  </a:lnTo>
                  <a:lnTo>
                    <a:pt x="1854200" y="382524"/>
                  </a:lnTo>
                  <a:lnTo>
                    <a:pt x="1879600" y="419100"/>
                  </a:lnTo>
                  <a:lnTo>
                    <a:pt x="1917700" y="455676"/>
                  </a:lnTo>
                  <a:lnTo>
                    <a:pt x="1943100" y="495300"/>
                  </a:lnTo>
                  <a:lnTo>
                    <a:pt x="1968500" y="536448"/>
                  </a:lnTo>
                  <a:lnTo>
                    <a:pt x="2006600" y="579120"/>
                  </a:lnTo>
                  <a:lnTo>
                    <a:pt x="2032000" y="621792"/>
                  </a:lnTo>
                  <a:lnTo>
                    <a:pt x="2044700" y="667512"/>
                  </a:lnTo>
                  <a:lnTo>
                    <a:pt x="2082800" y="736092"/>
                  </a:lnTo>
                  <a:lnTo>
                    <a:pt x="2082800" y="760476"/>
                  </a:lnTo>
                  <a:lnTo>
                    <a:pt x="2095500" y="784860"/>
                  </a:lnTo>
                  <a:lnTo>
                    <a:pt x="2120900" y="882396"/>
                  </a:lnTo>
                  <a:lnTo>
                    <a:pt x="2133600" y="908304"/>
                  </a:lnTo>
                  <a:lnTo>
                    <a:pt x="2146300" y="960120"/>
                  </a:lnTo>
                  <a:lnTo>
                    <a:pt x="2146300" y="1091184"/>
                  </a:lnTo>
                  <a:lnTo>
                    <a:pt x="2159000" y="1118616"/>
                  </a:lnTo>
                  <a:lnTo>
                    <a:pt x="2159000" y="1502664"/>
                  </a:lnTo>
                  <a:lnTo>
                    <a:pt x="2171700" y="1475232"/>
                  </a:lnTo>
                  <a:lnTo>
                    <a:pt x="2197100" y="1397508"/>
                  </a:lnTo>
                  <a:lnTo>
                    <a:pt x="2209800" y="1315212"/>
                  </a:lnTo>
                  <a:close/>
                </a:path>
                <a:path w="2235200" h="2235835">
                  <a:moveTo>
                    <a:pt x="2146300" y="1552956"/>
                  </a:moveTo>
                  <a:lnTo>
                    <a:pt x="2146300" y="1277112"/>
                  </a:lnTo>
                  <a:lnTo>
                    <a:pt x="2133600" y="1328928"/>
                  </a:lnTo>
                  <a:lnTo>
                    <a:pt x="2120900" y="1353312"/>
                  </a:lnTo>
                  <a:lnTo>
                    <a:pt x="2120900" y="1379220"/>
                  </a:lnTo>
                  <a:lnTo>
                    <a:pt x="2108200" y="1403604"/>
                  </a:lnTo>
                  <a:lnTo>
                    <a:pt x="2095500" y="1452372"/>
                  </a:lnTo>
                  <a:lnTo>
                    <a:pt x="2082800" y="1476756"/>
                  </a:lnTo>
                  <a:lnTo>
                    <a:pt x="2082800" y="1499616"/>
                  </a:lnTo>
                  <a:lnTo>
                    <a:pt x="2070100" y="1524000"/>
                  </a:lnTo>
                  <a:lnTo>
                    <a:pt x="2044700" y="1569720"/>
                  </a:lnTo>
                  <a:lnTo>
                    <a:pt x="2032000" y="1615440"/>
                  </a:lnTo>
                  <a:lnTo>
                    <a:pt x="2006600" y="1658112"/>
                  </a:lnTo>
                  <a:lnTo>
                    <a:pt x="1968500" y="1700784"/>
                  </a:lnTo>
                  <a:lnTo>
                    <a:pt x="1943100" y="1741932"/>
                  </a:lnTo>
                  <a:lnTo>
                    <a:pt x="1917700" y="1781556"/>
                  </a:lnTo>
                  <a:lnTo>
                    <a:pt x="1879600" y="1819656"/>
                  </a:lnTo>
                  <a:lnTo>
                    <a:pt x="1816100" y="1889760"/>
                  </a:lnTo>
                  <a:lnTo>
                    <a:pt x="1739900" y="1953768"/>
                  </a:lnTo>
                  <a:lnTo>
                    <a:pt x="1689100" y="1981200"/>
                  </a:lnTo>
                  <a:lnTo>
                    <a:pt x="1651000" y="2008632"/>
                  </a:lnTo>
                  <a:lnTo>
                    <a:pt x="1612900" y="2034540"/>
                  </a:lnTo>
                  <a:lnTo>
                    <a:pt x="1536700" y="2068068"/>
                  </a:lnTo>
                  <a:lnTo>
                    <a:pt x="1511300" y="2077212"/>
                  </a:lnTo>
                  <a:lnTo>
                    <a:pt x="1498600" y="2087880"/>
                  </a:lnTo>
                  <a:lnTo>
                    <a:pt x="1473200" y="2095500"/>
                  </a:lnTo>
                  <a:lnTo>
                    <a:pt x="1447800" y="2104644"/>
                  </a:lnTo>
                  <a:lnTo>
                    <a:pt x="1397000" y="2119884"/>
                  </a:lnTo>
                  <a:lnTo>
                    <a:pt x="1320800" y="2138172"/>
                  </a:lnTo>
                  <a:lnTo>
                    <a:pt x="1270000" y="2147316"/>
                  </a:lnTo>
                  <a:lnTo>
                    <a:pt x="1193800" y="2156460"/>
                  </a:lnTo>
                  <a:lnTo>
                    <a:pt x="1168400" y="2157984"/>
                  </a:lnTo>
                  <a:lnTo>
                    <a:pt x="1143000" y="2157984"/>
                  </a:lnTo>
                  <a:lnTo>
                    <a:pt x="1104900" y="2159508"/>
                  </a:lnTo>
                  <a:lnTo>
                    <a:pt x="1079500" y="2159508"/>
                  </a:lnTo>
                  <a:lnTo>
                    <a:pt x="1028700" y="2156460"/>
                  </a:lnTo>
                  <a:lnTo>
                    <a:pt x="952500" y="2147316"/>
                  </a:lnTo>
                  <a:lnTo>
                    <a:pt x="901700" y="2138172"/>
                  </a:lnTo>
                  <a:lnTo>
                    <a:pt x="825500" y="2119884"/>
                  </a:lnTo>
                  <a:lnTo>
                    <a:pt x="774700" y="2104644"/>
                  </a:lnTo>
                  <a:lnTo>
                    <a:pt x="723900" y="2086356"/>
                  </a:lnTo>
                  <a:lnTo>
                    <a:pt x="711200" y="2077212"/>
                  </a:lnTo>
                  <a:lnTo>
                    <a:pt x="660400" y="2055876"/>
                  </a:lnTo>
                  <a:lnTo>
                    <a:pt x="609600" y="2033016"/>
                  </a:lnTo>
                  <a:lnTo>
                    <a:pt x="571500" y="2008632"/>
                  </a:lnTo>
                  <a:lnTo>
                    <a:pt x="533400" y="1981200"/>
                  </a:lnTo>
                  <a:lnTo>
                    <a:pt x="482600" y="1952244"/>
                  </a:lnTo>
                  <a:lnTo>
                    <a:pt x="444500" y="1921764"/>
                  </a:lnTo>
                  <a:lnTo>
                    <a:pt x="406400" y="1888236"/>
                  </a:lnTo>
                  <a:lnTo>
                    <a:pt x="368300" y="1853184"/>
                  </a:lnTo>
                  <a:lnTo>
                    <a:pt x="342900" y="1818132"/>
                  </a:lnTo>
                  <a:lnTo>
                    <a:pt x="304800" y="1780032"/>
                  </a:lnTo>
                  <a:lnTo>
                    <a:pt x="279400" y="1740408"/>
                  </a:lnTo>
                  <a:lnTo>
                    <a:pt x="254000" y="1699260"/>
                  </a:lnTo>
                  <a:lnTo>
                    <a:pt x="215900" y="1656588"/>
                  </a:lnTo>
                  <a:lnTo>
                    <a:pt x="190500" y="1613916"/>
                  </a:lnTo>
                  <a:lnTo>
                    <a:pt x="177800" y="1568196"/>
                  </a:lnTo>
                  <a:lnTo>
                    <a:pt x="139700" y="1499616"/>
                  </a:lnTo>
                  <a:lnTo>
                    <a:pt x="127000" y="1475232"/>
                  </a:lnTo>
                  <a:lnTo>
                    <a:pt x="127000" y="1450848"/>
                  </a:lnTo>
                  <a:lnTo>
                    <a:pt x="114300" y="1427988"/>
                  </a:lnTo>
                  <a:lnTo>
                    <a:pt x="114300" y="1402080"/>
                  </a:lnTo>
                  <a:lnTo>
                    <a:pt x="101600" y="1377696"/>
                  </a:lnTo>
                  <a:lnTo>
                    <a:pt x="101600" y="1353312"/>
                  </a:lnTo>
                  <a:lnTo>
                    <a:pt x="76200" y="1275588"/>
                  </a:lnTo>
                  <a:lnTo>
                    <a:pt x="76200" y="1552956"/>
                  </a:lnTo>
                  <a:lnTo>
                    <a:pt x="88900" y="1578864"/>
                  </a:lnTo>
                  <a:lnTo>
                    <a:pt x="127000" y="1652016"/>
                  </a:lnTo>
                  <a:lnTo>
                    <a:pt x="152400" y="1697736"/>
                  </a:lnTo>
                  <a:lnTo>
                    <a:pt x="190500" y="1743456"/>
                  </a:lnTo>
                  <a:lnTo>
                    <a:pt x="215900" y="1787652"/>
                  </a:lnTo>
                  <a:lnTo>
                    <a:pt x="254000" y="1830324"/>
                  </a:lnTo>
                  <a:lnTo>
                    <a:pt x="279400" y="1869948"/>
                  </a:lnTo>
                  <a:lnTo>
                    <a:pt x="317500" y="1909572"/>
                  </a:lnTo>
                  <a:lnTo>
                    <a:pt x="355600" y="1946148"/>
                  </a:lnTo>
                  <a:lnTo>
                    <a:pt x="406400" y="1981200"/>
                  </a:lnTo>
                  <a:lnTo>
                    <a:pt x="444500" y="2014728"/>
                  </a:lnTo>
                  <a:lnTo>
                    <a:pt x="482600" y="2045208"/>
                  </a:lnTo>
                  <a:lnTo>
                    <a:pt x="533400" y="2074164"/>
                  </a:lnTo>
                  <a:lnTo>
                    <a:pt x="584200" y="2101596"/>
                  </a:lnTo>
                  <a:lnTo>
                    <a:pt x="622300" y="2125980"/>
                  </a:lnTo>
                  <a:lnTo>
                    <a:pt x="723900" y="2168652"/>
                  </a:lnTo>
                  <a:lnTo>
                    <a:pt x="749300" y="2177796"/>
                  </a:lnTo>
                  <a:lnTo>
                    <a:pt x="800100" y="2193036"/>
                  </a:lnTo>
                  <a:lnTo>
                    <a:pt x="838200" y="2200656"/>
                  </a:lnTo>
                  <a:lnTo>
                    <a:pt x="914400" y="2218944"/>
                  </a:lnTo>
                  <a:lnTo>
                    <a:pt x="939800" y="2223516"/>
                  </a:lnTo>
                  <a:lnTo>
                    <a:pt x="965200" y="2226564"/>
                  </a:lnTo>
                  <a:lnTo>
                    <a:pt x="1003300" y="2229612"/>
                  </a:lnTo>
                  <a:lnTo>
                    <a:pt x="1028700" y="2232660"/>
                  </a:lnTo>
                  <a:lnTo>
                    <a:pt x="1079500" y="2235708"/>
                  </a:lnTo>
                  <a:lnTo>
                    <a:pt x="1117600" y="2235708"/>
                  </a:lnTo>
                  <a:lnTo>
                    <a:pt x="1143000" y="2234184"/>
                  </a:lnTo>
                  <a:lnTo>
                    <a:pt x="1168400" y="2234184"/>
                  </a:lnTo>
                  <a:lnTo>
                    <a:pt x="1231900" y="2229612"/>
                  </a:lnTo>
                  <a:lnTo>
                    <a:pt x="1333500" y="2212848"/>
                  </a:lnTo>
                  <a:lnTo>
                    <a:pt x="1358900" y="2206752"/>
                  </a:lnTo>
                  <a:lnTo>
                    <a:pt x="1397000" y="2200656"/>
                  </a:lnTo>
                  <a:lnTo>
                    <a:pt x="1447800" y="2185416"/>
                  </a:lnTo>
                  <a:lnTo>
                    <a:pt x="1524000" y="2157984"/>
                  </a:lnTo>
                  <a:lnTo>
                    <a:pt x="1574800" y="2136648"/>
                  </a:lnTo>
                  <a:lnTo>
                    <a:pt x="1651000" y="2100072"/>
                  </a:lnTo>
                  <a:lnTo>
                    <a:pt x="1689100" y="2072640"/>
                  </a:lnTo>
                  <a:lnTo>
                    <a:pt x="1739900" y="2043684"/>
                  </a:lnTo>
                  <a:lnTo>
                    <a:pt x="1778000" y="2013204"/>
                  </a:lnTo>
                  <a:lnTo>
                    <a:pt x="1828800" y="1979676"/>
                  </a:lnTo>
                  <a:lnTo>
                    <a:pt x="1866900" y="1944624"/>
                  </a:lnTo>
                  <a:lnTo>
                    <a:pt x="1905000" y="1908048"/>
                  </a:lnTo>
                  <a:lnTo>
                    <a:pt x="1943100" y="1868424"/>
                  </a:lnTo>
                  <a:lnTo>
                    <a:pt x="1968500" y="1828800"/>
                  </a:lnTo>
                  <a:lnTo>
                    <a:pt x="2006600" y="1786128"/>
                  </a:lnTo>
                  <a:lnTo>
                    <a:pt x="2044700" y="1741932"/>
                  </a:lnTo>
                  <a:lnTo>
                    <a:pt x="2095500" y="1650492"/>
                  </a:lnTo>
                  <a:lnTo>
                    <a:pt x="2146300" y="1552956"/>
                  </a:lnTo>
                  <a:close/>
                </a:path>
                <a:path w="2235200" h="2235835">
                  <a:moveTo>
                    <a:pt x="2159000" y="1502664"/>
                  </a:moveTo>
                  <a:lnTo>
                    <a:pt x="2159000" y="1146048"/>
                  </a:lnTo>
                  <a:lnTo>
                    <a:pt x="2146300" y="1171956"/>
                  </a:lnTo>
                  <a:lnTo>
                    <a:pt x="2146300" y="1527048"/>
                  </a:lnTo>
                  <a:lnTo>
                    <a:pt x="2159000" y="1502664"/>
                  </a:lnTo>
                  <a:close/>
                </a:path>
                <a:path w="2235200" h="2235835">
                  <a:moveTo>
                    <a:pt x="2222500" y="1260348"/>
                  </a:moveTo>
                  <a:lnTo>
                    <a:pt x="2222500" y="975360"/>
                  </a:lnTo>
                  <a:lnTo>
                    <a:pt x="2209800" y="947928"/>
                  </a:lnTo>
                  <a:lnTo>
                    <a:pt x="2209800" y="1287780"/>
                  </a:lnTo>
                  <a:lnTo>
                    <a:pt x="2222500" y="1260348"/>
                  </a:lnTo>
                  <a:close/>
                </a:path>
                <a:path w="2235200" h="2235835">
                  <a:moveTo>
                    <a:pt x="2235200" y="1146048"/>
                  </a:moveTo>
                  <a:lnTo>
                    <a:pt x="2235200" y="1117092"/>
                  </a:lnTo>
                  <a:lnTo>
                    <a:pt x="2222500" y="1088136"/>
                  </a:lnTo>
                  <a:lnTo>
                    <a:pt x="2222500" y="1203960"/>
                  </a:lnTo>
                  <a:lnTo>
                    <a:pt x="2235200" y="114604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5225" y="2645663"/>
              <a:ext cx="2630805" cy="2646045"/>
            </a:xfrm>
            <a:custGeom>
              <a:avLst/>
              <a:gdLst/>
              <a:ahLst/>
              <a:cxnLst/>
              <a:rect l="l" t="t" r="r" b="b"/>
              <a:pathLst>
                <a:path w="2630804" h="2646045">
                  <a:moveTo>
                    <a:pt x="144780" y="1333500"/>
                  </a:moveTo>
                  <a:lnTo>
                    <a:pt x="88392" y="1333500"/>
                  </a:lnTo>
                  <a:lnTo>
                    <a:pt x="88392" y="1277112"/>
                  </a:lnTo>
                  <a:lnTo>
                    <a:pt x="59436" y="1277112"/>
                  </a:lnTo>
                  <a:lnTo>
                    <a:pt x="59436" y="1333500"/>
                  </a:lnTo>
                  <a:lnTo>
                    <a:pt x="0" y="1333500"/>
                  </a:lnTo>
                  <a:lnTo>
                    <a:pt x="0" y="1360932"/>
                  </a:lnTo>
                  <a:lnTo>
                    <a:pt x="59436" y="1360932"/>
                  </a:lnTo>
                  <a:lnTo>
                    <a:pt x="59436" y="1421892"/>
                  </a:lnTo>
                  <a:lnTo>
                    <a:pt x="88392" y="1421892"/>
                  </a:lnTo>
                  <a:lnTo>
                    <a:pt x="88392" y="1360932"/>
                  </a:lnTo>
                  <a:lnTo>
                    <a:pt x="144780" y="1360932"/>
                  </a:lnTo>
                  <a:lnTo>
                    <a:pt x="144780" y="1333500"/>
                  </a:lnTo>
                  <a:close/>
                </a:path>
                <a:path w="2630804" h="2646045">
                  <a:moveTo>
                    <a:pt x="234696" y="1801368"/>
                  </a:moveTo>
                  <a:lnTo>
                    <a:pt x="178308" y="1801368"/>
                  </a:lnTo>
                  <a:lnTo>
                    <a:pt x="178308" y="1744980"/>
                  </a:lnTo>
                  <a:lnTo>
                    <a:pt x="149352" y="1744980"/>
                  </a:lnTo>
                  <a:lnTo>
                    <a:pt x="149352" y="1801368"/>
                  </a:lnTo>
                  <a:lnTo>
                    <a:pt x="89916" y="1801368"/>
                  </a:lnTo>
                  <a:lnTo>
                    <a:pt x="89916" y="1830324"/>
                  </a:lnTo>
                  <a:lnTo>
                    <a:pt x="149352" y="1830324"/>
                  </a:lnTo>
                  <a:lnTo>
                    <a:pt x="149352" y="1889760"/>
                  </a:lnTo>
                  <a:lnTo>
                    <a:pt x="178308" y="1889760"/>
                  </a:lnTo>
                  <a:lnTo>
                    <a:pt x="178308" y="1830324"/>
                  </a:lnTo>
                  <a:lnTo>
                    <a:pt x="234696" y="1830324"/>
                  </a:lnTo>
                  <a:lnTo>
                    <a:pt x="234696" y="1801368"/>
                  </a:lnTo>
                  <a:close/>
                </a:path>
                <a:path w="2630804" h="2646045">
                  <a:moveTo>
                    <a:pt x="252984" y="827532"/>
                  </a:moveTo>
                  <a:lnTo>
                    <a:pt x="196596" y="827532"/>
                  </a:lnTo>
                  <a:lnTo>
                    <a:pt x="196596" y="768096"/>
                  </a:lnTo>
                  <a:lnTo>
                    <a:pt x="167640" y="768096"/>
                  </a:lnTo>
                  <a:lnTo>
                    <a:pt x="167640" y="827532"/>
                  </a:lnTo>
                  <a:lnTo>
                    <a:pt x="108204" y="827532"/>
                  </a:lnTo>
                  <a:lnTo>
                    <a:pt x="108204" y="856488"/>
                  </a:lnTo>
                  <a:lnTo>
                    <a:pt x="167640" y="856488"/>
                  </a:lnTo>
                  <a:lnTo>
                    <a:pt x="167640" y="912876"/>
                  </a:lnTo>
                  <a:lnTo>
                    <a:pt x="196596" y="912876"/>
                  </a:lnTo>
                  <a:lnTo>
                    <a:pt x="196596" y="856488"/>
                  </a:lnTo>
                  <a:lnTo>
                    <a:pt x="252984" y="856488"/>
                  </a:lnTo>
                  <a:lnTo>
                    <a:pt x="252984" y="827532"/>
                  </a:lnTo>
                  <a:close/>
                </a:path>
                <a:path w="2630804" h="2646045">
                  <a:moveTo>
                    <a:pt x="524256" y="2196084"/>
                  </a:moveTo>
                  <a:lnTo>
                    <a:pt x="467868" y="2196084"/>
                  </a:lnTo>
                  <a:lnTo>
                    <a:pt x="467868" y="2139696"/>
                  </a:lnTo>
                  <a:lnTo>
                    <a:pt x="438912" y="2139696"/>
                  </a:lnTo>
                  <a:lnTo>
                    <a:pt x="438912" y="2196084"/>
                  </a:lnTo>
                  <a:lnTo>
                    <a:pt x="379476" y="2196084"/>
                  </a:lnTo>
                  <a:lnTo>
                    <a:pt x="379476" y="2225040"/>
                  </a:lnTo>
                  <a:lnTo>
                    <a:pt x="438912" y="2225040"/>
                  </a:lnTo>
                  <a:lnTo>
                    <a:pt x="438912" y="2284476"/>
                  </a:lnTo>
                  <a:lnTo>
                    <a:pt x="467868" y="2284476"/>
                  </a:lnTo>
                  <a:lnTo>
                    <a:pt x="467868" y="2225040"/>
                  </a:lnTo>
                  <a:lnTo>
                    <a:pt x="524256" y="2225040"/>
                  </a:lnTo>
                  <a:lnTo>
                    <a:pt x="524256" y="2196084"/>
                  </a:lnTo>
                  <a:close/>
                </a:path>
                <a:path w="2630804" h="2646045">
                  <a:moveTo>
                    <a:pt x="541020" y="432816"/>
                  </a:moveTo>
                  <a:lnTo>
                    <a:pt x="484632" y="432816"/>
                  </a:lnTo>
                  <a:lnTo>
                    <a:pt x="484632" y="373380"/>
                  </a:lnTo>
                  <a:lnTo>
                    <a:pt x="457200" y="373380"/>
                  </a:lnTo>
                  <a:lnTo>
                    <a:pt x="457200" y="432816"/>
                  </a:lnTo>
                  <a:lnTo>
                    <a:pt x="396240" y="432816"/>
                  </a:lnTo>
                  <a:lnTo>
                    <a:pt x="396240" y="461772"/>
                  </a:lnTo>
                  <a:lnTo>
                    <a:pt x="457200" y="461772"/>
                  </a:lnTo>
                  <a:lnTo>
                    <a:pt x="457200" y="518160"/>
                  </a:lnTo>
                  <a:lnTo>
                    <a:pt x="484632" y="518160"/>
                  </a:lnTo>
                  <a:lnTo>
                    <a:pt x="484632" y="461772"/>
                  </a:lnTo>
                  <a:lnTo>
                    <a:pt x="541020" y="461772"/>
                  </a:lnTo>
                  <a:lnTo>
                    <a:pt x="541020" y="432816"/>
                  </a:lnTo>
                  <a:close/>
                </a:path>
                <a:path w="2630804" h="2646045">
                  <a:moveTo>
                    <a:pt x="918972" y="2484120"/>
                  </a:moveTo>
                  <a:lnTo>
                    <a:pt x="862584" y="2484120"/>
                  </a:lnTo>
                  <a:lnTo>
                    <a:pt x="862584" y="2427732"/>
                  </a:lnTo>
                  <a:lnTo>
                    <a:pt x="833628" y="2427732"/>
                  </a:lnTo>
                  <a:lnTo>
                    <a:pt x="833628" y="2484120"/>
                  </a:lnTo>
                  <a:lnTo>
                    <a:pt x="774192" y="2484120"/>
                  </a:lnTo>
                  <a:lnTo>
                    <a:pt x="774192" y="2513076"/>
                  </a:lnTo>
                  <a:lnTo>
                    <a:pt x="833628" y="2513076"/>
                  </a:lnTo>
                  <a:lnTo>
                    <a:pt x="833628" y="2572512"/>
                  </a:lnTo>
                  <a:lnTo>
                    <a:pt x="862584" y="2572512"/>
                  </a:lnTo>
                  <a:lnTo>
                    <a:pt x="862584" y="2513076"/>
                  </a:lnTo>
                  <a:lnTo>
                    <a:pt x="918972" y="2513076"/>
                  </a:lnTo>
                  <a:lnTo>
                    <a:pt x="918972" y="2484120"/>
                  </a:lnTo>
                  <a:close/>
                </a:path>
                <a:path w="2630804" h="2646045">
                  <a:moveTo>
                    <a:pt x="937260" y="146304"/>
                  </a:moveTo>
                  <a:lnTo>
                    <a:pt x="880872" y="146304"/>
                  </a:lnTo>
                  <a:lnTo>
                    <a:pt x="880872" y="85344"/>
                  </a:lnTo>
                  <a:lnTo>
                    <a:pt x="851916" y="85344"/>
                  </a:lnTo>
                  <a:lnTo>
                    <a:pt x="851916" y="146304"/>
                  </a:lnTo>
                  <a:lnTo>
                    <a:pt x="792480" y="146304"/>
                  </a:lnTo>
                  <a:lnTo>
                    <a:pt x="792480" y="173736"/>
                  </a:lnTo>
                  <a:lnTo>
                    <a:pt x="851916" y="173736"/>
                  </a:lnTo>
                  <a:lnTo>
                    <a:pt x="851916" y="230124"/>
                  </a:lnTo>
                  <a:lnTo>
                    <a:pt x="880872" y="230124"/>
                  </a:lnTo>
                  <a:lnTo>
                    <a:pt x="880872" y="173736"/>
                  </a:lnTo>
                  <a:lnTo>
                    <a:pt x="937260" y="173736"/>
                  </a:lnTo>
                  <a:lnTo>
                    <a:pt x="937260" y="146304"/>
                  </a:lnTo>
                  <a:close/>
                </a:path>
                <a:path w="2630804" h="2646045">
                  <a:moveTo>
                    <a:pt x="1386840" y="2557272"/>
                  </a:moveTo>
                  <a:lnTo>
                    <a:pt x="1330452" y="2557272"/>
                  </a:lnTo>
                  <a:lnTo>
                    <a:pt x="1330452" y="2500884"/>
                  </a:lnTo>
                  <a:lnTo>
                    <a:pt x="1327404" y="2500884"/>
                  </a:lnTo>
                  <a:lnTo>
                    <a:pt x="1303020" y="2500884"/>
                  </a:lnTo>
                  <a:lnTo>
                    <a:pt x="1299972" y="2500884"/>
                  </a:lnTo>
                  <a:lnTo>
                    <a:pt x="1299972" y="2557272"/>
                  </a:lnTo>
                  <a:lnTo>
                    <a:pt x="1243584" y="2557272"/>
                  </a:lnTo>
                  <a:lnTo>
                    <a:pt x="1243584" y="2586228"/>
                  </a:lnTo>
                  <a:lnTo>
                    <a:pt x="1299972" y="2586228"/>
                  </a:lnTo>
                  <a:lnTo>
                    <a:pt x="1299972" y="2645664"/>
                  </a:lnTo>
                  <a:lnTo>
                    <a:pt x="1303020" y="2645664"/>
                  </a:lnTo>
                  <a:lnTo>
                    <a:pt x="1327404" y="2645664"/>
                  </a:lnTo>
                  <a:lnTo>
                    <a:pt x="1330452" y="2645664"/>
                  </a:lnTo>
                  <a:lnTo>
                    <a:pt x="1330452" y="2586228"/>
                  </a:lnTo>
                  <a:lnTo>
                    <a:pt x="1386840" y="2586228"/>
                  </a:lnTo>
                  <a:lnTo>
                    <a:pt x="1386840" y="2557272"/>
                  </a:lnTo>
                  <a:close/>
                </a:path>
                <a:path w="2630804" h="2646045">
                  <a:moveTo>
                    <a:pt x="1405128" y="59436"/>
                  </a:moveTo>
                  <a:lnTo>
                    <a:pt x="1348740" y="59436"/>
                  </a:lnTo>
                  <a:lnTo>
                    <a:pt x="1348740" y="0"/>
                  </a:lnTo>
                  <a:lnTo>
                    <a:pt x="1319784" y="0"/>
                  </a:lnTo>
                  <a:lnTo>
                    <a:pt x="1319784" y="59436"/>
                  </a:lnTo>
                  <a:lnTo>
                    <a:pt x="1260348" y="59436"/>
                  </a:lnTo>
                  <a:lnTo>
                    <a:pt x="1260348" y="88392"/>
                  </a:lnTo>
                  <a:lnTo>
                    <a:pt x="1319784" y="88392"/>
                  </a:lnTo>
                  <a:lnTo>
                    <a:pt x="1319784" y="144780"/>
                  </a:lnTo>
                  <a:lnTo>
                    <a:pt x="1348740" y="144780"/>
                  </a:lnTo>
                  <a:lnTo>
                    <a:pt x="1348740" y="88392"/>
                  </a:lnTo>
                  <a:lnTo>
                    <a:pt x="1405128" y="88392"/>
                  </a:lnTo>
                  <a:lnTo>
                    <a:pt x="1405128" y="59436"/>
                  </a:lnTo>
                  <a:close/>
                </a:path>
                <a:path w="2630804" h="2646045">
                  <a:moveTo>
                    <a:pt x="1856232" y="2484120"/>
                  </a:moveTo>
                  <a:lnTo>
                    <a:pt x="1796796" y="2484120"/>
                  </a:lnTo>
                  <a:lnTo>
                    <a:pt x="1796796" y="2427732"/>
                  </a:lnTo>
                  <a:lnTo>
                    <a:pt x="1767840" y="2427732"/>
                  </a:lnTo>
                  <a:lnTo>
                    <a:pt x="1767840" y="2484120"/>
                  </a:lnTo>
                  <a:lnTo>
                    <a:pt x="1711452" y="2484120"/>
                  </a:lnTo>
                  <a:lnTo>
                    <a:pt x="1711452" y="2513076"/>
                  </a:lnTo>
                  <a:lnTo>
                    <a:pt x="1767840" y="2513076"/>
                  </a:lnTo>
                  <a:lnTo>
                    <a:pt x="1767840" y="2572512"/>
                  </a:lnTo>
                  <a:lnTo>
                    <a:pt x="1796796" y="2572512"/>
                  </a:lnTo>
                  <a:lnTo>
                    <a:pt x="1796796" y="2513076"/>
                  </a:lnTo>
                  <a:lnTo>
                    <a:pt x="1856232" y="2513076"/>
                  </a:lnTo>
                  <a:lnTo>
                    <a:pt x="1856232" y="2484120"/>
                  </a:lnTo>
                  <a:close/>
                </a:path>
                <a:path w="2630804" h="2646045">
                  <a:moveTo>
                    <a:pt x="1892808" y="164592"/>
                  </a:moveTo>
                  <a:lnTo>
                    <a:pt x="1833372" y="164592"/>
                  </a:lnTo>
                  <a:lnTo>
                    <a:pt x="1833372" y="105156"/>
                  </a:lnTo>
                  <a:lnTo>
                    <a:pt x="1804416" y="105156"/>
                  </a:lnTo>
                  <a:lnTo>
                    <a:pt x="1804416" y="164592"/>
                  </a:lnTo>
                  <a:lnTo>
                    <a:pt x="1748028" y="164592"/>
                  </a:lnTo>
                  <a:lnTo>
                    <a:pt x="1748028" y="193548"/>
                  </a:lnTo>
                  <a:lnTo>
                    <a:pt x="1804416" y="193548"/>
                  </a:lnTo>
                  <a:lnTo>
                    <a:pt x="1804416" y="249936"/>
                  </a:lnTo>
                  <a:lnTo>
                    <a:pt x="1833372" y="249936"/>
                  </a:lnTo>
                  <a:lnTo>
                    <a:pt x="1833372" y="193548"/>
                  </a:lnTo>
                  <a:lnTo>
                    <a:pt x="1892808" y="193548"/>
                  </a:lnTo>
                  <a:lnTo>
                    <a:pt x="1892808" y="164592"/>
                  </a:lnTo>
                  <a:close/>
                </a:path>
                <a:path w="2630804" h="2646045">
                  <a:moveTo>
                    <a:pt x="2250948" y="2196084"/>
                  </a:moveTo>
                  <a:lnTo>
                    <a:pt x="2191512" y="2196084"/>
                  </a:lnTo>
                  <a:lnTo>
                    <a:pt x="2191512" y="2139696"/>
                  </a:lnTo>
                  <a:lnTo>
                    <a:pt x="2162556" y="2139696"/>
                  </a:lnTo>
                  <a:lnTo>
                    <a:pt x="2162556" y="2196084"/>
                  </a:lnTo>
                  <a:lnTo>
                    <a:pt x="2106168" y="2196084"/>
                  </a:lnTo>
                  <a:lnTo>
                    <a:pt x="2106168" y="2225040"/>
                  </a:lnTo>
                  <a:lnTo>
                    <a:pt x="2162556" y="2225040"/>
                  </a:lnTo>
                  <a:lnTo>
                    <a:pt x="2162556" y="2284476"/>
                  </a:lnTo>
                  <a:lnTo>
                    <a:pt x="2191512" y="2284476"/>
                  </a:lnTo>
                  <a:lnTo>
                    <a:pt x="2191512" y="2225040"/>
                  </a:lnTo>
                  <a:lnTo>
                    <a:pt x="2250948" y="2225040"/>
                  </a:lnTo>
                  <a:lnTo>
                    <a:pt x="2250948" y="2196084"/>
                  </a:lnTo>
                  <a:close/>
                </a:path>
                <a:path w="2630804" h="2646045">
                  <a:moveTo>
                    <a:pt x="2287524" y="454152"/>
                  </a:moveTo>
                  <a:lnTo>
                    <a:pt x="2228088" y="454152"/>
                  </a:lnTo>
                  <a:lnTo>
                    <a:pt x="2228088" y="394716"/>
                  </a:lnTo>
                  <a:lnTo>
                    <a:pt x="2199132" y="394716"/>
                  </a:lnTo>
                  <a:lnTo>
                    <a:pt x="2199132" y="454152"/>
                  </a:lnTo>
                  <a:lnTo>
                    <a:pt x="2142744" y="454152"/>
                  </a:lnTo>
                  <a:lnTo>
                    <a:pt x="2142744" y="481584"/>
                  </a:lnTo>
                  <a:lnTo>
                    <a:pt x="2199132" y="481584"/>
                  </a:lnTo>
                  <a:lnTo>
                    <a:pt x="2199132" y="537972"/>
                  </a:lnTo>
                  <a:lnTo>
                    <a:pt x="2228088" y="537972"/>
                  </a:lnTo>
                  <a:lnTo>
                    <a:pt x="2228088" y="481584"/>
                  </a:lnTo>
                  <a:lnTo>
                    <a:pt x="2287524" y="481584"/>
                  </a:lnTo>
                  <a:lnTo>
                    <a:pt x="2287524" y="454152"/>
                  </a:lnTo>
                  <a:close/>
                </a:path>
                <a:path w="2630804" h="2646045">
                  <a:moveTo>
                    <a:pt x="2540508" y="1801368"/>
                  </a:moveTo>
                  <a:lnTo>
                    <a:pt x="2481072" y="1801368"/>
                  </a:lnTo>
                  <a:lnTo>
                    <a:pt x="2481072" y="1744980"/>
                  </a:lnTo>
                  <a:lnTo>
                    <a:pt x="2452116" y="1744980"/>
                  </a:lnTo>
                  <a:lnTo>
                    <a:pt x="2452116" y="1801368"/>
                  </a:lnTo>
                  <a:lnTo>
                    <a:pt x="2395728" y="1801368"/>
                  </a:lnTo>
                  <a:lnTo>
                    <a:pt x="2395728" y="1830324"/>
                  </a:lnTo>
                  <a:lnTo>
                    <a:pt x="2452116" y="1830324"/>
                  </a:lnTo>
                  <a:lnTo>
                    <a:pt x="2452116" y="1889760"/>
                  </a:lnTo>
                  <a:lnTo>
                    <a:pt x="2481072" y="1889760"/>
                  </a:lnTo>
                  <a:lnTo>
                    <a:pt x="2481072" y="1830324"/>
                  </a:lnTo>
                  <a:lnTo>
                    <a:pt x="2540508" y="1830324"/>
                  </a:lnTo>
                  <a:lnTo>
                    <a:pt x="2540508" y="1801368"/>
                  </a:lnTo>
                  <a:close/>
                </a:path>
                <a:path w="2630804" h="2646045">
                  <a:moveTo>
                    <a:pt x="2575560" y="848868"/>
                  </a:moveTo>
                  <a:lnTo>
                    <a:pt x="2516124" y="848868"/>
                  </a:lnTo>
                  <a:lnTo>
                    <a:pt x="2516124" y="789432"/>
                  </a:lnTo>
                  <a:lnTo>
                    <a:pt x="2487168" y="789432"/>
                  </a:lnTo>
                  <a:lnTo>
                    <a:pt x="2487168" y="848868"/>
                  </a:lnTo>
                  <a:lnTo>
                    <a:pt x="2430780" y="848868"/>
                  </a:lnTo>
                  <a:lnTo>
                    <a:pt x="2430780" y="877824"/>
                  </a:lnTo>
                  <a:lnTo>
                    <a:pt x="2487168" y="877824"/>
                  </a:lnTo>
                  <a:lnTo>
                    <a:pt x="2487168" y="934212"/>
                  </a:lnTo>
                  <a:lnTo>
                    <a:pt x="2516124" y="934212"/>
                  </a:lnTo>
                  <a:lnTo>
                    <a:pt x="2516124" y="877824"/>
                  </a:lnTo>
                  <a:lnTo>
                    <a:pt x="2575560" y="877824"/>
                  </a:lnTo>
                  <a:lnTo>
                    <a:pt x="2575560" y="848868"/>
                  </a:lnTo>
                  <a:close/>
                </a:path>
                <a:path w="2630804" h="2646045">
                  <a:moveTo>
                    <a:pt x="2630424" y="1333500"/>
                  </a:moveTo>
                  <a:lnTo>
                    <a:pt x="2570988" y="1333500"/>
                  </a:lnTo>
                  <a:lnTo>
                    <a:pt x="2570988" y="1277112"/>
                  </a:lnTo>
                  <a:lnTo>
                    <a:pt x="2542032" y="1277112"/>
                  </a:lnTo>
                  <a:lnTo>
                    <a:pt x="2542032" y="1333500"/>
                  </a:lnTo>
                  <a:lnTo>
                    <a:pt x="2485644" y="1333500"/>
                  </a:lnTo>
                  <a:lnTo>
                    <a:pt x="2485644" y="1360932"/>
                  </a:lnTo>
                  <a:lnTo>
                    <a:pt x="2542032" y="1360932"/>
                  </a:lnTo>
                  <a:lnTo>
                    <a:pt x="2542032" y="1421892"/>
                  </a:lnTo>
                  <a:lnTo>
                    <a:pt x="2570988" y="1421892"/>
                  </a:lnTo>
                  <a:lnTo>
                    <a:pt x="2570988" y="1360932"/>
                  </a:lnTo>
                  <a:lnTo>
                    <a:pt x="2630424" y="1360932"/>
                  </a:lnTo>
                  <a:lnTo>
                    <a:pt x="2630424" y="1333500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99577" y="3227322"/>
            <a:ext cx="18402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Spherical </a:t>
            </a:r>
            <a:r>
              <a:rPr sz="2400" dirty="0">
                <a:latin typeface="Arial MT"/>
                <a:cs typeface="Arial MT"/>
              </a:rPr>
              <a:t>shell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conducting </a:t>
            </a:r>
            <a:r>
              <a:rPr sz="2400" spc="-10" dirty="0">
                <a:latin typeface="Arial MT"/>
                <a:cs typeface="Arial MT"/>
              </a:rPr>
              <a:t>material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50145" y="2482595"/>
            <a:ext cx="2376170" cy="2609215"/>
            <a:chOff x="1350145" y="2482595"/>
            <a:chExt cx="2376170" cy="2609215"/>
          </a:xfrm>
        </p:grpSpPr>
        <p:sp>
          <p:nvSpPr>
            <p:cNvPr id="9" name="object 9"/>
            <p:cNvSpPr/>
            <p:nvPr/>
          </p:nvSpPr>
          <p:spPr>
            <a:xfrm>
              <a:off x="1403485" y="2855976"/>
              <a:ext cx="2222500" cy="2235835"/>
            </a:xfrm>
            <a:custGeom>
              <a:avLst/>
              <a:gdLst/>
              <a:ahLst/>
              <a:cxnLst/>
              <a:rect l="l" t="t" r="r" b="b"/>
              <a:pathLst>
                <a:path w="2222500" h="2235835">
                  <a:moveTo>
                    <a:pt x="2222500" y="1260348"/>
                  </a:moveTo>
                  <a:lnTo>
                    <a:pt x="2222500" y="975360"/>
                  </a:lnTo>
                  <a:lnTo>
                    <a:pt x="2209800" y="947928"/>
                  </a:lnTo>
                  <a:lnTo>
                    <a:pt x="2209800" y="891540"/>
                  </a:lnTo>
                  <a:lnTo>
                    <a:pt x="2197100" y="865632"/>
                  </a:lnTo>
                  <a:lnTo>
                    <a:pt x="2197100" y="838200"/>
                  </a:lnTo>
                  <a:lnTo>
                    <a:pt x="2184400" y="810768"/>
                  </a:lnTo>
                  <a:lnTo>
                    <a:pt x="2171700" y="784860"/>
                  </a:lnTo>
                  <a:lnTo>
                    <a:pt x="2171700" y="758952"/>
                  </a:lnTo>
                  <a:lnTo>
                    <a:pt x="2146300" y="707136"/>
                  </a:lnTo>
                  <a:lnTo>
                    <a:pt x="2133600" y="658368"/>
                  </a:lnTo>
                  <a:lnTo>
                    <a:pt x="2095500" y="583692"/>
                  </a:lnTo>
                  <a:lnTo>
                    <a:pt x="2070100" y="537972"/>
                  </a:lnTo>
                  <a:lnTo>
                    <a:pt x="2032000" y="492252"/>
                  </a:lnTo>
                  <a:lnTo>
                    <a:pt x="2006600" y="448056"/>
                  </a:lnTo>
                  <a:lnTo>
                    <a:pt x="1968500" y="406908"/>
                  </a:lnTo>
                  <a:lnTo>
                    <a:pt x="1943100" y="365760"/>
                  </a:lnTo>
                  <a:lnTo>
                    <a:pt x="1866900" y="289560"/>
                  </a:lnTo>
                  <a:lnTo>
                    <a:pt x="1816100" y="254508"/>
                  </a:lnTo>
                  <a:lnTo>
                    <a:pt x="1739900" y="190500"/>
                  </a:lnTo>
                  <a:lnTo>
                    <a:pt x="1689100" y="161544"/>
                  </a:lnTo>
                  <a:lnTo>
                    <a:pt x="1638300" y="135636"/>
                  </a:lnTo>
                  <a:lnTo>
                    <a:pt x="1600200" y="111252"/>
                  </a:lnTo>
                  <a:lnTo>
                    <a:pt x="1574800" y="99060"/>
                  </a:lnTo>
                  <a:lnTo>
                    <a:pt x="1524000" y="77724"/>
                  </a:lnTo>
                  <a:lnTo>
                    <a:pt x="1447800" y="50292"/>
                  </a:lnTo>
                  <a:lnTo>
                    <a:pt x="1422400" y="42672"/>
                  </a:lnTo>
                  <a:lnTo>
                    <a:pt x="1384300" y="35052"/>
                  </a:lnTo>
                  <a:lnTo>
                    <a:pt x="1333500" y="22860"/>
                  </a:lnTo>
                  <a:lnTo>
                    <a:pt x="1257300" y="9144"/>
                  </a:lnTo>
                  <a:lnTo>
                    <a:pt x="1219200" y="6096"/>
                  </a:lnTo>
                  <a:lnTo>
                    <a:pt x="1193800" y="3048"/>
                  </a:lnTo>
                  <a:lnTo>
                    <a:pt x="1168400" y="1524"/>
                  </a:lnTo>
                  <a:lnTo>
                    <a:pt x="1143000" y="1524"/>
                  </a:lnTo>
                  <a:lnTo>
                    <a:pt x="1104900" y="0"/>
                  </a:lnTo>
                  <a:lnTo>
                    <a:pt x="1079500" y="0"/>
                  </a:lnTo>
                  <a:lnTo>
                    <a:pt x="1028700" y="3048"/>
                  </a:lnTo>
                  <a:lnTo>
                    <a:pt x="965200" y="9144"/>
                  </a:lnTo>
                  <a:lnTo>
                    <a:pt x="889000" y="22860"/>
                  </a:lnTo>
                  <a:lnTo>
                    <a:pt x="863600" y="28956"/>
                  </a:lnTo>
                  <a:lnTo>
                    <a:pt x="825500" y="35052"/>
                  </a:lnTo>
                  <a:lnTo>
                    <a:pt x="774700" y="50292"/>
                  </a:lnTo>
                  <a:lnTo>
                    <a:pt x="698500" y="77724"/>
                  </a:lnTo>
                  <a:lnTo>
                    <a:pt x="647700" y="99060"/>
                  </a:lnTo>
                  <a:lnTo>
                    <a:pt x="571500" y="135636"/>
                  </a:lnTo>
                  <a:lnTo>
                    <a:pt x="533400" y="163068"/>
                  </a:lnTo>
                  <a:lnTo>
                    <a:pt x="482600" y="192024"/>
                  </a:lnTo>
                  <a:lnTo>
                    <a:pt x="444500" y="222504"/>
                  </a:lnTo>
                  <a:lnTo>
                    <a:pt x="393700" y="256032"/>
                  </a:lnTo>
                  <a:lnTo>
                    <a:pt x="355600" y="291084"/>
                  </a:lnTo>
                  <a:lnTo>
                    <a:pt x="317500" y="327660"/>
                  </a:lnTo>
                  <a:lnTo>
                    <a:pt x="279400" y="367284"/>
                  </a:lnTo>
                  <a:lnTo>
                    <a:pt x="254000" y="408432"/>
                  </a:lnTo>
                  <a:lnTo>
                    <a:pt x="215900" y="449580"/>
                  </a:lnTo>
                  <a:lnTo>
                    <a:pt x="177800" y="493776"/>
                  </a:lnTo>
                  <a:lnTo>
                    <a:pt x="152400" y="539496"/>
                  </a:lnTo>
                  <a:lnTo>
                    <a:pt x="101600" y="633984"/>
                  </a:lnTo>
                  <a:lnTo>
                    <a:pt x="76200" y="682752"/>
                  </a:lnTo>
                  <a:lnTo>
                    <a:pt x="63500" y="734568"/>
                  </a:lnTo>
                  <a:lnTo>
                    <a:pt x="50800" y="760476"/>
                  </a:lnTo>
                  <a:lnTo>
                    <a:pt x="38100" y="812292"/>
                  </a:lnTo>
                  <a:lnTo>
                    <a:pt x="25400" y="839724"/>
                  </a:lnTo>
                  <a:lnTo>
                    <a:pt x="25400" y="865632"/>
                  </a:lnTo>
                  <a:lnTo>
                    <a:pt x="12700" y="920496"/>
                  </a:lnTo>
                  <a:lnTo>
                    <a:pt x="0" y="947928"/>
                  </a:lnTo>
                  <a:lnTo>
                    <a:pt x="0" y="1093112"/>
                  </a:lnTo>
                  <a:lnTo>
                    <a:pt x="12700" y="1086612"/>
                  </a:lnTo>
                  <a:lnTo>
                    <a:pt x="12700" y="1082682"/>
                  </a:lnTo>
                  <a:lnTo>
                    <a:pt x="25400" y="1080325"/>
                  </a:lnTo>
                  <a:lnTo>
                    <a:pt x="38100" y="1079968"/>
                  </a:lnTo>
                  <a:lnTo>
                    <a:pt x="38100" y="1141476"/>
                  </a:lnTo>
                  <a:lnTo>
                    <a:pt x="63500" y="1117092"/>
                  </a:lnTo>
                  <a:lnTo>
                    <a:pt x="63500" y="1091184"/>
                  </a:lnTo>
                  <a:lnTo>
                    <a:pt x="76200" y="1063752"/>
                  </a:lnTo>
                  <a:lnTo>
                    <a:pt x="76200" y="984504"/>
                  </a:lnTo>
                  <a:lnTo>
                    <a:pt x="88900" y="932688"/>
                  </a:lnTo>
                  <a:lnTo>
                    <a:pt x="88900" y="908304"/>
                  </a:lnTo>
                  <a:lnTo>
                    <a:pt x="101600" y="882396"/>
                  </a:lnTo>
                  <a:lnTo>
                    <a:pt x="101600" y="858012"/>
                  </a:lnTo>
                  <a:lnTo>
                    <a:pt x="114300" y="832104"/>
                  </a:lnTo>
                  <a:lnTo>
                    <a:pt x="127000" y="783336"/>
                  </a:lnTo>
                  <a:lnTo>
                    <a:pt x="139700" y="758952"/>
                  </a:lnTo>
                  <a:lnTo>
                    <a:pt x="139700" y="736092"/>
                  </a:lnTo>
                  <a:lnTo>
                    <a:pt x="152400" y="711708"/>
                  </a:lnTo>
                  <a:lnTo>
                    <a:pt x="177800" y="665988"/>
                  </a:lnTo>
                  <a:lnTo>
                    <a:pt x="190500" y="620268"/>
                  </a:lnTo>
                  <a:lnTo>
                    <a:pt x="215900" y="577596"/>
                  </a:lnTo>
                  <a:lnTo>
                    <a:pt x="254000" y="534924"/>
                  </a:lnTo>
                  <a:lnTo>
                    <a:pt x="279400" y="493776"/>
                  </a:lnTo>
                  <a:lnTo>
                    <a:pt x="304800" y="455676"/>
                  </a:lnTo>
                  <a:lnTo>
                    <a:pt x="342900" y="417576"/>
                  </a:lnTo>
                  <a:lnTo>
                    <a:pt x="381000" y="381000"/>
                  </a:lnTo>
                  <a:lnTo>
                    <a:pt x="406400" y="345948"/>
                  </a:lnTo>
                  <a:lnTo>
                    <a:pt x="444500" y="313944"/>
                  </a:lnTo>
                  <a:lnTo>
                    <a:pt x="482600" y="283464"/>
                  </a:lnTo>
                  <a:lnTo>
                    <a:pt x="533400" y="254508"/>
                  </a:lnTo>
                  <a:lnTo>
                    <a:pt x="571500" y="227076"/>
                  </a:lnTo>
                  <a:lnTo>
                    <a:pt x="609600" y="201168"/>
                  </a:lnTo>
                  <a:lnTo>
                    <a:pt x="685800" y="167640"/>
                  </a:lnTo>
                  <a:lnTo>
                    <a:pt x="711200" y="158496"/>
                  </a:lnTo>
                  <a:lnTo>
                    <a:pt x="723900" y="147828"/>
                  </a:lnTo>
                  <a:lnTo>
                    <a:pt x="825500" y="115824"/>
                  </a:lnTo>
                  <a:lnTo>
                    <a:pt x="901700" y="97536"/>
                  </a:lnTo>
                  <a:lnTo>
                    <a:pt x="952500" y="88392"/>
                  </a:lnTo>
                  <a:lnTo>
                    <a:pt x="1028700" y="79248"/>
                  </a:lnTo>
                  <a:lnTo>
                    <a:pt x="1079500" y="76200"/>
                  </a:lnTo>
                  <a:lnTo>
                    <a:pt x="1117600" y="76200"/>
                  </a:lnTo>
                  <a:lnTo>
                    <a:pt x="1143000" y="77724"/>
                  </a:lnTo>
                  <a:lnTo>
                    <a:pt x="1168400" y="77724"/>
                  </a:lnTo>
                  <a:lnTo>
                    <a:pt x="1270000" y="88392"/>
                  </a:lnTo>
                  <a:lnTo>
                    <a:pt x="1320800" y="97536"/>
                  </a:lnTo>
                  <a:lnTo>
                    <a:pt x="1397000" y="115824"/>
                  </a:lnTo>
                  <a:lnTo>
                    <a:pt x="1447800" y="131064"/>
                  </a:lnTo>
                  <a:lnTo>
                    <a:pt x="1498600" y="149352"/>
                  </a:lnTo>
                  <a:lnTo>
                    <a:pt x="1511300" y="158496"/>
                  </a:lnTo>
                  <a:lnTo>
                    <a:pt x="1562100" y="179832"/>
                  </a:lnTo>
                  <a:lnTo>
                    <a:pt x="1612900" y="202692"/>
                  </a:lnTo>
                  <a:lnTo>
                    <a:pt x="1651000" y="227076"/>
                  </a:lnTo>
                  <a:lnTo>
                    <a:pt x="1689100" y="254508"/>
                  </a:lnTo>
                  <a:lnTo>
                    <a:pt x="1739900" y="283464"/>
                  </a:lnTo>
                  <a:lnTo>
                    <a:pt x="1816100" y="347472"/>
                  </a:lnTo>
                  <a:lnTo>
                    <a:pt x="1854200" y="382524"/>
                  </a:lnTo>
                  <a:lnTo>
                    <a:pt x="1879600" y="419100"/>
                  </a:lnTo>
                  <a:lnTo>
                    <a:pt x="1917700" y="455676"/>
                  </a:lnTo>
                  <a:lnTo>
                    <a:pt x="1943100" y="495300"/>
                  </a:lnTo>
                  <a:lnTo>
                    <a:pt x="1968500" y="536448"/>
                  </a:lnTo>
                  <a:lnTo>
                    <a:pt x="2006600" y="579120"/>
                  </a:lnTo>
                  <a:lnTo>
                    <a:pt x="2032000" y="621792"/>
                  </a:lnTo>
                  <a:lnTo>
                    <a:pt x="2044700" y="667512"/>
                  </a:lnTo>
                  <a:lnTo>
                    <a:pt x="2082800" y="736092"/>
                  </a:lnTo>
                  <a:lnTo>
                    <a:pt x="2120900" y="882396"/>
                  </a:lnTo>
                  <a:lnTo>
                    <a:pt x="2133600" y="908304"/>
                  </a:lnTo>
                  <a:lnTo>
                    <a:pt x="2146300" y="960120"/>
                  </a:lnTo>
                  <a:lnTo>
                    <a:pt x="2146300" y="1527048"/>
                  </a:lnTo>
                  <a:lnTo>
                    <a:pt x="2159000" y="1502664"/>
                  </a:lnTo>
                  <a:lnTo>
                    <a:pt x="2171700" y="1475232"/>
                  </a:lnTo>
                  <a:lnTo>
                    <a:pt x="2184400" y="1449324"/>
                  </a:lnTo>
                  <a:lnTo>
                    <a:pt x="2197100" y="1397508"/>
                  </a:lnTo>
                  <a:lnTo>
                    <a:pt x="2209800" y="1342644"/>
                  </a:lnTo>
                  <a:lnTo>
                    <a:pt x="2222500" y="1260348"/>
                  </a:lnTo>
                  <a:close/>
                </a:path>
                <a:path w="2222500" h="2235835">
                  <a:moveTo>
                    <a:pt x="38100" y="1082040"/>
                  </a:moveTo>
                  <a:lnTo>
                    <a:pt x="38100" y="1079968"/>
                  </a:lnTo>
                  <a:lnTo>
                    <a:pt x="25400" y="1080325"/>
                  </a:lnTo>
                  <a:lnTo>
                    <a:pt x="12700" y="1082682"/>
                  </a:lnTo>
                  <a:lnTo>
                    <a:pt x="12700" y="1086612"/>
                  </a:lnTo>
                  <a:lnTo>
                    <a:pt x="0" y="1093112"/>
                  </a:lnTo>
                  <a:lnTo>
                    <a:pt x="0" y="1117092"/>
                  </a:lnTo>
                  <a:lnTo>
                    <a:pt x="38100" y="1082040"/>
                  </a:lnTo>
                  <a:close/>
                </a:path>
                <a:path w="2222500" h="2235835">
                  <a:moveTo>
                    <a:pt x="38100" y="1141476"/>
                  </a:moveTo>
                  <a:lnTo>
                    <a:pt x="38100" y="1082040"/>
                  </a:lnTo>
                  <a:lnTo>
                    <a:pt x="0" y="1117092"/>
                  </a:lnTo>
                  <a:lnTo>
                    <a:pt x="0" y="1289304"/>
                  </a:lnTo>
                  <a:lnTo>
                    <a:pt x="12700" y="1316736"/>
                  </a:lnTo>
                  <a:lnTo>
                    <a:pt x="25400" y="1371600"/>
                  </a:lnTo>
                  <a:lnTo>
                    <a:pt x="25400" y="1153668"/>
                  </a:lnTo>
                  <a:lnTo>
                    <a:pt x="38100" y="1141476"/>
                  </a:lnTo>
                  <a:close/>
                </a:path>
                <a:path w="2222500" h="2235835">
                  <a:moveTo>
                    <a:pt x="63500" y="1142833"/>
                  </a:moveTo>
                  <a:lnTo>
                    <a:pt x="63500" y="1117092"/>
                  </a:lnTo>
                  <a:lnTo>
                    <a:pt x="25400" y="1153668"/>
                  </a:lnTo>
                  <a:lnTo>
                    <a:pt x="25400" y="1155954"/>
                  </a:lnTo>
                  <a:lnTo>
                    <a:pt x="38100" y="1155954"/>
                  </a:lnTo>
                  <a:lnTo>
                    <a:pt x="50800" y="1153668"/>
                  </a:lnTo>
                  <a:lnTo>
                    <a:pt x="50800" y="1149096"/>
                  </a:lnTo>
                  <a:lnTo>
                    <a:pt x="63500" y="1142833"/>
                  </a:lnTo>
                  <a:close/>
                </a:path>
                <a:path w="2222500" h="2235835">
                  <a:moveTo>
                    <a:pt x="76200" y="1528572"/>
                  </a:moveTo>
                  <a:lnTo>
                    <a:pt x="76200" y="1170432"/>
                  </a:lnTo>
                  <a:lnTo>
                    <a:pt x="63500" y="1144524"/>
                  </a:lnTo>
                  <a:lnTo>
                    <a:pt x="63500" y="1142833"/>
                  </a:lnTo>
                  <a:lnTo>
                    <a:pt x="50800" y="1149096"/>
                  </a:lnTo>
                  <a:lnTo>
                    <a:pt x="50800" y="1153668"/>
                  </a:lnTo>
                  <a:lnTo>
                    <a:pt x="38100" y="1155954"/>
                  </a:lnTo>
                  <a:lnTo>
                    <a:pt x="25400" y="1155954"/>
                  </a:lnTo>
                  <a:lnTo>
                    <a:pt x="25400" y="1397508"/>
                  </a:lnTo>
                  <a:lnTo>
                    <a:pt x="38100" y="1424940"/>
                  </a:lnTo>
                  <a:lnTo>
                    <a:pt x="38100" y="1450848"/>
                  </a:lnTo>
                  <a:lnTo>
                    <a:pt x="76200" y="1528572"/>
                  </a:lnTo>
                  <a:close/>
                </a:path>
                <a:path w="2222500" h="2235835">
                  <a:moveTo>
                    <a:pt x="2146300" y="1552956"/>
                  </a:moveTo>
                  <a:lnTo>
                    <a:pt x="2146300" y="1277112"/>
                  </a:lnTo>
                  <a:lnTo>
                    <a:pt x="2133600" y="1328928"/>
                  </a:lnTo>
                  <a:lnTo>
                    <a:pt x="2120900" y="1353312"/>
                  </a:lnTo>
                  <a:lnTo>
                    <a:pt x="2120900" y="1379220"/>
                  </a:lnTo>
                  <a:lnTo>
                    <a:pt x="2108200" y="1403604"/>
                  </a:lnTo>
                  <a:lnTo>
                    <a:pt x="2095500" y="1452372"/>
                  </a:lnTo>
                  <a:lnTo>
                    <a:pt x="2082800" y="1476756"/>
                  </a:lnTo>
                  <a:lnTo>
                    <a:pt x="2082800" y="1499616"/>
                  </a:lnTo>
                  <a:lnTo>
                    <a:pt x="2070100" y="1524000"/>
                  </a:lnTo>
                  <a:lnTo>
                    <a:pt x="2044700" y="1569720"/>
                  </a:lnTo>
                  <a:lnTo>
                    <a:pt x="2032000" y="1615440"/>
                  </a:lnTo>
                  <a:lnTo>
                    <a:pt x="1968500" y="1700784"/>
                  </a:lnTo>
                  <a:lnTo>
                    <a:pt x="1943100" y="1741932"/>
                  </a:lnTo>
                  <a:lnTo>
                    <a:pt x="1917700" y="1781556"/>
                  </a:lnTo>
                  <a:lnTo>
                    <a:pt x="1879600" y="1819656"/>
                  </a:lnTo>
                  <a:lnTo>
                    <a:pt x="1841500" y="1854708"/>
                  </a:lnTo>
                  <a:lnTo>
                    <a:pt x="1816100" y="1889760"/>
                  </a:lnTo>
                  <a:lnTo>
                    <a:pt x="1739900" y="1953768"/>
                  </a:lnTo>
                  <a:lnTo>
                    <a:pt x="1689100" y="1981200"/>
                  </a:lnTo>
                  <a:lnTo>
                    <a:pt x="1651000" y="2008632"/>
                  </a:lnTo>
                  <a:lnTo>
                    <a:pt x="1600200" y="2034540"/>
                  </a:lnTo>
                  <a:lnTo>
                    <a:pt x="1562100" y="2057400"/>
                  </a:lnTo>
                  <a:lnTo>
                    <a:pt x="1536700" y="2068068"/>
                  </a:lnTo>
                  <a:lnTo>
                    <a:pt x="1511300" y="2077212"/>
                  </a:lnTo>
                  <a:lnTo>
                    <a:pt x="1498600" y="2087880"/>
                  </a:lnTo>
                  <a:lnTo>
                    <a:pt x="1473200" y="2095500"/>
                  </a:lnTo>
                  <a:lnTo>
                    <a:pt x="1397000" y="2119884"/>
                  </a:lnTo>
                  <a:lnTo>
                    <a:pt x="1320800" y="2138172"/>
                  </a:lnTo>
                  <a:lnTo>
                    <a:pt x="1270000" y="2147316"/>
                  </a:lnTo>
                  <a:lnTo>
                    <a:pt x="1193800" y="2156460"/>
                  </a:lnTo>
                  <a:lnTo>
                    <a:pt x="1168400" y="2157984"/>
                  </a:lnTo>
                  <a:lnTo>
                    <a:pt x="1143000" y="2157984"/>
                  </a:lnTo>
                  <a:lnTo>
                    <a:pt x="1104900" y="2159508"/>
                  </a:lnTo>
                  <a:lnTo>
                    <a:pt x="1079500" y="2159508"/>
                  </a:lnTo>
                  <a:lnTo>
                    <a:pt x="1028700" y="2156460"/>
                  </a:lnTo>
                  <a:lnTo>
                    <a:pt x="952500" y="2147316"/>
                  </a:lnTo>
                  <a:lnTo>
                    <a:pt x="901700" y="2138172"/>
                  </a:lnTo>
                  <a:lnTo>
                    <a:pt x="825500" y="2119884"/>
                  </a:lnTo>
                  <a:lnTo>
                    <a:pt x="774700" y="2104644"/>
                  </a:lnTo>
                  <a:lnTo>
                    <a:pt x="723900" y="2086356"/>
                  </a:lnTo>
                  <a:lnTo>
                    <a:pt x="711200" y="2077212"/>
                  </a:lnTo>
                  <a:lnTo>
                    <a:pt x="660400" y="2055876"/>
                  </a:lnTo>
                  <a:lnTo>
                    <a:pt x="609600" y="2033016"/>
                  </a:lnTo>
                  <a:lnTo>
                    <a:pt x="571500" y="2008632"/>
                  </a:lnTo>
                  <a:lnTo>
                    <a:pt x="533400" y="1981200"/>
                  </a:lnTo>
                  <a:lnTo>
                    <a:pt x="482600" y="1952244"/>
                  </a:lnTo>
                  <a:lnTo>
                    <a:pt x="444500" y="1921764"/>
                  </a:lnTo>
                  <a:lnTo>
                    <a:pt x="406400" y="1888236"/>
                  </a:lnTo>
                  <a:lnTo>
                    <a:pt x="342900" y="1818132"/>
                  </a:lnTo>
                  <a:lnTo>
                    <a:pt x="304800" y="1780032"/>
                  </a:lnTo>
                  <a:lnTo>
                    <a:pt x="279400" y="1740408"/>
                  </a:lnTo>
                  <a:lnTo>
                    <a:pt x="241300" y="1699260"/>
                  </a:lnTo>
                  <a:lnTo>
                    <a:pt x="190500" y="1613916"/>
                  </a:lnTo>
                  <a:lnTo>
                    <a:pt x="177800" y="1568196"/>
                  </a:lnTo>
                  <a:lnTo>
                    <a:pt x="139700" y="1499616"/>
                  </a:lnTo>
                  <a:lnTo>
                    <a:pt x="127000" y="1475232"/>
                  </a:lnTo>
                  <a:lnTo>
                    <a:pt x="127000" y="1450848"/>
                  </a:lnTo>
                  <a:lnTo>
                    <a:pt x="114300" y="1427988"/>
                  </a:lnTo>
                  <a:lnTo>
                    <a:pt x="114300" y="1402080"/>
                  </a:lnTo>
                  <a:lnTo>
                    <a:pt x="101600" y="1377696"/>
                  </a:lnTo>
                  <a:lnTo>
                    <a:pt x="101600" y="1353312"/>
                  </a:lnTo>
                  <a:lnTo>
                    <a:pt x="88900" y="1327404"/>
                  </a:lnTo>
                  <a:lnTo>
                    <a:pt x="88900" y="1301496"/>
                  </a:lnTo>
                  <a:lnTo>
                    <a:pt x="76200" y="1275588"/>
                  </a:lnTo>
                  <a:lnTo>
                    <a:pt x="76200" y="1552956"/>
                  </a:lnTo>
                  <a:lnTo>
                    <a:pt x="88900" y="1578864"/>
                  </a:lnTo>
                  <a:lnTo>
                    <a:pt x="127000" y="1652016"/>
                  </a:lnTo>
                  <a:lnTo>
                    <a:pt x="152400" y="1697736"/>
                  </a:lnTo>
                  <a:lnTo>
                    <a:pt x="190500" y="1743456"/>
                  </a:lnTo>
                  <a:lnTo>
                    <a:pt x="215900" y="1787652"/>
                  </a:lnTo>
                  <a:lnTo>
                    <a:pt x="254000" y="1830324"/>
                  </a:lnTo>
                  <a:lnTo>
                    <a:pt x="279400" y="1869948"/>
                  </a:lnTo>
                  <a:lnTo>
                    <a:pt x="317500" y="1909572"/>
                  </a:lnTo>
                  <a:lnTo>
                    <a:pt x="355600" y="1946148"/>
                  </a:lnTo>
                  <a:lnTo>
                    <a:pt x="406400" y="1981200"/>
                  </a:lnTo>
                  <a:lnTo>
                    <a:pt x="444500" y="2014728"/>
                  </a:lnTo>
                  <a:lnTo>
                    <a:pt x="482600" y="2045208"/>
                  </a:lnTo>
                  <a:lnTo>
                    <a:pt x="533400" y="2074164"/>
                  </a:lnTo>
                  <a:lnTo>
                    <a:pt x="584200" y="2101596"/>
                  </a:lnTo>
                  <a:lnTo>
                    <a:pt x="622300" y="2125980"/>
                  </a:lnTo>
                  <a:lnTo>
                    <a:pt x="723900" y="2168652"/>
                  </a:lnTo>
                  <a:lnTo>
                    <a:pt x="825500" y="2200656"/>
                  </a:lnTo>
                  <a:lnTo>
                    <a:pt x="914400" y="2218944"/>
                  </a:lnTo>
                  <a:lnTo>
                    <a:pt x="965200" y="2226564"/>
                  </a:lnTo>
                  <a:lnTo>
                    <a:pt x="1003300" y="2229612"/>
                  </a:lnTo>
                  <a:lnTo>
                    <a:pt x="1028700" y="2232660"/>
                  </a:lnTo>
                  <a:lnTo>
                    <a:pt x="1079500" y="2235708"/>
                  </a:lnTo>
                  <a:lnTo>
                    <a:pt x="1117600" y="2235708"/>
                  </a:lnTo>
                  <a:lnTo>
                    <a:pt x="1143000" y="2234184"/>
                  </a:lnTo>
                  <a:lnTo>
                    <a:pt x="1168400" y="2234184"/>
                  </a:lnTo>
                  <a:lnTo>
                    <a:pt x="1231900" y="2229612"/>
                  </a:lnTo>
                  <a:lnTo>
                    <a:pt x="1333500" y="2212848"/>
                  </a:lnTo>
                  <a:lnTo>
                    <a:pt x="1397000" y="2200656"/>
                  </a:lnTo>
                  <a:lnTo>
                    <a:pt x="1447800" y="2185416"/>
                  </a:lnTo>
                  <a:lnTo>
                    <a:pt x="1524000" y="2157984"/>
                  </a:lnTo>
                  <a:lnTo>
                    <a:pt x="1574800" y="2136648"/>
                  </a:lnTo>
                  <a:lnTo>
                    <a:pt x="1638300" y="2100072"/>
                  </a:lnTo>
                  <a:lnTo>
                    <a:pt x="1689100" y="2072640"/>
                  </a:lnTo>
                  <a:lnTo>
                    <a:pt x="1739900" y="2043684"/>
                  </a:lnTo>
                  <a:lnTo>
                    <a:pt x="1778000" y="2013204"/>
                  </a:lnTo>
                  <a:lnTo>
                    <a:pt x="1816100" y="1979676"/>
                  </a:lnTo>
                  <a:lnTo>
                    <a:pt x="1866900" y="1944624"/>
                  </a:lnTo>
                  <a:lnTo>
                    <a:pt x="1905000" y="1908048"/>
                  </a:lnTo>
                  <a:lnTo>
                    <a:pt x="1943100" y="1868424"/>
                  </a:lnTo>
                  <a:lnTo>
                    <a:pt x="1968500" y="1828800"/>
                  </a:lnTo>
                  <a:lnTo>
                    <a:pt x="2006600" y="1786128"/>
                  </a:lnTo>
                  <a:lnTo>
                    <a:pt x="2044700" y="1741932"/>
                  </a:lnTo>
                  <a:lnTo>
                    <a:pt x="2095500" y="1650492"/>
                  </a:lnTo>
                  <a:lnTo>
                    <a:pt x="2146300" y="1552956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50137" y="2482595"/>
              <a:ext cx="2376170" cy="937260"/>
            </a:xfrm>
            <a:custGeom>
              <a:avLst/>
              <a:gdLst/>
              <a:ahLst/>
              <a:cxnLst/>
              <a:rect l="l" t="t" r="r" b="b"/>
              <a:pathLst>
                <a:path w="2376170" h="937260">
                  <a:moveTo>
                    <a:pt x="143256" y="848868"/>
                  </a:moveTo>
                  <a:lnTo>
                    <a:pt x="85344" y="848868"/>
                  </a:lnTo>
                  <a:lnTo>
                    <a:pt x="85344" y="792480"/>
                  </a:lnTo>
                  <a:lnTo>
                    <a:pt x="57912" y="792480"/>
                  </a:lnTo>
                  <a:lnTo>
                    <a:pt x="57912" y="848868"/>
                  </a:lnTo>
                  <a:lnTo>
                    <a:pt x="0" y="848868"/>
                  </a:lnTo>
                  <a:lnTo>
                    <a:pt x="0" y="876300"/>
                  </a:lnTo>
                  <a:lnTo>
                    <a:pt x="57912" y="876300"/>
                  </a:lnTo>
                  <a:lnTo>
                    <a:pt x="57912" y="937260"/>
                  </a:lnTo>
                  <a:lnTo>
                    <a:pt x="85344" y="937260"/>
                  </a:lnTo>
                  <a:lnTo>
                    <a:pt x="85344" y="876300"/>
                  </a:lnTo>
                  <a:lnTo>
                    <a:pt x="143256" y="876300"/>
                  </a:lnTo>
                  <a:lnTo>
                    <a:pt x="143256" y="848868"/>
                  </a:lnTo>
                  <a:close/>
                </a:path>
                <a:path w="2376170" h="937260">
                  <a:moveTo>
                    <a:pt x="251460" y="669036"/>
                  </a:moveTo>
                  <a:lnTo>
                    <a:pt x="193548" y="669036"/>
                  </a:lnTo>
                  <a:lnTo>
                    <a:pt x="193548" y="612648"/>
                  </a:lnTo>
                  <a:lnTo>
                    <a:pt x="164592" y="612648"/>
                  </a:lnTo>
                  <a:lnTo>
                    <a:pt x="164592" y="669036"/>
                  </a:lnTo>
                  <a:lnTo>
                    <a:pt x="106680" y="669036"/>
                  </a:lnTo>
                  <a:lnTo>
                    <a:pt x="106680" y="697992"/>
                  </a:lnTo>
                  <a:lnTo>
                    <a:pt x="164592" y="697992"/>
                  </a:lnTo>
                  <a:lnTo>
                    <a:pt x="164592" y="757428"/>
                  </a:lnTo>
                  <a:lnTo>
                    <a:pt x="193548" y="757428"/>
                  </a:lnTo>
                  <a:lnTo>
                    <a:pt x="193548" y="697992"/>
                  </a:lnTo>
                  <a:lnTo>
                    <a:pt x="251460" y="697992"/>
                  </a:lnTo>
                  <a:lnTo>
                    <a:pt x="251460" y="669036"/>
                  </a:lnTo>
                  <a:close/>
                </a:path>
                <a:path w="2376170" h="937260">
                  <a:moveTo>
                    <a:pt x="396240" y="487680"/>
                  </a:moveTo>
                  <a:lnTo>
                    <a:pt x="338328" y="487680"/>
                  </a:lnTo>
                  <a:lnTo>
                    <a:pt x="338328" y="431292"/>
                  </a:lnTo>
                  <a:lnTo>
                    <a:pt x="309372" y="431292"/>
                  </a:lnTo>
                  <a:lnTo>
                    <a:pt x="309372" y="487680"/>
                  </a:lnTo>
                  <a:lnTo>
                    <a:pt x="251460" y="487680"/>
                  </a:lnTo>
                  <a:lnTo>
                    <a:pt x="251460" y="516636"/>
                  </a:lnTo>
                  <a:lnTo>
                    <a:pt x="309372" y="516636"/>
                  </a:lnTo>
                  <a:lnTo>
                    <a:pt x="309372" y="576072"/>
                  </a:lnTo>
                  <a:lnTo>
                    <a:pt x="338328" y="576072"/>
                  </a:lnTo>
                  <a:lnTo>
                    <a:pt x="338328" y="516636"/>
                  </a:lnTo>
                  <a:lnTo>
                    <a:pt x="396240" y="516636"/>
                  </a:lnTo>
                  <a:lnTo>
                    <a:pt x="396240" y="487680"/>
                  </a:lnTo>
                  <a:close/>
                </a:path>
                <a:path w="2376170" h="937260">
                  <a:moveTo>
                    <a:pt x="576072" y="414528"/>
                  </a:moveTo>
                  <a:lnTo>
                    <a:pt x="518160" y="414528"/>
                  </a:lnTo>
                  <a:lnTo>
                    <a:pt x="518160" y="358140"/>
                  </a:lnTo>
                  <a:lnTo>
                    <a:pt x="489204" y="358140"/>
                  </a:lnTo>
                  <a:lnTo>
                    <a:pt x="489204" y="414528"/>
                  </a:lnTo>
                  <a:lnTo>
                    <a:pt x="431292" y="414528"/>
                  </a:lnTo>
                  <a:lnTo>
                    <a:pt x="431292" y="443484"/>
                  </a:lnTo>
                  <a:lnTo>
                    <a:pt x="489204" y="443484"/>
                  </a:lnTo>
                  <a:lnTo>
                    <a:pt x="489204" y="502920"/>
                  </a:lnTo>
                  <a:lnTo>
                    <a:pt x="518160" y="502920"/>
                  </a:lnTo>
                  <a:lnTo>
                    <a:pt x="518160" y="443484"/>
                  </a:lnTo>
                  <a:lnTo>
                    <a:pt x="576072" y="443484"/>
                  </a:lnTo>
                  <a:lnTo>
                    <a:pt x="576072" y="414528"/>
                  </a:lnTo>
                  <a:close/>
                </a:path>
                <a:path w="2376170" h="937260">
                  <a:moveTo>
                    <a:pt x="719328" y="307848"/>
                  </a:moveTo>
                  <a:lnTo>
                    <a:pt x="659892" y="307848"/>
                  </a:lnTo>
                  <a:lnTo>
                    <a:pt x="659892" y="251460"/>
                  </a:lnTo>
                  <a:lnTo>
                    <a:pt x="632460" y="251460"/>
                  </a:lnTo>
                  <a:lnTo>
                    <a:pt x="632460" y="307848"/>
                  </a:lnTo>
                  <a:lnTo>
                    <a:pt x="576072" y="307848"/>
                  </a:lnTo>
                  <a:lnTo>
                    <a:pt x="576072" y="335280"/>
                  </a:lnTo>
                  <a:lnTo>
                    <a:pt x="632460" y="335280"/>
                  </a:lnTo>
                  <a:lnTo>
                    <a:pt x="632460" y="394716"/>
                  </a:lnTo>
                  <a:lnTo>
                    <a:pt x="659892" y="394716"/>
                  </a:lnTo>
                  <a:lnTo>
                    <a:pt x="659892" y="335280"/>
                  </a:lnTo>
                  <a:lnTo>
                    <a:pt x="719328" y="335280"/>
                  </a:lnTo>
                  <a:lnTo>
                    <a:pt x="719328" y="307848"/>
                  </a:lnTo>
                  <a:close/>
                </a:path>
                <a:path w="2376170" h="937260">
                  <a:moveTo>
                    <a:pt x="1008888" y="240792"/>
                  </a:moveTo>
                  <a:lnTo>
                    <a:pt x="952500" y="240792"/>
                  </a:lnTo>
                  <a:lnTo>
                    <a:pt x="952500" y="181356"/>
                  </a:lnTo>
                  <a:lnTo>
                    <a:pt x="923544" y="181356"/>
                  </a:lnTo>
                  <a:lnTo>
                    <a:pt x="923544" y="240792"/>
                  </a:lnTo>
                  <a:lnTo>
                    <a:pt x="864108" y="240792"/>
                  </a:lnTo>
                  <a:lnTo>
                    <a:pt x="864108" y="269748"/>
                  </a:lnTo>
                  <a:lnTo>
                    <a:pt x="923544" y="269748"/>
                  </a:lnTo>
                  <a:lnTo>
                    <a:pt x="923544" y="324612"/>
                  </a:lnTo>
                  <a:lnTo>
                    <a:pt x="952500" y="324612"/>
                  </a:lnTo>
                  <a:lnTo>
                    <a:pt x="952500" y="269748"/>
                  </a:lnTo>
                  <a:lnTo>
                    <a:pt x="1008888" y="269748"/>
                  </a:lnTo>
                  <a:lnTo>
                    <a:pt x="1008888" y="240792"/>
                  </a:lnTo>
                  <a:close/>
                </a:path>
                <a:path w="2376170" h="937260">
                  <a:moveTo>
                    <a:pt x="1261872" y="222504"/>
                  </a:moveTo>
                  <a:lnTo>
                    <a:pt x="1205484" y="222504"/>
                  </a:lnTo>
                  <a:lnTo>
                    <a:pt x="1205484" y="163068"/>
                  </a:lnTo>
                  <a:lnTo>
                    <a:pt x="1176528" y="163068"/>
                  </a:lnTo>
                  <a:lnTo>
                    <a:pt x="1176528" y="222504"/>
                  </a:lnTo>
                  <a:lnTo>
                    <a:pt x="1117092" y="222504"/>
                  </a:lnTo>
                  <a:lnTo>
                    <a:pt x="1117092" y="251460"/>
                  </a:lnTo>
                  <a:lnTo>
                    <a:pt x="1176528" y="251460"/>
                  </a:lnTo>
                  <a:lnTo>
                    <a:pt x="1176528" y="307848"/>
                  </a:lnTo>
                  <a:lnTo>
                    <a:pt x="1205484" y="307848"/>
                  </a:lnTo>
                  <a:lnTo>
                    <a:pt x="1205484" y="251460"/>
                  </a:lnTo>
                  <a:lnTo>
                    <a:pt x="1261872" y="251460"/>
                  </a:lnTo>
                  <a:lnTo>
                    <a:pt x="1261872" y="222504"/>
                  </a:lnTo>
                  <a:close/>
                </a:path>
                <a:path w="2376170" h="937260">
                  <a:moveTo>
                    <a:pt x="1370076" y="59436"/>
                  </a:moveTo>
                  <a:lnTo>
                    <a:pt x="1313688" y="59436"/>
                  </a:lnTo>
                  <a:lnTo>
                    <a:pt x="1313688" y="0"/>
                  </a:lnTo>
                  <a:lnTo>
                    <a:pt x="1284732" y="0"/>
                  </a:lnTo>
                  <a:lnTo>
                    <a:pt x="1284732" y="59436"/>
                  </a:lnTo>
                  <a:lnTo>
                    <a:pt x="1225296" y="59436"/>
                  </a:lnTo>
                  <a:lnTo>
                    <a:pt x="1225296" y="88392"/>
                  </a:lnTo>
                  <a:lnTo>
                    <a:pt x="1284732" y="88392"/>
                  </a:lnTo>
                  <a:lnTo>
                    <a:pt x="1284732" y="144780"/>
                  </a:lnTo>
                  <a:lnTo>
                    <a:pt x="1313688" y="144780"/>
                  </a:lnTo>
                  <a:lnTo>
                    <a:pt x="1313688" y="88392"/>
                  </a:lnTo>
                  <a:lnTo>
                    <a:pt x="1370076" y="88392"/>
                  </a:lnTo>
                  <a:lnTo>
                    <a:pt x="1370076" y="59436"/>
                  </a:lnTo>
                  <a:close/>
                </a:path>
                <a:path w="2376170" h="937260">
                  <a:moveTo>
                    <a:pt x="1548384" y="239268"/>
                  </a:moveTo>
                  <a:lnTo>
                    <a:pt x="1491996" y="239268"/>
                  </a:lnTo>
                  <a:lnTo>
                    <a:pt x="1491996" y="179832"/>
                  </a:lnTo>
                  <a:lnTo>
                    <a:pt x="1463040" y="179832"/>
                  </a:lnTo>
                  <a:lnTo>
                    <a:pt x="1463040" y="239268"/>
                  </a:lnTo>
                  <a:lnTo>
                    <a:pt x="1403604" y="239268"/>
                  </a:lnTo>
                  <a:lnTo>
                    <a:pt x="1403604" y="266700"/>
                  </a:lnTo>
                  <a:lnTo>
                    <a:pt x="1463040" y="266700"/>
                  </a:lnTo>
                  <a:lnTo>
                    <a:pt x="1463040" y="323088"/>
                  </a:lnTo>
                  <a:lnTo>
                    <a:pt x="1491996" y="323088"/>
                  </a:lnTo>
                  <a:lnTo>
                    <a:pt x="1491996" y="266700"/>
                  </a:lnTo>
                  <a:lnTo>
                    <a:pt x="1548384" y="266700"/>
                  </a:lnTo>
                  <a:lnTo>
                    <a:pt x="1548384" y="239268"/>
                  </a:lnTo>
                  <a:close/>
                </a:path>
                <a:path w="2376170" h="937260">
                  <a:moveTo>
                    <a:pt x="1748028" y="327660"/>
                  </a:moveTo>
                  <a:lnTo>
                    <a:pt x="1688592" y="327660"/>
                  </a:lnTo>
                  <a:lnTo>
                    <a:pt x="1688592" y="268224"/>
                  </a:lnTo>
                  <a:lnTo>
                    <a:pt x="1661160" y="268224"/>
                  </a:lnTo>
                  <a:lnTo>
                    <a:pt x="1661160" y="327660"/>
                  </a:lnTo>
                  <a:lnTo>
                    <a:pt x="1604772" y="327660"/>
                  </a:lnTo>
                  <a:lnTo>
                    <a:pt x="1604772" y="356616"/>
                  </a:lnTo>
                  <a:lnTo>
                    <a:pt x="1661160" y="356616"/>
                  </a:lnTo>
                  <a:lnTo>
                    <a:pt x="1661160" y="413004"/>
                  </a:lnTo>
                  <a:lnTo>
                    <a:pt x="1688592" y="413004"/>
                  </a:lnTo>
                  <a:lnTo>
                    <a:pt x="1688592" y="356616"/>
                  </a:lnTo>
                  <a:lnTo>
                    <a:pt x="1748028" y="356616"/>
                  </a:lnTo>
                  <a:lnTo>
                    <a:pt x="1748028" y="327660"/>
                  </a:lnTo>
                  <a:close/>
                </a:path>
                <a:path w="2376170" h="937260">
                  <a:moveTo>
                    <a:pt x="1981200" y="454152"/>
                  </a:moveTo>
                  <a:lnTo>
                    <a:pt x="1920240" y="454152"/>
                  </a:lnTo>
                  <a:lnTo>
                    <a:pt x="1920240" y="394716"/>
                  </a:lnTo>
                  <a:lnTo>
                    <a:pt x="1892808" y="394716"/>
                  </a:lnTo>
                  <a:lnTo>
                    <a:pt x="1892808" y="454152"/>
                  </a:lnTo>
                  <a:lnTo>
                    <a:pt x="1836420" y="454152"/>
                  </a:lnTo>
                  <a:lnTo>
                    <a:pt x="1836420" y="483108"/>
                  </a:lnTo>
                  <a:lnTo>
                    <a:pt x="1892808" y="483108"/>
                  </a:lnTo>
                  <a:lnTo>
                    <a:pt x="1892808" y="539496"/>
                  </a:lnTo>
                  <a:lnTo>
                    <a:pt x="1920240" y="539496"/>
                  </a:lnTo>
                  <a:lnTo>
                    <a:pt x="1920240" y="483108"/>
                  </a:lnTo>
                  <a:lnTo>
                    <a:pt x="1981200" y="483108"/>
                  </a:lnTo>
                  <a:lnTo>
                    <a:pt x="1981200" y="454152"/>
                  </a:lnTo>
                  <a:close/>
                </a:path>
                <a:path w="2376170" h="937260">
                  <a:moveTo>
                    <a:pt x="1981200" y="199644"/>
                  </a:moveTo>
                  <a:lnTo>
                    <a:pt x="1920240" y="199644"/>
                  </a:lnTo>
                  <a:lnTo>
                    <a:pt x="1920240" y="143256"/>
                  </a:lnTo>
                  <a:lnTo>
                    <a:pt x="1892808" y="143256"/>
                  </a:lnTo>
                  <a:lnTo>
                    <a:pt x="1892808" y="199644"/>
                  </a:lnTo>
                  <a:lnTo>
                    <a:pt x="1836420" y="199644"/>
                  </a:lnTo>
                  <a:lnTo>
                    <a:pt x="1836420" y="227076"/>
                  </a:lnTo>
                  <a:lnTo>
                    <a:pt x="1892808" y="227076"/>
                  </a:lnTo>
                  <a:lnTo>
                    <a:pt x="1892808" y="286512"/>
                  </a:lnTo>
                  <a:lnTo>
                    <a:pt x="1920240" y="286512"/>
                  </a:lnTo>
                  <a:lnTo>
                    <a:pt x="1920240" y="227076"/>
                  </a:lnTo>
                  <a:lnTo>
                    <a:pt x="1981200" y="227076"/>
                  </a:lnTo>
                  <a:lnTo>
                    <a:pt x="1981200" y="199644"/>
                  </a:lnTo>
                  <a:close/>
                </a:path>
                <a:path w="2376170" h="937260">
                  <a:moveTo>
                    <a:pt x="2144268" y="617220"/>
                  </a:moveTo>
                  <a:lnTo>
                    <a:pt x="2084832" y="617220"/>
                  </a:lnTo>
                  <a:lnTo>
                    <a:pt x="2084832" y="557784"/>
                  </a:lnTo>
                  <a:lnTo>
                    <a:pt x="2055876" y="557784"/>
                  </a:lnTo>
                  <a:lnTo>
                    <a:pt x="2055876" y="617220"/>
                  </a:lnTo>
                  <a:lnTo>
                    <a:pt x="1999488" y="617220"/>
                  </a:lnTo>
                  <a:lnTo>
                    <a:pt x="1999488" y="644652"/>
                  </a:lnTo>
                  <a:lnTo>
                    <a:pt x="2055876" y="644652"/>
                  </a:lnTo>
                  <a:lnTo>
                    <a:pt x="2055876" y="701040"/>
                  </a:lnTo>
                  <a:lnTo>
                    <a:pt x="2084832" y="701040"/>
                  </a:lnTo>
                  <a:lnTo>
                    <a:pt x="2084832" y="644652"/>
                  </a:lnTo>
                  <a:lnTo>
                    <a:pt x="2144268" y="644652"/>
                  </a:lnTo>
                  <a:lnTo>
                    <a:pt x="2144268" y="617220"/>
                  </a:lnTo>
                  <a:close/>
                </a:path>
                <a:path w="2376170" h="937260">
                  <a:moveTo>
                    <a:pt x="2196084" y="342900"/>
                  </a:moveTo>
                  <a:lnTo>
                    <a:pt x="2136648" y="342900"/>
                  </a:lnTo>
                  <a:lnTo>
                    <a:pt x="2136648" y="286512"/>
                  </a:lnTo>
                  <a:lnTo>
                    <a:pt x="2107692" y="286512"/>
                  </a:lnTo>
                  <a:lnTo>
                    <a:pt x="2107692" y="342900"/>
                  </a:lnTo>
                  <a:lnTo>
                    <a:pt x="2051304" y="342900"/>
                  </a:lnTo>
                  <a:lnTo>
                    <a:pt x="2051304" y="371856"/>
                  </a:lnTo>
                  <a:lnTo>
                    <a:pt x="2107692" y="371856"/>
                  </a:lnTo>
                  <a:lnTo>
                    <a:pt x="2107692" y="431292"/>
                  </a:lnTo>
                  <a:lnTo>
                    <a:pt x="2136648" y="431292"/>
                  </a:lnTo>
                  <a:lnTo>
                    <a:pt x="2136648" y="371856"/>
                  </a:lnTo>
                  <a:lnTo>
                    <a:pt x="2196084" y="371856"/>
                  </a:lnTo>
                  <a:lnTo>
                    <a:pt x="2196084" y="342900"/>
                  </a:lnTo>
                  <a:close/>
                </a:path>
                <a:path w="2376170" h="937260">
                  <a:moveTo>
                    <a:pt x="2360676" y="812292"/>
                  </a:moveTo>
                  <a:lnTo>
                    <a:pt x="2299716" y="812292"/>
                  </a:lnTo>
                  <a:lnTo>
                    <a:pt x="2299716" y="755904"/>
                  </a:lnTo>
                  <a:lnTo>
                    <a:pt x="2272284" y="755904"/>
                  </a:lnTo>
                  <a:lnTo>
                    <a:pt x="2272284" y="812292"/>
                  </a:lnTo>
                  <a:lnTo>
                    <a:pt x="2215896" y="812292"/>
                  </a:lnTo>
                  <a:lnTo>
                    <a:pt x="2215896" y="841248"/>
                  </a:lnTo>
                  <a:lnTo>
                    <a:pt x="2272284" y="841248"/>
                  </a:lnTo>
                  <a:lnTo>
                    <a:pt x="2272284" y="900684"/>
                  </a:lnTo>
                  <a:lnTo>
                    <a:pt x="2299716" y="900684"/>
                  </a:lnTo>
                  <a:lnTo>
                    <a:pt x="2299716" y="841248"/>
                  </a:lnTo>
                  <a:lnTo>
                    <a:pt x="2360676" y="841248"/>
                  </a:lnTo>
                  <a:lnTo>
                    <a:pt x="2360676" y="812292"/>
                  </a:lnTo>
                  <a:close/>
                </a:path>
                <a:path w="2376170" h="937260">
                  <a:moveTo>
                    <a:pt x="2375916" y="559308"/>
                  </a:moveTo>
                  <a:lnTo>
                    <a:pt x="2316480" y="559308"/>
                  </a:lnTo>
                  <a:lnTo>
                    <a:pt x="2316480" y="502920"/>
                  </a:lnTo>
                  <a:lnTo>
                    <a:pt x="2287524" y="502920"/>
                  </a:lnTo>
                  <a:lnTo>
                    <a:pt x="2287524" y="559308"/>
                  </a:lnTo>
                  <a:lnTo>
                    <a:pt x="2231136" y="559308"/>
                  </a:lnTo>
                  <a:lnTo>
                    <a:pt x="2231136" y="588264"/>
                  </a:lnTo>
                  <a:lnTo>
                    <a:pt x="2287524" y="588264"/>
                  </a:lnTo>
                  <a:lnTo>
                    <a:pt x="2287524" y="647700"/>
                  </a:lnTo>
                  <a:lnTo>
                    <a:pt x="2316480" y="647700"/>
                  </a:lnTo>
                  <a:lnTo>
                    <a:pt x="2316480" y="588264"/>
                  </a:lnTo>
                  <a:lnTo>
                    <a:pt x="2375916" y="588264"/>
                  </a:lnTo>
                  <a:lnTo>
                    <a:pt x="2375916" y="55930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9632" y="1893823"/>
            <a:ext cx="10058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 indent="-2476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Excess charge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54302" y="3732276"/>
            <a:ext cx="1705610" cy="704215"/>
          </a:xfrm>
          <a:custGeom>
            <a:avLst/>
            <a:gdLst/>
            <a:ahLst/>
            <a:cxnLst/>
            <a:rect l="l" t="t" r="r" b="b"/>
            <a:pathLst>
              <a:path w="1705610" h="704214">
                <a:moveTo>
                  <a:pt x="1274064" y="176784"/>
                </a:moveTo>
                <a:lnTo>
                  <a:pt x="0" y="176784"/>
                </a:lnTo>
                <a:lnTo>
                  <a:pt x="0" y="527304"/>
                </a:lnTo>
                <a:lnTo>
                  <a:pt x="4572" y="527304"/>
                </a:lnTo>
                <a:lnTo>
                  <a:pt x="4572" y="185928"/>
                </a:lnTo>
                <a:lnTo>
                  <a:pt x="9144" y="181356"/>
                </a:lnTo>
                <a:lnTo>
                  <a:pt x="9144" y="185928"/>
                </a:lnTo>
                <a:lnTo>
                  <a:pt x="1269492" y="185928"/>
                </a:lnTo>
                <a:lnTo>
                  <a:pt x="1269492" y="181356"/>
                </a:lnTo>
                <a:lnTo>
                  <a:pt x="1274064" y="176784"/>
                </a:lnTo>
                <a:close/>
              </a:path>
              <a:path w="1705610" h="704214">
                <a:moveTo>
                  <a:pt x="9144" y="185928"/>
                </a:moveTo>
                <a:lnTo>
                  <a:pt x="9144" y="181356"/>
                </a:lnTo>
                <a:lnTo>
                  <a:pt x="4572" y="185928"/>
                </a:lnTo>
                <a:lnTo>
                  <a:pt x="9144" y="185928"/>
                </a:lnTo>
                <a:close/>
              </a:path>
              <a:path w="1705610" h="704214">
                <a:moveTo>
                  <a:pt x="9144" y="518160"/>
                </a:moveTo>
                <a:lnTo>
                  <a:pt x="9144" y="185928"/>
                </a:lnTo>
                <a:lnTo>
                  <a:pt x="4572" y="185928"/>
                </a:lnTo>
                <a:lnTo>
                  <a:pt x="4572" y="518160"/>
                </a:lnTo>
                <a:lnTo>
                  <a:pt x="9144" y="518160"/>
                </a:lnTo>
                <a:close/>
              </a:path>
              <a:path w="1705610" h="704214">
                <a:moveTo>
                  <a:pt x="1278636" y="684232"/>
                </a:moveTo>
                <a:lnTo>
                  <a:pt x="1278636" y="518160"/>
                </a:lnTo>
                <a:lnTo>
                  <a:pt x="4572" y="518160"/>
                </a:lnTo>
                <a:lnTo>
                  <a:pt x="9144" y="522732"/>
                </a:lnTo>
                <a:lnTo>
                  <a:pt x="9144" y="527304"/>
                </a:lnTo>
                <a:lnTo>
                  <a:pt x="1269492" y="527304"/>
                </a:lnTo>
                <a:lnTo>
                  <a:pt x="1269492" y="522732"/>
                </a:lnTo>
                <a:lnTo>
                  <a:pt x="1274064" y="527304"/>
                </a:lnTo>
                <a:lnTo>
                  <a:pt x="1274064" y="687916"/>
                </a:lnTo>
                <a:lnTo>
                  <a:pt x="1278636" y="684232"/>
                </a:lnTo>
                <a:close/>
              </a:path>
              <a:path w="1705610" h="704214">
                <a:moveTo>
                  <a:pt x="9144" y="527304"/>
                </a:moveTo>
                <a:lnTo>
                  <a:pt x="9144" y="522732"/>
                </a:lnTo>
                <a:lnTo>
                  <a:pt x="4572" y="518160"/>
                </a:lnTo>
                <a:lnTo>
                  <a:pt x="4572" y="527304"/>
                </a:lnTo>
                <a:lnTo>
                  <a:pt x="9144" y="527304"/>
                </a:lnTo>
                <a:close/>
              </a:path>
              <a:path w="1705610" h="704214">
                <a:moveTo>
                  <a:pt x="1705356" y="352044"/>
                </a:moveTo>
                <a:lnTo>
                  <a:pt x="1269492" y="0"/>
                </a:lnTo>
                <a:lnTo>
                  <a:pt x="1269492" y="176784"/>
                </a:lnTo>
                <a:lnTo>
                  <a:pt x="1271016" y="176784"/>
                </a:lnTo>
                <a:lnTo>
                  <a:pt x="1271016" y="13716"/>
                </a:lnTo>
                <a:lnTo>
                  <a:pt x="1278636" y="10668"/>
                </a:lnTo>
                <a:lnTo>
                  <a:pt x="1278636" y="19855"/>
                </a:lnTo>
                <a:lnTo>
                  <a:pt x="1690905" y="352044"/>
                </a:lnTo>
                <a:lnTo>
                  <a:pt x="1694688" y="348996"/>
                </a:lnTo>
                <a:lnTo>
                  <a:pt x="1694688" y="360660"/>
                </a:lnTo>
                <a:lnTo>
                  <a:pt x="1705356" y="352044"/>
                </a:lnTo>
                <a:close/>
              </a:path>
              <a:path w="1705610" h="704214">
                <a:moveTo>
                  <a:pt x="1274064" y="185928"/>
                </a:moveTo>
                <a:lnTo>
                  <a:pt x="1274064" y="176784"/>
                </a:lnTo>
                <a:lnTo>
                  <a:pt x="1269492" y="181356"/>
                </a:lnTo>
                <a:lnTo>
                  <a:pt x="1269492" y="185928"/>
                </a:lnTo>
                <a:lnTo>
                  <a:pt x="1274064" y="185928"/>
                </a:lnTo>
                <a:close/>
              </a:path>
              <a:path w="1705610" h="704214">
                <a:moveTo>
                  <a:pt x="1274064" y="527304"/>
                </a:moveTo>
                <a:lnTo>
                  <a:pt x="1269492" y="522732"/>
                </a:lnTo>
                <a:lnTo>
                  <a:pt x="1269492" y="527304"/>
                </a:lnTo>
                <a:lnTo>
                  <a:pt x="1274064" y="527304"/>
                </a:lnTo>
                <a:close/>
              </a:path>
              <a:path w="1705610" h="704214">
                <a:moveTo>
                  <a:pt x="1274064" y="687916"/>
                </a:moveTo>
                <a:lnTo>
                  <a:pt x="1274064" y="527304"/>
                </a:lnTo>
                <a:lnTo>
                  <a:pt x="1269492" y="527304"/>
                </a:lnTo>
                <a:lnTo>
                  <a:pt x="1269492" y="704088"/>
                </a:lnTo>
                <a:lnTo>
                  <a:pt x="1271016" y="702857"/>
                </a:lnTo>
                <a:lnTo>
                  <a:pt x="1271016" y="690372"/>
                </a:lnTo>
                <a:lnTo>
                  <a:pt x="1274064" y="687916"/>
                </a:lnTo>
                <a:close/>
              </a:path>
              <a:path w="1705610" h="704214">
                <a:moveTo>
                  <a:pt x="1278636" y="19855"/>
                </a:moveTo>
                <a:lnTo>
                  <a:pt x="1278636" y="10668"/>
                </a:lnTo>
                <a:lnTo>
                  <a:pt x="1271016" y="13716"/>
                </a:lnTo>
                <a:lnTo>
                  <a:pt x="1278636" y="19855"/>
                </a:lnTo>
                <a:close/>
              </a:path>
              <a:path w="1705610" h="704214">
                <a:moveTo>
                  <a:pt x="1278636" y="185928"/>
                </a:moveTo>
                <a:lnTo>
                  <a:pt x="1278636" y="19855"/>
                </a:lnTo>
                <a:lnTo>
                  <a:pt x="1271016" y="13716"/>
                </a:lnTo>
                <a:lnTo>
                  <a:pt x="1271016" y="176784"/>
                </a:lnTo>
                <a:lnTo>
                  <a:pt x="1274064" y="176784"/>
                </a:lnTo>
                <a:lnTo>
                  <a:pt x="1274064" y="185928"/>
                </a:lnTo>
                <a:lnTo>
                  <a:pt x="1278636" y="185928"/>
                </a:lnTo>
                <a:close/>
              </a:path>
              <a:path w="1705610" h="704214">
                <a:moveTo>
                  <a:pt x="1694688" y="360660"/>
                </a:moveTo>
                <a:lnTo>
                  <a:pt x="1694688" y="355092"/>
                </a:lnTo>
                <a:lnTo>
                  <a:pt x="1690905" y="352044"/>
                </a:lnTo>
                <a:lnTo>
                  <a:pt x="1271016" y="690372"/>
                </a:lnTo>
                <a:lnTo>
                  <a:pt x="1278636" y="693420"/>
                </a:lnTo>
                <a:lnTo>
                  <a:pt x="1278636" y="696702"/>
                </a:lnTo>
                <a:lnTo>
                  <a:pt x="1694688" y="360660"/>
                </a:lnTo>
                <a:close/>
              </a:path>
              <a:path w="1705610" h="704214">
                <a:moveTo>
                  <a:pt x="1278636" y="696702"/>
                </a:moveTo>
                <a:lnTo>
                  <a:pt x="1278636" y="693420"/>
                </a:lnTo>
                <a:lnTo>
                  <a:pt x="1271016" y="690372"/>
                </a:lnTo>
                <a:lnTo>
                  <a:pt x="1271016" y="702857"/>
                </a:lnTo>
                <a:lnTo>
                  <a:pt x="1278636" y="696702"/>
                </a:lnTo>
                <a:close/>
              </a:path>
              <a:path w="1705610" h="704214">
                <a:moveTo>
                  <a:pt x="1694688" y="355092"/>
                </a:moveTo>
                <a:lnTo>
                  <a:pt x="1694688" y="348996"/>
                </a:lnTo>
                <a:lnTo>
                  <a:pt x="1690905" y="352044"/>
                </a:lnTo>
                <a:lnTo>
                  <a:pt x="1694688" y="355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87171" y="1174495"/>
            <a:ext cx="319405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Excess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spreads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uniformly</a:t>
            </a:r>
            <a:r>
              <a:rPr sz="2400" spc="-4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maximize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distances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between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electrons.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55073" y="1162812"/>
            <a:ext cx="8420100" cy="4349750"/>
          </a:xfrm>
          <a:custGeom>
            <a:avLst/>
            <a:gdLst/>
            <a:ahLst/>
            <a:cxnLst/>
            <a:rect l="l" t="t" r="r" b="b"/>
            <a:pathLst>
              <a:path w="8420100" h="4349750">
                <a:moveTo>
                  <a:pt x="8420097" y="4349496"/>
                </a:moveTo>
                <a:lnTo>
                  <a:pt x="8420097" y="0"/>
                </a:lnTo>
                <a:lnTo>
                  <a:pt x="0" y="0"/>
                </a:lnTo>
                <a:lnTo>
                  <a:pt x="0" y="4349496"/>
                </a:lnTo>
                <a:lnTo>
                  <a:pt x="6096" y="4349496"/>
                </a:lnTo>
                <a:lnTo>
                  <a:pt x="6096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8410953" y="9144"/>
                </a:lnTo>
                <a:lnTo>
                  <a:pt x="8410953" y="4572"/>
                </a:lnTo>
                <a:lnTo>
                  <a:pt x="8415525" y="9144"/>
                </a:lnTo>
                <a:lnTo>
                  <a:pt x="8415525" y="4349496"/>
                </a:lnTo>
                <a:lnTo>
                  <a:pt x="8420097" y="4349496"/>
                </a:lnTo>
                <a:close/>
              </a:path>
              <a:path w="8420100" h="4349750">
                <a:moveTo>
                  <a:pt x="10668" y="9144"/>
                </a:moveTo>
                <a:lnTo>
                  <a:pt x="10668" y="4572"/>
                </a:lnTo>
                <a:lnTo>
                  <a:pt x="6096" y="9144"/>
                </a:lnTo>
                <a:lnTo>
                  <a:pt x="10668" y="9144"/>
                </a:lnTo>
                <a:close/>
              </a:path>
              <a:path w="8420100" h="4349750">
                <a:moveTo>
                  <a:pt x="10668" y="4340352"/>
                </a:moveTo>
                <a:lnTo>
                  <a:pt x="10668" y="9144"/>
                </a:lnTo>
                <a:lnTo>
                  <a:pt x="6096" y="9144"/>
                </a:lnTo>
                <a:lnTo>
                  <a:pt x="6096" y="4340352"/>
                </a:lnTo>
                <a:lnTo>
                  <a:pt x="10668" y="4340352"/>
                </a:lnTo>
                <a:close/>
              </a:path>
              <a:path w="8420100" h="4349750">
                <a:moveTo>
                  <a:pt x="8415525" y="4340352"/>
                </a:moveTo>
                <a:lnTo>
                  <a:pt x="6096" y="4340352"/>
                </a:lnTo>
                <a:lnTo>
                  <a:pt x="10668" y="4344924"/>
                </a:lnTo>
                <a:lnTo>
                  <a:pt x="10668" y="4349496"/>
                </a:lnTo>
                <a:lnTo>
                  <a:pt x="8410953" y="4349496"/>
                </a:lnTo>
                <a:lnTo>
                  <a:pt x="8410953" y="4344924"/>
                </a:lnTo>
                <a:lnTo>
                  <a:pt x="8415525" y="4340352"/>
                </a:lnTo>
                <a:close/>
              </a:path>
              <a:path w="8420100" h="4349750">
                <a:moveTo>
                  <a:pt x="10668" y="4349496"/>
                </a:moveTo>
                <a:lnTo>
                  <a:pt x="10668" y="4344924"/>
                </a:lnTo>
                <a:lnTo>
                  <a:pt x="6096" y="4340352"/>
                </a:lnTo>
                <a:lnTo>
                  <a:pt x="6096" y="4349496"/>
                </a:lnTo>
                <a:lnTo>
                  <a:pt x="10668" y="4349496"/>
                </a:lnTo>
                <a:close/>
              </a:path>
              <a:path w="8420100" h="4349750">
                <a:moveTo>
                  <a:pt x="8415525" y="9144"/>
                </a:moveTo>
                <a:lnTo>
                  <a:pt x="8410953" y="4572"/>
                </a:lnTo>
                <a:lnTo>
                  <a:pt x="8410953" y="9144"/>
                </a:lnTo>
                <a:lnTo>
                  <a:pt x="8415525" y="9144"/>
                </a:lnTo>
                <a:close/>
              </a:path>
              <a:path w="8420100" h="4349750">
                <a:moveTo>
                  <a:pt x="8415525" y="4340352"/>
                </a:moveTo>
                <a:lnTo>
                  <a:pt x="8415525" y="9144"/>
                </a:lnTo>
                <a:lnTo>
                  <a:pt x="8410953" y="9144"/>
                </a:lnTo>
                <a:lnTo>
                  <a:pt x="8410953" y="4340352"/>
                </a:lnTo>
                <a:lnTo>
                  <a:pt x="8415525" y="4340352"/>
                </a:lnTo>
                <a:close/>
              </a:path>
              <a:path w="8420100" h="4349750">
                <a:moveTo>
                  <a:pt x="8415525" y="4349496"/>
                </a:moveTo>
                <a:lnTo>
                  <a:pt x="8415525" y="4340352"/>
                </a:lnTo>
                <a:lnTo>
                  <a:pt x="8410953" y="4344924"/>
                </a:lnTo>
                <a:lnTo>
                  <a:pt x="8410953" y="4349496"/>
                </a:lnTo>
                <a:lnTo>
                  <a:pt x="8415525" y="4349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2719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4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Coulomb's</a:t>
            </a:r>
            <a:r>
              <a:rPr spc="-25" dirty="0">
                <a:solidFill>
                  <a:srgbClr val="0000FF"/>
                </a:solidFill>
              </a:rPr>
              <a:t> Law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16820" y="691387"/>
            <a:ext cx="53892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Excess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charge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on</a:t>
            </a:r>
            <a:r>
              <a:rPr sz="2200" b="1" spc="-3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spherical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conductor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483486" y="1613916"/>
            <a:ext cx="4718685" cy="440690"/>
            <a:chOff x="4483486" y="1613916"/>
            <a:chExt cx="4718685" cy="440690"/>
          </a:xfrm>
        </p:grpSpPr>
        <p:sp>
          <p:nvSpPr>
            <p:cNvPr id="4" name="object 4"/>
            <p:cNvSpPr/>
            <p:nvPr/>
          </p:nvSpPr>
          <p:spPr>
            <a:xfrm>
              <a:off x="4483486" y="1778508"/>
              <a:ext cx="4718685" cy="111760"/>
            </a:xfrm>
            <a:custGeom>
              <a:avLst/>
              <a:gdLst/>
              <a:ahLst/>
              <a:cxnLst/>
              <a:rect l="l" t="t" r="r" b="b"/>
              <a:pathLst>
                <a:path w="4718684" h="111760">
                  <a:moveTo>
                    <a:pt x="4679468" y="55626"/>
                  </a:moveTo>
                  <a:lnTo>
                    <a:pt x="4662389" y="45720"/>
                  </a:lnTo>
                  <a:lnTo>
                    <a:pt x="0" y="45720"/>
                  </a:lnTo>
                  <a:lnTo>
                    <a:pt x="0" y="65532"/>
                  </a:lnTo>
                  <a:lnTo>
                    <a:pt x="4662389" y="65532"/>
                  </a:lnTo>
                  <a:lnTo>
                    <a:pt x="4679468" y="55626"/>
                  </a:lnTo>
                  <a:close/>
                </a:path>
                <a:path w="4718684" h="111760">
                  <a:moveTo>
                    <a:pt x="4718304" y="54864"/>
                  </a:moveTo>
                  <a:lnTo>
                    <a:pt x="4626864" y="3048"/>
                  </a:lnTo>
                  <a:lnTo>
                    <a:pt x="4622292" y="0"/>
                  </a:lnTo>
                  <a:lnTo>
                    <a:pt x="4617720" y="1524"/>
                  </a:lnTo>
                  <a:lnTo>
                    <a:pt x="4611624" y="10668"/>
                  </a:lnTo>
                  <a:lnTo>
                    <a:pt x="4613148" y="16764"/>
                  </a:lnTo>
                  <a:lnTo>
                    <a:pt x="4617720" y="19812"/>
                  </a:lnTo>
                  <a:lnTo>
                    <a:pt x="4662389" y="45720"/>
                  </a:lnTo>
                  <a:lnTo>
                    <a:pt x="4698492" y="45720"/>
                  </a:lnTo>
                  <a:lnTo>
                    <a:pt x="4698492" y="66421"/>
                  </a:lnTo>
                  <a:lnTo>
                    <a:pt x="4718304" y="54864"/>
                  </a:lnTo>
                  <a:close/>
                </a:path>
                <a:path w="4718684" h="111760">
                  <a:moveTo>
                    <a:pt x="4698492" y="66421"/>
                  </a:moveTo>
                  <a:lnTo>
                    <a:pt x="4698492" y="65532"/>
                  </a:lnTo>
                  <a:lnTo>
                    <a:pt x="4662389" y="65532"/>
                  </a:lnTo>
                  <a:lnTo>
                    <a:pt x="4617720" y="91440"/>
                  </a:lnTo>
                  <a:lnTo>
                    <a:pt x="4613148" y="94488"/>
                  </a:lnTo>
                  <a:lnTo>
                    <a:pt x="4611624" y="100584"/>
                  </a:lnTo>
                  <a:lnTo>
                    <a:pt x="4617720" y="109728"/>
                  </a:lnTo>
                  <a:lnTo>
                    <a:pt x="4622292" y="111252"/>
                  </a:lnTo>
                  <a:lnTo>
                    <a:pt x="4626864" y="108204"/>
                  </a:lnTo>
                  <a:lnTo>
                    <a:pt x="4698492" y="66421"/>
                  </a:lnTo>
                  <a:close/>
                </a:path>
                <a:path w="4718684" h="111760">
                  <a:moveTo>
                    <a:pt x="4698492" y="65532"/>
                  </a:moveTo>
                  <a:lnTo>
                    <a:pt x="4698492" y="45720"/>
                  </a:lnTo>
                  <a:lnTo>
                    <a:pt x="4662389" y="45720"/>
                  </a:lnTo>
                  <a:lnTo>
                    <a:pt x="4679468" y="55626"/>
                  </a:lnTo>
                  <a:lnTo>
                    <a:pt x="4693920" y="47244"/>
                  </a:lnTo>
                  <a:lnTo>
                    <a:pt x="4693920" y="65532"/>
                  </a:lnTo>
                  <a:lnTo>
                    <a:pt x="4698492" y="65532"/>
                  </a:lnTo>
                  <a:close/>
                </a:path>
                <a:path w="4718684" h="111760">
                  <a:moveTo>
                    <a:pt x="4693920" y="65532"/>
                  </a:moveTo>
                  <a:lnTo>
                    <a:pt x="4693920" y="64008"/>
                  </a:lnTo>
                  <a:lnTo>
                    <a:pt x="4679468" y="55626"/>
                  </a:lnTo>
                  <a:lnTo>
                    <a:pt x="4662389" y="65532"/>
                  </a:lnTo>
                  <a:lnTo>
                    <a:pt x="4693920" y="65532"/>
                  </a:lnTo>
                  <a:close/>
                </a:path>
                <a:path w="4718684" h="111760">
                  <a:moveTo>
                    <a:pt x="4693920" y="64008"/>
                  </a:moveTo>
                  <a:lnTo>
                    <a:pt x="4693920" y="47244"/>
                  </a:lnTo>
                  <a:lnTo>
                    <a:pt x="4679468" y="55626"/>
                  </a:lnTo>
                  <a:lnTo>
                    <a:pt x="4693920" y="6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88458" y="1618487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4883"/>
                  </a:moveTo>
                  <a:lnTo>
                    <a:pt x="425626" y="165551"/>
                  </a:lnTo>
                  <a:lnTo>
                    <a:pt x="409485" y="120298"/>
                  </a:lnTo>
                  <a:lnTo>
                    <a:pt x="384145" y="80403"/>
                  </a:lnTo>
                  <a:lnTo>
                    <a:pt x="350888" y="47146"/>
                  </a:lnTo>
                  <a:lnTo>
                    <a:pt x="310993" y="21806"/>
                  </a:lnTo>
                  <a:lnTo>
                    <a:pt x="265740" y="5665"/>
                  </a:lnTo>
                  <a:lnTo>
                    <a:pt x="216407" y="0"/>
                  </a:lnTo>
                  <a:lnTo>
                    <a:pt x="166511" y="5665"/>
                  </a:lnTo>
                  <a:lnTo>
                    <a:pt x="120853" y="21806"/>
                  </a:lnTo>
                  <a:lnTo>
                    <a:pt x="80687" y="47146"/>
                  </a:lnTo>
                  <a:lnTo>
                    <a:pt x="47266" y="80403"/>
                  </a:lnTo>
                  <a:lnTo>
                    <a:pt x="21842" y="120298"/>
                  </a:lnTo>
                  <a:lnTo>
                    <a:pt x="5669" y="165551"/>
                  </a:lnTo>
                  <a:lnTo>
                    <a:pt x="0" y="214883"/>
                  </a:lnTo>
                  <a:lnTo>
                    <a:pt x="5669" y="264780"/>
                  </a:lnTo>
                  <a:lnTo>
                    <a:pt x="21842" y="310438"/>
                  </a:lnTo>
                  <a:lnTo>
                    <a:pt x="47266" y="350604"/>
                  </a:lnTo>
                  <a:lnTo>
                    <a:pt x="80687" y="384025"/>
                  </a:lnTo>
                  <a:lnTo>
                    <a:pt x="120853" y="409449"/>
                  </a:lnTo>
                  <a:lnTo>
                    <a:pt x="166511" y="425622"/>
                  </a:lnTo>
                  <a:lnTo>
                    <a:pt x="216407" y="431291"/>
                  </a:lnTo>
                  <a:lnTo>
                    <a:pt x="265740" y="425622"/>
                  </a:lnTo>
                  <a:lnTo>
                    <a:pt x="310993" y="409449"/>
                  </a:lnTo>
                  <a:lnTo>
                    <a:pt x="350888" y="384025"/>
                  </a:lnTo>
                  <a:lnTo>
                    <a:pt x="384145" y="350604"/>
                  </a:lnTo>
                  <a:lnTo>
                    <a:pt x="409485" y="310438"/>
                  </a:lnTo>
                  <a:lnTo>
                    <a:pt x="425626" y="264780"/>
                  </a:lnTo>
                  <a:lnTo>
                    <a:pt x="431291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83886" y="1613916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440436" y="242316"/>
                  </a:moveTo>
                  <a:lnTo>
                    <a:pt x="440436" y="196596"/>
                  </a:lnTo>
                  <a:lnTo>
                    <a:pt x="431292" y="153924"/>
                  </a:lnTo>
                  <a:lnTo>
                    <a:pt x="414528" y="114300"/>
                  </a:lnTo>
                  <a:lnTo>
                    <a:pt x="390144" y="79248"/>
                  </a:lnTo>
                  <a:lnTo>
                    <a:pt x="361188" y="50292"/>
                  </a:lnTo>
                  <a:lnTo>
                    <a:pt x="326136" y="25908"/>
                  </a:lnTo>
                  <a:lnTo>
                    <a:pt x="286512" y="9144"/>
                  </a:lnTo>
                  <a:lnTo>
                    <a:pt x="242316" y="0"/>
                  </a:lnTo>
                  <a:lnTo>
                    <a:pt x="198120" y="0"/>
                  </a:lnTo>
                  <a:lnTo>
                    <a:pt x="153924" y="9144"/>
                  </a:lnTo>
                  <a:lnTo>
                    <a:pt x="114300" y="25908"/>
                  </a:lnTo>
                  <a:lnTo>
                    <a:pt x="79248" y="50292"/>
                  </a:lnTo>
                  <a:lnTo>
                    <a:pt x="50292" y="79248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6388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19456" y="9252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20396"/>
                  </a:lnTo>
                  <a:lnTo>
                    <a:pt x="422148" y="156972"/>
                  </a:lnTo>
                  <a:lnTo>
                    <a:pt x="429768" y="198120"/>
                  </a:lnTo>
                  <a:lnTo>
                    <a:pt x="431292" y="220980"/>
                  </a:lnTo>
                  <a:lnTo>
                    <a:pt x="431292" y="284988"/>
                  </a:lnTo>
                  <a:lnTo>
                    <a:pt x="437388" y="263652"/>
                  </a:lnTo>
                  <a:lnTo>
                    <a:pt x="440436" y="242316"/>
                  </a:lnTo>
                  <a:close/>
                </a:path>
                <a:path w="440690" h="440689">
                  <a:moveTo>
                    <a:pt x="431292" y="284988"/>
                  </a:moveTo>
                  <a:lnTo>
                    <a:pt x="431292" y="220980"/>
                  </a:lnTo>
                  <a:lnTo>
                    <a:pt x="429768" y="242316"/>
                  </a:lnTo>
                  <a:lnTo>
                    <a:pt x="426720" y="263652"/>
                  </a:lnTo>
                  <a:lnTo>
                    <a:pt x="414528" y="303276"/>
                  </a:lnTo>
                  <a:lnTo>
                    <a:pt x="394716" y="338328"/>
                  </a:lnTo>
                  <a:lnTo>
                    <a:pt x="368808" y="370332"/>
                  </a:lnTo>
                  <a:lnTo>
                    <a:pt x="338328" y="394716"/>
                  </a:lnTo>
                  <a:lnTo>
                    <a:pt x="301752" y="414528"/>
                  </a:lnTo>
                  <a:lnTo>
                    <a:pt x="262128" y="426720"/>
                  </a:lnTo>
                  <a:lnTo>
                    <a:pt x="220980" y="431190"/>
                  </a:lnTo>
                  <a:lnTo>
                    <a:pt x="219456" y="431292"/>
                  </a:lnTo>
                  <a:lnTo>
                    <a:pt x="199644" y="429876"/>
                  </a:lnTo>
                  <a:lnTo>
                    <a:pt x="156972" y="422148"/>
                  </a:lnTo>
                  <a:lnTo>
                    <a:pt x="118872" y="405384"/>
                  </a:lnTo>
                  <a:lnTo>
                    <a:pt x="85344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8288" y="283464"/>
                  </a:lnTo>
                  <a:lnTo>
                    <a:pt x="10668" y="240792"/>
                  </a:lnTo>
                  <a:lnTo>
                    <a:pt x="9144" y="219456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97536" y="403860"/>
                  </a:lnTo>
                  <a:lnTo>
                    <a:pt x="134112" y="423672"/>
                  </a:lnTo>
                  <a:lnTo>
                    <a:pt x="198120" y="440436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403860" y="342900"/>
                  </a:lnTo>
                  <a:lnTo>
                    <a:pt x="423672" y="306324"/>
                  </a:lnTo>
                  <a:lnTo>
                    <a:pt x="431292" y="2849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9454" y="1618487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4883"/>
                  </a:moveTo>
                  <a:lnTo>
                    <a:pt x="425626" y="165551"/>
                  </a:lnTo>
                  <a:lnTo>
                    <a:pt x="409485" y="120298"/>
                  </a:lnTo>
                  <a:lnTo>
                    <a:pt x="384145" y="80403"/>
                  </a:lnTo>
                  <a:lnTo>
                    <a:pt x="350888" y="47146"/>
                  </a:lnTo>
                  <a:lnTo>
                    <a:pt x="310993" y="21806"/>
                  </a:lnTo>
                  <a:lnTo>
                    <a:pt x="265740" y="5665"/>
                  </a:lnTo>
                  <a:lnTo>
                    <a:pt x="216407" y="0"/>
                  </a:lnTo>
                  <a:lnTo>
                    <a:pt x="166991" y="5665"/>
                  </a:lnTo>
                  <a:lnTo>
                    <a:pt x="121520" y="21806"/>
                  </a:lnTo>
                  <a:lnTo>
                    <a:pt x="81327" y="47146"/>
                  </a:lnTo>
                  <a:lnTo>
                    <a:pt x="47746" y="80403"/>
                  </a:lnTo>
                  <a:lnTo>
                    <a:pt x="22109" y="120298"/>
                  </a:lnTo>
                  <a:lnTo>
                    <a:pt x="5749" y="165551"/>
                  </a:lnTo>
                  <a:lnTo>
                    <a:pt x="0" y="214883"/>
                  </a:lnTo>
                  <a:lnTo>
                    <a:pt x="5749" y="264780"/>
                  </a:lnTo>
                  <a:lnTo>
                    <a:pt x="22109" y="310438"/>
                  </a:lnTo>
                  <a:lnTo>
                    <a:pt x="47746" y="350604"/>
                  </a:lnTo>
                  <a:lnTo>
                    <a:pt x="81327" y="384025"/>
                  </a:lnTo>
                  <a:lnTo>
                    <a:pt x="121520" y="409449"/>
                  </a:lnTo>
                  <a:lnTo>
                    <a:pt x="166991" y="425622"/>
                  </a:lnTo>
                  <a:lnTo>
                    <a:pt x="216407" y="431291"/>
                  </a:lnTo>
                  <a:lnTo>
                    <a:pt x="265740" y="425622"/>
                  </a:lnTo>
                  <a:lnTo>
                    <a:pt x="310993" y="409449"/>
                  </a:lnTo>
                  <a:lnTo>
                    <a:pt x="350888" y="384025"/>
                  </a:lnTo>
                  <a:lnTo>
                    <a:pt x="384145" y="350604"/>
                  </a:lnTo>
                  <a:lnTo>
                    <a:pt x="409485" y="310438"/>
                  </a:lnTo>
                  <a:lnTo>
                    <a:pt x="425626" y="264780"/>
                  </a:lnTo>
                  <a:lnTo>
                    <a:pt x="431291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84882" y="1613916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42316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64008" y="64008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6388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20396"/>
                  </a:lnTo>
                  <a:lnTo>
                    <a:pt x="422148" y="156972"/>
                  </a:lnTo>
                  <a:lnTo>
                    <a:pt x="431292" y="198120"/>
                  </a:lnTo>
                  <a:lnTo>
                    <a:pt x="431292" y="284988"/>
                  </a:lnTo>
                  <a:lnTo>
                    <a:pt x="437388" y="263652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1292" y="284988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22148" y="283464"/>
                  </a:lnTo>
                  <a:lnTo>
                    <a:pt x="406908" y="321564"/>
                  </a:lnTo>
                  <a:lnTo>
                    <a:pt x="384048" y="355092"/>
                  </a:lnTo>
                  <a:lnTo>
                    <a:pt x="355092" y="382524"/>
                  </a:lnTo>
                  <a:lnTo>
                    <a:pt x="321564" y="405384"/>
                  </a:lnTo>
                  <a:lnTo>
                    <a:pt x="283464" y="422148"/>
                  </a:lnTo>
                  <a:lnTo>
                    <a:pt x="242316" y="429768"/>
                  </a:lnTo>
                  <a:lnTo>
                    <a:pt x="220980" y="431292"/>
                  </a:lnTo>
                  <a:lnTo>
                    <a:pt x="199644" y="429869"/>
                  </a:lnTo>
                  <a:lnTo>
                    <a:pt x="198120" y="429768"/>
                  </a:lnTo>
                  <a:lnTo>
                    <a:pt x="156972" y="422148"/>
                  </a:lnTo>
                  <a:lnTo>
                    <a:pt x="120396" y="405384"/>
                  </a:lnTo>
                  <a:lnTo>
                    <a:pt x="86868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8288" y="283464"/>
                  </a:lnTo>
                  <a:lnTo>
                    <a:pt x="10668" y="240792"/>
                  </a:lnTo>
                  <a:lnTo>
                    <a:pt x="9144" y="219456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97536" y="403860"/>
                  </a:lnTo>
                  <a:lnTo>
                    <a:pt x="135636" y="423672"/>
                  </a:lnTo>
                  <a:lnTo>
                    <a:pt x="198120" y="440436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14528" y="324612"/>
                  </a:lnTo>
                  <a:lnTo>
                    <a:pt x="423672" y="306324"/>
                  </a:lnTo>
                  <a:lnTo>
                    <a:pt x="431292" y="2849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40895" y="1945501"/>
            <a:ext cx="422909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12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68602" y="1705570"/>
            <a:ext cx="3639820" cy="742315"/>
            <a:chOff x="4268602" y="1705570"/>
            <a:chExt cx="3639820" cy="742315"/>
          </a:xfrm>
        </p:grpSpPr>
        <p:sp>
          <p:nvSpPr>
            <p:cNvPr id="11" name="object 11"/>
            <p:cNvSpPr/>
            <p:nvPr/>
          </p:nvSpPr>
          <p:spPr>
            <a:xfrm>
              <a:off x="4268602" y="1705570"/>
              <a:ext cx="719455" cy="256540"/>
            </a:xfrm>
            <a:custGeom>
              <a:avLst/>
              <a:gdLst/>
              <a:ahLst/>
              <a:cxnLst/>
              <a:rect l="l" t="t" r="r" b="b"/>
              <a:pathLst>
                <a:path w="719454" h="256539">
                  <a:moveTo>
                    <a:pt x="256460" y="24407"/>
                  </a:moveTo>
                  <a:lnTo>
                    <a:pt x="252984" y="13501"/>
                  </a:lnTo>
                  <a:lnTo>
                    <a:pt x="245506" y="5000"/>
                  </a:lnTo>
                  <a:lnTo>
                    <a:pt x="235458" y="357"/>
                  </a:lnTo>
                  <a:lnTo>
                    <a:pt x="224266" y="0"/>
                  </a:lnTo>
                  <a:lnTo>
                    <a:pt x="213360" y="4357"/>
                  </a:lnTo>
                  <a:lnTo>
                    <a:pt x="0" y="127801"/>
                  </a:lnTo>
                  <a:lnTo>
                    <a:pt x="56388" y="160828"/>
                  </a:lnTo>
                  <a:lnTo>
                    <a:pt x="56388" y="100369"/>
                  </a:lnTo>
                  <a:lnTo>
                    <a:pt x="162144" y="100369"/>
                  </a:lnTo>
                  <a:lnTo>
                    <a:pt x="242316" y="53125"/>
                  </a:lnTo>
                  <a:lnTo>
                    <a:pt x="250840" y="45648"/>
                  </a:lnTo>
                  <a:lnTo>
                    <a:pt x="255651" y="35599"/>
                  </a:lnTo>
                  <a:lnTo>
                    <a:pt x="256460" y="24407"/>
                  </a:lnTo>
                  <a:close/>
                </a:path>
                <a:path w="719454" h="256539">
                  <a:moveTo>
                    <a:pt x="162144" y="100369"/>
                  </a:moveTo>
                  <a:lnTo>
                    <a:pt x="56388" y="100369"/>
                  </a:lnTo>
                  <a:lnTo>
                    <a:pt x="56388" y="156757"/>
                  </a:lnTo>
                  <a:lnTo>
                    <a:pt x="71628" y="156757"/>
                  </a:lnTo>
                  <a:lnTo>
                    <a:pt x="71628" y="103417"/>
                  </a:lnTo>
                  <a:lnTo>
                    <a:pt x="114300" y="128563"/>
                  </a:lnTo>
                  <a:lnTo>
                    <a:pt x="162144" y="100369"/>
                  </a:lnTo>
                  <a:close/>
                </a:path>
                <a:path w="719454" h="256539">
                  <a:moveTo>
                    <a:pt x="256460" y="232076"/>
                  </a:moveTo>
                  <a:lnTo>
                    <a:pt x="255651" y="221337"/>
                  </a:lnTo>
                  <a:lnTo>
                    <a:pt x="250840" y="211455"/>
                  </a:lnTo>
                  <a:lnTo>
                    <a:pt x="242316" y="204001"/>
                  </a:lnTo>
                  <a:lnTo>
                    <a:pt x="162144" y="156757"/>
                  </a:lnTo>
                  <a:lnTo>
                    <a:pt x="56388" y="156757"/>
                  </a:lnTo>
                  <a:lnTo>
                    <a:pt x="56388" y="160828"/>
                  </a:lnTo>
                  <a:lnTo>
                    <a:pt x="213360" y="252769"/>
                  </a:lnTo>
                  <a:lnTo>
                    <a:pt x="224266" y="256246"/>
                  </a:lnTo>
                  <a:lnTo>
                    <a:pt x="235458" y="255436"/>
                  </a:lnTo>
                  <a:lnTo>
                    <a:pt x="245506" y="250626"/>
                  </a:lnTo>
                  <a:lnTo>
                    <a:pt x="252984" y="242101"/>
                  </a:lnTo>
                  <a:lnTo>
                    <a:pt x="256460" y="232076"/>
                  </a:lnTo>
                  <a:close/>
                </a:path>
                <a:path w="719454" h="256539">
                  <a:moveTo>
                    <a:pt x="114300" y="128563"/>
                  </a:moveTo>
                  <a:lnTo>
                    <a:pt x="71628" y="103417"/>
                  </a:lnTo>
                  <a:lnTo>
                    <a:pt x="71628" y="153709"/>
                  </a:lnTo>
                  <a:lnTo>
                    <a:pt x="114300" y="128563"/>
                  </a:lnTo>
                  <a:close/>
                </a:path>
                <a:path w="719454" h="256539">
                  <a:moveTo>
                    <a:pt x="162144" y="156757"/>
                  </a:moveTo>
                  <a:lnTo>
                    <a:pt x="114300" y="128563"/>
                  </a:lnTo>
                  <a:lnTo>
                    <a:pt x="71628" y="153709"/>
                  </a:lnTo>
                  <a:lnTo>
                    <a:pt x="71628" y="156757"/>
                  </a:lnTo>
                  <a:lnTo>
                    <a:pt x="162144" y="156757"/>
                  </a:lnTo>
                  <a:close/>
                </a:path>
                <a:path w="719454" h="256539">
                  <a:moveTo>
                    <a:pt x="719328" y="156757"/>
                  </a:moveTo>
                  <a:lnTo>
                    <a:pt x="719328" y="100369"/>
                  </a:lnTo>
                  <a:lnTo>
                    <a:pt x="162144" y="100369"/>
                  </a:lnTo>
                  <a:lnTo>
                    <a:pt x="114300" y="128563"/>
                  </a:lnTo>
                  <a:lnTo>
                    <a:pt x="162144" y="156757"/>
                  </a:lnTo>
                  <a:lnTo>
                    <a:pt x="719328" y="156757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9761" y="2086355"/>
              <a:ext cx="2708275" cy="361315"/>
            </a:xfrm>
            <a:custGeom>
              <a:avLst/>
              <a:gdLst/>
              <a:ahLst/>
              <a:cxnLst/>
              <a:rect l="l" t="t" r="r" b="b"/>
              <a:pathLst>
                <a:path w="2708275" h="361314">
                  <a:moveTo>
                    <a:pt x="2691384" y="252996"/>
                  </a:moveTo>
                  <a:lnTo>
                    <a:pt x="2549652" y="169176"/>
                  </a:lnTo>
                  <a:lnTo>
                    <a:pt x="2542387" y="167144"/>
                  </a:lnTo>
                  <a:lnTo>
                    <a:pt x="2534983" y="167843"/>
                  </a:lnTo>
                  <a:lnTo>
                    <a:pt x="2528430" y="171094"/>
                  </a:lnTo>
                  <a:lnTo>
                    <a:pt x="2523744" y="176796"/>
                  </a:lnTo>
                  <a:lnTo>
                    <a:pt x="2520835" y="183845"/>
                  </a:lnTo>
                  <a:lnTo>
                    <a:pt x="2521077" y="190893"/>
                  </a:lnTo>
                  <a:lnTo>
                    <a:pt x="2524175" y="197370"/>
                  </a:lnTo>
                  <a:lnTo>
                    <a:pt x="2529840" y="202704"/>
                  </a:lnTo>
                  <a:lnTo>
                    <a:pt x="2583002" y="233184"/>
                  </a:lnTo>
                  <a:lnTo>
                    <a:pt x="112953" y="233184"/>
                  </a:lnTo>
                  <a:lnTo>
                    <a:pt x="166116" y="202704"/>
                  </a:lnTo>
                  <a:lnTo>
                    <a:pt x="171780" y="197370"/>
                  </a:lnTo>
                  <a:lnTo>
                    <a:pt x="174879" y="190893"/>
                  </a:lnTo>
                  <a:lnTo>
                    <a:pt x="175120" y="183845"/>
                  </a:lnTo>
                  <a:lnTo>
                    <a:pt x="172212" y="176796"/>
                  </a:lnTo>
                  <a:lnTo>
                    <a:pt x="167525" y="171094"/>
                  </a:lnTo>
                  <a:lnTo>
                    <a:pt x="160972" y="167843"/>
                  </a:lnTo>
                  <a:lnTo>
                    <a:pt x="153568" y="167144"/>
                  </a:lnTo>
                  <a:lnTo>
                    <a:pt x="146304" y="169176"/>
                  </a:lnTo>
                  <a:lnTo>
                    <a:pt x="9144" y="250304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361188"/>
                  </a:lnTo>
                  <a:lnTo>
                    <a:pt x="9144" y="361188"/>
                  </a:lnTo>
                  <a:lnTo>
                    <a:pt x="9144" y="255651"/>
                  </a:lnTo>
                  <a:lnTo>
                    <a:pt x="41148" y="274231"/>
                  </a:lnTo>
                  <a:lnTo>
                    <a:pt x="146304" y="335292"/>
                  </a:lnTo>
                  <a:lnTo>
                    <a:pt x="153568" y="338188"/>
                  </a:lnTo>
                  <a:lnTo>
                    <a:pt x="160972" y="337959"/>
                  </a:lnTo>
                  <a:lnTo>
                    <a:pt x="167525" y="334860"/>
                  </a:lnTo>
                  <a:lnTo>
                    <a:pt x="172212" y="329196"/>
                  </a:lnTo>
                  <a:lnTo>
                    <a:pt x="175120" y="321932"/>
                  </a:lnTo>
                  <a:lnTo>
                    <a:pt x="174879" y="314528"/>
                  </a:lnTo>
                  <a:lnTo>
                    <a:pt x="171780" y="307975"/>
                  </a:lnTo>
                  <a:lnTo>
                    <a:pt x="166116" y="303288"/>
                  </a:lnTo>
                  <a:lnTo>
                    <a:pt x="111556" y="271284"/>
                  </a:lnTo>
                  <a:lnTo>
                    <a:pt x="2584386" y="271284"/>
                  </a:lnTo>
                  <a:lnTo>
                    <a:pt x="2529840" y="303288"/>
                  </a:lnTo>
                  <a:lnTo>
                    <a:pt x="2524175" y="307975"/>
                  </a:lnTo>
                  <a:lnTo>
                    <a:pt x="2521077" y="314528"/>
                  </a:lnTo>
                  <a:lnTo>
                    <a:pt x="2520835" y="321932"/>
                  </a:lnTo>
                  <a:lnTo>
                    <a:pt x="2523744" y="329196"/>
                  </a:lnTo>
                  <a:lnTo>
                    <a:pt x="2528430" y="334860"/>
                  </a:lnTo>
                  <a:lnTo>
                    <a:pt x="2534983" y="337959"/>
                  </a:lnTo>
                  <a:lnTo>
                    <a:pt x="2542387" y="338188"/>
                  </a:lnTo>
                  <a:lnTo>
                    <a:pt x="2549652" y="335292"/>
                  </a:lnTo>
                  <a:lnTo>
                    <a:pt x="2654808" y="274231"/>
                  </a:lnTo>
                  <a:lnTo>
                    <a:pt x="2691384" y="252996"/>
                  </a:lnTo>
                  <a:close/>
                </a:path>
                <a:path w="2708275" h="361314">
                  <a:moveTo>
                    <a:pt x="2708148" y="0"/>
                  </a:moveTo>
                  <a:lnTo>
                    <a:pt x="2697480" y="0"/>
                  </a:lnTo>
                  <a:lnTo>
                    <a:pt x="2697480" y="326136"/>
                  </a:lnTo>
                  <a:lnTo>
                    <a:pt x="2708148" y="326136"/>
                  </a:lnTo>
                  <a:lnTo>
                    <a:pt x="2708148" y="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59919" y="121259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0447" y="121259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19906" y="2086355"/>
            <a:ext cx="466725" cy="457200"/>
          </a:xfrm>
          <a:custGeom>
            <a:avLst/>
            <a:gdLst/>
            <a:ahLst/>
            <a:cxnLst/>
            <a:rect l="l" t="t" r="r" b="b"/>
            <a:pathLst>
              <a:path w="466725" h="457200">
                <a:moveTo>
                  <a:pt x="466343" y="457199"/>
                </a:moveTo>
                <a:lnTo>
                  <a:pt x="466343" y="0"/>
                </a:lnTo>
                <a:lnTo>
                  <a:pt x="0" y="0"/>
                </a:lnTo>
                <a:lnTo>
                  <a:pt x="0" y="457199"/>
                </a:lnTo>
                <a:lnTo>
                  <a:pt x="466343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29131" y="211175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96129" y="1726691"/>
            <a:ext cx="216535" cy="215265"/>
          </a:xfrm>
          <a:custGeom>
            <a:avLst/>
            <a:gdLst/>
            <a:ahLst/>
            <a:cxnLst/>
            <a:rect l="l" t="t" r="r" b="b"/>
            <a:pathLst>
              <a:path w="216535" h="215264">
                <a:moveTo>
                  <a:pt x="216408" y="79248"/>
                </a:moveTo>
                <a:lnTo>
                  <a:pt x="135636" y="79248"/>
                </a:lnTo>
                <a:lnTo>
                  <a:pt x="135636" y="0"/>
                </a:lnTo>
                <a:lnTo>
                  <a:pt x="79248" y="0"/>
                </a:lnTo>
                <a:lnTo>
                  <a:pt x="79248" y="79248"/>
                </a:lnTo>
                <a:lnTo>
                  <a:pt x="0" y="79248"/>
                </a:lnTo>
                <a:lnTo>
                  <a:pt x="0" y="135636"/>
                </a:lnTo>
                <a:lnTo>
                  <a:pt x="79248" y="135636"/>
                </a:lnTo>
                <a:lnTo>
                  <a:pt x="79248" y="214884"/>
                </a:lnTo>
                <a:lnTo>
                  <a:pt x="135636" y="214884"/>
                </a:lnTo>
                <a:lnTo>
                  <a:pt x="135636" y="135636"/>
                </a:lnTo>
                <a:lnTo>
                  <a:pt x="216408" y="135636"/>
                </a:lnTo>
                <a:lnTo>
                  <a:pt x="216408" y="79248"/>
                </a:lnTo>
                <a:close/>
              </a:path>
            </a:pathLst>
          </a:custGeom>
          <a:solidFill>
            <a:srgbClr val="CC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46065" y="164236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96657" y="1726691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4">
                <a:moveTo>
                  <a:pt x="214884" y="79248"/>
                </a:moveTo>
                <a:lnTo>
                  <a:pt x="135636" y="79248"/>
                </a:lnTo>
                <a:lnTo>
                  <a:pt x="135636" y="0"/>
                </a:lnTo>
                <a:lnTo>
                  <a:pt x="79248" y="0"/>
                </a:lnTo>
                <a:lnTo>
                  <a:pt x="79248" y="79248"/>
                </a:lnTo>
                <a:lnTo>
                  <a:pt x="0" y="79248"/>
                </a:lnTo>
                <a:lnTo>
                  <a:pt x="0" y="135636"/>
                </a:lnTo>
                <a:lnTo>
                  <a:pt x="79248" y="135636"/>
                </a:lnTo>
                <a:lnTo>
                  <a:pt x="79248" y="214884"/>
                </a:lnTo>
                <a:lnTo>
                  <a:pt x="135636" y="214884"/>
                </a:lnTo>
                <a:lnTo>
                  <a:pt x="135636" y="135636"/>
                </a:lnTo>
                <a:lnTo>
                  <a:pt x="214884" y="135636"/>
                </a:lnTo>
                <a:lnTo>
                  <a:pt x="214884" y="79248"/>
                </a:lnTo>
                <a:close/>
              </a:path>
            </a:pathLst>
          </a:custGeom>
          <a:solidFill>
            <a:srgbClr val="CC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366913" y="1346707"/>
            <a:ext cx="18586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1</a:t>
            </a:r>
            <a:r>
              <a:rPr sz="2000" dirty="0">
                <a:latin typeface="Arial MT"/>
                <a:cs typeface="Arial MT"/>
              </a:rPr>
              <a:t>=1.6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х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-19</a:t>
            </a:r>
            <a:r>
              <a:rPr sz="1950" spc="292" baseline="25641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34045" y="1936495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6913" y="1788667"/>
            <a:ext cx="18586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2000" spc="2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=3.2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х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-19</a:t>
            </a:r>
            <a:r>
              <a:rPr sz="1950" spc="277" baseline="25641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28889" y="2256534"/>
            <a:ext cx="1132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R=0.02</a:t>
            </a:r>
            <a:r>
              <a:rPr sz="2000" spc="-50" dirty="0">
                <a:latin typeface="Arial MT"/>
                <a:cs typeface="Arial MT"/>
              </a:rPr>
              <a:t> 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42622" y="450799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7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553857" y="4474104"/>
            <a:ext cx="19494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25" dirty="0">
                <a:latin typeface="Arial MT"/>
                <a:cs typeface="Arial MT"/>
              </a:rPr>
              <a:t>12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36509" y="4300909"/>
            <a:ext cx="18351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50" dirty="0">
                <a:latin typeface="Arial MT"/>
                <a:cs typeface="Arial MT"/>
              </a:rPr>
              <a:t>F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22003" y="4139365"/>
            <a:ext cx="117411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baseline="-34722" dirty="0">
                <a:latin typeface="Arial MT"/>
                <a:cs typeface="Arial MT"/>
              </a:rPr>
              <a:t>=k</a:t>
            </a:r>
            <a:r>
              <a:rPr sz="3000" spc="397" baseline="-34722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|q</a:t>
            </a:r>
            <a:r>
              <a:rPr sz="1725" spc="-15" baseline="-24154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||q</a:t>
            </a:r>
            <a:r>
              <a:rPr sz="1725" spc="-15" baseline="-24154" dirty="0">
                <a:latin typeface="Arial MT"/>
                <a:cs typeface="Arial MT"/>
              </a:rPr>
              <a:t>2</a:t>
            </a:r>
            <a:r>
              <a:rPr sz="2000" spc="-10" dirty="0">
                <a:latin typeface="Arial MT"/>
                <a:cs typeface="Arial MT"/>
              </a:rPr>
              <a:t>|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05693" y="4387777"/>
            <a:ext cx="3536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spc="-37" baseline="-25000" dirty="0">
                <a:latin typeface="Arial MT"/>
                <a:cs typeface="Arial MT"/>
              </a:rPr>
              <a:t>R</a:t>
            </a:r>
            <a:r>
              <a:rPr sz="1150" spc="-25" dirty="0">
                <a:latin typeface="Arial MT"/>
                <a:cs typeface="Arial MT"/>
              </a:rPr>
              <a:t>2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265553" y="5288279"/>
            <a:ext cx="2950845" cy="0"/>
          </a:xfrm>
          <a:custGeom>
            <a:avLst/>
            <a:gdLst/>
            <a:ahLst/>
            <a:cxnLst/>
            <a:rect l="l" t="t" r="r" b="b"/>
            <a:pathLst>
              <a:path w="2950845">
                <a:moveTo>
                  <a:pt x="0" y="0"/>
                </a:moveTo>
                <a:lnTo>
                  <a:pt x="2950463" y="0"/>
                </a:lnTo>
              </a:path>
            </a:pathLst>
          </a:custGeom>
          <a:ln w="107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53886" y="5253885"/>
            <a:ext cx="19494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25" dirty="0"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33555" y="4917260"/>
            <a:ext cx="301752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10" dirty="0">
                <a:latin typeface="Arial MT"/>
                <a:cs typeface="Arial MT"/>
              </a:rPr>
              <a:t>(1.6x10</a:t>
            </a:r>
            <a:r>
              <a:rPr sz="1800" spc="-15" baseline="41666" dirty="0">
                <a:latin typeface="Arial MT"/>
                <a:cs typeface="Arial MT"/>
              </a:rPr>
              <a:t>-</a:t>
            </a:r>
            <a:r>
              <a:rPr sz="1800" baseline="41666" dirty="0">
                <a:latin typeface="Arial MT"/>
                <a:cs typeface="Arial MT"/>
              </a:rPr>
              <a:t>19</a:t>
            </a:r>
            <a:r>
              <a:rPr sz="1800" spc="157" baseline="41666" dirty="0">
                <a:latin typeface="Arial MT"/>
                <a:cs typeface="Arial MT"/>
              </a:rPr>
              <a:t>  </a:t>
            </a:r>
            <a:r>
              <a:rPr sz="2050" spc="-20" dirty="0">
                <a:latin typeface="Arial MT"/>
                <a:cs typeface="Arial MT"/>
              </a:rPr>
              <a:t>C)(3.2x10</a:t>
            </a:r>
            <a:r>
              <a:rPr sz="1800" spc="-30" baseline="41666" dirty="0">
                <a:latin typeface="Arial MT"/>
                <a:cs typeface="Arial MT"/>
              </a:rPr>
              <a:t>-</a:t>
            </a:r>
            <a:r>
              <a:rPr sz="1800" baseline="41666" dirty="0">
                <a:latin typeface="Arial MT"/>
                <a:cs typeface="Arial MT"/>
              </a:rPr>
              <a:t>19</a:t>
            </a:r>
            <a:r>
              <a:rPr sz="1800" spc="165" baseline="41666" dirty="0">
                <a:latin typeface="Arial MT"/>
                <a:cs typeface="Arial MT"/>
              </a:rPr>
              <a:t>  </a:t>
            </a:r>
            <a:r>
              <a:rPr sz="2050" spc="-25" dirty="0">
                <a:latin typeface="Arial MT"/>
                <a:cs typeface="Arial MT"/>
              </a:rPr>
              <a:t>C)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1109" y="5081852"/>
            <a:ext cx="280543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latin typeface="Arial MT"/>
                <a:cs typeface="Arial MT"/>
              </a:rPr>
              <a:t>F</a:t>
            </a:r>
            <a:r>
              <a:rPr sz="2050" spc="-15" dirty="0">
                <a:latin typeface="Arial MT"/>
                <a:cs typeface="Arial MT"/>
              </a:rPr>
              <a:t>  </a:t>
            </a:r>
            <a:r>
              <a:rPr sz="2050" dirty="0">
                <a:latin typeface="Arial MT"/>
                <a:cs typeface="Arial MT"/>
              </a:rPr>
              <a:t>=(8.99x10</a:t>
            </a:r>
            <a:r>
              <a:rPr sz="1800" baseline="41666" dirty="0">
                <a:latin typeface="Arial MT"/>
                <a:cs typeface="Arial MT"/>
              </a:rPr>
              <a:t>9</a:t>
            </a:r>
            <a:r>
              <a:rPr sz="1800" spc="719" baseline="41666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N</a:t>
            </a:r>
            <a:r>
              <a:rPr sz="2050" spc="-3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m</a:t>
            </a:r>
            <a:r>
              <a:rPr sz="1800" baseline="41666" dirty="0">
                <a:latin typeface="Arial MT"/>
                <a:cs typeface="Arial MT"/>
              </a:rPr>
              <a:t>2</a:t>
            </a:r>
            <a:r>
              <a:rPr sz="1800" spc="-97" baseline="41666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/C</a:t>
            </a:r>
            <a:r>
              <a:rPr sz="1800" spc="-15" baseline="41666" dirty="0">
                <a:latin typeface="Arial MT"/>
                <a:cs typeface="Arial MT"/>
              </a:rPr>
              <a:t>2</a:t>
            </a:r>
            <a:r>
              <a:rPr sz="1800" spc="-135" baseline="41666" dirty="0">
                <a:latin typeface="Arial MT"/>
                <a:cs typeface="Arial MT"/>
              </a:rPr>
              <a:t> </a:t>
            </a:r>
            <a:r>
              <a:rPr sz="2050" spc="-50" dirty="0">
                <a:latin typeface="Arial MT"/>
                <a:cs typeface="Arial MT"/>
              </a:rPr>
              <a:t>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58173" y="5081852"/>
            <a:ext cx="168592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2050" spc="-10" dirty="0">
                <a:latin typeface="Arial MT"/>
                <a:cs typeface="Arial MT"/>
              </a:rPr>
              <a:t>=1.15x10</a:t>
            </a:r>
            <a:r>
              <a:rPr sz="1800" spc="-15" baseline="41666" dirty="0">
                <a:latin typeface="Arial MT"/>
                <a:cs typeface="Arial MT"/>
              </a:rPr>
              <a:t>-</a:t>
            </a:r>
            <a:r>
              <a:rPr sz="1800" baseline="41666" dirty="0">
                <a:latin typeface="Arial MT"/>
                <a:cs typeface="Arial MT"/>
              </a:rPr>
              <a:t>24</a:t>
            </a:r>
            <a:r>
              <a:rPr sz="1800" spc="142" baseline="41666" dirty="0">
                <a:latin typeface="Arial MT"/>
                <a:cs typeface="Arial MT"/>
              </a:rPr>
              <a:t>  </a:t>
            </a:r>
            <a:r>
              <a:rPr sz="2050" spc="-50" dirty="0">
                <a:latin typeface="Arial MT"/>
                <a:cs typeface="Arial MT"/>
              </a:rPr>
              <a:t>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58623" y="5283020"/>
            <a:ext cx="113474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latin typeface="Arial MT"/>
                <a:cs typeface="Arial MT"/>
              </a:rPr>
              <a:t>(0.02</a:t>
            </a:r>
            <a:r>
              <a:rPr sz="2050" spc="-40" dirty="0">
                <a:latin typeface="Arial MT"/>
                <a:cs typeface="Arial MT"/>
              </a:rPr>
              <a:t> </a:t>
            </a:r>
            <a:r>
              <a:rPr sz="2050" spc="-25" dirty="0">
                <a:latin typeface="Arial MT"/>
                <a:cs typeface="Arial MT"/>
              </a:rPr>
              <a:t>m)</a:t>
            </a:r>
            <a:r>
              <a:rPr sz="1800" spc="-37" baseline="41666" dirty="0">
                <a:latin typeface="Arial MT"/>
                <a:cs typeface="Arial MT"/>
              </a:rPr>
              <a:t>2</a:t>
            </a:r>
            <a:endParaRPr sz="1800" baseline="41666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50019" y="5898762"/>
            <a:ext cx="215201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latin typeface="Arial MT"/>
                <a:cs typeface="Arial MT"/>
              </a:rPr>
              <a:t>=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-</a:t>
            </a:r>
            <a:r>
              <a:rPr sz="2050" spc="-10" dirty="0">
                <a:latin typeface="Arial MT"/>
                <a:cs typeface="Arial MT"/>
              </a:rPr>
              <a:t> (1.15x10</a:t>
            </a:r>
            <a:r>
              <a:rPr sz="1800" spc="-15" baseline="41666" dirty="0">
                <a:latin typeface="Arial MT"/>
                <a:cs typeface="Arial MT"/>
              </a:rPr>
              <a:t>-</a:t>
            </a:r>
            <a:r>
              <a:rPr sz="1800" baseline="41666" dirty="0">
                <a:latin typeface="Arial MT"/>
                <a:cs typeface="Arial MT"/>
              </a:rPr>
              <a:t>24</a:t>
            </a:r>
            <a:r>
              <a:rPr sz="1800" spc="135" baseline="41666" dirty="0">
                <a:latin typeface="Arial MT"/>
                <a:cs typeface="Arial MT"/>
              </a:rPr>
              <a:t>  </a:t>
            </a:r>
            <a:r>
              <a:rPr sz="2050" spc="-25" dirty="0">
                <a:latin typeface="Arial MT"/>
                <a:cs typeface="Arial MT"/>
              </a:rPr>
              <a:t>N</a:t>
            </a:r>
            <a:r>
              <a:rPr sz="2050" spc="-245" dirty="0">
                <a:latin typeface="Arial MT"/>
                <a:cs typeface="Arial MT"/>
              </a:rPr>
              <a:t>)</a:t>
            </a:r>
            <a:r>
              <a:rPr sz="3075" spc="-1320" baseline="18970" dirty="0">
                <a:latin typeface="Courier New"/>
                <a:cs typeface="Courier New"/>
              </a:rPr>
              <a:t>ˆ</a:t>
            </a:r>
            <a:r>
              <a:rPr sz="2050" spc="-25" dirty="0">
                <a:latin typeface="Arial MT"/>
                <a:cs typeface="Arial MT"/>
              </a:rPr>
              <a:t>i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42605" y="5782741"/>
            <a:ext cx="361950" cy="464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>
              <a:lnSpc>
                <a:spcPts val="1225"/>
              </a:lnSpc>
              <a:spcBef>
                <a:spcPts val="90"/>
              </a:spcBef>
            </a:pP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45"/>
              </a:lnSpc>
            </a:pPr>
            <a:r>
              <a:rPr sz="3075" spc="-37" baseline="2710" dirty="0">
                <a:latin typeface="Arial MT"/>
                <a:cs typeface="Arial MT"/>
              </a:rPr>
              <a:t>F</a:t>
            </a:r>
            <a:r>
              <a:rPr sz="1200" spc="-25" dirty="0">
                <a:latin typeface="Courier New"/>
                <a:cs typeface="Courier New"/>
              </a:rPr>
              <a:t>12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6820" y="438403"/>
            <a:ext cx="2719070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93877" y="368820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8947404" y="749808"/>
                </a:moveTo>
                <a:lnTo>
                  <a:pt x="8938260" y="749808"/>
                </a:lnTo>
                <a:lnTo>
                  <a:pt x="8938260" y="758952"/>
                </a:lnTo>
                <a:lnTo>
                  <a:pt x="8938260" y="3252216"/>
                </a:lnTo>
                <a:lnTo>
                  <a:pt x="167640" y="3252216"/>
                </a:lnTo>
                <a:lnTo>
                  <a:pt x="167640" y="758952"/>
                </a:lnTo>
                <a:lnTo>
                  <a:pt x="8938260" y="758952"/>
                </a:lnTo>
                <a:lnTo>
                  <a:pt x="8938260" y="749808"/>
                </a:lnTo>
                <a:lnTo>
                  <a:pt x="158496" y="749808"/>
                </a:lnTo>
                <a:lnTo>
                  <a:pt x="158496" y="3262884"/>
                </a:lnTo>
                <a:lnTo>
                  <a:pt x="163068" y="3262884"/>
                </a:lnTo>
                <a:lnTo>
                  <a:pt x="167640" y="3262884"/>
                </a:lnTo>
                <a:lnTo>
                  <a:pt x="8938260" y="3262884"/>
                </a:lnTo>
                <a:lnTo>
                  <a:pt x="8942832" y="3262884"/>
                </a:lnTo>
                <a:lnTo>
                  <a:pt x="8947404" y="3262884"/>
                </a:lnTo>
                <a:lnTo>
                  <a:pt x="8947404" y="749808"/>
                </a:lnTo>
                <a:close/>
              </a:path>
              <a:path w="9105900" h="6819900">
                <a:moveTo>
                  <a:pt x="9105900" y="0"/>
                </a:moveTo>
                <a:lnTo>
                  <a:pt x="9093708" y="0"/>
                </a:lnTo>
                <a:lnTo>
                  <a:pt x="9093708" y="12192"/>
                </a:lnTo>
                <a:lnTo>
                  <a:pt x="9093708" y="6807708"/>
                </a:lnTo>
                <a:lnTo>
                  <a:pt x="12192" y="6807708"/>
                </a:lnTo>
                <a:lnTo>
                  <a:pt x="12192" y="12192"/>
                </a:lnTo>
                <a:lnTo>
                  <a:pt x="9093708" y="12192"/>
                </a:lnTo>
                <a:lnTo>
                  <a:pt x="9093708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12192" y="6819900"/>
                </a:lnTo>
                <a:lnTo>
                  <a:pt x="9093708" y="6819900"/>
                </a:lnTo>
                <a:lnTo>
                  <a:pt x="9099804" y="6819900"/>
                </a:lnTo>
                <a:lnTo>
                  <a:pt x="9105900" y="6819900"/>
                </a:lnTo>
                <a:lnTo>
                  <a:pt x="9105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94544" y="2940810"/>
            <a:ext cx="7118350" cy="1117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370" algn="ctr">
              <a:lnSpc>
                <a:spcPts val="1140"/>
              </a:lnSpc>
              <a:spcBef>
                <a:spcPts val="110"/>
              </a:spcBef>
            </a:pPr>
            <a:r>
              <a:rPr sz="120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50800">
              <a:lnSpc>
                <a:spcPts val="2160"/>
              </a:lnSpc>
            </a:pP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What</a:t>
            </a:r>
            <a:r>
              <a:rPr sz="20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electrostatic</a:t>
            </a:r>
            <a:r>
              <a:rPr sz="20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force</a:t>
            </a:r>
            <a:r>
              <a:rPr sz="2000" spc="30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3075" b="1" spc="-30" baseline="-271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800" spc="-30" baseline="-9259" dirty="0">
                <a:solidFill>
                  <a:srgbClr val="FF0000"/>
                </a:solidFill>
                <a:latin typeface="Courier New"/>
                <a:cs typeface="Courier New"/>
              </a:rPr>
              <a:t>12</a:t>
            </a:r>
            <a:r>
              <a:rPr sz="1800" spc="-697" baseline="-92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on</a:t>
            </a:r>
            <a:r>
              <a:rPr sz="20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particle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1</a:t>
            </a:r>
            <a:r>
              <a:rPr sz="20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from</a:t>
            </a:r>
            <a:r>
              <a:rPr sz="2000" spc="-3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particle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2?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Arial MT"/>
              <a:cs typeface="Arial MT"/>
            </a:endParaRPr>
          </a:p>
          <a:p>
            <a:pPr marL="6096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52381" y="3697223"/>
            <a:ext cx="8789035" cy="3287395"/>
          </a:xfrm>
          <a:custGeom>
            <a:avLst/>
            <a:gdLst/>
            <a:ahLst/>
            <a:cxnLst/>
            <a:rect l="l" t="t" r="r" b="b"/>
            <a:pathLst>
              <a:path w="8789035" h="3287395">
                <a:moveTo>
                  <a:pt x="8788905" y="3287268"/>
                </a:moveTo>
                <a:lnTo>
                  <a:pt x="8788905" y="0"/>
                </a:lnTo>
                <a:lnTo>
                  <a:pt x="0" y="0"/>
                </a:lnTo>
                <a:lnTo>
                  <a:pt x="0" y="3287268"/>
                </a:lnTo>
                <a:lnTo>
                  <a:pt x="4572" y="3287268"/>
                </a:ln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lnTo>
                  <a:pt x="8779761" y="10668"/>
                </a:lnTo>
                <a:lnTo>
                  <a:pt x="8779761" y="4572"/>
                </a:lnTo>
                <a:lnTo>
                  <a:pt x="8784333" y="10668"/>
                </a:lnTo>
                <a:lnTo>
                  <a:pt x="8784333" y="3287268"/>
                </a:lnTo>
                <a:lnTo>
                  <a:pt x="8788905" y="3287268"/>
                </a:lnTo>
                <a:close/>
              </a:path>
              <a:path w="8789035" h="3287395">
                <a:moveTo>
                  <a:pt x="9144" y="10668"/>
                </a:move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8789035" h="3287395">
                <a:moveTo>
                  <a:pt x="9144" y="3276600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3276600"/>
                </a:lnTo>
                <a:lnTo>
                  <a:pt x="9144" y="3276600"/>
                </a:lnTo>
                <a:close/>
              </a:path>
              <a:path w="8789035" h="3287395">
                <a:moveTo>
                  <a:pt x="8784333" y="3276600"/>
                </a:moveTo>
                <a:lnTo>
                  <a:pt x="4572" y="3276600"/>
                </a:lnTo>
                <a:lnTo>
                  <a:pt x="9144" y="3281172"/>
                </a:lnTo>
                <a:lnTo>
                  <a:pt x="9144" y="3287268"/>
                </a:lnTo>
                <a:lnTo>
                  <a:pt x="8779761" y="3287268"/>
                </a:lnTo>
                <a:lnTo>
                  <a:pt x="8779761" y="3281172"/>
                </a:lnTo>
                <a:lnTo>
                  <a:pt x="8784333" y="3276600"/>
                </a:lnTo>
                <a:close/>
              </a:path>
              <a:path w="8789035" h="3287395">
                <a:moveTo>
                  <a:pt x="9144" y="3287268"/>
                </a:moveTo>
                <a:lnTo>
                  <a:pt x="9144" y="3281172"/>
                </a:lnTo>
                <a:lnTo>
                  <a:pt x="4572" y="3276600"/>
                </a:lnTo>
                <a:lnTo>
                  <a:pt x="4572" y="3287268"/>
                </a:lnTo>
                <a:lnTo>
                  <a:pt x="9144" y="3287268"/>
                </a:lnTo>
                <a:close/>
              </a:path>
              <a:path w="8789035" h="3287395">
                <a:moveTo>
                  <a:pt x="8784333" y="10668"/>
                </a:moveTo>
                <a:lnTo>
                  <a:pt x="8779761" y="4572"/>
                </a:lnTo>
                <a:lnTo>
                  <a:pt x="8779761" y="10668"/>
                </a:lnTo>
                <a:lnTo>
                  <a:pt x="8784333" y="10668"/>
                </a:lnTo>
                <a:close/>
              </a:path>
              <a:path w="8789035" h="3287395">
                <a:moveTo>
                  <a:pt x="8784333" y="3276600"/>
                </a:moveTo>
                <a:lnTo>
                  <a:pt x="8784333" y="10668"/>
                </a:lnTo>
                <a:lnTo>
                  <a:pt x="8779761" y="10668"/>
                </a:lnTo>
                <a:lnTo>
                  <a:pt x="8779761" y="3276600"/>
                </a:lnTo>
                <a:lnTo>
                  <a:pt x="8784333" y="3276600"/>
                </a:lnTo>
                <a:close/>
              </a:path>
              <a:path w="8789035" h="3287395">
                <a:moveTo>
                  <a:pt x="8784333" y="3287268"/>
                </a:moveTo>
                <a:lnTo>
                  <a:pt x="8784333" y="3276600"/>
                </a:lnTo>
                <a:lnTo>
                  <a:pt x="8779761" y="3281172"/>
                </a:lnTo>
                <a:lnTo>
                  <a:pt x="8779761" y="3287268"/>
                </a:lnTo>
                <a:lnTo>
                  <a:pt x="8784333" y="3287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483486" y="1613916"/>
            <a:ext cx="4718685" cy="440690"/>
            <a:chOff x="4483486" y="1613916"/>
            <a:chExt cx="4718685" cy="440690"/>
          </a:xfrm>
        </p:grpSpPr>
        <p:sp>
          <p:nvSpPr>
            <p:cNvPr id="4" name="object 4"/>
            <p:cNvSpPr/>
            <p:nvPr/>
          </p:nvSpPr>
          <p:spPr>
            <a:xfrm>
              <a:off x="4483486" y="1778508"/>
              <a:ext cx="4718685" cy="111760"/>
            </a:xfrm>
            <a:custGeom>
              <a:avLst/>
              <a:gdLst/>
              <a:ahLst/>
              <a:cxnLst/>
              <a:rect l="l" t="t" r="r" b="b"/>
              <a:pathLst>
                <a:path w="4718684" h="111760">
                  <a:moveTo>
                    <a:pt x="4679468" y="55626"/>
                  </a:moveTo>
                  <a:lnTo>
                    <a:pt x="4662389" y="45720"/>
                  </a:lnTo>
                  <a:lnTo>
                    <a:pt x="0" y="45720"/>
                  </a:lnTo>
                  <a:lnTo>
                    <a:pt x="0" y="65532"/>
                  </a:lnTo>
                  <a:lnTo>
                    <a:pt x="4662389" y="65532"/>
                  </a:lnTo>
                  <a:lnTo>
                    <a:pt x="4679468" y="55626"/>
                  </a:lnTo>
                  <a:close/>
                </a:path>
                <a:path w="4718684" h="111760">
                  <a:moveTo>
                    <a:pt x="4718304" y="54864"/>
                  </a:moveTo>
                  <a:lnTo>
                    <a:pt x="4626864" y="3048"/>
                  </a:lnTo>
                  <a:lnTo>
                    <a:pt x="4622292" y="0"/>
                  </a:lnTo>
                  <a:lnTo>
                    <a:pt x="4617720" y="1524"/>
                  </a:lnTo>
                  <a:lnTo>
                    <a:pt x="4611624" y="10668"/>
                  </a:lnTo>
                  <a:lnTo>
                    <a:pt x="4613148" y="16764"/>
                  </a:lnTo>
                  <a:lnTo>
                    <a:pt x="4617720" y="19812"/>
                  </a:lnTo>
                  <a:lnTo>
                    <a:pt x="4662389" y="45720"/>
                  </a:lnTo>
                  <a:lnTo>
                    <a:pt x="4698492" y="45720"/>
                  </a:lnTo>
                  <a:lnTo>
                    <a:pt x="4698492" y="66421"/>
                  </a:lnTo>
                  <a:lnTo>
                    <a:pt x="4718304" y="54864"/>
                  </a:lnTo>
                  <a:close/>
                </a:path>
                <a:path w="4718684" h="111760">
                  <a:moveTo>
                    <a:pt x="4698492" y="66421"/>
                  </a:moveTo>
                  <a:lnTo>
                    <a:pt x="4698492" y="65532"/>
                  </a:lnTo>
                  <a:lnTo>
                    <a:pt x="4662389" y="65532"/>
                  </a:lnTo>
                  <a:lnTo>
                    <a:pt x="4617720" y="91440"/>
                  </a:lnTo>
                  <a:lnTo>
                    <a:pt x="4613148" y="94488"/>
                  </a:lnTo>
                  <a:lnTo>
                    <a:pt x="4611624" y="100584"/>
                  </a:lnTo>
                  <a:lnTo>
                    <a:pt x="4617720" y="109728"/>
                  </a:lnTo>
                  <a:lnTo>
                    <a:pt x="4622292" y="111252"/>
                  </a:lnTo>
                  <a:lnTo>
                    <a:pt x="4626864" y="108204"/>
                  </a:lnTo>
                  <a:lnTo>
                    <a:pt x="4698492" y="66421"/>
                  </a:lnTo>
                  <a:close/>
                </a:path>
                <a:path w="4718684" h="111760">
                  <a:moveTo>
                    <a:pt x="4698492" y="65532"/>
                  </a:moveTo>
                  <a:lnTo>
                    <a:pt x="4698492" y="45720"/>
                  </a:lnTo>
                  <a:lnTo>
                    <a:pt x="4662389" y="45720"/>
                  </a:lnTo>
                  <a:lnTo>
                    <a:pt x="4679468" y="55626"/>
                  </a:lnTo>
                  <a:lnTo>
                    <a:pt x="4693920" y="47244"/>
                  </a:lnTo>
                  <a:lnTo>
                    <a:pt x="4693920" y="65532"/>
                  </a:lnTo>
                  <a:lnTo>
                    <a:pt x="4698492" y="65532"/>
                  </a:lnTo>
                  <a:close/>
                </a:path>
                <a:path w="4718684" h="111760">
                  <a:moveTo>
                    <a:pt x="4693920" y="65532"/>
                  </a:moveTo>
                  <a:lnTo>
                    <a:pt x="4693920" y="64008"/>
                  </a:lnTo>
                  <a:lnTo>
                    <a:pt x="4679468" y="55626"/>
                  </a:lnTo>
                  <a:lnTo>
                    <a:pt x="4662389" y="65532"/>
                  </a:lnTo>
                  <a:lnTo>
                    <a:pt x="4693920" y="65532"/>
                  </a:lnTo>
                  <a:close/>
                </a:path>
                <a:path w="4718684" h="111760">
                  <a:moveTo>
                    <a:pt x="4693920" y="64008"/>
                  </a:moveTo>
                  <a:lnTo>
                    <a:pt x="4693920" y="47244"/>
                  </a:lnTo>
                  <a:lnTo>
                    <a:pt x="4679468" y="55626"/>
                  </a:lnTo>
                  <a:lnTo>
                    <a:pt x="4693920" y="6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88458" y="1618487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4883"/>
                  </a:moveTo>
                  <a:lnTo>
                    <a:pt x="425626" y="165551"/>
                  </a:lnTo>
                  <a:lnTo>
                    <a:pt x="409485" y="120298"/>
                  </a:lnTo>
                  <a:lnTo>
                    <a:pt x="384145" y="80403"/>
                  </a:lnTo>
                  <a:lnTo>
                    <a:pt x="350888" y="47146"/>
                  </a:lnTo>
                  <a:lnTo>
                    <a:pt x="310993" y="21806"/>
                  </a:lnTo>
                  <a:lnTo>
                    <a:pt x="265740" y="5665"/>
                  </a:lnTo>
                  <a:lnTo>
                    <a:pt x="216407" y="0"/>
                  </a:lnTo>
                  <a:lnTo>
                    <a:pt x="166511" y="5665"/>
                  </a:lnTo>
                  <a:lnTo>
                    <a:pt x="120853" y="21806"/>
                  </a:lnTo>
                  <a:lnTo>
                    <a:pt x="80687" y="47146"/>
                  </a:lnTo>
                  <a:lnTo>
                    <a:pt x="47266" y="80403"/>
                  </a:lnTo>
                  <a:lnTo>
                    <a:pt x="21842" y="120298"/>
                  </a:lnTo>
                  <a:lnTo>
                    <a:pt x="5669" y="165551"/>
                  </a:lnTo>
                  <a:lnTo>
                    <a:pt x="0" y="214883"/>
                  </a:lnTo>
                  <a:lnTo>
                    <a:pt x="5669" y="264780"/>
                  </a:lnTo>
                  <a:lnTo>
                    <a:pt x="21842" y="310438"/>
                  </a:lnTo>
                  <a:lnTo>
                    <a:pt x="47266" y="350604"/>
                  </a:lnTo>
                  <a:lnTo>
                    <a:pt x="80687" y="384025"/>
                  </a:lnTo>
                  <a:lnTo>
                    <a:pt x="120853" y="409449"/>
                  </a:lnTo>
                  <a:lnTo>
                    <a:pt x="166511" y="425622"/>
                  </a:lnTo>
                  <a:lnTo>
                    <a:pt x="216407" y="431291"/>
                  </a:lnTo>
                  <a:lnTo>
                    <a:pt x="265740" y="425622"/>
                  </a:lnTo>
                  <a:lnTo>
                    <a:pt x="310993" y="409449"/>
                  </a:lnTo>
                  <a:lnTo>
                    <a:pt x="350888" y="384025"/>
                  </a:lnTo>
                  <a:lnTo>
                    <a:pt x="384145" y="350604"/>
                  </a:lnTo>
                  <a:lnTo>
                    <a:pt x="409485" y="310438"/>
                  </a:lnTo>
                  <a:lnTo>
                    <a:pt x="425626" y="264780"/>
                  </a:lnTo>
                  <a:lnTo>
                    <a:pt x="431291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83886" y="1613916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440436" y="242316"/>
                  </a:moveTo>
                  <a:lnTo>
                    <a:pt x="440436" y="196596"/>
                  </a:lnTo>
                  <a:lnTo>
                    <a:pt x="431292" y="153924"/>
                  </a:lnTo>
                  <a:lnTo>
                    <a:pt x="414528" y="114300"/>
                  </a:lnTo>
                  <a:lnTo>
                    <a:pt x="390144" y="79248"/>
                  </a:lnTo>
                  <a:lnTo>
                    <a:pt x="361188" y="50292"/>
                  </a:lnTo>
                  <a:lnTo>
                    <a:pt x="326136" y="25908"/>
                  </a:lnTo>
                  <a:lnTo>
                    <a:pt x="286512" y="9144"/>
                  </a:lnTo>
                  <a:lnTo>
                    <a:pt x="242316" y="0"/>
                  </a:lnTo>
                  <a:lnTo>
                    <a:pt x="198120" y="0"/>
                  </a:lnTo>
                  <a:lnTo>
                    <a:pt x="153924" y="9144"/>
                  </a:lnTo>
                  <a:lnTo>
                    <a:pt x="114300" y="25908"/>
                  </a:lnTo>
                  <a:lnTo>
                    <a:pt x="79248" y="50292"/>
                  </a:lnTo>
                  <a:lnTo>
                    <a:pt x="50292" y="79248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6388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19456" y="9252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20396"/>
                  </a:lnTo>
                  <a:lnTo>
                    <a:pt x="422148" y="156972"/>
                  </a:lnTo>
                  <a:lnTo>
                    <a:pt x="429768" y="198120"/>
                  </a:lnTo>
                  <a:lnTo>
                    <a:pt x="431292" y="220980"/>
                  </a:lnTo>
                  <a:lnTo>
                    <a:pt x="431292" y="284988"/>
                  </a:lnTo>
                  <a:lnTo>
                    <a:pt x="437388" y="263652"/>
                  </a:lnTo>
                  <a:lnTo>
                    <a:pt x="440436" y="242316"/>
                  </a:lnTo>
                  <a:close/>
                </a:path>
                <a:path w="440690" h="440689">
                  <a:moveTo>
                    <a:pt x="431292" y="284988"/>
                  </a:moveTo>
                  <a:lnTo>
                    <a:pt x="431292" y="220980"/>
                  </a:lnTo>
                  <a:lnTo>
                    <a:pt x="429768" y="242316"/>
                  </a:lnTo>
                  <a:lnTo>
                    <a:pt x="426720" y="263652"/>
                  </a:lnTo>
                  <a:lnTo>
                    <a:pt x="414528" y="303276"/>
                  </a:lnTo>
                  <a:lnTo>
                    <a:pt x="394716" y="338328"/>
                  </a:lnTo>
                  <a:lnTo>
                    <a:pt x="368808" y="370332"/>
                  </a:lnTo>
                  <a:lnTo>
                    <a:pt x="338328" y="394716"/>
                  </a:lnTo>
                  <a:lnTo>
                    <a:pt x="301752" y="414528"/>
                  </a:lnTo>
                  <a:lnTo>
                    <a:pt x="262128" y="426720"/>
                  </a:lnTo>
                  <a:lnTo>
                    <a:pt x="220980" y="431190"/>
                  </a:lnTo>
                  <a:lnTo>
                    <a:pt x="219456" y="431292"/>
                  </a:lnTo>
                  <a:lnTo>
                    <a:pt x="199644" y="429876"/>
                  </a:lnTo>
                  <a:lnTo>
                    <a:pt x="156972" y="422148"/>
                  </a:lnTo>
                  <a:lnTo>
                    <a:pt x="118872" y="405384"/>
                  </a:lnTo>
                  <a:lnTo>
                    <a:pt x="85344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8288" y="283464"/>
                  </a:lnTo>
                  <a:lnTo>
                    <a:pt x="10668" y="240792"/>
                  </a:lnTo>
                  <a:lnTo>
                    <a:pt x="9144" y="219456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97536" y="403860"/>
                  </a:lnTo>
                  <a:lnTo>
                    <a:pt x="134112" y="423672"/>
                  </a:lnTo>
                  <a:lnTo>
                    <a:pt x="198120" y="440436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403860" y="342900"/>
                  </a:lnTo>
                  <a:lnTo>
                    <a:pt x="423672" y="306324"/>
                  </a:lnTo>
                  <a:lnTo>
                    <a:pt x="431292" y="2849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9454" y="1618487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4883"/>
                  </a:moveTo>
                  <a:lnTo>
                    <a:pt x="425626" y="165551"/>
                  </a:lnTo>
                  <a:lnTo>
                    <a:pt x="409485" y="120298"/>
                  </a:lnTo>
                  <a:lnTo>
                    <a:pt x="384145" y="80403"/>
                  </a:lnTo>
                  <a:lnTo>
                    <a:pt x="350888" y="47146"/>
                  </a:lnTo>
                  <a:lnTo>
                    <a:pt x="310993" y="21806"/>
                  </a:lnTo>
                  <a:lnTo>
                    <a:pt x="265740" y="5665"/>
                  </a:lnTo>
                  <a:lnTo>
                    <a:pt x="216407" y="0"/>
                  </a:lnTo>
                  <a:lnTo>
                    <a:pt x="166991" y="5665"/>
                  </a:lnTo>
                  <a:lnTo>
                    <a:pt x="121520" y="21806"/>
                  </a:lnTo>
                  <a:lnTo>
                    <a:pt x="81327" y="47146"/>
                  </a:lnTo>
                  <a:lnTo>
                    <a:pt x="47746" y="80403"/>
                  </a:lnTo>
                  <a:lnTo>
                    <a:pt x="22109" y="120298"/>
                  </a:lnTo>
                  <a:lnTo>
                    <a:pt x="5749" y="165551"/>
                  </a:lnTo>
                  <a:lnTo>
                    <a:pt x="0" y="214883"/>
                  </a:lnTo>
                  <a:lnTo>
                    <a:pt x="5749" y="264780"/>
                  </a:lnTo>
                  <a:lnTo>
                    <a:pt x="22109" y="310438"/>
                  </a:lnTo>
                  <a:lnTo>
                    <a:pt x="47746" y="350604"/>
                  </a:lnTo>
                  <a:lnTo>
                    <a:pt x="81327" y="384025"/>
                  </a:lnTo>
                  <a:lnTo>
                    <a:pt x="121520" y="409449"/>
                  </a:lnTo>
                  <a:lnTo>
                    <a:pt x="166991" y="425622"/>
                  </a:lnTo>
                  <a:lnTo>
                    <a:pt x="216407" y="431291"/>
                  </a:lnTo>
                  <a:lnTo>
                    <a:pt x="265740" y="425622"/>
                  </a:lnTo>
                  <a:lnTo>
                    <a:pt x="310993" y="409449"/>
                  </a:lnTo>
                  <a:lnTo>
                    <a:pt x="350888" y="384025"/>
                  </a:lnTo>
                  <a:lnTo>
                    <a:pt x="384145" y="350604"/>
                  </a:lnTo>
                  <a:lnTo>
                    <a:pt x="409485" y="310438"/>
                  </a:lnTo>
                  <a:lnTo>
                    <a:pt x="425626" y="264780"/>
                  </a:lnTo>
                  <a:lnTo>
                    <a:pt x="431291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84882" y="1613916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42316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64008" y="64008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6388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20396"/>
                  </a:lnTo>
                  <a:lnTo>
                    <a:pt x="422148" y="156972"/>
                  </a:lnTo>
                  <a:lnTo>
                    <a:pt x="431292" y="198120"/>
                  </a:lnTo>
                  <a:lnTo>
                    <a:pt x="431292" y="284988"/>
                  </a:lnTo>
                  <a:lnTo>
                    <a:pt x="437388" y="263652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1292" y="284988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22148" y="283464"/>
                  </a:lnTo>
                  <a:lnTo>
                    <a:pt x="406908" y="321564"/>
                  </a:lnTo>
                  <a:lnTo>
                    <a:pt x="384048" y="355092"/>
                  </a:lnTo>
                  <a:lnTo>
                    <a:pt x="355092" y="382524"/>
                  </a:lnTo>
                  <a:lnTo>
                    <a:pt x="321564" y="405384"/>
                  </a:lnTo>
                  <a:lnTo>
                    <a:pt x="283464" y="422148"/>
                  </a:lnTo>
                  <a:lnTo>
                    <a:pt x="242316" y="429768"/>
                  </a:lnTo>
                  <a:lnTo>
                    <a:pt x="220980" y="431292"/>
                  </a:lnTo>
                  <a:lnTo>
                    <a:pt x="199644" y="429869"/>
                  </a:lnTo>
                  <a:lnTo>
                    <a:pt x="198120" y="429768"/>
                  </a:lnTo>
                  <a:lnTo>
                    <a:pt x="156972" y="422148"/>
                  </a:lnTo>
                  <a:lnTo>
                    <a:pt x="120396" y="405384"/>
                  </a:lnTo>
                  <a:lnTo>
                    <a:pt x="86868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8288" y="283464"/>
                  </a:lnTo>
                  <a:lnTo>
                    <a:pt x="10668" y="240792"/>
                  </a:lnTo>
                  <a:lnTo>
                    <a:pt x="9144" y="219456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97536" y="403860"/>
                  </a:lnTo>
                  <a:lnTo>
                    <a:pt x="135636" y="423672"/>
                  </a:lnTo>
                  <a:lnTo>
                    <a:pt x="198120" y="440436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14528" y="324612"/>
                  </a:lnTo>
                  <a:lnTo>
                    <a:pt x="423672" y="306324"/>
                  </a:lnTo>
                  <a:lnTo>
                    <a:pt x="431292" y="2849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51335" y="1153022"/>
            <a:ext cx="422909" cy="546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5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5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12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68602" y="1705570"/>
            <a:ext cx="2811780" cy="742315"/>
            <a:chOff x="4268602" y="1705570"/>
            <a:chExt cx="2811780" cy="742315"/>
          </a:xfrm>
        </p:grpSpPr>
        <p:sp>
          <p:nvSpPr>
            <p:cNvPr id="11" name="object 11"/>
            <p:cNvSpPr/>
            <p:nvPr/>
          </p:nvSpPr>
          <p:spPr>
            <a:xfrm>
              <a:off x="4268602" y="1705570"/>
              <a:ext cx="719455" cy="256540"/>
            </a:xfrm>
            <a:custGeom>
              <a:avLst/>
              <a:gdLst/>
              <a:ahLst/>
              <a:cxnLst/>
              <a:rect l="l" t="t" r="r" b="b"/>
              <a:pathLst>
                <a:path w="719454" h="256539">
                  <a:moveTo>
                    <a:pt x="256460" y="24407"/>
                  </a:moveTo>
                  <a:lnTo>
                    <a:pt x="252984" y="13501"/>
                  </a:lnTo>
                  <a:lnTo>
                    <a:pt x="245506" y="5000"/>
                  </a:lnTo>
                  <a:lnTo>
                    <a:pt x="235458" y="357"/>
                  </a:lnTo>
                  <a:lnTo>
                    <a:pt x="224266" y="0"/>
                  </a:lnTo>
                  <a:lnTo>
                    <a:pt x="213360" y="4357"/>
                  </a:lnTo>
                  <a:lnTo>
                    <a:pt x="0" y="127801"/>
                  </a:lnTo>
                  <a:lnTo>
                    <a:pt x="56388" y="160828"/>
                  </a:lnTo>
                  <a:lnTo>
                    <a:pt x="56388" y="100369"/>
                  </a:lnTo>
                  <a:lnTo>
                    <a:pt x="162144" y="100369"/>
                  </a:lnTo>
                  <a:lnTo>
                    <a:pt x="242316" y="53125"/>
                  </a:lnTo>
                  <a:lnTo>
                    <a:pt x="250840" y="45648"/>
                  </a:lnTo>
                  <a:lnTo>
                    <a:pt x="255651" y="35599"/>
                  </a:lnTo>
                  <a:lnTo>
                    <a:pt x="256460" y="24407"/>
                  </a:lnTo>
                  <a:close/>
                </a:path>
                <a:path w="719454" h="256539">
                  <a:moveTo>
                    <a:pt x="162144" y="100369"/>
                  </a:moveTo>
                  <a:lnTo>
                    <a:pt x="56388" y="100369"/>
                  </a:lnTo>
                  <a:lnTo>
                    <a:pt x="56388" y="156757"/>
                  </a:lnTo>
                  <a:lnTo>
                    <a:pt x="71628" y="156757"/>
                  </a:lnTo>
                  <a:lnTo>
                    <a:pt x="71628" y="103417"/>
                  </a:lnTo>
                  <a:lnTo>
                    <a:pt x="114300" y="128563"/>
                  </a:lnTo>
                  <a:lnTo>
                    <a:pt x="162144" y="100369"/>
                  </a:lnTo>
                  <a:close/>
                </a:path>
                <a:path w="719454" h="256539">
                  <a:moveTo>
                    <a:pt x="256460" y="232076"/>
                  </a:moveTo>
                  <a:lnTo>
                    <a:pt x="255651" y="221337"/>
                  </a:lnTo>
                  <a:lnTo>
                    <a:pt x="250840" y="211455"/>
                  </a:lnTo>
                  <a:lnTo>
                    <a:pt x="242316" y="204001"/>
                  </a:lnTo>
                  <a:lnTo>
                    <a:pt x="162144" y="156757"/>
                  </a:lnTo>
                  <a:lnTo>
                    <a:pt x="56388" y="156757"/>
                  </a:lnTo>
                  <a:lnTo>
                    <a:pt x="56388" y="160828"/>
                  </a:lnTo>
                  <a:lnTo>
                    <a:pt x="213360" y="252769"/>
                  </a:lnTo>
                  <a:lnTo>
                    <a:pt x="224266" y="256246"/>
                  </a:lnTo>
                  <a:lnTo>
                    <a:pt x="235458" y="255436"/>
                  </a:lnTo>
                  <a:lnTo>
                    <a:pt x="245506" y="250626"/>
                  </a:lnTo>
                  <a:lnTo>
                    <a:pt x="252984" y="242101"/>
                  </a:lnTo>
                  <a:lnTo>
                    <a:pt x="256460" y="232076"/>
                  </a:lnTo>
                  <a:close/>
                </a:path>
                <a:path w="719454" h="256539">
                  <a:moveTo>
                    <a:pt x="114300" y="128563"/>
                  </a:moveTo>
                  <a:lnTo>
                    <a:pt x="71628" y="103417"/>
                  </a:lnTo>
                  <a:lnTo>
                    <a:pt x="71628" y="153709"/>
                  </a:lnTo>
                  <a:lnTo>
                    <a:pt x="114300" y="128563"/>
                  </a:lnTo>
                  <a:close/>
                </a:path>
                <a:path w="719454" h="256539">
                  <a:moveTo>
                    <a:pt x="162144" y="156757"/>
                  </a:moveTo>
                  <a:lnTo>
                    <a:pt x="114300" y="128563"/>
                  </a:lnTo>
                  <a:lnTo>
                    <a:pt x="71628" y="153709"/>
                  </a:lnTo>
                  <a:lnTo>
                    <a:pt x="71628" y="156757"/>
                  </a:lnTo>
                  <a:lnTo>
                    <a:pt x="162144" y="156757"/>
                  </a:lnTo>
                  <a:close/>
                </a:path>
                <a:path w="719454" h="256539">
                  <a:moveTo>
                    <a:pt x="719328" y="156757"/>
                  </a:moveTo>
                  <a:lnTo>
                    <a:pt x="719328" y="100369"/>
                  </a:lnTo>
                  <a:lnTo>
                    <a:pt x="162144" y="100369"/>
                  </a:lnTo>
                  <a:lnTo>
                    <a:pt x="114300" y="128563"/>
                  </a:lnTo>
                  <a:lnTo>
                    <a:pt x="162144" y="156757"/>
                  </a:lnTo>
                  <a:lnTo>
                    <a:pt x="719328" y="156757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9761" y="2086355"/>
              <a:ext cx="1880870" cy="361315"/>
            </a:xfrm>
            <a:custGeom>
              <a:avLst/>
              <a:gdLst/>
              <a:ahLst/>
              <a:cxnLst/>
              <a:rect l="l" t="t" r="r" b="b"/>
              <a:pathLst>
                <a:path w="1880870" h="361314">
                  <a:moveTo>
                    <a:pt x="1880616" y="0"/>
                  </a:moveTo>
                  <a:lnTo>
                    <a:pt x="1871472" y="0"/>
                  </a:lnTo>
                  <a:lnTo>
                    <a:pt x="1871472" y="250329"/>
                  </a:lnTo>
                  <a:lnTo>
                    <a:pt x="1732788" y="169176"/>
                  </a:lnTo>
                  <a:lnTo>
                    <a:pt x="1725739" y="167144"/>
                  </a:lnTo>
                  <a:lnTo>
                    <a:pt x="1718691" y="167843"/>
                  </a:lnTo>
                  <a:lnTo>
                    <a:pt x="1712214" y="171094"/>
                  </a:lnTo>
                  <a:lnTo>
                    <a:pt x="1706880" y="176796"/>
                  </a:lnTo>
                  <a:lnTo>
                    <a:pt x="1704860" y="183845"/>
                  </a:lnTo>
                  <a:lnTo>
                    <a:pt x="1705546" y="190893"/>
                  </a:lnTo>
                  <a:lnTo>
                    <a:pt x="1708810" y="197370"/>
                  </a:lnTo>
                  <a:lnTo>
                    <a:pt x="1714500" y="202704"/>
                  </a:lnTo>
                  <a:lnTo>
                    <a:pt x="1767662" y="233184"/>
                  </a:lnTo>
                  <a:lnTo>
                    <a:pt x="112953" y="233184"/>
                  </a:lnTo>
                  <a:lnTo>
                    <a:pt x="166116" y="202704"/>
                  </a:lnTo>
                  <a:lnTo>
                    <a:pt x="171780" y="197370"/>
                  </a:lnTo>
                  <a:lnTo>
                    <a:pt x="174879" y="190893"/>
                  </a:lnTo>
                  <a:lnTo>
                    <a:pt x="175120" y="183845"/>
                  </a:lnTo>
                  <a:lnTo>
                    <a:pt x="172212" y="176796"/>
                  </a:lnTo>
                  <a:lnTo>
                    <a:pt x="167525" y="171094"/>
                  </a:lnTo>
                  <a:lnTo>
                    <a:pt x="160972" y="167843"/>
                  </a:lnTo>
                  <a:lnTo>
                    <a:pt x="153568" y="167144"/>
                  </a:lnTo>
                  <a:lnTo>
                    <a:pt x="146304" y="169176"/>
                  </a:lnTo>
                  <a:lnTo>
                    <a:pt x="9144" y="250304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361188"/>
                  </a:lnTo>
                  <a:lnTo>
                    <a:pt x="9144" y="361188"/>
                  </a:lnTo>
                  <a:lnTo>
                    <a:pt x="9144" y="255651"/>
                  </a:lnTo>
                  <a:lnTo>
                    <a:pt x="41148" y="274231"/>
                  </a:lnTo>
                  <a:lnTo>
                    <a:pt x="146304" y="335292"/>
                  </a:lnTo>
                  <a:lnTo>
                    <a:pt x="153568" y="338188"/>
                  </a:lnTo>
                  <a:lnTo>
                    <a:pt x="160972" y="337959"/>
                  </a:lnTo>
                  <a:lnTo>
                    <a:pt x="167525" y="334860"/>
                  </a:lnTo>
                  <a:lnTo>
                    <a:pt x="172212" y="329196"/>
                  </a:lnTo>
                  <a:lnTo>
                    <a:pt x="175120" y="321932"/>
                  </a:lnTo>
                  <a:lnTo>
                    <a:pt x="174879" y="314528"/>
                  </a:lnTo>
                  <a:lnTo>
                    <a:pt x="171780" y="307975"/>
                  </a:lnTo>
                  <a:lnTo>
                    <a:pt x="166116" y="303288"/>
                  </a:lnTo>
                  <a:lnTo>
                    <a:pt x="111556" y="271284"/>
                  </a:lnTo>
                  <a:lnTo>
                    <a:pt x="1769046" y="271284"/>
                  </a:lnTo>
                  <a:lnTo>
                    <a:pt x="1714500" y="303288"/>
                  </a:lnTo>
                  <a:lnTo>
                    <a:pt x="1708810" y="307975"/>
                  </a:lnTo>
                  <a:lnTo>
                    <a:pt x="1705546" y="314528"/>
                  </a:lnTo>
                  <a:lnTo>
                    <a:pt x="1704860" y="321932"/>
                  </a:lnTo>
                  <a:lnTo>
                    <a:pt x="1706880" y="329196"/>
                  </a:lnTo>
                  <a:lnTo>
                    <a:pt x="1712214" y="334860"/>
                  </a:lnTo>
                  <a:lnTo>
                    <a:pt x="1718691" y="337959"/>
                  </a:lnTo>
                  <a:lnTo>
                    <a:pt x="1725739" y="338188"/>
                  </a:lnTo>
                  <a:lnTo>
                    <a:pt x="1732788" y="335292"/>
                  </a:lnTo>
                  <a:lnTo>
                    <a:pt x="1837944" y="274878"/>
                  </a:lnTo>
                  <a:lnTo>
                    <a:pt x="1871472" y="255625"/>
                  </a:lnTo>
                  <a:lnTo>
                    <a:pt x="1871472" y="326136"/>
                  </a:lnTo>
                  <a:lnTo>
                    <a:pt x="1880616" y="326136"/>
                  </a:lnTo>
                  <a:lnTo>
                    <a:pt x="1880616" y="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85319" y="121259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q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54483" y="1389379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5847" y="121259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q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55010" y="1389379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70681" y="2157983"/>
            <a:ext cx="970915" cy="457200"/>
          </a:xfrm>
          <a:custGeom>
            <a:avLst/>
            <a:gdLst/>
            <a:ahLst/>
            <a:cxnLst/>
            <a:rect l="l" t="t" r="r" b="b"/>
            <a:pathLst>
              <a:path w="970915" h="457200">
                <a:moveTo>
                  <a:pt x="970787" y="457199"/>
                </a:moveTo>
                <a:lnTo>
                  <a:pt x="970787" y="0"/>
                </a:lnTo>
                <a:lnTo>
                  <a:pt x="0" y="0"/>
                </a:lnTo>
                <a:lnTo>
                  <a:pt x="0" y="457199"/>
                </a:lnTo>
                <a:lnTo>
                  <a:pt x="970787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63727" y="2181859"/>
            <a:ext cx="58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¾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96129" y="1726691"/>
            <a:ext cx="216535" cy="215265"/>
          </a:xfrm>
          <a:custGeom>
            <a:avLst/>
            <a:gdLst/>
            <a:ahLst/>
            <a:cxnLst/>
            <a:rect l="l" t="t" r="r" b="b"/>
            <a:pathLst>
              <a:path w="216535" h="215264">
                <a:moveTo>
                  <a:pt x="216408" y="79248"/>
                </a:moveTo>
                <a:lnTo>
                  <a:pt x="135636" y="79248"/>
                </a:lnTo>
                <a:lnTo>
                  <a:pt x="135636" y="0"/>
                </a:lnTo>
                <a:lnTo>
                  <a:pt x="79248" y="0"/>
                </a:lnTo>
                <a:lnTo>
                  <a:pt x="79248" y="79248"/>
                </a:lnTo>
                <a:lnTo>
                  <a:pt x="0" y="79248"/>
                </a:lnTo>
                <a:lnTo>
                  <a:pt x="0" y="135636"/>
                </a:lnTo>
                <a:lnTo>
                  <a:pt x="79248" y="135636"/>
                </a:lnTo>
                <a:lnTo>
                  <a:pt x="79248" y="214884"/>
                </a:lnTo>
                <a:lnTo>
                  <a:pt x="135636" y="214884"/>
                </a:lnTo>
                <a:lnTo>
                  <a:pt x="135636" y="135636"/>
                </a:lnTo>
                <a:lnTo>
                  <a:pt x="216408" y="135636"/>
                </a:lnTo>
                <a:lnTo>
                  <a:pt x="216408" y="79248"/>
                </a:lnTo>
                <a:close/>
              </a:path>
            </a:pathLst>
          </a:custGeom>
          <a:solidFill>
            <a:srgbClr val="CC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346065" y="164236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32752" y="1726691"/>
            <a:ext cx="5079365" cy="3199765"/>
            <a:chOff x="2932752" y="1726691"/>
            <a:chExt cx="5079365" cy="3199765"/>
          </a:xfrm>
        </p:grpSpPr>
        <p:sp>
          <p:nvSpPr>
            <p:cNvPr id="22" name="object 22"/>
            <p:cNvSpPr/>
            <p:nvPr/>
          </p:nvSpPr>
          <p:spPr>
            <a:xfrm>
              <a:off x="7796657" y="1726691"/>
              <a:ext cx="215265" cy="215265"/>
            </a:xfrm>
            <a:custGeom>
              <a:avLst/>
              <a:gdLst/>
              <a:ahLst/>
              <a:cxnLst/>
              <a:rect l="l" t="t" r="r" b="b"/>
              <a:pathLst>
                <a:path w="215265" h="215264">
                  <a:moveTo>
                    <a:pt x="214884" y="79248"/>
                  </a:moveTo>
                  <a:lnTo>
                    <a:pt x="135636" y="79248"/>
                  </a:lnTo>
                  <a:lnTo>
                    <a:pt x="135636" y="0"/>
                  </a:lnTo>
                  <a:lnTo>
                    <a:pt x="79248" y="0"/>
                  </a:lnTo>
                  <a:lnTo>
                    <a:pt x="79248" y="79248"/>
                  </a:lnTo>
                  <a:lnTo>
                    <a:pt x="0" y="79248"/>
                  </a:lnTo>
                  <a:lnTo>
                    <a:pt x="0" y="135636"/>
                  </a:lnTo>
                  <a:lnTo>
                    <a:pt x="79248" y="135636"/>
                  </a:lnTo>
                  <a:lnTo>
                    <a:pt x="79248" y="214884"/>
                  </a:lnTo>
                  <a:lnTo>
                    <a:pt x="135636" y="214884"/>
                  </a:lnTo>
                  <a:lnTo>
                    <a:pt x="135636" y="135636"/>
                  </a:lnTo>
                  <a:lnTo>
                    <a:pt x="214884" y="135636"/>
                  </a:lnTo>
                  <a:lnTo>
                    <a:pt x="214884" y="7924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38150" y="4920995"/>
              <a:ext cx="826135" cy="0"/>
            </a:xfrm>
            <a:custGeom>
              <a:avLst/>
              <a:gdLst/>
              <a:ahLst/>
              <a:cxnLst/>
              <a:rect l="l" t="t" r="r" b="b"/>
              <a:pathLst>
                <a:path w="826135">
                  <a:moveTo>
                    <a:pt x="0" y="0"/>
                  </a:moveTo>
                  <a:lnTo>
                    <a:pt x="826007" y="0"/>
                  </a:lnTo>
                </a:path>
              </a:pathLst>
            </a:custGeom>
            <a:ln w="10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273184" y="4888070"/>
            <a:ext cx="19494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25" dirty="0"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54920" y="4551403"/>
            <a:ext cx="79311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10" dirty="0">
                <a:latin typeface="Arial MT"/>
                <a:cs typeface="Arial MT"/>
              </a:rPr>
              <a:t>|q</a:t>
            </a:r>
            <a:r>
              <a:rPr sz="1800" spc="-15" baseline="-23148" dirty="0">
                <a:latin typeface="Arial MT"/>
                <a:cs typeface="Arial MT"/>
              </a:rPr>
              <a:t>1</a:t>
            </a:r>
            <a:r>
              <a:rPr sz="2050" spc="-10" dirty="0">
                <a:latin typeface="Arial MT"/>
                <a:cs typeface="Arial MT"/>
              </a:rPr>
              <a:t>||q</a:t>
            </a:r>
            <a:r>
              <a:rPr sz="1800" spc="-15" baseline="-23148" dirty="0">
                <a:latin typeface="Arial MT"/>
                <a:cs typeface="Arial MT"/>
              </a:rPr>
              <a:t>3</a:t>
            </a:r>
            <a:r>
              <a:rPr sz="2050" spc="-10" dirty="0">
                <a:latin typeface="Arial MT"/>
                <a:cs typeface="Arial MT"/>
              </a:rPr>
              <a:t>|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55836" y="4714471"/>
            <a:ext cx="69024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latin typeface="Arial MT"/>
                <a:cs typeface="Arial MT"/>
              </a:rPr>
              <a:t>F</a:t>
            </a:r>
            <a:r>
              <a:rPr sz="2050" spc="25" dirty="0">
                <a:latin typeface="Arial MT"/>
                <a:cs typeface="Arial MT"/>
              </a:rPr>
              <a:t>  </a:t>
            </a:r>
            <a:r>
              <a:rPr sz="2050" dirty="0">
                <a:latin typeface="Arial MT"/>
                <a:cs typeface="Arial MT"/>
              </a:rPr>
              <a:t>=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spc="-50" dirty="0">
                <a:latin typeface="Arial MT"/>
                <a:cs typeface="Arial MT"/>
              </a:rPr>
              <a:t>k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45192" y="4917163"/>
            <a:ext cx="92138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10" dirty="0">
                <a:latin typeface="Courier New"/>
                <a:cs typeface="Courier New"/>
              </a:rPr>
              <a:t>(</a:t>
            </a:r>
            <a:r>
              <a:rPr sz="2050" spc="-10" dirty="0">
                <a:latin typeface="Arial MT"/>
                <a:cs typeface="Arial MT"/>
              </a:rPr>
              <a:t>3R/4)</a:t>
            </a:r>
            <a:r>
              <a:rPr sz="1800" spc="-15" baseline="41666" dirty="0">
                <a:latin typeface="Arial MT"/>
                <a:cs typeface="Arial MT"/>
              </a:rPr>
              <a:t>2</a:t>
            </a:r>
            <a:endParaRPr sz="1800" baseline="41666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982532" y="5508434"/>
            <a:ext cx="2961640" cy="320675"/>
            <a:chOff x="4982532" y="5508434"/>
            <a:chExt cx="2961640" cy="320675"/>
          </a:xfrm>
        </p:grpSpPr>
        <p:sp>
          <p:nvSpPr>
            <p:cNvPr id="29" name="object 29"/>
            <p:cNvSpPr/>
            <p:nvPr/>
          </p:nvSpPr>
          <p:spPr>
            <a:xfrm>
              <a:off x="5920617" y="5826251"/>
              <a:ext cx="172720" cy="0"/>
            </a:xfrm>
            <a:custGeom>
              <a:avLst/>
              <a:gdLst/>
              <a:ahLst/>
              <a:cxnLst/>
              <a:rect l="l" t="t" r="r" b="b"/>
              <a:pathLst>
                <a:path w="172720">
                  <a:moveTo>
                    <a:pt x="0" y="0"/>
                  </a:moveTo>
                  <a:lnTo>
                    <a:pt x="172211" y="0"/>
                  </a:lnTo>
                </a:path>
              </a:pathLst>
            </a:custGeom>
            <a:ln w="5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87929" y="5513831"/>
              <a:ext cx="2950845" cy="0"/>
            </a:xfrm>
            <a:custGeom>
              <a:avLst/>
              <a:gdLst/>
              <a:ahLst/>
              <a:cxnLst/>
              <a:rect l="l" t="t" r="r" b="b"/>
              <a:pathLst>
                <a:path w="2950845">
                  <a:moveTo>
                    <a:pt x="0" y="0"/>
                  </a:moveTo>
                  <a:lnTo>
                    <a:pt x="2950463" y="0"/>
                  </a:lnTo>
                </a:path>
              </a:pathLst>
            </a:custGeom>
            <a:ln w="10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273158" y="5481221"/>
            <a:ext cx="19494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25" dirty="0">
                <a:latin typeface="Arial MT"/>
                <a:cs typeface="Arial MT"/>
              </a:rPr>
              <a:t>13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64630" y="5612285"/>
            <a:ext cx="10985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latin typeface="Arial MT"/>
                <a:cs typeface="Arial MT"/>
              </a:rPr>
              <a:t>2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43231" y="5144781"/>
            <a:ext cx="3042920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Arial MT"/>
                <a:cs typeface="Arial MT"/>
              </a:rPr>
              <a:t>(1.6x10</a:t>
            </a:r>
            <a:r>
              <a:rPr sz="1725" baseline="43478" dirty="0">
                <a:latin typeface="Arial MT"/>
                <a:cs typeface="Arial MT"/>
              </a:rPr>
              <a:t>-19</a:t>
            </a:r>
            <a:r>
              <a:rPr sz="1725" spc="292" baseline="43478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C)(3.2x10</a:t>
            </a:r>
            <a:r>
              <a:rPr sz="1725" baseline="43478" dirty="0">
                <a:latin typeface="Arial MT"/>
                <a:cs typeface="Arial MT"/>
              </a:rPr>
              <a:t>-19</a:t>
            </a:r>
            <a:r>
              <a:rPr sz="1725" spc="292" baseline="43478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C)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30436" y="5307849"/>
            <a:ext cx="1635760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Arial MT"/>
                <a:cs typeface="Arial MT"/>
              </a:rPr>
              <a:t>F</a:t>
            </a:r>
            <a:r>
              <a:rPr sz="2000" spc="5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=(8.99x10</a:t>
            </a:r>
            <a:r>
              <a:rPr sz="1725" spc="-15" baseline="43478" dirty="0">
                <a:latin typeface="Arial MT"/>
                <a:cs typeface="Arial MT"/>
              </a:rPr>
              <a:t>9</a:t>
            </a:r>
            <a:endParaRPr sz="1725" baseline="43478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00747" y="5307849"/>
            <a:ext cx="1137920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Arial MT"/>
                <a:cs typeface="Arial MT"/>
              </a:rPr>
              <a:t>N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</a:t>
            </a:r>
            <a:r>
              <a:rPr sz="1725" baseline="43478" dirty="0">
                <a:latin typeface="Arial MT"/>
                <a:cs typeface="Arial MT"/>
              </a:rPr>
              <a:t>2</a:t>
            </a:r>
            <a:r>
              <a:rPr sz="1725" spc="7" baseline="4347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/C</a:t>
            </a:r>
            <a:r>
              <a:rPr sz="1725" baseline="43478" dirty="0">
                <a:latin typeface="Arial MT"/>
                <a:cs typeface="Arial MT"/>
              </a:rPr>
              <a:t>2</a:t>
            </a:r>
            <a:r>
              <a:rPr sz="1725" spc="-52" baseline="43478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80574" y="5307849"/>
            <a:ext cx="168592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Arial MT"/>
                <a:cs typeface="Arial MT"/>
              </a:rPr>
              <a:t>=2.05x10</a:t>
            </a:r>
            <a:r>
              <a:rPr sz="1725" baseline="43478" dirty="0">
                <a:latin typeface="Arial MT"/>
                <a:cs typeface="Arial MT"/>
              </a:rPr>
              <a:t>-24</a:t>
            </a:r>
            <a:r>
              <a:rPr sz="1725" spc="322" baseline="43478" dirty="0">
                <a:latin typeface="Arial MT"/>
                <a:cs typeface="Arial MT"/>
              </a:rPr>
              <a:t>  </a:t>
            </a:r>
            <a:r>
              <a:rPr sz="2000" spc="-6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21995" y="5620269"/>
            <a:ext cx="111760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50" dirty="0">
                <a:latin typeface="Arial MT"/>
                <a:cs typeface="Arial MT"/>
              </a:rPr>
              <a:t>(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74624" y="5620269"/>
            <a:ext cx="91630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Arial MT"/>
                <a:cs typeface="Arial MT"/>
              </a:rPr>
              <a:t>0.02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m)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21639" y="5415732"/>
            <a:ext cx="173990" cy="73914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spc="-50" dirty="0"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405"/>
              </a:spcBef>
            </a:pPr>
            <a:r>
              <a:rPr sz="2000" spc="-50" dirty="0">
                <a:latin typeface="Arial MT"/>
                <a:cs typeface="Arial MT"/>
              </a:rPr>
              <a:t>4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854830" y="1601724"/>
            <a:ext cx="441959" cy="441959"/>
            <a:chOff x="6854830" y="1601724"/>
            <a:chExt cx="441959" cy="441959"/>
          </a:xfrm>
        </p:grpSpPr>
        <p:sp>
          <p:nvSpPr>
            <p:cNvPr id="41" name="object 41"/>
            <p:cNvSpPr/>
            <p:nvPr/>
          </p:nvSpPr>
          <p:spPr>
            <a:xfrm>
              <a:off x="6859402" y="1606295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69">
                  <a:moveTo>
                    <a:pt x="432815" y="216407"/>
                  </a:moveTo>
                  <a:lnTo>
                    <a:pt x="427066" y="166991"/>
                  </a:lnTo>
                  <a:lnTo>
                    <a:pt x="410706" y="121520"/>
                  </a:lnTo>
                  <a:lnTo>
                    <a:pt x="385069" y="81327"/>
                  </a:lnTo>
                  <a:lnTo>
                    <a:pt x="351488" y="47746"/>
                  </a:lnTo>
                  <a:lnTo>
                    <a:pt x="311295" y="22109"/>
                  </a:lnTo>
                  <a:lnTo>
                    <a:pt x="265824" y="5749"/>
                  </a:lnTo>
                  <a:lnTo>
                    <a:pt x="216407" y="0"/>
                  </a:lnTo>
                  <a:lnTo>
                    <a:pt x="166991" y="5749"/>
                  </a:lnTo>
                  <a:lnTo>
                    <a:pt x="121520" y="22109"/>
                  </a:lnTo>
                  <a:lnTo>
                    <a:pt x="81327" y="47746"/>
                  </a:lnTo>
                  <a:lnTo>
                    <a:pt x="47746" y="81327"/>
                  </a:lnTo>
                  <a:lnTo>
                    <a:pt x="22109" y="121520"/>
                  </a:lnTo>
                  <a:lnTo>
                    <a:pt x="5749" y="166991"/>
                  </a:lnTo>
                  <a:lnTo>
                    <a:pt x="0" y="216407"/>
                  </a:lnTo>
                  <a:lnTo>
                    <a:pt x="5749" y="265824"/>
                  </a:lnTo>
                  <a:lnTo>
                    <a:pt x="22109" y="311295"/>
                  </a:lnTo>
                  <a:lnTo>
                    <a:pt x="47746" y="351488"/>
                  </a:lnTo>
                  <a:lnTo>
                    <a:pt x="81327" y="385069"/>
                  </a:lnTo>
                  <a:lnTo>
                    <a:pt x="121520" y="410706"/>
                  </a:lnTo>
                  <a:lnTo>
                    <a:pt x="166991" y="427066"/>
                  </a:lnTo>
                  <a:lnTo>
                    <a:pt x="216407" y="432815"/>
                  </a:lnTo>
                  <a:lnTo>
                    <a:pt x="265824" y="427066"/>
                  </a:lnTo>
                  <a:lnTo>
                    <a:pt x="311295" y="410706"/>
                  </a:lnTo>
                  <a:lnTo>
                    <a:pt x="351488" y="385069"/>
                  </a:lnTo>
                  <a:lnTo>
                    <a:pt x="385069" y="351488"/>
                  </a:lnTo>
                  <a:lnTo>
                    <a:pt x="410706" y="311295"/>
                  </a:lnTo>
                  <a:lnTo>
                    <a:pt x="427066" y="265824"/>
                  </a:lnTo>
                  <a:lnTo>
                    <a:pt x="432815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54830" y="1601724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76428" y="65532"/>
                  </a:lnTo>
                  <a:lnTo>
                    <a:pt x="344424" y="38100"/>
                  </a:lnTo>
                  <a:lnTo>
                    <a:pt x="306324" y="18288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64008" y="65532"/>
                  </a:lnTo>
                  <a:lnTo>
                    <a:pt x="38100" y="97536"/>
                  </a:lnTo>
                  <a:lnTo>
                    <a:pt x="16764" y="135636"/>
                  </a:lnTo>
                  <a:lnTo>
                    <a:pt x="4572" y="17678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3632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283464" y="19812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59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22148" y="284988"/>
                  </a:lnTo>
                  <a:lnTo>
                    <a:pt x="406908" y="321564"/>
                  </a:lnTo>
                  <a:lnTo>
                    <a:pt x="384048" y="355092"/>
                  </a:lnTo>
                  <a:lnTo>
                    <a:pt x="355092" y="384048"/>
                  </a:lnTo>
                  <a:lnTo>
                    <a:pt x="321564" y="406908"/>
                  </a:lnTo>
                  <a:lnTo>
                    <a:pt x="283464" y="423672"/>
                  </a:lnTo>
                  <a:lnTo>
                    <a:pt x="242316" y="431292"/>
                  </a:lnTo>
                  <a:lnTo>
                    <a:pt x="220980" y="432816"/>
                  </a:lnTo>
                  <a:lnTo>
                    <a:pt x="199644" y="431292"/>
                  </a:lnTo>
                  <a:lnTo>
                    <a:pt x="138684" y="416052"/>
                  </a:lnTo>
                  <a:lnTo>
                    <a:pt x="102108" y="396240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38100" y="344424"/>
                  </a:lnTo>
                  <a:lnTo>
                    <a:pt x="65532" y="377952"/>
                  </a:lnTo>
                  <a:lnTo>
                    <a:pt x="97536" y="403860"/>
                  </a:lnTo>
                  <a:lnTo>
                    <a:pt x="135636" y="425196"/>
                  </a:lnTo>
                  <a:lnTo>
                    <a:pt x="176784" y="437388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756790" y="121259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q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25954" y="1389379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419217" y="1706460"/>
            <a:ext cx="1765300" cy="257175"/>
          </a:xfrm>
          <a:custGeom>
            <a:avLst/>
            <a:gdLst/>
            <a:ahLst/>
            <a:cxnLst/>
            <a:rect l="l" t="t" r="r" b="b"/>
            <a:pathLst>
              <a:path w="1765300" h="257175">
                <a:moveTo>
                  <a:pt x="1188720" y="128447"/>
                </a:moveTo>
                <a:lnTo>
                  <a:pt x="973836" y="3479"/>
                </a:lnTo>
                <a:lnTo>
                  <a:pt x="963815" y="0"/>
                </a:lnTo>
                <a:lnTo>
                  <a:pt x="953071" y="812"/>
                </a:lnTo>
                <a:lnTo>
                  <a:pt x="943190" y="5613"/>
                </a:lnTo>
                <a:lnTo>
                  <a:pt x="935736" y="14147"/>
                </a:lnTo>
                <a:lnTo>
                  <a:pt x="932256" y="25044"/>
                </a:lnTo>
                <a:lnTo>
                  <a:pt x="933069" y="36245"/>
                </a:lnTo>
                <a:lnTo>
                  <a:pt x="937882" y="46291"/>
                </a:lnTo>
                <a:lnTo>
                  <a:pt x="946404" y="53771"/>
                </a:lnTo>
                <a:lnTo>
                  <a:pt x="1026337" y="100863"/>
                </a:lnTo>
                <a:lnTo>
                  <a:pt x="0" y="99491"/>
                </a:lnTo>
                <a:lnTo>
                  <a:pt x="0" y="155879"/>
                </a:lnTo>
                <a:lnTo>
                  <a:pt x="931379" y="157124"/>
                </a:lnTo>
                <a:lnTo>
                  <a:pt x="973836" y="157187"/>
                </a:lnTo>
                <a:lnTo>
                  <a:pt x="1026007" y="157251"/>
                </a:lnTo>
                <a:lnTo>
                  <a:pt x="944880" y="204647"/>
                </a:lnTo>
                <a:lnTo>
                  <a:pt x="936383" y="211886"/>
                </a:lnTo>
                <a:lnTo>
                  <a:pt x="931735" y="221411"/>
                </a:lnTo>
                <a:lnTo>
                  <a:pt x="931379" y="232079"/>
                </a:lnTo>
                <a:lnTo>
                  <a:pt x="935736" y="242747"/>
                </a:lnTo>
                <a:lnTo>
                  <a:pt x="942975" y="251269"/>
                </a:lnTo>
                <a:lnTo>
                  <a:pt x="952500" y="256082"/>
                </a:lnTo>
                <a:lnTo>
                  <a:pt x="963168" y="256882"/>
                </a:lnTo>
                <a:lnTo>
                  <a:pt x="973836" y="253415"/>
                </a:lnTo>
                <a:lnTo>
                  <a:pt x="1130808" y="162115"/>
                </a:lnTo>
                <a:lnTo>
                  <a:pt x="1188720" y="128447"/>
                </a:lnTo>
                <a:close/>
              </a:path>
              <a:path w="1765300" h="257175">
                <a:moveTo>
                  <a:pt x="1764792" y="87287"/>
                </a:moveTo>
                <a:lnTo>
                  <a:pt x="1548384" y="87287"/>
                </a:lnTo>
                <a:lnTo>
                  <a:pt x="1548384" y="145199"/>
                </a:lnTo>
                <a:lnTo>
                  <a:pt x="1764792" y="145199"/>
                </a:lnTo>
                <a:lnTo>
                  <a:pt x="1764792" y="87287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110615" y="1204838"/>
            <a:ext cx="42418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33760" y="5942993"/>
            <a:ext cx="24384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latin typeface="Arial MT"/>
                <a:cs typeface="Arial MT"/>
              </a:rPr>
              <a:t>-</a:t>
            </a:r>
            <a:r>
              <a:rPr sz="1150" spc="-25" dirty="0">
                <a:latin typeface="Arial MT"/>
                <a:cs typeface="Arial MT"/>
              </a:rPr>
              <a:t>24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96271" y="5950435"/>
            <a:ext cx="194437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79245" algn="l"/>
              </a:tabLst>
            </a:pPr>
            <a:r>
              <a:rPr sz="2050" dirty="0">
                <a:latin typeface="Arial MT"/>
                <a:cs typeface="Arial MT"/>
              </a:rPr>
              <a:t>=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(2.05x10</a:t>
            </a:r>
            <a:r>
              <a:rPr sz="2050" dirty="0">
                <a:latin typeface="Arial MT"/>
                <a:cs typeface="Arial MT"/>
              </a:rPr>
              <a:t>	</a:t>
            </a:r>
            <a:r>
              <a:rPr sz="2050" spc="-25" dirty="0">
                <a:latin typeface="Arial MT"/>
                <a:cs typeface="Arial MT"/>
              </a:rPr>
              <a:t>N)i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09831" y="5862043"/>
            <a:ext cx="18161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ourier New"/>
                <a:cs typeface="Courier New"/>
              </a:rPr>
              <a:t>ˆ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161932" y="5833986"/>
            <a:ext cx="361950" cy="465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ts val="1225"/>
              </a:lnSpc>
              <a:spcBef>
                <a:spcPts val="95"/>
              </a:spcBef>
            </a:pP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45"/>
              </a:lnSpc>
            </a:pPr>
            <a:r>
              <a:rPr sz="3075" spc="-37" baseline="2710" dirty="0">
                <a:latin typeface="Arial MT"/>
                <a:cs typeface="Arial MT"/>
              </a:rPr>
              <a:t>F</a:t>
            </a:r>
            <a:r>
              <a:rPr sz="1200" spc="-25" dirty="0">
                <a:latin typeface="Courier New"/>
                <a:cs typeface="Courier New"/>
              </a:rPr>
              <a:t>13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18928" y="3969099"/>
            <a:ext cx="861694" cy="464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>
              <a:lnSpc>
                <a:spcPts val="1225"/>
              </a:lnSpc>
              <a:spcBef>
                <a:spcPts val="90"/>
              </a:spcBef>
            </a:pP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45"/>
              </a:lnSpc>
            </a:pPr>
            <a:r>
              <a:rPr sz="3075" spc="-30" baseline="2710" dirty="0">
                <a:latin typeface="Arial MT"/>
                <a:cs typeface="Arial MT"/>
              </a:rPr>
              <a:t>F</a:t>
            </a:r>
            <a:r>
              <a:rPr sz="1200" spc="-20" dirty="0">
                <a:latin typeface="Courier New"/>
                <a:cs typeface="Courier New"/>
              </a:rPr>
              <a:t>1,</a:t>
            </a:r>
            <a:r>
              <a:rPr sz="1200" i="1" spc="-20" dirty="0">
                <a:latin typeface="Courier New"/>
                <a:cs typeface="Courier New"/>
              </a:rPr>
              <a:t>net</a:t>
            </a:r>
            <a:r>
              <a:rPr sz="1200" i="1" spc="-135" dirty="0">
                <a:latin typeface="Courier New"/>
                <a:cs typeface="Courier New"/>
              </a:rPr>
              <a:t> </a:t>
            </a:r>
            <a:r>
              <a:rPr sz="3075" spc="-75" baseline="2710" dirty="0">
                <a:latin typeface="Arial MT"/>
                <a:cs typeface="Arial MT"/>
              </a:rPr>
              <a:t>=</a:t>
            </a:r>
            <a:endParaRPr sz="3075" baseline="271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015623" y="3969099"/>
            <a:ext cx="1024890" cy="464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860">
              <a:lnSpc>
                <a:spcPts val="1225"/>
              </a:lnSpc>
              <a:spcBef>
                <a:spcPts val="90"/>
              </a:spcBef>
              <a:tabLst>
                <a:tab pos="684530" algn="l"/>
              </a:tabLst>
            </a:pPr>
            <a:r>
              <a:rPr sz="1200" spc="-50" dirty="0">
                <a:latin typeface="Symbol"/>
                <a:cs typeface="Symbol"/>
              </a:rPr>
              <a:t>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45"/>
              </a:lnSpc>
            </a:pPr>
            <a:r>
              <a:rPr sz="3075" baseline="2710" dirty="0">
                <a:latin typeface="Arial MT"/>
                <a:cs typeface="Arial MT"/>
              </a:rPr>
              <a:t>F</a:t>
            </a:r>
            <a:r>
              <a:rPr sz="1200" dirty="0">
                <a:latin typeface="Courier New"/>
                <a:cs typeface="Courier New"/>
              </a:rPr>
              <a:t>12 </a:t>
            </a:r>
            <a:r>
              <a:rPr sz="3075" baseline="2710" dirty="0">
                <a:latin typeface="Arial MT"/>
                <a:cs typeface="Arial MT"/>
              </a:rPr>
              <a:t>+</a:t>
            </a:r>
            <a:r>
              <a:rPr sz="3075" spc="-22" baseline="2710" dirty="0">
                <a:latin typeface="Arial MT"/>
                <a:cs typeface="Arial MT"/>
              </a:rPr>
              <a:t> </a:t>
            </a:r>
            <a:r>
              <a:rPr sz="3075" spc="-37" baseline="2710" dirty="0">
                <a:latin typeface="Arial MT"/>
                <a:cs typeface="Arial MT"/>
              </a:rPr>
              <a:t>F</a:t>
            </a:r>
            <a:r>
              <a:rPr sz="1200" spc="-25" dirty="0">
                <a:latin typeface="Courier New"/>
                <a:cs typeface="Courier New"/>
              </a:rPr>
              <a:t>13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91420" y="438403"/>
            <a:ext cx="2769870" cy="182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 marL="381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  <a:p>
            <a:pPr marL="621665" marR="357505" algn="just">
              <a:lnSpc>
                <a:spcPct val="125000"/>
              </a:lnSpc>
              <a:spcBef>
                <a:spcPts val="570"/>
              </a:spcBef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1</a:t>
            </a:r>
            <a:r>
              <a:rPr sz="2000" dirty="0">
                <a:latin typeface="Arial MT"/>
                <a:cs typeface="Arial MT"/>
              </a:rPr>
              <a:t>=1.6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х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-19</a:t>
            </a:r>
            <a:r>
              <a:rPr sz="1950" spc="292" baseline="25641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 </a:t>
            </a: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=3.2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х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-19</a:t>
            </a:r>
            <a:r>
              <a:rPr sz="1950" spc="292" baseline="25641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 </a:t>
            </a:r>
            <a:r>
              <a:rPr sz="2000" dirty="0">
                <a:latin typeface="Arial MT"/>
                <a:cs typeface="Arial MT"/>
              </a:rPr>
              <a:t>R=0.02</a:t>
            </a:r>
            <a:r>
              <a:rPr sz="2000" spc="-50" dirty="0">
                <a:latin typeface="Arial MT"/>
                <a:cs typeface="Arial MT"/>
              </a:rPr>
              <a:t> 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784992" y="2247391"/>
            <a:ext cx="17970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ˆ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326268" y="2328163"/>
            <a:ext cx="24130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1150" spc="-25" dirty="0">
                <a:solidFill>
                  <a:srgbClr val="FF0000"/>
                </a:solidFill>
                <a:latin typeface="Arial MT"/>
                <a:cs typeface="Arial MT"/>
              </a:rPr>
              <a:t>24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512709" y="2221483"/>
            <a:ext cx="359410" cy="459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860">
              <a:lnSpc>
                <a:spcPts val="1185"/>
              </a:lnSpc>
              <a:spcBef>
                <a:spcPts val="125"/>
              </a:spcBef>
            </a:pPr>
            <a:r>
              <a:rPr sz="115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150">
              <a:latin typeface="Symbol"/>
              <a:cs typeface="Symbol"/>
            </a:endParaRPr>
          </a:p>
          <a:p>
            <a:pPr marL="12700">
              <a:lnSpc>
                <a:spcPts val="2205"/>
              </a:lnSpc>
            </a:pPr>
            <a:r>
              <a:rPr sz="3000" spc="-37" baseline="2777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1150" spc="-25" dirty="0">
                <a:solidFill>
                  <a:srgbClr val="FF0000"/>
                </a:solidFill>
                <a:latin typeface="Courier New"/>
                <a:cs typeface="Courier New"/>
              </a:rPr>
              <a:t>12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942476" y="2335783"/>
            <a:ext cx="1971039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60972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20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20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(1.15x10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2000" spc="25" dirty="0">
                <a:solidFill>
                  <a:srgbClr val="FF0000"/>
                </a:solidFill>
                <a:latin typeface="Arial MT"/>
                <a:cs typeface="Arial MT"/>
              </a:rPr>
              <a:t>N)i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952381" y="1068324"/>
            <a:ext cx="8789035" cy="2513330"/>
          </a:xfrm>
          <a:custGeom>
            <a:avLst/>
            <a:gdLst/>
            <a:ahLst/>
            <a:cxnLst/>
            <a:rect l="l" t="t" r="r" b="b"/>
            <a:pathLst>
              <a:path w="8789035" h="2513329">
                <a:moveTo>
                  <a:pt x="8788905" y="2513076"/>
                </a:moveTo>
                <a:lnTo>
                  <a:pt x="8788905" y="0"/>
                </a:lnTo>
                <a:lnTo>
                  <a:pt x="0" y="0"/>
                </a:lnTo>
                <a:lnTo>
                  <a:pt x="0" y="2513076"/>
                </a:lnTo>
                <a:lnTo>
                  <a:pt x="4572" y="2513076"/>
                </a:ln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lnTo>
                  <a:pt x="8779761" y="10668"/>
                </a:lnTo>
                <a:lnTo>
                  <a:pt x="8779761" y="4572"/>
                </a:lnTo>
                <a:lnTo>
                  <a:pt x="8784333" y="10668"/>
                </a:lnTo>
                <a:lnTo>
                  <a:pt x="8784333" y="2513076"/>
                </a:lnTo>
                <a:lnTo>
                  <a:pt x="8788905" y="2513076"/>
                </a:lnTo>
                <a:close/>
              </a:path>
              <a:path w="8789035" h="2513329">
                <a:moveTo>
                  <a:pt x="9144" y="10668"/>
                </a:move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8789035" h="2513329">
                <a:moveTo>
                  <a:pt x="9144" y="2503932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2503932"/>
                </a:lnTo>
                <a:lnTo>
                  <a:pt x="9144" y="2503932"/>
                </a:lnTo>
                <a:close/>
              </a:path>
              <a:path w="8789035" h="2513329">
                <a:moveTo>
                  <a:pt x="8784333" y="2503932"/>
                </a:moveTo>
                <a:lnTo>
                  <a:pt x="4572" y="2503932"/>
                </a:lnTo>
                <a:lnTo>
                  <a:pt x="9144" y="2508504"/>
                </a:lnTo>
                <a:lnTo>
                  <a:pt x="9144" y="2513076"/>
                </a:lnTo>
                <a:lnTo>
                  <a:pt x="8779761" y="2513076"/>
                </a:lnTo>
                <a:lnTo>
                  <a:pt x="8779761" y="2508504"/>
                </a:lnTo>
                <a:lnTo>
                  <a:pt x="8784333" y="2503932"/>
                </a:lnTo>
                <a:close/>
              </a:path>
              <a:path w="8789035" h="2513329">
                <a:moveTo>
                  <a:pt x="9144" y="2513076"/>
                </a:moveTo>
                <a:lnTo>
                  <a:pt x="9144" y="2508504"/>
                </a:lnTo>
                <a:lnTo>
                  <a:pt x="4572" y="2503932"/>
                </a:lnTo>
                <a:lnTo>
                  <a:pt x="4572" y="2513076"/>
                </a:lnTo>
                <a:lnTo>
                  <a:pt x="9144" y="2513076"/>
                </a:lnTo>
                <a:close/>
              </a:path>
              <a:path w="8789035" h="2513329">
                <a:moveTo>
                  <a:pt x="8784333" y="10668"/>
                </a:moveTo>
                <a:lnTo>
                  <a:pt x="8779761" y="4572"/>
                </a:lnTo>
                <a:lnTo>
                  <a:pt x="8779761" y="10668"/>
                </a:lnTo>
                <a:lnTo>
                  <a:pt x="8784333" y="10668"/>
                </a:lnTo>
                <a:close/>
              </a:path>
              <a:path w="8789035" h="2513329">
                <a:moveTo>
                  <a:pt x="8784333" y="2503932"/>
                </a:moveTo>
                <a:lnTo>
                  <a:pt x="8784333" y="10668"/>
                </a:lnTo>
                <a:lnTo>
                  <a:pt x="8779761" y="10668"/>
                </a:lnTo>
                <a:lnTo>
                  <a:pt x="8779761" y="2503932"/>
                </a:lnTo>
                <a:lnTo>
                  <a:pt x="8784333" y="2503932"/>
                </a:lnTo>
                <a:close/>
              </a:path>
              <a:path w="8789035" h="2513329">
                <a:moveTo>
                  <a:pt x="8784333" y="2513076"/>
                </a:moveTo>
                <a:lnTo>
                  <a:pt x="8784333" y="2503932"/>
                </a:lnTo>
                <a:lnTo>
                  <a:pt x="8779761" y="2508504"/>
                </a:lnTo>
                <a:lnTo>
                  <a:pt x="8779761" y="2513076"/>
                </a:lnTo>
                <a:lnTo>
                  <a:pt x="8784333" y="2513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994544" y="2812794"/>
            <a:ext cx="8287384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0725">
              <a:lnSpc>
                <a:spcPts val="2225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3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3.2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х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-19</a:t>
            </a:r>
            <a:r>
              <a:rPr sz="1950" spc="284" baseline="25641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  <a:p>
            <a:pPr marR="1254760" algn="ctr">
              <a:lnSpc>
                <a:spcPts val="930"/>
              </a:lnSpc>
            </a:pPr>
            <a:r>
              <a:rPr sz="120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50800">
              <a:lnSpc>
                <a:spcPts val="2125"/>
              </a:lnSpc>
            </a:pP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What</a:t>
            </a:r>
            <a:r>
              <a:rPr sz="2000" spc="-5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electrostatic</a:t>
            </a:r>
            <a:r>
              <a:rPr sz="20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force</a:t>
            </a:r>
            <a:r>
              <a:rPr sz="2000" spc="-18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3075" baseline="-4065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1800" baseline="-11574" dirty="0">
                <a:solidFill>
                  <a:srgbClr val="FF0000"/>
                </a:solidFill>
                <a:latin typeface="Arial MT"/>
                <a:cs typeface="Arial MT"/>
              </a:rPr>
              <a:t>1,net</a:t>
            </a:r>
            <a:r>
              <a:rPr sz="1800" spc="427" baseline="-1157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particle</a:t>
            </a:r>
            <a:r>
              <a:rPr sz="2000" spc="-3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1</a:t>
            </a:r>
            <a:r>
              <a:rPr sz="20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due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particles</a:t>
            </a:r>
            <a:r>
              <a:rPr sz="20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2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3?</a:t>
            </a:r>
            <a:endParaRPr sz="2000">
              <a:latin typeface="Arial MT"/>
              <a:cs typeface="Arial MT"/>
            </a:endParaRPr>
          </a:p>
          <a:p>
            <a:pPr marL="60960">
              <a:lnSpc>
                <a:spcPct val="100000"/>
              </a:lnSpc>
              <a:spcBef>
                <a:spcPts val="154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952381" y="3648455"/>
            <a:ext cx="8789035" cy="3374390"/>
          </a:xfrm>
          <a:custGeom>
            <a:avLst/>
            <a:gdLst/>
            <a:ahLst/>
            <a:cxnLst/>
            <a:rect l="l" t="t" r="r" b="b"/>
            <a:pathLst>
              <a:path w="8789035" h="3374390">
                <a:moveTo>
                  <a:pt x="8788905" y="3374136"/>
                </a:moveTo>
                <a:lnTo>
                  <a:pt x="8788905" y="0"/>
                </a:lnTo>
                <a:lnTo>
                  <a:pt x="0" y="0"/>
                </a:lnTo>
                <a:lnTo>
                  <a:pt x="0" y="3374136"/>
                </a:lnTo>
                <a:lnTo>
                  <a:pt x="4572" y="3374136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8779761" y="9144"/>
                </a:lnTo>
                <a:lnTo>
                  <a:pt x="8779761" y="4572"/>
                </a:lnTo>
                <a:lnTo>
                  <a:pt x="8784333" y="9144"/>
                </a:lnTo>
                <a:lnTo>
                  <a:pt x="8784333" y="3374136"/>
                </a:lnTo>
                <a:lnTo>
                  <a:pt x="8788905" y="3374136"/>
                </a:lnTo>
                <a:close/>
              </a:path>
              <a:path w="8789035" h="337439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8789035" h="3374390">
                <a:moveTo>
                  <a:pt x="9144" y="3363468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3363468"/>
                </a:lnTo>
                <a:lnTo>
                  <a:pt x="9144" y="3363468"/>
                </a:lnTo>
                <a:close/>
              </a:path>
              <a:path w="8789035" h="3374390">
                <a:moveTo>
                  <a:pt x="8784333" y="3363468"/>
                </a:moveTo>
                <a:lnTo>
                  <a:pt x="4572" y="3363468"/>
                </a:lnTo>
                <a:lnTo>
                  <a:pt x="9144" y="3368040"/>
                </a:lnTo>
                <a:lnTo>
                  <a:pt x="9144" y="3374136"/>
                </a:lnTo>
                <a:lnTo>
                  <a:pt x="8779761" y="3374136"/>
                </a:lnTo>
                <a:lnTo>
                  <a:pt x="8779761" y="3368040"/>
                </a:lnTo>
                <a:lnTo>
                  <a:pt x="8784333" y="3363468"/>
                </a:lnTo>
                <a:close/>
              </a:path>
              <a:path w="8789035" h="3374390">
                <a:moveTo>
                  <a:pt x="9144" y="3374136"/>
                </a:moveTo>
                <a:lnTo>
                  <a:pt x="9144" y="3368040"/>
                </a:lnTo>
                <a:lnTo>
                  <a:pt x="4572" y="3363468"/>
                </a:lnTo>
                <a:lnTo>
                  <a:pt x="4572" y="3374136"/>
                </a:lnTo>
                <a:lnTo>
                  <a:pt x="9144" y="3374136"/>
                </a:lnTo>
                <a:close/>
              </a:path>
              <a:path w="8789035" h="3374390">
                <a:moveTo>
                  <a:pt x="8784333" y="9144"/>
                </a:moveTo>
                <a:lnTo>
                  <a:pt x="8779761" y="4572"/>
                </a:lnTo>
                <a:lnTo>
                  <a:pt x="8779761" y="9144"/>
                </a:lnTo>
                <a:lnTo>
                  <a:pt x="8784333" y="9144"/>
                </a:lnTo>
                <a:close/>
              </a:path>
              <a:path w="8789035" h="3374390">
                <a:moveTo>
                  <a:pt x="8784333" y="3363468"/>
                </a:moveTo>
                <a:lnTo>
                  <a:pt x="8784333" y="9144"/>
                </a:lnTo>
                <a:lnTo>
                  <a:pt x="8779761" y="9144"/>
                </a:lnTo>
                <a:lnTo>
                  <a:pt x="8779761" y="3363468"/>
                </a:lnTo>
                <a:lnTo>
                  <a:pt x="8784333" y="3363468"/>
                </a:lnTo>
                <a:close/>
              </a:path>
              <a:path w="8789035" h="3374390">
                <a:moveTo>
                  <a:pt x="8784333" y="3374136"/>
                </a:moveTo>
                <a:lnTo>
                  <a:pt x="8784333" y="3363468"/>
                </a:lnTo>
                <a:lnTo>
                  <a:pt x="8779761" y="3368040"/>
                </a:lnTo>
                <a:lnTo>
                  <a:pt x="8779761" y="3374136"/>
                </a:lnTo>
                <a:lnTo>
                  <a:pt x="8784333" y="33741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739776" y="6562435"/>
            <a:ext cx="17780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 dirty="0">
                <a:latin typeface="Arial MT"/>
                <a:cs typeface="Arial MT"/>
              </a:rPr>
              <a:t>=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125595" y="6562435"/>
            <a:ext cx="61626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50" dirty="0">
                <a:latin typeface="Arial MT"/>
                <a:cs typeface="Arial MT"/>
              </a:rPr>
              <a:t>=</a:t>
            </a:r>
            <a:r>
              <a:rPr sz="2050" spc="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-</a:t>
            </a:r>
            <a:r>
              <a:rPr sz="2050" spc="1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(1.15x10</a:t>
            </a:r>
            <a:r>
              <a:rPr sz="1800" spc="-15" baseline="41666" dirty="0">
                <a:latin typeface="Arial MT"/>
                <a:cs typeface="Arial MT"/>
              </a:rPr>
              <a:t>-</a:t>
            </a:r>
            <a:r>
              <a:rPr sz="1800" baseline="41666" dirty="0">
                <a:latin typeface="Arial MT"/>
                <a:cs typeface="Arial MT"/>
              </a:rPr>
              <a:t>24</a:t>
            </a:r>
            <a:r>
              <a:rPr sz="1800" spc="172" baseline="41666" dirty="0">
                <a:latin typeface="Arial MT"/>
                <a:cs typeface="Arial MT"/>
              </a:rPr>
              <a:t>  </a:t>
            </a:r>
            <a:r>
              <a:rPr sz="2050" spc="-5" dirty="0">
                <a:latin typeface="Arial MT"/>
                <a:cs typeface="Arial MT"/>
              </a:rPr>
              <a:t>N</a:t>
            </a:r>
            <a:r>
              <a:rPr sz="2050" spc="-210" dirty="0">
                <a:latin typeface="Arial MT"/>
                <a:cs typeface="Arial MT"/>
              </a:rPr>
              <a:t>)</a:t>
            </a:r>
            <a:r>
              <a:rPr sz="3075" spc="-1305" baseline="18970" dirty="0">
                <a:latin typeface="Courier New"/>
                <a:cs typeface="Courier New"/>
              </a:rPr>
              <a:t>ˆ</a:t>
            </a:r>
            <a:r>
              <a:rPr sz="2050" dirty="0">
                <a:latin typeface="Arial MT"/>
                <a:cs typeface="Arial MT"/>
              </a:rPr>
              <a:t>i</a:t>
            </a:r>
            <a:r>
              <a:rPr sz="2050" spc="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+</a:t>
            </a:r>
            <a:r>
              <a:rPr sz="2050" spc="1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(2.05x10</a:t>
            </a:r>
            <a:r>
              <a:rPr sz="1800" spc="-15" baseline="41666" dirty="0">
                <a:latin typeface="Arial MT"/>
                <a:cs typeface="Arial MT"/>
              </a:rPr>
              <a:t>-</a:t>
            </a:r>
            <a:r>
              <a:rPr sz="1800" baseline="41666" dirty="0">
                <a:latin typeface="Arial MT"/>
                <a:cs typeface="Arial MT"/>
              </a:rPr>
              <a:t>24</a:t>
            </a:r>
            <a:r>
              <a:rPr sz="1800" spc="179" baseline="41666" dirty="0">
                <a:latin typeface="Arial MT"/>
                <a:cs typeface="Arial MT"/>
              </a:rPr>
              <a:t>  </a:t>
            </a:r>
            <a:r>
              <a:rPr sz="2050" spc="-15" dirty="0">
                <a:latin typeface="Arial MT"/>
                <a:cs typeface="Arial MT"/>
              </a:rPr>
              <a:t>N</a:t>
            </a:r>
            <a:r>
              <a:rPr sz="2050" spc="-210" dirty="0">
                <a:latin typeface="Arial MT"/>
                <a:cs typeface="Arial MT"/>
              </a:rPr>
              <a:t>)</a:t>
            </a:r>
            <a:r>
              <a:rPr sz="3075" spc="-1289" baseline="18970" dirty="0">
                <a:latin typeface="Courier New"/>
                <a:cs typeface="Courier New"/>
              </a:rPr>
              <a:t>ˆ</a:t>
            </a:r>
            <a:r>
              <a:rPr sz="2050" dirty="0">
                <a:latin typeface="Arial MT"/>
                <a:cs typeface="Arial MT"/>
              </a:rPr>
              <a:t>i</a:t>
            </a:r>
            <a:r>
              <a:rPr sz="2050" spc="2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(9.00x10</a:t>
            </a:r>
            <a:r>
              <a:rPr sz="1725" baseline="45893" dirty="0">
                <a:latin typeface="Arial MT"/>
                <a:cs typeface="Arial MT"/>
              </a:rPr>
              <a:t>-25</a:t>
            </a:r>
            <a:r>
              <a:rPr sz="1725" spc="209" baseline="45893" dirty="0">
                <a:latin typeface="Arial MT"/>
                <a:cs typeface="Arial MT"/>
              </a:rPr>
              <a:t>  </a:t>
            </a:r>
            <a:r>
              <a:rPr sz="2000" spc="-20" dirty="0">
                <a:latin typeface="Arial MT"/>
                <a:cs typeface="Arial MT"/>
              </a:rPr>
              <a:t>N</a:t>
            </a:r>
            <a:r>
              <a:rPr sz="2000" spc="-225" dirty="0">
                <a:latin typeface="Arial MT"/>
                <a:cs typeface="Arial MT"/>
              </a:rPr>
              <a:t>)</a:t>
            </a:r>
            <a:r>
              <a:rPr sz="3000" spc="-1289" baseline="19444" dirty="0">
                <a:latin typeface="Courier New"/>
                <a:cs typeface="Courier New"/>
              </a:rPr>
              <a:t>ˆ</a:t>
            </a:r>
            <a:r>
              <a:rPr sz="2000" spc="-10" dirty="0">
                <a:latin typeface="Arial MT"/>
                <a:cs typeface="Arial MT"/>
              </a:rPr>
              <a:t>i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57028" y="6445217"/>
            <a:ext cx="201993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ts val="1230"/>
              </a:lnSpc>
              <a:spcBef>
                <a:spcPts val="95"/>
              </a:spcBef>
              <a:tabLst>
                <a:tab pos="1017905" algn="l"/>
                <a:tab pos="1680845" algn="l"/>
              </a:tabLst>
            </a:pPr>
            <a:r>
              <a:rPr sz="1200" spc="-50" dirty="0">
                <a:latin typeface="Symbol"/>
                <a:cs typeface="Symbol"/>
              </a:rPr>
              <a:t>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50" dirty="0">
                <a:latin typeface="Symbol"/>
                <a:cs typeface="Symbol"/>
              </a:rPr>
              <a:t>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50"/>
              </a:lnSpc>
              <a:tabLst>
                <a:tab pos="1009015" algn="l"/>
              </a:tabLst>
            </a:pPr>
            <a:r>
              <a:rPr sz="3075" spc="-15" baseline="2710" dirty="0">
                <a:latin typeface="Arial MT"/>
                <a:cs typeface="Arial MT"/>
              </a:rPr>
              <a:t>F</a:t>
            </a:r>
            <a:r>
              <a:rPr sz="1200" spc="-10" dirty="0">
                <a:latin typeface="Courier New"/>
                <a:cs typeface="Courier New"/>
              </a:rPr>
              <a:t>1,</a:t>
            </a:r>
            <a:r>
              <a:rPr sz="1200" i="1" spc="-10" dirty="0">
                <a:latin typeface="Courier New"/>
                <a:cs typeface="Courier New"/>
              </a:rPr>
              <a:t>net</a:t>
            </a:r>
            <a:r>
              <a:rPr sz="1200" i="1" dirty="0">
                <a:latin typeface="Courier New"/>
                <a:cs typeface="Courier New"/>
              </a:rPr>
              <a:t>	</a:t>
            </a:r>
            <a:r>
              <a:rPr sz="3075" baseline="2710" dirty="0">
                <a:latin typeface="Arial MT"/>
                <a:cs typeface="Arial MT"/>
              </a:rPr>
              <a:t>F</a:t>
            </a:r>
            <a:r>
              <a:rPr sz="1200" dirty="0">
                <a:latin typeface="Courier New"/>
                <a:cs typeface="Courier New"/>
              </a:rPr>
              <a:t>12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3075" baseline="2710" dirty="0">
                <a:latin typeface="Arial MT"/>
                <a:cs typeface="Arial MT"/>
              </a:rPr>
              <a:t>+</a:t>
            </a:r>
            <a:r>
              <a:rPr sz="3075" spc="-7" baseline="2710" dirty="0">
                <a:latin typeface="Arial MT"/>
                <a:cs typeface="Arial MT"/>
              </a:rPr>
              <a:t> </a:t>
            </a:r>
            <a:r>
              <a:rPr sz="3075" spc="-37" baseline="2710" dirty="0">
                <a:latin typeface="Arial MT"/>
                <a:cs typeface="Arial MT"/>
              </a:rPr>
              <a:t>F</a:t>
            </a:r>
            <a:r>
              <a:rPr sz="1200" spc="-25" dirty="0">
                <a:latin typeface="Courier New"/>
                <a:cs typeface="Courier New"/>
              </a:rPr>
              <a:t>13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379093" y="2249436"/>
            <a:ext cx="2639695" cy="2258695"/>
          </a:xfrm>
          <a:custGeom>
            <a:avLst/>
            <a:gdLst/>
            <a:ahLst/>
            <a:cxnLst/>
            <a:rect l="l" t="t" r="r" b="b"/>
            <a:pathLst>
              <a:path w="2639695" h="2258695">
                <a:moveTo>
                  <a:pt x="2639568" y="80772"/>
                </a:moveTo>
                <a:lnTo>
                  <a:pt x="2634996" y="57912"/>
                </a:lnTo>
                <a:lnTo>
                  <a:pt x="2628900" y="42672"/>
                </a:lnTo>
                <a:lnTo>
                  <a:pt x="2628900" y="74676"/>
                </a:lnTo>
                <a:lnTo>
                  <a:pt x="2628900" y="393192"/>
                </a:lnTo>
                <a:lnTo>
                  <a:pt x="2608478" y="436321"/>
                </a:lnTo>
                <a:lnTo>
                  <a:pt x="2596896" y="445008"/>
                </a:lnTo>
                <a:lnTo>
                  <a:pt x="2592324" y="449580"/>
                </a:lnTo>
                <a:lnTo>
                  <a:pt x="2586228" y="452628"/>
                </a:lnTo>
                <a:lnTo>
                  <a:pt x="2578608" y="454152"/>
                </a:lnTo>
                <a:lnTo>
                  <a:pt x="2572512" y="455676"/>
                </a:lnTo>
                <a:lnTo>
                  <a:pt x="2564892" y="457200"/>
                </a:lnTo>
                <a:lnTo>
                  <a:pt x="73152" y="457200"/>
                </a:lnTo>
                <a:lnTo>
                  <a:pt x="67056" y="455676"/>
                </a:lnTo>
                <a:lnTo>
                  <a:pt x="59436" y="454152"/>
                </a:lnTo>
                <a:lnTo>
                  <a:pt x="53340" y="452628"/>
                </a:lnTo>
                <a:lnTo>
                  <a:pt x="47244" y="449580"/>
                </a:lnTo>
                <a:lnTo>
                  <a:pt x="41148" y="445008"/>
                </a:lnTo>
                <a:lnTo>
                  <a:pt x="42672" y="445008"/>
                </a:lnTo>
                <a:lnTo>
                  <a:pt x="30480" y="435864"/>
                </a:lnTo>
                <a:lnTo>
                  <a:pt x="31038" y="436270"/>
                </a:lnTo>
                <a:lnTo>
                  <a:pt x="24003" y="428244"/>
                </a:lnTo>
                <a:lnTo>
                  <a:pt x="18288" y="420624"/>
                </a:lnTo>
                <a:lnTo>
                  <a:pt x="15240" y="414528"/>
                </a:lnTo>
                <a:lnTo>
                  <a:pt x="13716" y="406908"/>
                </a:lnTo>
                <a:lnTo>
                  <a:pt x="10668" y="400812"/>
                </a:lnTo>
                <a:lnTo>
                  <a:pt x="10668" y="73152"/>
                </a:lnTo>
                <a:lnTo>
                  <a:pt x="12192" y="67056"/>
                </a:lnTo>
                <a:lnTo>
                  <a:pt x="13716" y="59436"/>
                </a:lnTo>
                <a:lnTo>
                  <a:pt x="15240" y="53340"/>
                </a:lnTo>
                <a:lnTo>
                  <a:pt x="18288" y="47244"/>
                </a:lnTo>
                <a:lnTo>
                  <a:pt x="21336" y="43180"/>
                </a:lnTo>
                <a:lnTo>
                  <a:pt x="24003" y="39624"/>
                </a:lnTo>
                <a:lnTo>
                  <a:pt x="30480" y="32219"/>
                </a:lnTo>
                <a:lnTo>
                  <a:pt x="31292" y="31292"/>
                </a:lnTo>
                <a:lnTo>
                  <a:pt x="31127" y="31394"/>
                </a:lnTo>
                <a:lnTo>
                  <a:pt x="31292" y="31191"/>
                </a:lnTo>
                <a:lnTo>
                  <a:pt x="32004" y="30480"/>
                </a:lnTo>
                <a:lnTo>
                  <a:pt x="31292" y="31292"/>
                </a:lnTo>
                <a:lnTo>
                  <a:pt x="32004" y="30670"/>
                </a:lnTo>
                <a:lnTo>
                  <a:pt x="39624" y="24003"/>
                </a:lnTo>
                <a:lnTo>
                  <a:pt x="42672" y="21717"/>
                </a:lnTo>
                <a:lnTo>
                  <a:pt x="47244" y="18288"/>
                </a:lnTo>
                <a:lnTo>
                  <a:pt x="53340" y="15240"/>
                </a:lnTo>
                <a:lnTo>
                  <a:pt x="60960" y="13716"/>
                </a:lnTo>
                <a:lnTo>
                  <a:pt x="67056" y="10668"/>
                </a:lnTo>
                <a:lnTo>
                  <a:pt x="2564892" y="10668"/>
                </a:lnTo>
                <a:lnTo>
                  <a:pt x="2580132" y="13716"/>
                </a:lnTo>
                <a:lnTo>
                  <a:pt x="2586228" y="15240"/>
                </a:lnTo>
                <a:lnTo>
                  <a:pt x="2592324" y="18288"/>
                </a:lnTo>
                <a:lnTo>
                  <a:pt x="2596896" y="21717"/>
                </a:lnTo>
                <a:lnTo>
                  <a:pt x="2599944" y="24003"/>
                </a:lnTo>
                <a:lnTo>
                  <a:pt x="2607564" y="30670"/>
                </a:lnTo>
                <a:lnTo>
                  <a:pt x="2607983" y="31026"/>
                </a:lnTo>
                <a:lnTo>
                  <a:pt x="2609088" y="32512"/>
                </a:lnTo>
                <a:lnTo>
                  <a:pt x="2616708" y="42672"/>
                </a:lnTo>
                <a:lnTo>
                  <a:pt x="2616708" y="41148"/>
                </a:lnTo>
                <a:lnTo>
                  <a:pt x="2621280" y="47244"/>
                </a:lnTo>
                <a:lnTo>
                  <a:pt x="2624328" y="53340"/>
                </a:lnTo>
                <a:lnTo>
                  <a:pt x="2625852" y="60960"/>
                </a:lnTo>
                <a:lnTo>
                  <a:pt x="2627376" y="67056"/>
                </a:lnTo>
                <a:lnTo>
                  <a:pt x="2628900" y="74676"/>
                </a:lnTo>
                <a:lnTo>
                  <a:pt x="2628900" y="42672"/>
                </a:lnTo>
                <a:lnTo>
                  <a:pt x="2625852" y="36576"/>
                </a:lnTo>
                <a:lnTo>
                  <a:pt x="2624328" y="36576"/>
                </a:lnTo>
                <a:lnTo>
                  <a:pt x="2615184" y="24384"/>
                </a:lnTo>
                <a:lnTo>
                  <a:pt x="2609088" y="19812"/>
                </a:lnTo>
                <a:lnTo>
                  <a:pt x="2609088" y="32004"/>
                </a:lnTo>
                <a:lnTo>
                  <a:pt x="2608478" y="31470"/>
                </a:lnTo>
                <a:lnTo>
                  <a:pt x="2608046" y="30975"/>
                </a:lnTo>
                <a:lnTo>
                  <a:pt x="2609088" y="32004"/>
                </a:lnTo>
                <a:lnTo>
                  <a:pt x="2609088" y="19812"/>
                </a:lnTo>
                <a:lnTo>
                  <a:pt x="2602992" y="15240"/>
                </a:lnTo>
                <a:lnTo>
                  <a:pt x="2602992" y="13716"/>
                </a:lnTo>
                <a:lnTo>
                  <a:pt x="2598496" y="11468"/>
                </a:lnTo>
                <a:lnTo>
                  <a:pt x="2598496" y="22745"/>
                </a:lnTo>
                <a:lnTo>
                  <a:pt x="2597785" y="22225"/>
                </a:lnTo>
                <a:lnTo>
                  <a:pt x="2596896" y="21336"/>
                </a:lnTo>
                <a:lnTo>
                  <a:pt x="2598496" y="22745"/>
                </a:lnTo>
                <a:lnTo>
                  <a:pt x="2598496" y="11468"/>
                </a:lnTo>
                <a:lnTo>
                  <a:pt x="2596896" y="10668"/>
                </a:lnTo>
                <a:lnTo>
                  <a:pt x="2589276" y="6096"/>
                </a:lnTo>
                <a:lnTo>
                  <a:pt x="2581656" y="4572"/>
                </a:lnTo>
                <a:lnTo>
                  <a:pt x="2574036" y="1524"/>
                </a:lnTo>
                <a:lnTo>
                  <a:pt x="2566416" y="1524"/>
                </a:lnTo>
                <a:lnTo>
                  <a:pt x="2557272" y="0"/>
                </a:lnTo>
                <a:lnTo>
                  <a:pt x="80772" y="0"/>
                </a:lnTo>
                <a:lnTo>
                  <a:pt x="73152" y="1524"/>
                </a:lnTo>
                <a:lnTo>
                  <a:pt x="65532" y="1524"/>
                </a:lnTo>
                <a:lnTo>
                  <a:pt x="42672" y="10668"/>
                </a:lnTo>
                <a:lnTo>
                  <a:pt x="36576" y="13716"/>
                </a:lnTo>
                <a:lnTo>
                  <a:pt x="36576" y="15240"/>
                </a:lnTo>
                <a:lnTo>
                  <a:pt x="24384" y="24384"/>
                </a:lnTo>
                <a:lnTo>
                  <a:pt x="22758" y="26555"/>
                </a:lnTo>
                <a:lnTo>
                  <a:pt x="22758" y="41046"/>
                </a:lnTo>
                <a:lnTo>
                  <a:pt x="22225" y="41770"/>
                </a:lnTo>
                <a:lnTo>
                  <a:pt x="21336" y="42672"/>
                </a:lnTo>
                <a:lnTo>
                  <a:pt x="22758" y="41046"/>
                </a:lnTo>
                <a:lnTo>
                  <a:pt x="22758" y="26555"/>
                </a:lnTo>
                <a:lnTo>
                  <a:pt x="15240" y="36576"/>
                </a:lnTo>
                <a:lnTo>
                  <a:pt x="13716" y="36576"/>
                </a:lnTo>
                <a:lnTo>
                  <a:pt x="10668" y="42672"/>
                </a:lnTo>
                <a:lnTo>
                  <a:pt x="6096" y="50292"/>
                </a:lnTo>
                <a:lnTo>
                  <a:pt x="4572" y="57912"/>
                </a:lnTo>
                <a:lnTo>
                  <a:pt x="1524" y="65532"/>
                </a:lnTo>
                <a:lnTo>
                  <a:pt x="1524" y="73152"/>
                </a:lnTo>
                <a:lnTo>
                  <a:pt x="0" y="80772"/>
                </a:lnTo>
                <a:lnTo>
                  <a:pt x="0" y="387096"/>
                </a:lnTo>
                <a:lnTo>
                  <a:pt x="1524" y="394716"/>
                </a:lnTo>
                <a:lnTo>
                  <a:pt x="1524" y="402336"/>
                </a:lnTo>
                <a:lnTo>
                  <a:pt x="10668" y="425196"/>
                </a:lnTo>
                <a:lnTo>
                  <a:pt x="13716" y="431292"/>
                </a:lnTo>
                <a:lnTo>
                  <a:pt x="15240" y="431292"/>
                </a:lnTo>
                <a:lnTo>
                  <a:pt x="21336" y="439420"/>
                </a:lnTo>
                <a:lnTo>
                  <a:pt x="24384" y="443484"/>
                </a:lnTo>
                <a:lnTo>
                  <a:pt x="30480" y="448056"/>
                </a:lnTo>
                <a:lnTo>
                  <a:pt x="32004" y="449199"/>
                </a:lnTo>
                <a:lnTo>
                  <a:pt x="36576" y="452628"/>
                </a:lnTo>
                <a:lnTo>
                  <a:pt x="36576" y="454152"/>
                </a:lnTo>
                <a:lnTo>
                  <a:pt x="41059" y="456387"/>
                </a:lnTo>
                <a:lnTo>
                  <a:pt x="42672" y="457200"/>
                </a:lnTo>
                <a:lnTo>
                  <a:pt x="65532" y="466344"/>
                </a:lnTo>
                <a:lnTo>
                  <a:pt x="73152" y="466344"/>
                </a:lnTo>
                <a:lnTo>
                  <a:pt x="80772" y="467868"/>
                </a:lnTo>
                <a:lnTo>
                  <a:pt x="1311960" y="467868"/>
                </a:lnTo>
                <a:lnTo>
                  <a:pt x="764717" y="1752841"/>
                </a:lnTo>
                <a:lnTo>
                  <a:pt x="754380" y="1754124"/>
                </a:lnTo>
                <a:lnTo>
                  <a:pt x="743712" y="1754124"/>
                </a:lnTo>
                <a:lnTo>
                  <a:pt x="731520" y="1755648"/>
                </a:lnTo>
                <a:lnTo>
                  <a:pt x="676656" y="1772412"/>
                </a:lnTo>
                <a:lnTo>
                  <a:pt x="618744" y="1810512"/>
                </a:lnTo>
                <a:lnTo>
                  <a:pt x="586740" y="1845564"/>
                </a:lnTo>
                <a:lnTo>
                  <a:pt x="562356" y="1885188"/>
                </a:lnTo>
                <a:lnTo>
                  <a:pt x="544068" y="1930908"/>
                </a:lnTo>
                <a:lnTo>
                  <a:pt x="534924" y="1979676"/>
                </a:lnTo>
                <a:lnTo>
                  <a:pt x="534924" y="1993392"/>
                </a:lnTo>
                <a:lnTo>
                  <a:pt x="533400" y="2005584"/>
                </a:lnTo>
                <a:lnTo>
                  <a:pt x="534924" y="2019300"/>
                </a:lnTo>
                <a:lnTo>
                  <a:pt x="534924" y="2031492"/>
                </a:lnTo>
                <a:lnTo>
                  <a:pt x="537972" y="2055876"/>
                </a:lnTo>
                <a:lnTo>
                  <a:pt x="551688" y="2103120"/>
                </a:lnTo>
                <a:lnTo>
                  <a:pt x="574548" y="2147316"/>
                </a:lnTo>
                <a:lnTo>
                  <a:pt x="601980" y="2183892"/>
                </a:lnTo>
                <a:lnTo>
                  <a:pt x="637032" y="2214372"/>
                </a:lnTo>
                <a:lnTo>
                  <a:pt x="676656" y="2238756"/>
                </a:lnTo>
                <a:lnTo>
                  <a:pt x="720852" y="2252472"/>
                </a:lnTo>
                <a:lnTo>
                  <a:pt x="731520" y="2255520"/>
                </a:lnTo>
                <a:lnTo>
                  <a:pt x="743712" y="2257044"/>
                </a:lnTo>
                <a:lnTo>
                  <a:pt x="755904" y="2257044"/>
                </a:lnTo>
                <a:lnTo>
                  <a:pt x="768096" y="2258568"/>
                </a:lnTo>
                <a:lnTo>
                  <a:pt x="778764" y="2257044"/>
                </a:lnTo>
                <a:lnTo>
                  <a:pt x="790956" y="2257044"/>
                </a:lnTo>
                <a:lnTo>
                  <a:pt x="803148" y="2255520"/>
                </a:lnTo>
                <a:lnTo>
                  <a:pt x="813816" y="2252472"/>
                </a:lnTo>
                <a:lnTo>
                  <a:pt x="826008" y="2249424"/>
                </a:lnTo>
                <a:lnTo>
                  <a:pt x="836676" y="2246376"/>
                </a:lnTo>
                <a:lnTo>
                  <a:pt x="879348" y="2226564"/>
                </a:lnTo>
                <a:lnTo>
                  <a:pt x="915924" y="2200656"/>
                </a:lnTo>
                <a:lnTo>
                  <a:pt x="947928" y="2165604"/>
                </a:lnTo>
                <a:lnTo>
                  <a:pt x="972312" y="2125980"/>
                </a:lnTo>
                <a:lnTo>
                  <a:pt x="990600" y="2080260"/>
                </a:lnTo>
                <a:lnTo>
                  <a:pt x="999744" y="2031492"/>
                </a:lnTo>
                <a:lnTo>
                  <a:pt x="999744" y="2017776"/>
                </a:lnTo>
                <a:lnTo>
                  <a:pt x="1001268" y="2005584"/>
                </a:lnTo>
                <a:lnTo>
                  <a:pt x="999744" y="1991868"/>
                </a:lnTo>
                <a:lnTo>
                  <a:pt x="999744" y="1979676"/>
                </a:lnTo>
                <a:lnTo>
                  <a:pt x="995172" y="1953768"/>
                </a:lnTo>
                <a:lnTo>
                  <a:pt x="990600" y="1930908"/>
                </a:lnTo>
                <a:lnTo>
                  <a:pt x="990600" y="1981200"/>
                </a:lnTo>
                <a:lnTo>
                  <a:pt x="990600" y="2029968"/>
                </a:lnTo>
                <a:lnTo>
                  <a:pt x="981456" y="2078736"/>
                </a:lnTo>
                <a:lnTo>
                  <a:pt x="963168" y="2121408"/>
                </a:lnTo>
                <a:lnTo>
                  <a:pt x="940308" y="2161032"/>
                </a:lnTo>
                <a:lnTo>
                  <a:pt x="909828" y="2193036"/>
                </a:lnTo>
                <a:lnTo>
                  <a:pt x="873252" y="2218944"/>
                </a:lnTo>
                <a:lnTo>
                  <a:pt x="833628" y="2237232"/>
                </a:lnTo>
                <a:lnTo>
                  <a:pt x="789432" y="2247900"/>
                </a:lnTo>
                <a:lnTo>
                  <a:pt x="743712" y="2247900"/>
                </a:lnTo>
                <a:lnTo>
                  <a:pt x="733044" y="2244852"/>
                </a:lnTo>
                <a:lnTo>
                  <a:pt x="722376" y="2243328"/>
                </a:lnTo>
                <a:lnTo>
                  <a:pt x="679704" y="2229612"/>
                </a:lnTo>
                <a:lnTo>
                  <a:pt x="641604" y="2206752"/>
                </a:lnTo>
                <a:lnTo>
                  <a:pt x="609600" y="2177796"/>
                </a:lnTo>
                <a:lnTo>
                  <a:pt x="582168" y="2141220"/>
                </a:lnTo>
                <a:lnTo>
                  <a:pt x="560832" y="2100072"/>
                </a:lnTo>
                <a:lnTo>
                  <a:pt x="548640" y="2054352"/>
                </a:lnTo>
                <a:lnTo>
                  <a:pt x="544068" y="2029968"/>
                </a:lnTo>
                <a:lnTo>
                  <a:pt x="544068" y="1981200"/>
                </a:lnTo>
                <a:lnTo>
                  <a:pt x="553212" y="1932432"/>
                </a:lnTo>
                <a:lnTo>
                  <a:pt x="569976" y="1889760"/>
                </a:lnTo>
                <a:lnTo>
                  <a:pt x="594360" y="1850136"/>
                </a:lnTo>
                <a:lnTo>
                  <a:pt x="624840" y="1818132"/>
                </a:lnTo>
                <a:lnTo>
                  <a:pt x="661416" y="1792224"/>
                </a:lnTo>
                <a:lnTo>
                  <a:pt x="701040" y="1773936"/>
                </a:lnTo>
                <a:lnTo>
                  <a:pt x="745236" y="1763268"/>
                </a:lnTo>
                <a:lnTo>
                  <a:pt x="790956" y="1763268"/>
                </a:lnTo>
                <a:lnTo>
                  <a:pt x="833628" y="1773936"/>
                </a:lnTo>
                <a:lnTo>
                  <a:pt x="874776" y="1792224"/>
                </a:lnTo>
                <a:lnTo>
                  <a:pt x="909828" y="1818132"/>
                </a:lnTo>
                <a:lnTo>
                  <a:pt x="940308" y="1851660"/>
                </a:lnTo>
                <a:lnTo>
                  <a:pt x="964692" y="1889760"/>
                </a:lnTo>
                <a:lnTo>
                  <a:pt x="981456" y="1933956"/>
                </a:lnTo>
                <a:lnTo>
                  <a:pt x="990600" y="1981200"/>
                </a:lnTo>
                <a:lnTo>
                  <a:pt x="990600" y="1930908"/>
                </a:lnTo>
                <a:lnTo>
                  <a:pt x="972312" y="1885188"/>
                </a:lnTo>
                <a:lnTo>
                  <a:pt x="947928" y="1845564"/>
                </a:lnTo>
                <a:lnTo>
                  <a:pt x="915924" y="1810512"/>
                </a:lnTo>
                <a:lnTo>
                  <a:pt x="877824" y="1783080"/>
                </a:lnTo>
                <a:lnTo>
                  <a:pt x="836676" y="1764792"/>
                </a:lnTo>
                <a:lnTo>
                  <a:pt x="813816" y="1758696"/>
                </a:lnTo>
                <a:lnTo>
                  <a:pt x="803148" y="1755648"/>
                </a:lnTo>
                <a:lnTo>
                  <a:pt x="790956" y="1754124"/>
                </a:lnTo>
                <a:lnTo>
                  <a:pt x="778764" y="1754124"/>
                </a:lnTo>
                <a:lnTo>
                  <a:pt x="773988" y="1753539"/>
                </a:lnTo>
                <a:lnTo>
                  <a:pt x="1323047" y="467868"/>
                </a:lnTo>
                <a:lnTo>
                  <a:pt x="2558796" y="467868"/>
                </a:lnTo>
                <a:lnTo>
                  <a:pt x="2581656" y="463296"/>
                </a:lnTo>
                <a:lnTo>
                  <a:pt x="2596896" y="457200"/>
                </a:lnTo>
                <a:lnTo>
                  <a:pt x="2607564" y="449199"/>
                </a:lnTo>
                <a:lnTo>
                  <a:pt x="2609088" y="448056"/>
                </a:lnTo>
                <a:lnTo>
                  <a:pt x="2615184" y="443484"/>
                </a:lnTo>
                <a:lnTo>
                  <a:pt x="2625852" y="431292"/>
                </a:lnTo>
                <a:lnTo>
                  <a:pt x="2628900" y="425196"/>
                </a:lnTo>
                <a:lnTo>
                  <a:pt x="2638044" y="402336"/>
                </a:lnTo>
                <a:lnTo>
                  <a:pt x="2638044" y="394716"/>
                </a:lnTo>
                <a:lnTo>
                  <a:pt x="2639568" y="385572"/>
                </a:lnTo>
                <a:lnTo>
                  <a:pt x="2639568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2381" y="746760"/>
            <a:ext cx="8798560" cy="6352540"/>
            <a:chOff x="952381" y="746760"/>
            <a:chExt cx="8798560" cy="6352540"/>
          </a:xfrm>
        </p:grpSpPr>
        <p:sp>
          <p:nvSpPr>
            <p:cNvPr id="4" name="object 4"/>
            <p:cNvSpPr/>
            <p:nvPr/>
          </p:nvSpPr>
          <p:spPr>
            <a:xfrm>
              <a:off x="952372" y="1068336"/>
              <a:ext cx="8789035" cy="6030595"/>
            </a:xfrm>
            <a:custGeom>
              <a:avLst/>
              <a:gdLst/>
              <a:ahLst/>
              <a:cxnLst/>
              <a:rect l="l" t="t" r="r" b="b"/>
              <a:pathLst>
                <a:path w="8789035" h="6030595">
                  <a:moveTo>
                    <a:pt x="8788908" y="2427732"/>
                  </a:moveTo>
                  <a:lnTo>
                    <a:pt x="8779764" y="2427732"/>
                  </a:lnTo>
                  <a:lnTo>
                    <a:pt x="8779764" y="2436876"/>
                  </a:lnTo>
                  <a:lnTo>
                    <a:pt x="8779764" y="6019800"/>
                  </a:lnTo>
                  <a:lnTo>
                    <a:pt x="9144" y="6019800"/>
                  </a:lnTo>
                  <a:lnTo>
                    <a:pt x="9144" y="2436876"/>
                  </a:lnTo>
                  <a:lnTo>
                    <a:pt x="8779764" y="2436876"/>
                  </a:lnTo>
                  <a:lnTo>
                    <a:pt x="8779764" y="2427732"/>
                  </a:lnTo>
                  <a:lnTo>
                    <a:pt x="0" y="2427732"/>
                  </a:lnTo>
                  <a:lnTo>
                    <a:pt x="0" y="6030468"/>
                  </a:lnTo>
                  <a:lnTo>
                    <a:pt x="4572" y="6030468"/>
                  </a:lnTo>
                  <a:lnTo>
                    <a:pt x="9144" y="6030468"/>
                  </a:lnTo>
                  <a:lnTo>
                    <a:pt x="8779764" y="6030468"/>
                  </a:lnTo>
                  <a:lnTo>
                    <a:pt x="8784336" y="6030468"/>
                  </a:lnTo>
                  <a:lnTo>
                    <a:pt x="8788908" y="6030468"/>
                  </a:lnTo>
                  <a:lnTo>
                    <a:pt x="8788908" y="2427732"/>
                  </a:lnTo>
                  <a:close/>
                </a:path>
                <a:path w="8789035" h="6030595">
                  <a:moveTo>
                    <a:pt x="8788908" y="0"/>
                  </a:moveTo>
                  <a:lnTo>
                    <a:pt x="8779764" y="0"/>
                  </a:lnTo>
                  <a:lnTo>
                    <a:pt x="8779764" y="10668"/>
                  </a:lnTo>
                  <a:lnTo>
                    <a:pt x="8779764" y="2362200"/>
                  </a:lnTo>
                  <a:lnTo>
                    <a:pt x="9144" y="2362200"/>
                  </a:lnTo>
                  <a:lnTo>
                    <a:pt x="9144" y="10668"/>
                  </a:lnTo>
                  <a:lnTo>
                    <a:pt x="8779764" y="10668"/>
                  </a:lnTo>
                  <a:lnTo>
                    <a:pt x="8779764" y="0"/>
                  </a:lnTo>
                  <a:lnTo>
                    <a:pt x="0" y="0"/>
                  </a:lnTo>
                  <a:lnTo>
                    <a:pt x="0" y="2372868"/>
                  </a:lnTo>
                  <a:lnTo>
                    <a:pt x="4572" y="2372868"/>
                  </a:lnTo>
                  <a:lnTo>
                    <a:pt x="9144" y="2372868"/>
                  </a:lnTo>
                  <a:lnTo>
                    <a:pt x="8779764" y="2372868"/>
                  </a:lnTo>
                  <a:lnTo>
                    <a:pt x="8784336" y="2372868"/>
                  </a:lnTo>
                  <a:lnTo>
                    <a:pt x="8788908" y="2372868"/>
                  </a:lnTo>
                  <a:lnTo>
                    <a:pt x="8788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41269" y="751331"/>
              <a:ext cx="4704715" cy="3009900"/>
            </a:xfrm>
            <a:custGeom>
              <a:avLst/>
              <a:gdLst/>
              <a:ahLst/>
              <a:cxnLst/>
              <a:rect l="l" t="t" r="r" b="b"/>
              <a:pathLst>
                <a:path w="4704715" h="3009900">
                  <a:moveTo>
                    <a:pt x="4704587" y="3009899"/>
                  </a:moveTo>
                  <a:lnTo>
                    <a:pt x="4704587" y="0"/>
                  </a:lnTo>
                  <a:lnTo>
                    <a:pt x="0" y="0"/>
                  </a:lnTo>
                  <a:lnTo>
                    <a:pt x="0" y="3009899"/>
                  </a:lnTo>
                  <a:lnTo>
                    <a:pt x="4704587" y="3009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36693" y="746772"/>
              <a:ext cx="4714240" cy="3019425"/>
            </a:xfrm>
            <a:custGeom>
              <a:avLst/>
              <a:gdLst/>
              <a:ahLst/>
              <a:cxnLst/>
              <a:rect l="l" t="t" r="r" b="b"/>
              <a:pathLst>
                <a:path w="4714240" h="3019425">
                  <a:moveTo>
                    <a:pt x="4402836" y="2353056"/>
                  </a:moveTo>
                  <a:lnTo>
                    <a:pt x="4312920" y="2299716"/>
                  </a:lnTo>
                  <a:lnTo>
                    <a:pt x="4308348" y="2296668"/>
                  </a:lnTo>
                  <a:lnTo>
                    <a:pt x="4302252" y="2298192"/>
                  </a:lnTo>
                  <a:lnTo>
                    <a:pt x="4296156" y="2307336"/>
                  </a:lnTo>
                  <a:lnTo>
                    <a:pt x="4297680" y="2313432"/>
                  </a:lnTo>
                  <a:lnTo>
                    <a:pt x="4302252" y="2316480"/>
                  </a:lnTo>
                  <a:lnTo>
                    <a:pt x="4346918" y="2342388"/>
                  </a:lnTo>
                  <a:lnTo>
                    <a:pt x="1020495" y="2342388"/>
                  </a:lnTo>
                  <a:lnTo>
                    <a:pt x="2026920" y="600443"/>
                  </a:lnTo>
                  <a:lnTo>
                    <a:pt x="2010156" y="591299"/>
                  </a:lnTo>
                  <a:lnTo>
                    <a:pt x="1017003" y="2310282"/>
                  </a:lnTo>
                  <a:lnTo>
                    <a:pt x="1052487" y="129755"/>
                  </a:lnTo>
                  <a:lnTo>
                    <a:pt x="1053084" y="130835"/>
                  </a:lnTo>
                  <a:lnTo>
                    <a:pt x="1077468" y="175260"/>
                  </a:lnTo>
                  <a:lnTo>
                    <a:pt x="1080516" y="179832"/>
                  </a:lnTo>
                  <a:lnTo>
                    <a:pt x="1086612" y="181356"/>
                  </a:lnTo>
                  <a:lnTo>
                    <a:pt x="1095756" y="175260"/>
                  </a:lnTo>
                  <a:lnTo>
                    <a:pt x="1097280" y="170688"/>
                  </a:lnTo>
                  <a:lnTo>
                    <a:pt x="1094232" y="166116"/>
                  </a:lnTo>
                  <a:lnTo>
                    <a:pt x="1043940" y="74676"/>
                  </a:lnTo>
                  <a:lnTo>
                    <a:pt x="989076" y="164592"/>
                  </a:lnTo>
                  <a:lnTo>
                    <a:pt x="986028" y="167640"/>
                  </a:lnTo>
                  <a:lnTo>
                    <a:pt x="987552" y="173736"/>
                  </a:lnTo>
                  <a:lnTo>
                    <a:pt x="996696" y="179832"/>
                  </a:lnTo>
                  <a:lnTo>
                    <a:pt x="1002792" y="178308"/>
                  </a:lnTo>
                  <a:lnTo>
                    <a:pt x="1005840" y="173736"/>
                  </a:lnTo>
                  <a:lnTo>
                    <a:pt x="1032713" y="128943"/>
                  </a:lnTo>
                  <a:lnTo>
                    <a:pt x="998220" y="2340864"/>
                  </a:lnTo>
                  <a:lnTo>
                    <a:pt x="999324" y="2340864"/>
                  </a:lnTo>
                  <a:lnTo>
                    <a:pt x="998435" y="2342388"/>
                  </a:lnTo>
                  <a:lnTo>
                    <a:pt x="288036" y="2342388"/>
                  </a:lnTo>
                  <a:lnTo>
                    <a:pt x="288036" y="2362200"/>
                  </a:lnTo>
                  <a:lnTo>
                    <a:pt x="4346918" y="2362200"/>
                  </a:lnTo>
                  <a:lnTo>
                    <a:pt x="4302252" y="2388108"/>
                  </a:lnTo>
                  <a:lnTo>
                    <a:pt x="4297680" y="2391156"/>
                  </a:lnTo>
                  <a:lnTo>
                    <a:pt x="4296156" y="2397252"/>
                  </a:lnTo>
                  <a:lnTo>
                    <a:pt x="4302252" y="2406396"/>
                  </a:lnTo>
                  <a:lnTo>
                    <a:pt x="4308348" y="2407920"/>
                  </a:lnTo>
                  <a:lnTo>
                    <a:pt x="4312920" y="2404872"/>
                  </a:lnTo>
                  <a:lnTo>
                    <a:pt x="4384548" y="2363584"/>
                  </a:lnTo>
                  <a:lnTo>
                    <a:pt x="4402836" y="2353056"/>
                  </a:lnTo>
                  <a:close/>
                </a:path>
                <a:path w="4714240" h="3019425">
                  <a:moveTo>
                    <a:pt x="4713732" y="0"/>
                  </a:moveTo>
                  <a:lnTo>
                    <a:pt x="4704588" y="0"/>
                  </a:lnTo>
                  <a:lnTo>
                    <a:pt x="4704588" y="9144"/>
                  </a:lnTo>
                  <a:lnTo>
                    <a:pt x="4704588" y="3009900"/>
                  </a:lnTo>
                  <a:lnTo>
                    <a:pt x="10668" y="3009900"/>
                  </a:lnTo>
                  <a:lnTo>
                    <a:pt x="10668" y="9144"/>
                  </a:lnTo>
                  <a:lnTo>
                    <a:pt x="4704588" y="9144"/>
                  </a:lnTo>
                  <a:lnTo>
                    <a:pt x="4704588" y="0"/>
                  </a:lnTo>
                  <a:lnTo>
                    <a:pt x="0" y="0"/>
                  </a:lnTo>
                  <a:lnTo>
                    <a:pt x="0" y="3019044"/>
                  </a:lnTo>
                  <a:lnTo>
                    <a:pt x="4572" y="3019044"/>
                  </a:lnTo>
                  <a:lnTo>
                    <a:pt x="10668" y="3019044"/>
                  </a:lnTo>
                  <a:lnTo>
                    <a:pt x="4704588" y="3019044"/>
                  </a:lnTo>
                  <a:lnTo>
                    <a:pt x="4709160" y="3019044"/>
                  </a:lnTo>
                  <a:lnTo>
                    <a:pt x="4713732" y="3019044"/>
                  </a:lnTo>
                  <a:lnTo>
                    <a:pt x="47137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29706" y="2883407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6407"/>
                  </a:moveTo>
                  <a:lnTo>
                    <a:pt x="425626" y="166511"/>
                  </a:lnTo>
                  <a:lnTo>
                    <a:pt x="409485" y="120853"/>
                  </a:lnTo>
                  <a:lnTo>
                    <a:pt x="384145" y="80687"/>
                  </a:lnTo>
                  <a:lnTo>
                    <a:pt x="350888" y="47266"/>
                  </a:lnTo>
                  <a:lnTo>
                    <a:pt x="310993" y="21842"/>
                  </a:lnTo>
                  <a:lnTo>
                    <a:pt x="265740" y="5669"/>
                  </a:lnTo>
                  <a:lnTo>
                    <a:pt x="216407" y="0"/>
                  </a:lnTo>
                  <a:lnTo>
                    <a:pt x="166511" y="5669"/>
                  </a:lnTo>
                  <a:lnTo>
                    <a:pt x="120853" y="21842"/>
                  </a:lnTo>
                  <a:lnTo>
                    <a:pt x="80687" y="47266"/>
                  </a:lnTo>
                  <a:lnTo>
                    <a:pt x="47266" y="80687"/>
                  </a:lnTo>
                  <a:lnTo>
                    <a:pt x="21842" y="120853"/>
                  </a:lnTo>
                  <a:lnTo>
                    <a:pt x="5669" y="166511"/>
                  </a:lnTo>
                  <a:lnTo>
                    <a:pt x="0" y="216407"/>
                  </a:lnTo>
                  <a:lnTo>
                    <a:pt x="5669" y="265740"/>
                  </a:lnTo>
                  <a:lnTo>
                    <a:pt x="21842" y="310993"/>
                  </a:lnTo>
                  <a:lnTo>
                    <a:pt x="47266" y="350888"/>
                  </a:lnTo>
                  <a:lnTo>
                    <a:pt x="80687" y="384145"/>
                  </a:lnTo>
                  <a:lnTo>
                    <a:pt x="120853" y="409485"/>
                  </a:lnTo>
                  <a:lnTo>
                    <a:pt x="166511" y="425626"/>
                  </a:lnTo>
                  <a:lnTo>
                    <a:pt x="216407" y="431291"/>
                  </a:lnTo>
                  <a:lnTo>
                    <a:pt x="265740" y="425626"/>
                  </a:lnTo>
                  <a:lnTo>
                    <a:pt x="310993" y="409485"/>
                  </a:lnTo>
                  <a:lnTo>
                    <a:pt x="350888" y="384145"/>
                  </a:lnTo>
                  <a:lnTo>
                    <a:pt x="384145" y="350888"/>
                  </a:lnTo>
                  <a:lnTo>
                    <a:pt x="409485" y="310993"/>
                  </a:lnTo>
                  <a:lnTo>
                    <a:pt x="425626" y="265740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25134" y="2878836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59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79248" y="50292"/>
                  </a:lnTo>
                  <a:lnTo>
                    <a:pt x="50292" y="80772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2148" y="158496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59" h="440689">
                  <a:moveTo>
                    <a:pt x="431292" y="286512"/>
                  </a:moveTo>
                  <a:lnTo>
                    <a:pt x="431292" y="242316"/>
                  </a:lnTo>
                  <a:lnTo>
                    <a:pt x="426720" y="263652"/>
                  </a:lnTo>
                  <a:lnTo>
                    <a:pt x="422148" y="283464"/>
                  </a:lnTo>
                  <a:lnTo>
                    <a:pt x="405384" y="321564"/>
                  </a:lnTo>
                  <a:lnTo>
                    <a:pt x="384048" y="355092"/>
                  </a:lnTo>
                  <a:lnTo>
                    <a:pt x="355092" y="384048"/>
                  </a:lnTo>
                  <a:lnTo>
                    <a:pt x="321564" y="406908"/>
                  </a:lnTo>
                  <a:lnTo>
                    <a:pt x="301752" y="414528"/>
                  </a:lnTo>
                  <a:lnTo>
                    <a:pt x="283464" y="422148"/>
                  </a:lnTo>
                  <a:lnTo>
                    <a:pt x="262128" y="426720"/>
                  </a:lnTo>
                  <a:lnTo>
                    <a:pt x="242316" y="431292"/>
                  </a:lnTo>
                  <a:lnTo>
                    <a:pt x="220980" y="431292"/>
                  </a:lnTo>
                  <a:lnTo>
                    <a:pt x="178308" y="426720"/>
                  </a:lnTo>
                  <a:lnTo>
                    <a:pt x="138684" y="414528"/>
                  </a:lnTo>
                  <a:lnTo>
                    <a:pt x="102108" y="394716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1752"/>
                  </a:lnTo>
                  <a:lnTo>
                    <a:pt x="13716" y="262128"/>
                  </a:lnTo>
                  <a:lnTo>
                    <a:pt x="9144" y="219456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97536" y="403860"/>
                  </a:lnTo>
                  <a:lnTo>
                    <a:pt x="135636" y="423672"/>
                  </a:lnTo>
                  <a:lnTo>
                    <a:pt x="176784" y="437388"/>
                  </a:lnTo>
                  <a:lnTo>
                    <a:pt x="198120" y="440436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30701" y="2883407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432815" y="216407"/>
                  </a:moveTo>
                  <a:lnTo>
                    <a:pt x="427066" y="166511"/>
                  </a:lnTo>
                  <a:lnTo>
                    <a:pt x="410706" y="120853"/>
                  </a:lnTo>
                  <a:lnTo>
                    <a:pt x="385069" y="80687"/>
                  </a:lnTo>
                  <a:lnTo>
                    <a:pt x="351488" y="47266"/>
                  </a:lnTo>
                  <a:lnTo>
                    <a:pt x="311295" y="21842"/>
                  </a:lnTo>
                  <a:lnTo>
                    <a:pt x="265824" y="5669"/>
                  </a:lnTo>
                  <a:lnTo>
                    <a:pt x="216407" y="0"/>
                  </a:lnTo>
                  <a:lnTo>
                    <a:pt x="166991" y="5669"/>
                  </a:lnTo>
                  <a:lnTo>
                    <a:pt x="121520" y="21842"/>
                  </a:lnTo>
                  <a:lnTo>
                    <a:pt x="81327" y="47266"/>
                  </a:lnTo>
                  <a:lnTo>
                    <a:pt x="47746" y="80687"/>
                  </a:lnTo>
                  <a:lnTo>
                    <a:pt x="22109" y="120853"/>
                  </a:lnTo>
                  <a:lnTo>
                    <a:pt x="5749" y="166511"/>
                  </a:lnTo>
                  <a:lnTo>
                    <a:pt x="0" y="216407"/>
                  </a:lnTo>
                  <a:lnTo>
                    <a:pt x="5749" y="265740"/>
                  </a:lnTo>
                  <a:lnTo>
                    <a:pt x="22109" y="310993"/>
                  </a:lnTo>
                  <a:lnTo>
                    <a:pt x="47746" y="350888"/>
                  </a:lnTo>
                  <a:lnTo>
                    <a:pt x="81327" y="384145"/>
                  </a:lnTo>
                  <a:lnTo>
                    <a:pt x="121520" y="409485"/>
                  </a:lnTo>
                  <a:lnTo>
                    <a:pt x="166991" y="425626"/>
                  </a:lnTo>
                  <a:lnTo>
                    <a:pt x="216407" y="431291"/>
                  </a:lnTo>
                  <a:lnTo>
                    <a:pt x="265824" y="425626"/>
                  </a:lnTo>
                  <a:lnTo>
                    <a:pt x="311295" y="409485"/>
                  </a:lnTo>
                  <a:lnTo>
                    <a:pt x="351488" y="384145"/>
                  </a:lnTo>
                  <a:lnTo>
                    <a:pt x="385069" y="350888"/>
                  </a:lnTo>
                  <a:lnTo>
                    <a:pt x="410706" y="310993"/>
                  </a:lnTo>
                  <a:lnTo>
                    <a:pt x="427066" y="265740"/>
                  </a:lnTo>
                  <a:lnTo>
                    <a:pt x="432815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26130" y="2878836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5908" y="115824"/>
                  </a:lnTo>
                  <a:lnTo>
                    <a:pt x="4572" y="17678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9812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1292" y="286512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22148" y="283464"/>
                  </a:lnTo>
                  <a:lnTo>
                    <a:pt x="406908" y="321564"/>
                  </a:lnTo>
                  <a:lnTo>
                    <a:pt x="384048" y="355092"/>
                  </a:lnTo>
                  <a:lnTo>
                    <a:pt x="355092" y="384048"/>
                  </a:lnTo>
                  <a:lnTo>
                    <a:pt x="321564" y="406908"/>
                  </a:lnTo>
                  <a:lnTo>
                    <a:pt x="283464" y="422148"/>
                  </a:lnTo>
                  <a:lnTo>
                    <a:pt x="242316" y="431292"/>
                  </a:lnTo>
                  <a:lnTo>
                    <a:pt x="220980" y="431292"/>
                  </a:lnTo>
                  <a:lnTo>
                    <a:pt x="178308" y="426720"/>
                  </a:lnTo>
                  <a:lnTo>
                    <a:pt x="138684" y="414528"/>
                  </a:lnTo>
                  <a:lnTo>
                    <a:pt x="102108" y="394716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1752"/>
                  </a:lnTo>
                  <a:lnTo>
                    <a:pt x="13716" y="262128"/>
                  </a:lnTo>
                  <a:lnTo>
                    <a:pt x="9144" y="219456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0144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82143" y="3054973"/>
            <a:ext cx="422909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12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09850" y="2971371"/>
            <a:ext cx="3672840" cy="741680"/>
            <a:chOff x="5109850" y="2971371"/>
            <a:chExt cx="3672840" cy="741680"/>
          </a:xfrm>
        </p:grpSpPr>
        <p:sp>
          <p:nvSpPr>
            <p:cNvPr id="13" name="object 13"/>
            <p:cNvSpPr/>
            <p:nvPr/>
          </p:nvSpPr>
          <p:spPr>
            <a:xfrm>
              <a:off x="5109850" y="2971371"/>
              <a:ext cx="719455" cy="256540"/>
            </a:xfrm>
            <a:custGeom>
              <a:avLst/>
              <a:gdLst/>
              <a:ahLst/>
              <a:cxnLst/>
              <a:rect l="l" t="t" r="r" b="b"/>
              <a:pathLst>
                <a:path w="719454" h="256539">
                  <a:moveTo>
                    <a:pt x="256460" y="24812"/>
                  </a:moveTo>
                  <a:lnTo>
                    <a:pt x="252984" y="14144"/>
                  </a:lnTo>
                  <a:lnTo>
                    <a:pt x="245506" y="5619"/>
                  </a:lnTo>
                  <a:lnTo>
                    <a:pt x="235458" y="809"/>
                  </a:lnTo>
                  <a:lnTo>
                    <a:pt x="224266" y="0"/>
                  </a:lnTo>
                  <a:lnTo>
                    <a:pt x="213360" y="3476"/>
                  </a:lnTo>
                  <a:lnTo>
                    <a:pt x="0" y="128444"/>
                  </a:lnTo>
                  <a:lnTo>
                    <a:pt x="56388" y="161069"/>
                  </a:lnTo>
                  <a:lnTo>
                    <a:pt x="56388" y="99488"/>
                  </a:lnTo>
                  <a:lnTo>
                    <a:pt x="162144" y="99488"/>
                  </a:lnTo>
                  <a:lnTo>
                    <a:pt x="242316" y="52244"/>
                  </a:lnTo>
                  <a:lnTo>
                    <a:pt x="250840" y="45005"/>
                  </a:lnTo>
                  <a:lnTo>
                    <a:pt x="255651" y="35480"/>
                  </a:lnTo>
                  <a:lnTo>
                    <a:pt x="256460" y="24812"/>
                  </a:lnTo>
                  <a:close/>
                </a:path>
                <a:path w="719454" h="256539">
                  <a:moveTo>
                    <a:pt x="162144" y="99488"/>
                  </a:moveTo>
                  <a:lnTo>
                    <a:pt x="56388" y="99488"/>
                  </a:lnTo>
                  <a:lnTo>
                    <a:pt x="56388" y="155876"/>
                  </a:lnTo>
                  <a:lnTo>
                    <a:pt x="71628" y="155876"/>
                  </a:lnTo>
                  <a:lnTo>
                    <a:pt x="71628" y="102536"/>
                  </a:lnTo>
                  <a:lnTo>
                    <a:pt x="114300" y="127682"/>
                  </a:lnTo>
                  <a:lnTo>
                    <a:pt x="162144" y="99488"/>
                  </a:lnTo>
                  <a:close/>
                </a:path>
                <a:path w="719454" h="256539">
                  <a:moveTo>
                    <a:pt x="256460" y="231838"/>
                  </a:moveTo>
                  <a:lnTo>
                    <a:pt x="255651" y="220646"/>
                  </a:lnTo>
                  <a:lnTo>
                    <a:pt x="250840" y="210597"/>
                  </a:lnTo>
                  <a:lnTo>
                    <a:pt x="242316" y="203120"/>
                  </a:lnTo>
                  <a:lnTo>
                    <a:pt x="162144" y="155876"/>
                  </a:lnTo>
                  <a:lnTo>
                    <a:pt x="56388" y="155876"/>
                  </a:lnTo>
                  <a:lnTo>
                    <a:pt x="56388" y="161069"/>
                  </a:lnTo>
                  <a:lnTo>
                    <a:pt x="213360" y="251888"/>
                  </a:lnTo>
                  <a:lnTo>
                    <a:pt x="224266" y="256246"/>
                  </a:lnTo>
                  <a:lnTo>
                    <a:pt x="235458" y="255889"/>
                  </a:lnTo>
                  <a:lnTo>
                    <a:pt x="245506" y="251245"/>
                  </a:lnTo>
                  <a:lnTo>
                    <a:pt x="252984" y="242744"/>
                  </a:lnTo>
                  <a:lnTo>
                    <a:pt x="256460" y="231838"/>
                  </a:lnTo>
                  <a:close/>
                </a:path>
                <a:path w="719454" h="256539">
                  <a:moveTo>
                    <a:pt x="114300" y="127682"/>
                  </a:moveTo>
                  <a:lnTo>
                    <a:pt x="71628" y="102536"/>
                  </a:lnTo>
                  <a:lnTo>
                    <a:pt x="71628" y="152828"/>
                  </a:lnTo>
                  <a:lnTo>
                    <a:pt x="114300" y="127682"/>
                  </a:lnTo>
                  <a:close/>
                </a:path>
                <a:path w="719454" h="256539">
                  <a:moveTo>
                    <a:pt x="162144" y="155876"/>
                  </a:moveTo>
                  <a:lnTo>
                    <a:pt x="114300" y="127682"/>
                  </a:lnTo>
                  <a:lnTo>
                    <a:pt x="71628" y="152828"/>
                  </a:lnTo>
                  <a:lnTo>
                    <a:pt x="71628" y="155876"/>
                  </a:lnTo>
                  <a:lnTo>
                    <a:pt x="162144" y="155876"/>
                  </a:lnTo>
                  <a:close/>
                </a:path>
                <a:path w="719454" h="256539">
                  <a:moveTo>
                    <a:pt x="719328" y="155876"/>
                  </a:moveTo>
                  <a:lnTo>
                    <a:pt x="719328" y="99488"/>
                  </a:lnTo>
                  <a:lnTo>
                    <a:pt x="162144" y="99488"/>
                  </a:lnTo>
                  <a:lnTo>
                    <a:pt x="114300" y="127682"/>
                  </a:lnTo>
                  <a:lnTo>
                    <a:pt x="162144" y="155876"/>
                  </a:lnTo>
                  <a:lnTo>
                    <a:pt x="719328" y="155876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41009" y="3351275"/>
              <a:ext cx="2741930" cy="361315"/>
            </a:xfrm>
            <a:custGeom>
              <a:avLst/>
              <a:gdLst/>
              <a:ahLst/>
              <a:cxnLst/>
              <a:rect l="l" t="t" r="r" b="b"/>
              <a:pathLst>
                <a:path w="2741929" h="361314">
                  <a:moveTo>
                    <a:pt x="2741676" y="167652"/>
                  </a:moveTo>
                  <a:lnTo>
                    <a:pt x="2708148" y="148043"/>
                  </a:lnTo>
                  <a:lnTo>
                    <a:pt x="2708148" y="0"/>
                  </a:lnTo>
                  <a:lnTo>
                    <a:pt x="2699004" y="0"/>
                  </a:lnTo>
                  <a:lnTo>
                    <a:pt x="2699004" y="142697"/>
                  </a:lnTo>
                  <a:lnTo>
                    <a:pt x="2598420" y="83832"/>
                  </a:lnTo>
                  <a:lnTo>
                    <a:pt x="2591371" y="81800"/>
                  </a:lnTo>
                  <a:lnTo>
                    <a:pt x="2584323" y="82499"/>
                  </a:lnTo>
                  <a:lnTo>
                    <a:pt x="2577846" y="85750"/>
                  </a:lnTo>
                  <a:lnTo>
                    <a:pt x="2572512" y="91452"/>
                  </a:lnTo>
                  <a:lnTo>
                    <a:pt x="2570492" y="98501"/>
                  </a:lnTo>
                  <a:lnTo>
                    <a:pt x="2571178" y="105549"/>
                  </a:lnTo>
                  <a:lnTo>
                    <a:pt x="2574442" y="112026"/>
                  </a:lnTo>
                  <a:lnTo>
                    <a:pt x="2580132" y="117360"/>
                  </a:lnTo>
                  <a:lnTo>
                    <a:pt x="2633294" y="147840"/>
                  </a:lnTo>
                  <a:lnTo>
                    <a:pt x="112953" y="147840"/>
                  </a:lnTo>
                  <a:lnTo>
                    <a:pt x="166116" y="117360"/>
                  </a:lnTo>
                  <a:lnTo>
                    <a:pt x="171780" y="112026"/>
                  </a:lnTo>
                  <a:lnTo>
                    <a:pt x="174879" y="105549"/>
                  </a:lnTo>
                  <a:lnTo>
                    <a:pt x="175120" y="98501"/>
                  </a:lnTo>
                  <a:lnTo>
                    <a:pt x="172212" y="91452"/>
                  </a:lnTo>
                  <a:lnTo>
                    <a:pt x="167525" y="85750"/>
                  </a:lnTo>
                  <a:lnTo>
                    <a:pt x="160972" y="82499"/>
                  </a:lnTo>
                  <a:lnTo>
                    <a:pt x="153568" y="81800"/>
                  </a:lnTo>
                  <a:lnTo>
                    <a:pt x="146304" y="83832"/>
                  </a:lnTo>
                  <a:lnTo>
                    <a:pt x="9144" y="164960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361188"/>
                  </a:lnTo>
                  <a:lnTo>
                    <a:pt x="9144" y="361188"/>
                  </a:lnTo>
                  <a:lnTo>
                    <a:pt x="9144" y="170307"/>
                  </a:lnTo>
                  <a:lnTo>
                    <a:pt x="42672" y="189763"/>
                  </a:lnTo>
                  <a:lnTo>
                    <a:pt x="146304" y="249948"/>
                  </a:lnTo>
                  <a:lnTo>
                    <a:pt x="153568" y="252844"/>
                  </a:lnTo>
                  <a:lnTo>
                    <a:pt x="160972" y="252615"/>
                  </a:lnTo>
                  <a:lnTo>
                    <a:pt x="167525" y="249516"/>
                  </a:lnTo>
                  <a:lnTo>
                    <a:pt x="172212" y="243852"/>
                  </a:lnTo>
                  <a:lnTo>
                    <a:pt x="175120" y="236588"/>
                  </a:lnTo>
                  <a:lnTo>
                    <a:pt x="174879" y="229184"/>
                  </a:lnTo>
                  <a:lnTo>
                    <a:pt x="171780" y="222631"/>
                  </a:lnTo>
                  <a:lnTo>
                    <a:pt x="166116" y="217944"/>
                  </a:lnTo>
                  <a:lnTo>
                    <a:pt x="111556" y="185940"/>
                  </a:lnTo>
                  <a:lnTo>
                    <a:pt x="2634678" y="185940"/>
                  </a:lnTo>
                  <a:lnTo>
                    <a:pt x="2580132" y="217944"/>
                  </a:lnTo>
                  <a:lnTo>
                    <a:pt x="2574442" y="222631"/>
                  </a:lnTo>
                  <a:lnTo>
                    <a:pt x="2571178" y="229184"/>
                  </a:lnTo>
                  <a:lnTo>
                    <a:pt x="2570492" y="236588"/>
                  </a:lnTo>
                  <a:lnTo>
                    <a:pt x="2572512" y="243852"/>
                  </a:lnTo>
                  <a:lnTo>
                    <a:pt x="2577846" y="249516"/>
                  </a:lnTo>
                  <a:lnTo>
                    <a:pt x="2584323" y="252615"/>
                  </a:lnTo>
                  <a:lnTo>
                    <a:pt x="2591371" y="252844"/>
                  </a:lnTo>
                  <a:lnTo>
                    <a:pt x="2598420" y="249948"/>
                  </a:lnTo>
                  <a:lnTo>
                    <a:pt x="2699004" y="192163"/>
                  </a:lnTo>
                  <a:lnTo>
                    <a:pt x="2699004" y="326136"/>
                  </a:lnTo>
                  <a:lnTo>
                    <a:pt x="2708148" y="326136"/>
                  </a:lnTo>
                  <a:lnTo>
                    <a:pt x="2708148" y="186918"/>
                  </a:lnTo>
                  <a:lnTo>
                    <a:pt x="2741676" y="16765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26567" y="2512566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q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95731" y="2689350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01694" y="241655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1153" y="3265932"/>
            <a:ext cx="466725" cy="457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300"/>
              </a:spcBef>
            </a:pPr>
            <a:r>
              <a:rPr sz="2400" spc="-50" dirty="0"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37377" y="2991611"/>
            <a:ext cx="216535" cy="215265"/>
          </a:xfrm>
          <a:custGeom>
            <a:avLst/>
            <a:gdLst/>
            <a:ahLst/>
            <a:cxnLst/>
            <a:rect l="l" t="t" r="r" b="b"/>
            <a:pathLst>
              <a:path w="216535" h="215264">
                <a:moveTo>
                  <a:pt x="216408" y="79248"/>
                </a:moveTo>
                <a:lnTo>
                  <a:pt x="137160" y="79248"/>
                </a:lnTo>
                <a:lnTo>
                  <a:pt x="137160" y="0"/>
                </a:lnTo>
                <a:lnTo>
                  <a:pt x="79248" y="0"/>
                </a:lnTo>
                <a:lnTo>
                  <a:pt x="79248" y="79248"/>
                </a:lnTo>
                <a:lnTo>
                  <a:pt x="0" y="79248"/>
                </a:lnTo>
                <a:lnTo>
                  <a:pt x="0" y="135636"/>
                </a:lnTo>
                <a:lnTo>
                  <a:pt x="79248" y="135636"/>
                </a:lnTo>
                <a:lnTo>
                  <a:pt x="79248" y="214884"/>
                </a:lnTo>
                <a:lnTo>
                  <a:pt x="137160" y="214884"/>
                </a:lnTo>
                <a:lnTo>
                  <a:pt x="137160" y="135636"/>
                </a:lnTo>
                <a:lnTo>
                  <a:pt x="216408" y="135636"/>
                </a:lnTo>
                <a:lnTo>
                  <a:pt x="216408" y="79248"/>
                </a:lnTo>
                <a:close/>
              </a:path>
            </a:pathLst>
          </a:custGeom>
          <a:solidFill>
            <a:srgbClr val="CC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477130" y="286156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30446" y="1127760"/>
            <a:ext cx="2024380" cy="2078989"/>
            <a:chOff x="6830446" y="1127760"/>
            <a:chExt cx="2024380" cy="2078989"/>
          </a:xfrm>
        </p:grpSpPr>
        <p:sp>
          <p:nvSpPr>
            <p:cNvPr id="22" name="object 22"/>
            <p:cNvSpPr/>
            <p:nvPr/>
          </p:nvSpPr>
          <p:spPr>
            <a:xfrm>
              <a:off x="8637905" y="2991611"/>
              <a:ext cx="216535" cy="215265"/>
            </a:xfrm>
            <a:custGeom>
              <a:avLst/>
              <a:gdLst/>
              <a:ahLst/>
              <a:cxnLst/>
              <a:rect l="l" t="t" r="r" b="b"/>
              <a:pathLst>
                <a:path w="216534" h="215264">
                  <a:moveTo>
                    <a:pt x="216408" y="79248"/>
                  </a:moveTo>
                  <a:lnTo>
                    <a:pt x="135636" y="79248"/>
                  </a:lnTo>
                  <a:lnTo>
                    <a:pt x="135636" y="0"/>
                  </a:lnTo>
                  <a:lnTo>
                    <a:pt x="79248" y="0"/>
                  </a:lnTo>
                  <a:lnTo>
                    <a:pt x="79248" y="79248"/>
                  </a:lnTo>
                  <a:lnTo>
                    <a:pt x="0" y="79248"/>
                  </a:lnTo>
                  <a:lnTo>
                    <a:pt x="0" y="135636"/>
                  </a:lnTo>
                  <a:lnTo>
                    <a:pt x="79248" y="135636"/>
                  </a:lnTo>
                  <a:lnTo>
                    <a:pt x="79248" y="214884"/>
                  </a:lnTo>
                  <a:lnTo>
                    <a:pt x="135636" y="214884"/>
                  </a:lnTo>
                  <a:lnTo>
                    <a:pt x="135636" y="135636"/>
                  </a:lnTo>
                  <a:lnTo>
                    <a:pt x="216408" y="135636"/>
                  </a:lnTo>
                  <a:lnTo>
                    <a:pt x="216408" y="7924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36542" y="1132331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6407"/>
                  </a:moveTo>
                  <a:lnTo>
                    <a:pt x="425542" y="166511"/>
                  </a:lnTo>
                  <a:lnTo>
                    <a:pt x="409182" y="120853"/>
                  </a:lnTo>
                  <a:lnTo>
                    <a:pt x="383545" y="80687"/>
                  </a:lnTo>
                  <a:lnTo>
                    <a:pt x="349964" y="47266"/>
                  </a:lnTo>
                  <a:lnTo>
                    <a:pt x="309771" y="21842"/>
                  </a:lnTo>
                  <a:lnTo>
                    <a:pt x="264300" y="5669"/>
                  </a:lnTo>
                  <a:lnTo>
                    <a:pt x="214883" y="0"/>
                  </a:lnTo>
                  <a:lnTo>
                    <a:pt x="165551" y="5669"/>
                  </a:lnTo>
                  <a:lnTo>
                    <a:pt x="120298" y="21842"/>
                  </a:lnTo>
                  <a:lnTo>
                    <a:pt x="80403" y="47266"/>
                  </a:lnTo>
                  <a:lnTo>
                    <a:pt x="47146" y="80687"/>
                  </a:lnTo>
                  <a:lnTo>
                    <a:pt x="21806" y="120853"/>
                  </a:lnTo>
                  <a:lnTo>
                    <a:pt x="5665" y="166511"/>
                  </a:lnTo>
                  <a:lnTo>
                    <a:pt x="0" y="216407"/>
                  </a:lnTo>
                  <a:lnTo>
                    <a:pt x="5665" y="265740"/>
                  </a:lnTo>
                  <a:lnTo>
                    <a:pt x="21806" y="310993"/>
                  </a:lnTo>
                  <a:lnTo>
                    <a:pt x="47146" y="350888"/>
                  </a:lnTo>
                  <a:lnTo>
                    <a:pt x="80403" y="384145"/>
                  </a:lnTo>
                  <a:lnTo>
                    <a:pt x="120298" y="409485"/>
                  </a:lnTo>
                  <a:lnTo>
                    <a:pt x="165551" y="425626"/>
                  </a:lnTo>
                  <a:lnTo>
                    <a:pt x="214883" y="431291"/>
                  </a:lnTo>
                  <a:lnTo>
                    <a:pt x="264300" y="425626"/>
                  </a:lnTo>
                  <a:lnTo>
                    <a:pt x="309771" y="409485"/>
                  </a:lnTo>
                  <a:lnTo>
                    <a:pt x="349964" y="384145"/>
                  </a:lnTo>
                  <a:lnTo>
                    <a:pt x="383545" y="350888"/>
                  </a:lnTo>
                  <a:lnTo>
                    <a:pt x="409182" y="310993"/>
                  </a:lnTo>
                  <a:lnTo>
                    <a:pt x="425542" y="265740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30446" y="1127760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59">
                  <a:moveTo>
                    <a:pt x="441960" y="220980"/>
                  </a:moveTo>
                  <a:lnTo>
                    <a:pt x="440436" y="198120"/>
                  </a:lnTo>
                  <a:lnTo>
                    <a:pt x="437388" y="175260"/>
                  </a:lnTo>
                  <a:lnTo>
                    <a:pt x="431292" y="155448"/>
                  </a:lnTo>
                  <a:lnTo>
                    <a:pt x="425196" y="134112"/>
                  </a:lnTo>
                  <a:lnTo>
                    <a:pt x="403860" y="97536"/>
                  </a:lnTo>
                  <a:lnTo>
                    <a:pt x="377952" y="64008"/>
                  </a:lnTo>
                  <a:lnTo>
                    <a:pt x="344424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10668" y="286512"/>
                  </a:lnTo>
                  <a:lnTo>
                    <a:pt x="10668" y="198120"/>
                  </a:lnTo>
                  <a:lnTo>
                    <a:pt x="15240" y="178308"/>
                  </a:lnTo>
                  <a:lnTo>
                    <a:pt x="19812" y="156972"/>
                  </a:lnTo>
                  <a:lnTo>
                    <a:pt x="27432" y="138684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20980" y="9144"/>
                  </a:lnTo>
                  <a:lnTo>
                    <a:pt x="242316" y="10566"/>
                  </a:lnTo>
                  <a:lnTo>
                    <a:pt x="243840" y="10668"/>
                  </a:lnTo>
                  <a:lnTo>
                    <a:pt x="284988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3672" y="158496"/>
                  </a:lnTo>
                  <a:lnTo>
                    <a:pt x="431292" y="199644"/>
                  </a:lnTo>
                  <a:lnTo>
                    <a:pt x="432816" y="220980"/>
                  </a:lnTo>
                  <a:lnTo>
                    <a:pt x="432816" y="286512"/>
                  </a:lnTo>
                  <a:lnTo>
                    <a:pt x="437388" y="265176"/>
                  </a:lnTo>
                  <a:lnTo>
                    <a:pt x="440436" y="242316"/>
                  </a:lnTo>
                  <a:lnTo>
                    <a:pt x="441960" y="220980"/>
                  </a:lnTo>
                  <a:close/>
                </a:path>
                <a:path w="441959" h="441959">
                  <a:moveTo>
                    <a:pt x="432816" y="286512"/>
                  </a:moveTo>
                  <a:lnTo>
                    <a:pt x="432816" y="220980"/>
                  </a:ln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8328"/>
                  </a:lnTo>
                  <a:lnTo>
                    <a:pt x="370332" y="370332"/>
                  </a:lnTo>
                  <a:lnTo>
                    <a:pt x="339852" y="396240"/>
                  </a:lnTo>
                  <a:lnTo>
                    <a:pt x="303276" y="414528"/>
                  </a:lnTo>
                  <a:lnTo>
                    <a:pt x="263652" y="426720"/>
                  </a:lnTo>
                  <a:lnTo>
                    <a:pt x="242316" y="431292"/>
                  </a:lnTo>
                  <a:lnTo>
                    <a:pt x="199644" y="431292"/>
                  </a:lnTo>
                  <a:lnTo>
                    <a:pt x="158496" y="422148"/>
                  </a:lnTo>
                  <a:lnTo>
                    <a:pt x="120396" y="405384"/>
                  </a:lnTo>
                  <a:lnTo>
                    <a:pt x="86868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9812" y="283464"/>
                  </a:lnTo>
                  <a:lnTo>
                    <a:pt x="10668" y="242316"/>
                  </a:lnTo>
                  <a:lnTo>
                    <a:pt x="10668" y="286512"/>
                  </a:lnTo>
                  <a:lnTo>
                    <a:pt x="27432" y="326136"/>
                  </a:lnTo>
                  <a:lnTo>
                    <a:pt x="51816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9644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77952" y="376428"/>
                  </a:lnTo>
                  <a:lnTo>
                    <a:pt x="403860" y="344424"/>
                  </a:lnTo>
                  <a:lnTo>
                    <a:pt x="425196" y="306324"/>
                  </a:lnTo>
                  <a:lnTo>
                    <a:pt x="432816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08530" y="665479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4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251321" y="1319783"/>
            <a:ext cx="908685" cy="1771014"/>
          </a:xfrm>
          <a:custGeom>
            <a:avLst/>
            <a:gdLst/>
            <a:ahLst/>
            <a:cxnLst/>
            <a:rect l="l" t="t" r="r" b="b"/>
            <a:pathLst>
              <a:path w="908684" h="1771014">
                <a:moveTo>
                  <a:pt x="228600" y="1741932"/>
                </a:moveTo>
                <a:lnTo>
                  <a:pt x="213360" y="1664208"/>
                </a:lnTo>
                <a:lnTo>
                  <a:pt x="182880" y="1589532"/>
                </a:lnTo>
                <a:lnTo>
                  <a:pt x="152400" y="1543812"/>
                </a:lnTo>
                <a:lnTo>
                  <a:pt x="117348" y="1502664"/>
                </a:lnTo>
                <a:lnTo>
                  <a:pt x="76200" y="1466088"/>
                </a:lnTo>
                <a:lnTo>
                  <a:pt x="28956" y="1434084"/>
                </a:lnTo>
                <a:lnTo>
                  <a:pt x="4572" y="1420368"/>
                </a:lnTo>
                <a:lnTo>
                  <a:pt x="0" y="1427988"/>
                </a:lnTo>
                <a:lnTo>
                  <a:pt x="24384" y="1441704"/>
                </a:lnTo>
                <a:lnTo>
                  <a:pt x="48768" y="1456944"/>
                </a:lnTo>
                <a:lnTo>
                  <a:pt x="91440" y="1490472"/>
                </a:lnTo>
                <a:lnTo>
                  <a:pt x="129540" y="1530096"/>
                </a:lnTo>
                <a:lnTo>
                  <a:pt x="160020" y="1571244"/>
                </a:lnTo>
                <a:lnTo>
                  <a:pt x="185928" y="1618488"/>
                </a:lnTo>
                <a:lnTo>
                  <a:pt x="204216" y="1667256"/>
                </a:lnTo>
                <a:lnTo>
                  <a:pt x="216408" y="1717548"/>
                </a:lnTo>
                <a:lnTo>
                  <a:pt x="219456" y="1770888"/>
                </a:lnTo>
                <a:lnTo>
                  <a:pt x="228600" y="1769364"/>
                </a:lnTo>
                <a:lnTo>
                  <a:pt x="228600" y="1741932"/>
                </a:lnTo>
                <a:close/>
              </a:path>
              <a:path w="908684" h="1771014">
                <a:moveTo>
                  <a:pt x="908304" y="0"/>
                </a:moveTo>
                <a:lnTo>
                  <a:pt x="691896" y="0"/>
                </a:lnTo>
                <a:lnTo>
                  <a:pt x="691896" y="56388"/>
                </a:lnTo>
                <a:lnTo>
                  <a:pt x="908304" y="56388"/>
                </a:lnTo>
                <a:lnTo>
                  <a:pt x="908304" y="0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455547" y="2692399"/>
            <a:ext cx="864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Symbol"/>
                <a:cs typeface="Symbol"/>
              </a:rPr>
              <a:t></a:t>
            </a:r>
            <a:r>
              <a:rPr sz="2400" spc="-10" dirty="0">
                <a:latin typeface="Arial MT"/>
                <a:cs typeface="Arial MT"/>
              </a:rPr>
              <a:t>=60</a:t>
            </a:r>
            <a:r>
              <a:rPr sz="2400" spc="-15" baseline="24305" dirty="0">
                <a:latin typeface="Arial MT"/>
                <a:cs typeface="Arial MT"/>
              </a:rPr>
              <a:t>0</a:t>
            </a:r>
            <a:endParaRPr sz="2400" baseline="24305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41551" y="1854199"/>
            <a:ext cx="58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¾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94364" y="2666145"/>
            <a:ext cx="16573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7912" y="2761259"/>
            <a:ext cx="3899535" cy="5892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 marR="30480">
              <a:lnSpc>
                <a:spcPts val="2160"/>
              </a:lnSpc>
              <a:spcBef>
                <a:spcPts val="290"/>
              </a:spcBef>
            </a:pP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What is</a:t>
            </a:r>
            <a:r>
              <a:rPr sz="18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electrostatic</a:t>
            </a:r>
            <a:r>
              <a:rPr sz="18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force</a:t>
            </a:r>
            <a:r>
              <a:rPr sz="1800" spc="-16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850" baseline="-2923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1650" baseline="-10101" dirty="0">
                <a:solidFill>
                  <a:srgbClr val="FF0000"/>
                </a:solidFill>
                <a:latin typeface="Arial MT"/>
                <a:cs typeface="Arial MT"/>
              </a:rPr>
              <a:t>1,net</a:t>
            </a:r>
            <a:r>
              <a:rPr sz="1650" spc="270" baseline="-1010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3200"/>
                </a:solidFill>
                <a:latin typeface="Arial MT"/>
                <a:cs typeface="Arial MT"/>
              </a:rPr>
              <a:t>on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particle</a:t>
            </a:r>
            <a:r>
              <a:rPr sz="18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1</a:t>
            </a:r>
            <a:r>
              <a:rPr sz="18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due</a:t>
            </a:r>
            <a:r>
              <a:rPr sz="18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particles</a:t>
            </a:r>
            <a:r>
              <a:rPr sz="1800" spc="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2</a:t>
            </a:r>
            <a:r>
              <a:rPr sz="18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4</a:t>
            </a:r>
            <a:r>
              <a:rPr sz="18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3200"/>
                </a:solidFill>
                <a:latin typeface="Arial MT"/>
                <a:cs typeface="Arial MT"/>
              </a:rPr>
              <a:t>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33014" y="1136395"/>
            <a:ext cx="2082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4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3.2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х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-19</a:t>
            </a:r>
            <a:r>
              <a:rPr sz="1950" spc="284" baseline="25641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126358" y="2080260"/>
            <a:ext cx="497205" cy="843280"/>
          </a:xfrm>
          <a:custGeom>
            <a:avLst/>
            <a:gdLst/>
            <a:ahLst/>
            <a:cxnLst/>
            <a:rect l="l" t="t" r="r" b="b"/>
            <a:pathLst>
              <a:path w="497204" h="843280">
                <a:moveTo>
                  <a:pt x="438996" y="154132"/>
                </a:moveTo>
                <a:lnTo>
                  <a:pt x="438137" y="97856"/>
                </a:lnTo>
                <a:lnTo>
                  <a:pt x="388310" y="127218"/>
                </a:lnTo>
                <a:lnTo>
                  <a:pt x="0" y="813816"/>
                </a:lnTo>
                <a:lnTo>
                  <a:pt x="50292" y="842772"/>
                </a:lnTo>
                <a:lnTo>
                  <a:pt x="438996" y="154132"/>
                </a:lnTo>
                <a:close/>
              </a:path>
              <a:path w="497204" h="843280">
                <a:moveTo>
                  <a:pt x="496824" y="246888"/>
                </a:moveTo>
                <a:lnTo>
                  <a:pt x="493776" y="0"/>
                </a:lnTo>
                <a:lnTo>
                  <a:pt x="280416" y="124968"/>
                </a:lnTo>
                <a:lnTo>
                  <a:pt x="266271" y="152400"/>
                </a:lnTo>
                <a:lnTo>
                  <a:pt x="269748" y="163068"/>
                </a:lnTo>
                <a:lnTo>
                  <a:pt x="309372" y="173736"/>
                </a:lnTo>
                <a:lnTo>
                  <a:pt x="388310" y="127218"/>
                </a:lnTo>
                <a:lnTo>
                  <a:pt x="440436" y="35052"/>
                </a:lnTo>
                <a:lnTo>
                  <a:pt x="490728" y="62484"/>
                </a:lnTo>
                <a:lnTo>
                  <a:pt x="490728" y="264671"/>
                </a:lnTo>
                <a:lnTo>
                  <a:pt x="494680" y="258484"/>
                </a:lnTo>
                <a:lnTo>
                  <a:pt x="496824" y="246888"/>
                </a:lnTo>
                <a:close/>
              </a:path>
              <a:path w="497204" h="843280">
                <a:moveTo>
                  <a:pt x="490728" y="62484"/>
                </a:moveTo>
                <a:lnTo>
                  <a:pt x="440436" y="35052"/>
                </a:lnTo>
                <a:lnTo>
                  <a:pt x="388310" y="127218"/>
                </a:lnTo>
                <a:lnTo>
                  <a:pt x="437388" y="98298"/>
                </a:lnTo>
                <a:lnTo>
                  <a:pt x="437388" y="48768"/>
                </a:lnTo>
                <a:lnTo>
                  <a:pt x="480060" y="73152"/>
                </a:lnTo>
                <a:lnTo>
                  <a:pt x="480060" y="81383"/>
                </a:lnTo>
                <a:lnTo>
                  <a:pt x="490728" y="62484"/>
                </a:lnTo>
                <a:close/>
              </a:path>
              <a:path w="497204" h="843280">
                <a:moveTo>
                  <a:pt x="480060" y="73152"/>
                </a:moveTo>
                <a:lnTo>
                  <a:pt x="437388" y="48768"/>
                </a:lnTo>
                <a:lnTo>
                  <a:pt x="438137" y="97856"/>
                </a:lnTo>
                <a:lnTo>
                  <a:pt x="480060" y="73152"/>
                </a:lnTo>
                <a:close/>
              </a:path>
              <a:path w="497204" h="843280">
                <a:moveTo>
                  <a:pt x="438137" y="97856"/>
                </a:moveTo>
                <a:lnTo>
                  <a:pt x="437388" y="48768"/>
                </a:lnTo>
                <a:lnTo>
                  <a:pt x="437388" y="98298"/>
                </a:lnTo>
                <a:lnTo>
                  <a:pt x="438137" y="97856"/>
                </a:lnTo>
                <a:close/>
              </a:path>
              <a:path w="497204" h="843280">
                <a:moveTo>
                  <a:pt x="480060" y="81383"/>
                </a:moveTo>
                <a:lnTo>
                  <a:pt x="480060" y="73152"/>
                </a:lnTo>
                <a:lnTo>
                  <a:pt x="438137" y="97856"/>
                </a:lnTo>
                <a:lnTo>
                  <a:pt x="438996" y="154132"/>
                </a:lnTo>
                <a:lnTo>
                  <a:pt x="480060" y="81383"/>
                </a:lnTo>
                <a:close/>
              </a:path>
              <a:path w="497204" h="843280">
                <a:moveTo>
                  <a:pt x="490728" y="264671"/>
                </a:moveTo>
                <a:lnTo>
                  <a:pt x="490728" y="62484"/>
                </a:lnTo>
                <a:lnTo>
                  <a:pt x="438996" y="154132"/>
                </a:lnTo>
                <a:lnTo>
                  <a:pt x="440436" y="248412"/>
                </a:lnTo>
                <a:lnTo>
                  <a:pt x="469392" y="275844"/>
                </a:lnTo>
                <a:lnTo>
                  <a:pt x="480060" y="273686"/>
                </a:lnTo>
                <a:lnTo>
                  <a:pt x="488823" y="267652"/>
                </a:lnTo>
                <a:lnTo>
                  <a:pt x="490728" y="264671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636394" y="2256975"/>
            <a:ext cx="422909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48587" y="2105522"/>
            <a:ext cx="2019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30199" y="64109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51136" y="4434842"/>
            <a:ext cx="214566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2050" dirty="0">
                <a:latin typeface="Arial MT"/>
                <a:cs typeface="Arial MT"/>
              </a:rPr>
              <a:t>F</a:t>
            </a:r>
            <a:r>
              <a:rPr sz="2050" spc="45" dirty="0">
                <a:latin typeface="Arial MT"/>
                <a:cs typeface="Arial MT"/>
              </a:rPr>
              <a:t>  </a:t>
            </a:r>
            <a:r>
              <a:rPr sz="2050" dirty="0">
                <a:latin typeface="Arial MT"/>
                <a:cs typeface="Arial MT"/>
              </a:rPr>
              <a:t>=</a:t>
            </a:r>
            <a:r>
              <a:rPr sz="2050" spc="5" dirty="0">
                <a:latin typeface="Arial MT"/>
                <a:cs typeface="Arial MT"/>
              </a:rPr>
              <a:t>  </a:t>
            </a:r>
            <a:r>
              <a:rPr sz="2050" spc="-10" dirty="0">
                <a:latin typeface="Arial MT"/>
                <a:cs typeface="Arial MT"/>
              </a:rPr>
              <a:t>2.05x10</a:t>
            </a:r>
            <a:r>
              <a:rPr sz="1800" spc="-15" baseline="41666" dirty="0">
                <a:latin typeface="Arial MT"/>
                <a:cs typeface="Arial MT"/>
              </a:rPr>
              <a:t>-</a:t>
            </a:r>
            <a:r>
              <a:rPr sz="1800" baseline="41666" dirty="0">
                <a:latin typeface="Arial MT"/>
                <a:cs typeface="Arial MT"/>
              </a:rPr>
              <a:t>24</a:t>
            </a:r>
            <a:r>
              <a:rPr sz="1800" spc="165" baseline="41666" dirty="0">
                <a:latin typeface="Arial MT"/>
                <a:cs typeface="Arial MT"/>
              </a:rPr>
              <a:t>  </a:t>
            </a:r>
            <a:r>
              <a:rPr sz="2050" spc="-50" dirty="0">
                <a:latin typeface="Arial MT"/>
                <a:cs typeface="Arial MT"/>
              </a:rPr>
              <a:t>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06584" y="4608744"/>
            <a:ext cx="2070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latin typeface="Courier New"/>
                <a:cs typeface="Courier New"/>
              </a:rPr>
              <a:t>14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95090" y="5338061"/>
            <a:ext cx="184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Symbol"/>
                <a:cs typeface="Symbol"/>
              </a:rPr>
              <a:t></a:t>
            </a:r>
            <a:endParaRPr sz="2400">
              <a:latin typeface="Symbol"/>
              <a:cs typeface="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090365" y="4681537"/>
            <a:ext cx="739775" cy="1142365"/>
            <a:chOff x="8090365" y="4681537"/>
            <a:chExt cx="739775" cy="1142365"/>
          </a:xfrm>
        </p:grpSpPr>
        <p:sp>
          <p:nvSpPr>
            <p:cNvPr id="40" name="object 40"/>
            <p:cNvSpPr/>
            <p:nvPr/>
          </p:nvSpPr>
          <p:spPr>
            <a:xfrm>
              <a:off x="8424550" y="5346191"/>
              <a:ext cx="228600" cy="350520"/>
            </a:xfrm>
            <a:custGeom>
              <a:avLst/>
              <a:gdLst/>
              <a:ahLst/>
              <a:cxnLst/>
              <a:rect l="l" t="t" r="r" b="b"/>
              <a:pathLst>
                <a:path w="228600" h="350520">
                  <a:moveTo>
                    <a:pt x="228599" y="350519"/>
                  </a:moveTo>
                  <a:lnTo>
                    <a:pt x="228599" y="323087"/>
                  </a:lnTo>
                  <a:lnTo>
                    <a:pt x="225551" y="295655"/>
                  </a:lnTo>
                  <a:lnTo>
                    <a:pt x="213359" y="243839"/>
                  </a:lnTo>
                  <a:lnTo>
                    <a:pt x="195071" y="193547"/>
                  </a:lnTo>
                  <a:lnTo>
                    <a:pt x="169163" y="146303"/>
                  </a:lnTo>
                  <a:lnTo>
                    <a:pt x="135635" y="103631"/>
                  </a:lnTo>
                  <a:lnTo>
                    <a:pt x="97535" y="64007"/>
                  </a:lnTo>
                  <a:lnTo>
                    <a:pt x="53339" y="28955"/>
                  </a:lnTo>
                  <a:lnTo>
                    <a:pt x="4571" y="0"/>
                  </a:lnTo>
                  <a:lnTo>
                    <a:pt x="0" y="7619"/>
                  </a:lnTo>
                  <a:lnTo>
                    <a:pt x="24383" y="22859"/>
                  </a:lnTo>
                  <a:lnTo>
                    <a:pt x="48767" y="36575"/>
                  </a:lnTo>
                  <a:lnTo>
                    <a:pt x="70103" y="53339"/>
                  </a:lnTo>
                  <a:lnTo>
                    <a:pt x="111251" y="89915"/>
                  </a:lnTo>
                  <a:lnTo>
                    <a:pt x="146303" y="131063"/>
                  </a:lnTo>
                  <a:lnTo>
                    <a:pt x="173735" y="175259"/>
                  </a:lnTo>
                  <a:lnTo>
                    <a:pt x="196595" y="222503"/>
                  </a:lnTo>
                  <a:lnTo>
                    <a:pt x="210311" y="272795"/>
                  </a:lnTo>
                  <a:lnTo>
                    <a:pt x="216407" y="297179"/>
                  </a:lnTo>
                  <a:lnTo>
                    <a:pt x="217931" y="324611"/>
                  </a:lnTo>
                  <a:lnTo>
                    <a:pt x="219455" y="350519"/>
                  </a:lnTo>
                  <a:lnTo>
                    <a:pt x="228599" y="350519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18810" y="5566743"/>
              <a:ext cx="611505" cy="257175"/>
            </a:xfrm>
            <a:custGeom>
              <a:avLst/>
              <a:gdLst/>
              <a:ahLst/>
              <a:cxnLst/>
              <a:rect l="l" t="t" r="r" b="b"/>
              <a:pathLst>
                <a:path w="611504" h="257175">
                  <a:moveTo>
                    <a:pt x="497801" y="128258"/>
                  </a:moveTo>
                  <a:lnTo>
                    <a:pt x="448979" y="99488"/>
                  </a:lnTo>
                  <a:lnTo>
                    <a:pt x="0" y="99488"/>
                  </a:lnTo>
                  <a:lnTo>
                    <a:pt x="0" y="157400"/>
                  </a:lnTo>
                  <a:lnTo>
                    <a:pt x="447587" y="157400"/>
                  </a:lnTo>
                  <a:lnTo>
                    <a:pt x="497801" y="128258"/>
                  </a:lnTo>
                  <a:close/>
                </a:path>
                <a:path w="611504" h="257175">
                  <a:moveTo>
                    <a:pt x="611124" y="128444"/>
                  </a:moveTo>
                  <a:lnTo>
                    <a:pt x="397764" y="3476"/>
                  </a:lnTo>
                  <a:lnTo>
                    <a:pt x="386857" y="0"/>
                  </a:lnTo>
                  <a:lnTo>
                    <a:pt x="375666" y="809"/>
                  </a:lnTo>
                  <a:lnTo>
                    <a:pt x="365617" y="5619"/>
                  </a:lnTo>
                  <a:lnTo>
                    <a:pt x="358140" y="14144"/>
                  </a:lnTo>
                  <a:lnTo>
                    <a:pt x="354663" y="24812"/>
                  </a:lnTo>
                  <a:lnTo>
                    <a:pt x="355473" y="35480"/>
                  </a:lnTo>
                  <a:lnTo>
                    <a:pt x="360283" y="45005"/>
                  </a:lnTo>
                  <a:lnTo>
                    <a:pt x="368808" y="52244"/>
                  </a:lnTo>
                  <a:lnTo>
                    <a:pt x="448979" y="99488"/>
                  </a:lnTo>
                  <a:lnTo>
                    <a:pt x="554736" y="99488"/>
                  </a:lnTo>
                  <a:lnTo>
                    <a:pt x="554736" y="161471"/>
                  </a:lnTo>
                  <a:lnTo>
                    <a:pt x="611124" y="128444"/>
                  </a:lnTo>
                  <a:close/>
                </a:path>
                <a:path w="611504" h="257175">
                  <a:moveTo>
                    <a:pt x="554736" y="161471"/>
                  </a:moveTo>
                  <a:lnTo>
                    <a:pt x="554736" y="157400"/>
                  </a:lnTo>
                  <a:lnTo>
                    <a:pt x="447587" y="157400"/>
                  </a:lnTo>
                  <a:lnTo>
                    <a:pt x="368808" y="203120"/>
                  </a:lnTo>
                  <a:lnTo>
                    <a:pt x="360283" y="210597"/>
                  </a:lnTo>
                  <a:lnTo>
                    <a:pt x="355473" y="220646"/>
                  </a:lnTo>
                  <a:lnTo>
                    <a:pt x="354663" y="231838"/>
                  </a:lnTo>
                  <a:lnTo>
                    <a:pt x="358140" y="242744"/>
                  </a:lnTo>
                  <a:lnTo>
                    <a:pt x="365617" y="251269"/>
                  </a:lnTo>
                  <a:lnTo>
                    <a:pt x="375666" y="256079"/>
                  </a:lnTo>
                  <a:lnTo>
                    <a:pt x="386857" y="256889"/>
                  </a:lnTo>
                  <a:lnTo>
                    <a:pt x="397764" y="253412"/>
                  </a:lnTo>
                  <a:lnTo>
                    <a:pt x="554736" y="161471"/>
                  </a:lnTo>
                  <a:close/>
                </a:path>
                <a:path w="611504" h="257175">
                  <a:moveTo>
                    <a:pt x="539496" y="157400"/>
                  </a:moveTo>
                  <a:lnTo>
                    <a:pt x="539496" y="152828"/>
                  </a:lnTo>
                  <a:lnTo>
                    <a:pt x="497801" y="128258"/>
                  </a:lnTo>
                  <a:lnTo>
                    <a:pt x="447587" y="157400"/>
                  </a:lnTo>
                  <a:lnTo>
                    <a:pt x="539496" y="157400"/>
                  </a:lnTo>
                  <a:close/>
                </a:path>
                <a:path w="611504" h="257175">
                  <a:moveTo>
                    <a:pt x="554736" y="157400"/>
                  </a:moveTo>
                  <a:lnTo>
                    <a:pt x="554736" y="99488"/>
                  </a:lnTo>
                  <a:lnTo>
                    <a:pt x="448979" y="99488"/>
                  </a:lnTo>
                  <a:lnTo>
                    <a:pt x="497801" y="128258"/>
                  </a:lnTo>
                  <a:lnTo>
                    <a:pt x="539496" y="104060"/>
                  </a:lnTo>
                  <a:lnTo>
                    <a:pt x="539496" y="157400"/>
                  </a:lnTo>
                  <a:lnTo>
                    <a:pt x="554736" y="157400"/>
                  </a:lnTo>
                  <a:close/>
                </a:path>
                <a:path w="611504" h="257175">
                  <a:moveTo>
                    <a:pt x="539496" y="152828"/>
                  </a:moveTo>
                  <a:lnTo>
                    <a:pt x="539496" y="104060"/>
                  </a:lnTo>
                  <a:lnTo>
                    <a:pt x="497801" y="128258"/>
                  </a:lnTo>
                  <a:lnTo>
                    <a:pt x="539496" y="152828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794882" y="4686300"/>
              <a:ext cx="0" cy="1039494"/>
            </a:xfrm>
            <a:custGeom>
              <a:avLst/>
              <a:gdLst/>
              <a:ahLst/>
              <a:cxnLst/>
              <a:rect l="l" t="t" r="r" b="b"/>
              <a:pathLst>
                <a:path h="1039495">
                  <a:moveTo>
                    <a:pt x="0" y="0"/>
                  </a:moveTo>
                  <a:lnTo>
                    <a:pt x="0" y="1039368"/>
                  </a:lnTo>
                </a:path>
              </a:pathLst>
            </a:custGeom>
            <a:ln w="9144">
              <a:solidFill>
                <a:srgbClr val="32329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90365" y="4686300"/>
              <a:ext cx="257175" cy="1009015"/>
            </a:xfrm>
            <a:custGeom>
              <a:avLst/>
              <a:gdLst/>
              <a:ahLst/>
              <a:cxnLst/>
              <a:rect l="l" t="t" r="r" b="b"/>
              <a:pathLst>
                <a:path w="257175" h="1009014">
                  <a:moveTo>
                    <a:pt x="256889" y="224266"/>
                  </a:moveTo>
                  <a:lnTo>
                    <a:pt x="253412" y="213360"/>
                  </a:lnTo>
                  <a:lnTo>
                    <a:pt x="128444" y="0"/>
                  </a:lnTo>
                  <a:lnTo>
                    <a:pt x="3476" y="213360"/>
                  </a:lnTo>
                  <a:lnTo>
                    <a:pt x="0" y="224266"/>
                  </a:lnTo>
                  <a:lnTo>
                    <a:pt x="809" y="235458"/>
                  </a:lnTo>
                  <a:lnTo>
                    <a:pt x="5619" y="245506"/>
                  </a:lnTo>
                  <a:lnTo>
                    <a:pt x="14144" y="252984"/>
                  </a:lnTo>
                  <a:lnTo>
                    <a:pt x="24812" y="256460"/>
                  </a:lnTo>
                  <a:lnTo>
                    <a:pt x="35480" y="255651"/>
                  </a:lnTo>
                  <a:lnTo>
                    <a:pt x="45005" y="250840"/>
                  </a:lnTo>
                  <a:lnTo>
                    <a:pt x="52244" y="242316"/>
                  </a:lnTo>
                  <a:lnTo>
                    <a:pt x="99488" y="162144"/>
                  </a:lnTo>
                  <a:lnTo>
                    <a:pt x="99488" y="56388"/>
                  </a:lnTo>
                  <a:lnTo>
                    <a:pt x="157400" y="56388"/>
                  </a:lnTo>
                  <a:lnTo>
                    <a:pt x="157400" y="163536"/>
                  </a:lnTo>
                  <a:lnTo>
                    <a:pt x="203120" y="242316"/>
                  </a:lnTo>
                  <a:lnTo>
                    <a:pt x="210597" y="250840"/>
                  </a:lnTo>
                  <a:lnTo>
                    <a:pt x="220646" y="255651"/>
                  </a:lnTo>
                  <a:lnTo>
                    <a:pt x="231838" y="256460"/>
                  </a:lnTo>
                  <a:lnTo>
                    <a:pt x="242744" y="252984"/>
                  </a:lnTo>
                  <a:lnTo>
                    <a:pt x="251269" y="245506"/>
                  </a:lnTo>
                  <a:lnTo>
                    <a:pt x="256079" y="235458"/>
                  </a:lnTo>
                  <a:lnTo>
                    <a:pt x="256889" y="224266"/>
                  </a:lnTo>
                  <a:close/>
                </a:path>
                <a:path w="257175" h="1009014">
                  <a:moveTo>
                    <a:pt x="157400" y="163536"/>
                  </a:moveTo>
                  <a:lnTo>
                    <a:pt x="157400" y="56388"/>
                  </a:lnTo>
                  <a:lnTo>
                    <a:pt x="99488" y="56388"/>
                  </a:lnTo>
                  <a:lnTo>
                    <a:pt x="99488" y="162144"/>
                  </a:lnTo>
                  <a:lnTo>
                    <a:pt x="104060" y="154385"/>
                  </a:lnTo>
                  <a:lnTo>
                    <a:pt x="104060" y="71628"/>
                  </a:lnTo>
                  <a:lnTo>
                    <a:pt x="152828" y="71628"/>
                  </a:lnTo>
                  <a:lnTo>
                    <a:pt x="152828" y="155659"/>
                  </a:lnTo>
                  <a:lnTo>
                    <a:pt x="157400" y="163536"/>
                  </a:lnTo>
                  <a:close/>
                </a:path>
                <a:path w="257175" h="1009014">
                  <a:moveTo>
                    <a:pt x="157400" y="1008888"/>
                  </a:moveTo>
                  <a:lnTo>
                    <a:pt x="157400" y="163536"/>
                  </a:lnTo>
                  <a:lnTo>
                    <a:pt x="128258" y="113322"/>
                  </a:lnTo>
                  <a:lnTo>
                    <a:pt x="99488" y="162144"/>
                  </a:lnTo>
                  <a:lnTo>
                    <a:pt x="99488" y="1008888"/>
                  </a:lnTo>
                  <a:lnTo>
                    <a:pt x="157400" y="1008888"/>
                  </a:lnTo>
                  <a:close/>
                </a:path>
                <a:path w="257175" h="1009014">
                  <a:moveTo>
                    <a:pt x="152828" y="71628"/>
                  </a:moveTo>
                  <a:lnTo>
                    <a:pt x="104060" y="71628"/>
                  </a:lnTo>
                  <a:lnTo>
                    <a:pt x="128258" y="113322"/>
                  </a:lnTo>
                  <a:lnTo>
                    <a:pt x="152828" y="71628"/>
                  </a:lnTo>
                  <a:close/>
                </a:path>
                <a:path w="257175" h="1009014">
                  <a:moveTo>
                    <a:pt x="128258" y="113322"/>
                  </a:moveTo>
                  <a:lnTo>
                    <a:pt x="104060" y="71628"/>
                  </a:lnTo>
                  <a:lnTo>
                    <a:pt x="104060" y="154385"/>
                  </a:lnTo>
                  <a:lnTo>
                    <a:pt x="128258" y="113322"/>
                  </a:lnTo>
                  <a:close/>
                </a:path>
                <a:path w="257175" h="1009014">
                  <a:moveTo>
                    <a:pt x="152828" y="155659"/>
                  </a:moveTo>
                  <a:lnTo>
                    <a:pt x="152828" y="71628"/>
                  </a:lnTo>
                  <a:lnTo>
                    <a:pt x="128258" y="113322"/>
                  </a:lnTo>
                  <a:lnTo>
                    <a:pt x="152828" y="155659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23382" y="4686300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ln w="9144">
              <a:solidFill>
                <a:srgbClr val="32329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231006" y="5758685"/>
            <a:ext cx="1016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9900"/>
                </a:solidFill>
                <a:latin typeface="Arial MT"/>
                <a:cs typeface="Arial MT"/>
              </a:rPr>
              <a:t>F</a:t>
            </a:r>
            <a:r>
              <a:rPr sz="1950" baseline="-21367" dirty="0">
                <a:solidFill>
                  <a:srgbClr val="009900"/>
                </a:solidFill>
                <a:latin typeface="Arial MT"/>
                <a:cs typeface="Arial MT"/>
              </a:rPr>
              <a:t>14</a:t>
            </a:r>
            <a:r>
              <a:rPr sz="2000" dirty="0">
                <a:solidFill>
                  <a:srgbClr val="009900"/>
                </a:solidFill>
                <a:latin typeface="Arial MT"/>
                <a:cs typeface="Arial MT"/>
              </a:rPr>
              <a:t>cos</a:t>
            </a:r>
            <a:r>
              <a:rPr sz="2000" spc="-2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9900"/>
                </a:solidFill>
                <a:latin typeface="Symbol"/>
                <a:cs typeface="Symbol"/>
              </a:rPr>
              <a:t>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96101" y="4725403"/>
            <a:ext cx="323215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50"/>
              </a:lnSpc>
            </a:pPr>
            <a:r>
              <a:rPr sz="2000" dirty="0">
                <a:solidFill>
                  <a:srgbClr val="009900"/>
                </a:solidFill>
                <a:latin typeface="Arial MT"/>
                <a:cs typeface="Arial MT"/>
              </a:rPr>
              <a:t>F</a:t>
            </a:r>
            <a:r>
              <a:rPr sz="1950" baseline="-21367" dirty="0">
                <a:solidFill>
                  <a:srgbClr val="009900"/>
                </a:solidFill>
                <a:latin typeface="Arial MT"/>
                <a:cs typeface="Arial MT"/>
              </a:rPr>
              <a:t>14</a:t>
            </a:r>
            <a:r>
              <a:rPr sz="2000" dirty="0">
                <a:solidFill>
                  <a:srgbClr val="009900"/>
                </a:solidFill>
                <a:latin typeface="Arial MT"/>
                <a:cs typeface="Arial MT"/>
              </a:rPr>
              <a:t>sin</a:t>
            </a:r>
            <a:r>
              <a:rPr sz="2000" spc="-3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9900"/>
                </a:solidFill>
                <a:latin typeface="Symbol"/>
                <a:cs typeface="Symbol"/>
              </a:rPr>
              <a:t>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93096" y="5000245"/>
            <a:ext cx="2843530" cy="381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914"/>
              </a:lnSpc>
              <a:spcBef>
                <a:spcPts val="95"/>
              </a:spcBef>
            </a:pPr>
            <a:r>
              <a:rPr sz="2050" dirty="0">
                <a:latin typeface="Arial MT"/>
                <a:cs typeface="Arial MT"/>
              </a:rPr>
              <a:t>=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F</a:t>
            </a:r>
            <a:r>
              <a:rPr sz="2050" spc="47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cos</a:t>
            </a:r>
            <a:r>
              <a:rPr sz="2050" spc="-5" dirty="0">
                <a:latin typeface="Arial MT"/>
                <a:cs typeface="Arial MT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θ</a:t>
            </a:r>
            <a:r>
              <a:rPr sz="2050" spc="-130" dirty="0">
                <a:latin typeface="Times New Roman"/>
                <a:cs typeface="Times New Roman"/>
              </a:rPr>
              <a:t> </a:t>
            </a:r>
            <a:r>
              <a:rPr sz="3075" spc="-1289" baseline="18970" dirty="0">
                <a:latin typeface="Courier New"/>
                <a:cs typeface="Courier New"/>
              </a:rPr>
              <a:t>ˆ</a:t>
            </a:r>
            <a:r>
              <a:rPr sz="2050" dirty="0">
                <a:latin typeface="Arial MT"/>
                <a:cs typeface="Arial MT"/>
              </a:rPr>
              <a:t>i</a:t>
            </a:r>
            <a:r>
              <a:rPr sz="2050" spc="-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+</a:t>
            </a:r>
            <a:r>
              <a:rPr sz="2050" spc="-10" dirty="0">
                <a:latin typeface="Arial MT"/>
                <a:cs typeface="Arial MT"/>
              </a:rPr>
              <a:t>  </a:t>
            </a:r>
            <a:r>
              <a:rPr sz="2050" dirty="0">
                <a:latin typeface="Arial MT"/>
                <a:cs typeface="Arial MT"/>
              </a:rPr>
              <a:t>F</a:t>
            </a:r>
            <a:r>
              <a:rPr sz="2050" spc="50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sin  </a:t>
            </a:r>
            <a:r>
              <a:rPr sz="2050" spc="335" dirty="0">
                <a:latin typeface="Microsoft Sans Serif"/>
                <a:cs typeface="Microsoft Sans Serif"/>
              </a:rPr>
              <a:t>θ</a:t>
            </a:r>
            <a:r>
              <a:rPr sz="3075" spc="-869" baseline="18970" dirty="0">
                <a:latin typeface="Courier New"/>
                <a:cs typeface="Courier New"/>
              </a:rPr>
              <a:t>ˆ</a:t>
            </a:r>
            <a:r>
              <a:rPr sz="2050" spc="170" dirty="0">
                <a:latin typeface="Arial MT"/>
                <a:cs typeface="Arial MT"/>
              </a:rPr>
              <a:t>j</a:t>
            </a:r>
            <a:endParaRPr sz="2050">
              <a:latin typeface="Arial MT"/>
              <a:cs typeface="Arial MT"/>
            </a:endParaRPr>
          </a:p>
          <a:p>
            <a:pPr marL="390525">
              <a:lnSpc>
                <a:spcPts val="894"/>
              </a:lnSpc>
              <a:tabLst>
                <a:tab pos="1825625" algn="l"/>
              </a:tabLst>
            </a:pPr>
            <a:r>
              <a:rPr sz="1200" spc="-25" dirty="0">
                <a:latin typeface="Arial MT"/>
                <a:cs typeface="Arial MT"/>
              </a:rPr>
              <a:t>14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200" spc="-25" dirty="0"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162422" y="4219955"/>
            <a:ext cx="1243965" cy="1530350"/>
            <a:chOff x="8162422" y="4219955"/>
            <a:chExt cx="1243965" cy="1530350"/>
          </a:xfrm>
        </p:grpSpPr>
        <p:sp>
          <p:nvSpPr>
            <p:cNvPr id="49" name="object 49"/>
            <p:cNvSpPr/>
            <p:nvPr/>
          </p:nvSpPr>
          <p:spPr>
            <a:xfrm>
              <a:off x="8162417" y="4219968"/>
              <a:ext cx="1243965" cy="1530350"/>
            </a:xfrm>
            <a:custGeom>
              <a:avLst/>
              <a:gdLst/>
              <a:ahLst/>
              <a:cxnLst/>
              <a:rect l="l" t="t" r="r" b="b"/>
              <a:pathLst>
                <a:path w="1243965" h="1530350">
                  <a:moveTo>
                    <a:pt x="1243584" y="1475232"/>
                  </a:moveTo>
                  <a:lnTo>
                    <a:pt x="1153668" y="1421892"/>
                  </a:lnTo>
                  <a:lnTo>
                    <a:pt x="1149096" y="1418844"/>
                  </a:lnTo>
                  <a:lnTo>
                    <a:pt x="1143000" y="1420368"/>
                  </a:lnTo>
                  <a:lnTo>
                    <a:pt x="1136904" y="1429512"/>
                  </a:lnTo>
                  <a:lnTo>
                    <a:pt x="1139952" y="1435608"/>
                  </a:lnTo>
                  <a:lnTo>
                    <a:pt x="1143000" y="1438656"/>
                  </a:lnTo>
                  <a:lnTo>
                    <a:pt x="1190294" y="1466088"/>
                  </a:lnTo>
                  <a:lnTo>
                    <a:pt x="64008" y="1466088"/>
                  </a:lnTo>
                  <a:lnTo>
                    <a:pt x="65493" y="54800"/>
                  </a:lnTo>
                  <a:lnTo>
                    <a:pt x="92964" y="100584"/>
                  </a:lnTo>
                  <a:lnTo>
                    <a:pt x="94488" y="105156"/>
                  </a:lnTo>
                  <a:lnTo>
                    <a:pt x="100584" y="106680"/>
                  </a:lnTo>
                  <a:lnTo>
                    <a:pt x="109728" y="100584"/>
                  </a:lnTo>
                  <a:lnTo>
                    <a:pt x="111252" y="94488"/>
                  </a:lnTo>
                  <a:lnTo>
                    <a:pt x="108204" y="89916"/>
                  </a:lnTo>
                  <a:lnTo>
                    <a:pt x="56388" y="0"/>
                  </a:lnTo>
                  <a:lnTo>
                    <a:pt x="3048" y="89916"/>
                  </a:lnTo>
                  <a:lnTo>
                    <a:pt x="0" y="94488"/>
                  </a:lnTo>
                  <a:lnTo>
                    <a:pt x="1524" y="100584"/>
                  </a:lnTo>
                  <a:lnTo>
                    <a:pt x="10668" y="106680"/>
                  </a:lnTo>
                  <a:lnTo>
                    <a:pt x="16764" y="105156"/>
                  </a:lnTo>
                  <a:lnTo>
                    <a:pt x="19812" y="100584"/>
                  </a:lnTo>
                  <a:lnTo>
                    <a:pt x="47205" y="53340"/>
                  </a:lnTo>
                  <a:lnTo>
                    <a:pt x="45720" y="1475232"/>
                  </a:lnTo>
                  <a:lnTo>
                    <a:pt x="56388" y="1475232"/>
                  </a:lnTo>
                  <a:lnTo>
                    <a:pt x="56388" y="1484376"/>
                  </a:lnTo>
                  <a:lnTo>
                    <a:pt x="1188720" y="1484376"/>
                  </a:lnTo>
                  <a:lnTo>
                    <a:pt x="1143000" y="1511808"/>
                  </a:lnTo>
                  <a:lnTo>
                    <a:pt x="1139952" y="1513332"/>
                  </a:lnTo>
                  <a:lnTo>
                    <a:pt x="1136904" y="1519428"/>
                  </a:lnTo>
                  <a:lnTo>
                    <a:pt x="1143000" y="1528572"/>
                  </a:lnTo>
                  <a:lnTo>
                    <a:pt x="1149096" y="1530096"/>
                  </a:lnTo>
                  <a:lnTo>
                    <a:pt x="1153668" y="1527048"/>
                  </a:lnTo>
                  <a:lnTo>
                    <a:pt x="1225296" y="1485760"/>
                  </a:lnTo>
                  <a:lnTo>
                    <a:pt x="1243584" y="14752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194426" y="4686300"/>
              <a:ext cx="601980" cy="1022985"/>
            </a:xfrm>
            <a:custGeom>
              <a:avLst/>
              <a:gdLst/>
              <a:ahLst/>
              <a:cxnLst/>
              <a:rect l="l" t="t" r="r" b="b"/>
              <a:pathLst>
                <a:path w="601979" h="1022985">
                  <a:moveTo>
                    <a:pt x="543357" y="156039"/>
                  </a:moveTo>
                  <a:lnTo>
                    <a:pt x="542918" y="99006"/>
                  </a:lnTo>
                  <a:lnTo>
                    <a:pt x="492775" y="127849"/>
                  </a:lnTo>
                  <a:lnTo>
                    <a:pt x="0" y="993648"/>
                  </a:lnTo>
                  <a:lnTo>
                    <a:pt x="48768" y="1022604"/>
                  </a:lnTo>
                  <a:lnTo>
                    <a:pt x="543357" y="156039"/>
                  </a:lnTo>
                  <a:close/>
                </a:path>
                <a:path w="601979" h="1022985">
                  <a:moveTo>
                    <a:pt x="601980" y="248412"/>
                  </a:moveTo>
                  <a:lnTo>
                    <a:pt x="598932" y="0"/>
                  </a:lnTo>
                  <a:lnTo>
                    <a:pt x="384048" y="124968"/>
                  </a:lnTo>
                  <a:lnTo>
                    <a:pt x="370546" y="152400"/>
                  </a:lnTo>
                  <a:lnTo>
                    <a:pt x="374904" y="163068"/>
                  </a:lnTo>
                  <a:lnTo>
                    <a:pt x="413004" y="173736"/>
                  </a:lnTo>
                  <a:lnTo>
                    <a:pt x="492775" y="127849"/>
                  </a:lnTo>
                  <a:lnTo>
                    <a:pt x="545592" y="35052"/>
                  </a:lnTo>
                  <a:lnTo>
                    <a:pt x="595884" y="64008"/>
                  </a:lnTo>
                  <a:lnTo>
                    <a:pt x="595884" y="264321"/>
                  </a:lnTo>
                  <a:lnTo>
                    <a:pt x="599598" y="259151"/>
                  </a:lnTo>
                  <a:lnTo>
                    <a:pt x="601980" y="248412"/>
                  </a:lnTo>
                  <a:close/>
                </a:path>
                <a:path w="601979" h="1022985">
                  <a:moveTo>
                    <a:pt x="595884" y="64008"/>
                  </a:moveTo>
                  <a:lnTo>
                    <a:pt x="545592" y="35052"/>
                  </a:lnTo>
                  <a:lnTo>
                    <a:pt x="492775" y="127849"/>
                  </a:lnTo>
                  <a:lnTo>
                    <a:pt x="542544" y="99221"/>
                  </a:lnTo>
                  <a:lnTo>
                    <a:pt x="542544" y="50292"/>
                  </a:lnTo>
                  <a:lnTo>
                    <a:pt x="585216" y="74676"/>
                  </a:lnTo>
                  <a:lnTo>
                    <a:pt x="585216" y="82699"/>
                  </a:lnTo>
                  <a:lnTo>
                    <a:pt x="595884" y="64008"/>
                  </a:lnTo>
                  <a:close/>
                </a:path>
                <a:path w="601979" h="1022985">
                  <a:moveTo>
                    <a:pt x="585216" y="74676"/>
                  </a:moveTo>
                  <a:lnTo>
                    <a:pt x="542544" y="50292"/>
                  </a:lnTo>
                  <a:lnTo>
                    <a:pt x="542918" y="99006"/>
                  </a:lnTo>
                  <a:lnTo>
                    <a:pt x="585216" y="74676"/>
                  </a:lnTo>
                  <a:close/>
                </a:path>
                <a:path w="601979" h="1022985">
                  <a:moveTo>
                    <a:pt x="542918" y="99006"/>
                  </a:moveTo>
                  <a:lnTo>
                    <a:pt x="542544" y="50292"/>
                  </a:lnTo>
                  <a:lnTo>
                    <a:pt x="542544" y="99221"/>
                  </a:lnTo>
                  <a:lnTo>
                    <a:pt x="542918" y="99006"/>
                  </a:lnTo>
                  <a:close/>
                </a:path>
                <a:path w="601979" h="1022985">
                  <a:moveTo>
                    <a:pt x="585216" y="82699"/>
                  </a:moveTo>
                  <a:lnTo>
                    <a:pt x="585216" y="74676"/>
                  </a:lnTo>
                  <a:lnTo>
                    <a:pt x="542918" y="99006"/>
                  </a:lnTo>
                  <a:lnTo>
                    <a:pt x="543357" y="156039"/>
                  </a:lnTo>
                  <a:lnTo>
                    <a:pt x="585216" y="82699"/>
                  </a:lnTo>
                  <a:close/>
                </a:path>
                <a:path w="601979" h="1022985">
                  <a:moveTo>
                    <a:pt x="595884" y="264321"/>
                  </a:moveTo>
                  <a:lnTo>
                    <a:pt x="595884" y="64008"/>
                  </a:lnTo>
                  <a:lnTo>
                    <a:pt x="543357" y="156039"/>
                  </a:lnTo>
                  <a:lnTo>
                    <a:pt x="544068" y="248412"/>
                  </a:lnTo>
                  <a:lnTo>
                    <a:pt x="573024" y="277368"/>
                  </a:lnTo>
                  <a:lnTo>
                    <a:pt x="583977" y="274343"/>
                  </a:lnTo>
                  <a:lnTo>
                    <a:pt x="593217" y="268033"/>
                  </a:lnTo>
                  <a:lnTo>
                    <a:pt x="595884" y="264321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815713" y="4223881"/>
            <a:ext cx="422909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45154" y="3727194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405501" y="547826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91420" y="438403"/>
            <a:ext cx="2769870" cy="19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 marL="381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  <a:p>
            <a:pPr marL="583565" marR="395605">
              <a:lnSpc>
                <a:spcPts val="3490"/>
              </a:lnSpc>
              <a:spcBef>
                <a:spcPts val="80"/>
              </a:spcBef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1</a:t>
            </a:r>
            <a:r>
              <a:rPr sz="2000" dirty="0">
                <a:latin typeface="Arial MT"/>
                <a:cs typeface="Arial MT"/>
              </a:rPr>
              <a:t>=1.6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х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-19</a:t>
            </a:r>
            <a:r>
              <a:rPr sz="1950" spc="292" baseline="25641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 </a:t>
            </a: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=3.2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х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-19</a:t>
            </a:r>
            <a:r>
              <a:rPr sz="1950" spc="292" baseline="25641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  <a:p>
            <a:pPr marL="61976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latin typeface="Arial MT"/>
                <a:cs typeface="Arial MT"/>
              </a:rPr>
              <a:t>R=0.02</a:t>
            </a:r>
            <a:r>
              <a:rPr sz="2000" spc="-50" dirty="0">
                <a:latin typeface="Arial MT"/>
                <a:cs typeface="Arial MT"/>
              </a:rPr>
              <a:t> 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784992" y="2323590"/>
            <a:ext cx="17970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ˆ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26268" y="2404363"/>
            <a:ext cx="24130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1150" spc="-25" dirty="0">
                <a:solidFill>
                  <a:srgbClr val="FF0000"/>
                </a:solidFill>
                <a:latin typeface="Arial MT"/>
                <a:cs typeface="Arial MT"/>
              </a:rPr>
              <a:t>24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512709" y="2297683"/>
            <a:ext cx="2400300" cy="459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860">
              <a:lnSpc>
                <a:spcPts val="1185"/>
              </a:lnSpc>
              <a:spcBef>
                <a:spcPts val="125"/>
              </a:spcBef>
            </a:pPr>
            <a:r>
              <a:rPr sz="115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150">
              <a:latin typeface="Symbol"/>
              <a:cs typeface="Symbol"/>
            </a:endParaRPr>
          </a:p>
          <a:p>
            <a:pPr marL="12700">
              <a:lnSpc>
                <a:spcPts val="2205"/>
              </a:lnSpc>
              <a:tabLst>
                <a:tab pos="2038985" algn="l"/>
              </a:tabLst>
            </a:pPr>
            <a:r>
              <a:rPr sz="3000" baseline="2777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1150" dirty="0">
                <a:solidFill>
                  <a:srgbClr val="FF0000"/>
                </a:solidFill>
                <a:latin typeface="Courier New"/>
                <a:cs typeface="Courier New"/>
              </a:rPr>
              <a:t>12</a:t>
            </a:r>
            <a:r>
              <a:rPr sz="1150" spc="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000" baseline="2777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3000" spc="15" baseline="2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000" baseline="2777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3000" spc="22" baseline="2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000" spc="-15" baseline="2777" dirty="0">
                <a:solidFill>
                  <a:srgbClr val="FF0000"/>
                </a:solidFill>
                <a:latin typeface="Arial MT"/>
                <a:cs typeface="Arial MT"/>
              </a:rPr>
              <a:t>(1.15x10</a:t>
            </a:r>
            <a:r>
              <a:rPr sz="3000" baseline="2777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3000" spc="37" baseline="2777" dirty="0">
                <a:solidFill>
                  <a:srgbClr val="FF0000"/>
                </a:solidFill>
                <a:latin typeface="Arial MT"/>
                <a:cs typeface="Arial MT"/>
              </a:rPr>
              <a:t>N)i</a:t>
            </a:r>
            <a:endParaRPr sz="3000" baseline="2777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18928" y="3487461"/>
            <a:ext cx="969010" cy="83248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405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21590">
              <a:lnSpc>
                <a:spcPts val="1225"/>
              </a:lnSpc>
              <a:spcBef>
                <a:spcPts val="175"/>
              </a:spcBef>
            </a:pP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45"/>
              </a:lnSpc>
            </a:pPr>
            <a:r>
              <a:rPr sz="3075" spc="-30" baseline="2710" dirty="0">
                <a:latin typeface="Arial MT"/>
                <a:cs typeface="Arial MT"/>
              </a:rPr>
              <a:t>F</a:t>
            </a:r>
            <a:r>
              <a:rPr sz="1200" spc="-20" dirty="0">
                <a:latin typeface="Courier New"/>
                <a:cs typeface="Courier New"/>
              </a:rPr>
              <a:t>1,</a:t>
            </a:r>
            <a:r>
              <a:rPr sz="1200" i="1" spc="-20" dirty="0">
                <a:latin typeface="Courier New"/>
                <a:cs typeface="Courier New"/>
              </a:rPr>
              <a:t>net</a:t>
            </a:r>
            <a:r>
              <a:rPr sz="1200" i="1" spc="-70" dirty="0">
                <a:latin typeface="Courier New"/>
                <a:cs typeface="Courier New"/>
              </a:rPr>
              <a:t> </a:t>
            </a:r>
            <a:r>
              <a:rPr sz="3075" spc="-75" baseline="2710" dirty="0">
                <a:latin typeface="Arial MT"/>
                <a:cs typeface="Arial MT"/>
              </a:rPr>
              <a:t>=</a:t>
            </a:r>
            <a:endParaRPr sz="3075" baseline="271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24765" y="3854418"/>
            <a:ext cx="1024890" cy="465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">
              <a:lnSpc>
                <a:spcPts val="1225"/>
              </a:lnSpc>
              <a:spcBef>
                <a:spcPts val="95"/>
              </a:spcBef>
              <a:tabLst>
                <a:tab pos="684530" algn="l"/>
              </a:tabLst>
            </a:pPr>
            <a:r>
              <a:rPr sz="1200" spc="-50" dirty="0">
                <a:latin typeface="Symbol"/>
                <a:cs typeface="Symbol"/>
              </a:rPr>
              <a:t>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45"/>
              </a:lnSpc>
            </a:pPr>
            <a:r>
              <a:rPr sz="3075" baseline="2710" dirty="0">
                <a:latin typeface="Arial MT"/>
                <a:cs typeface="Arial MT"/>
              </a:rPr>
              <a:t>F</a:t>
            </a:r>
            <a:r>
              <a:rPr sz="1200" dirty="0">
                <a:latin typeface="Courier New"/>
                <a:cs typeface="Courier New"/>
              </a:rPr>
              <a:t>12 </a:t>
            </a:r>
            <a:r>
              <a:rPr sz="3075" baseline="2710" dirty="0">
                <a:latin typeface="Arial MT"/>
                <a:cs typeface="Arial MT"/>
              </a:rPr>
              <a:t>+</a:t>
            </a:r>
            <a:r>
              <a:rPr sz="3075" spc="-22" baseline="2710" dirty="0">
                <a:latin typeface="Arial MT"/>
                <a:cs typeface="Arial MT"/>
              </a:rPr>
              <a:t> </a:t>
            </a:r>
            <a:r>
              <a:rPr sz="3075" spc="-37" baseline="2710" dirty="0">
                <a:latin typeface="Arial MT"/>
                <a:cs typeface="Arial MT"/>
              </a:rPr>
              <a:t>F</a:t>
            </a:r>
            <a:r>
              <a:rPr sz="1200" spc="-25" dirty="0">
                <a:latin typeface="Courier New"/>
                <a:cs typeface="Courier New"/>
              </a:rPr>
              <a:t>14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513464" y="5488091"/>
            <a:ext cx="2444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Arial MT"/>
                <a:cs typeface="Arial MT"/>
              </a:rPr>
              <a:t>-</a:t>
            </a:r>
            <a:r>
              <a:rPr sz="1200" spc="-25" dirty="0">
                <a:latin typeface="Arial MT"/>
                <a:cs typeface="Arial MT"/>
              </a:rPr>
              <a:t>24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94884" y="5488091"/>
            <a:ext cx="2444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latin typeface="Arial MT"/>
                <a:cs typeface="Arial MT"/>
              </a:rPr>
              <a:t>-24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129671" y="5495545"/>
            <a:ext cx="442976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5295" algn="l"/>
                <a:tab pos="4006850" algn="l"/>
              </a:tabLst>
            </a:pPr>
            <a:r>
              <a:rPr sz="2050" dirty="0">
                <a:latin typeface="Arial MT"/>
                <a:cs typeface="Arial MT"/>
              </a:rPr>
              <a:t>=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(1.025x10</a:t>
            </a:r>
            <a:r>
              <a:rPr sz="2050" dirty="0">
                <a:latin typeface="Arial MT"/>
                <a:cs typeface="Arial MT"/>
              </a:rPr>
              <a:t>	N)</a:t>
            </a:r>
            <a:r>
              <a:rPr sz="2050" spc="15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i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+</a:t>
            </a:r>
            <a:r>
              <a:rPr sz="2050" spc="-15" dirty="0">
                <a:latin typeface="Arial MT"/>
                <a:cs typeface="Arial MT"/>
              </a:rPr>
              <a:t>  </a:t>
            </a:r>
            <a:r>
              <a:rPr sz="2050" spc="-10" dirty="0">
                <a:latin typeface="Arial MT"/>
                <a:cs typeface="Arial MT"/>
              </a:rPr>
              <a:t>(1.775x10</a:t>
            </a:r>
            <a:r>
              <a:rPr sz="2050" dirty="0">
                <a:latin typeface="Arial MT"/>
                <a:cs typeface="Arial MT"/>
              </a:rPr>
              <a:t>	N)</a:t>
            </a:r>
            <a:r>
              <a:rPr sz="2050" spc="20" dirty="0">
                <a:latin typeface="Arial MT"/>
                <a:cs typeface="Arial MT"/>
              </a:rPr>
              <a:t> </a:t>
            </a:r>
            <a:r>
              <a:rPr sz="2050" spc="-50" dirty="0">
                <a:latin typeface="Arial MT"/>
                <a:cs typeface="Arial MT"/>
              </a:rPr>
              <a:t>j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62687" y="5405720"/>
            <a:ext cx="243395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65045" algn="l"/>
              </a:tabLst>
            </a:pPr>
            <a:r>
              <a:rPr sz="2050" spc="-50" dirty="0">
                <a:latin typeface="Courier New"/>
                <a:cs typeface="Courier New"/>
              </a:rPr>
              <a:t>ˆ</a:t>
            </a:r>
            <a:r>
              <a:rPr sz="2050" dirty="0">
                <a:latin typeface="Courier New"/>
                <a:cs typeface="Courier New"/>
              </a:rPr>
              <a:t>	</a:t>
            </a:r>
            <a:r>
              <a:rPr sz="2050" spc="-50" dirty="0">
                <a:latin typeface="Courier New"/>
                <a:cs typeface="Courier New"/>
              </a:rPr>
              <a:t>ˆ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695332" y="4883117"/>
            <a:ext cx="361950" cy="962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ts val="1230"/>
              </a:lnSpc>
              <a:spcBef>
                <a:spcPts val="95"/>
              </a:spcBef>
            </a:pP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50"/>
              </a:lnSpc>
            </a:pPr>
            <a:r>
              <a:rPr sz="3075" spc="-37" baseline="2710" dirty="0">
                <a:latin typeface="Arial MT"/>
                <a:cs typeface="Arial MT"/>
              </a:rPr>
              <a:t>F</a:t>
            </a:r>
            <a:r>
              <a:rPr sz="1200" spc="-25" dirty="0">
                <a:latin typeface="Courier New"/>
                <a:cs typeface="Courier New"/>
              </a:rPr>
              <a:t>14</a:t>
            </a:r>
            <a:endParaRPr sz="1200">
              <a:latin typeface="Courier New"/>
              <a:cs typeface="Courier New"/>
            </a:endParaRPr>
          </a:p>
          <a:p>
            <a:pPr marL="21590">
              <a:lnSpc>
                <a:spcPts val="1230"/>
              </a:lnSpc>
              <a:spcBef>
                <a:spcPts val="415"/>
              </a:spcBef>
            </a:pP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50"/>
              </a:lnSpc>
            </a:pPr>
            <a:r>
              <a:rPr sz="3075" spc="-37" baseline="2710" dirty="0">
                <a:latin typeface="Arial MT"/>
                <a:cs typeface="Arial MT"/>
              </a:rPr>
              <a:t>F</a:t>
            </a:r>
            <a:r>
              <a:rPr sz="1200" spc="-25" dirty="0">
                <a:latin typeface="Courier New"/>
                <a:cs typeface="Courier New"/>
              </a:rPr>
              <a:t>14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052456" y="5976585"/>
            <a:ext cx="6630670" cy="95821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365"/>
              </a:spcBef>
            </a:pPr>
            <a:r>
              <a:rPr sz="2000" dirty="0">
                <a:latin typeface="Arial MT"/>
                <a:cs typeface="Arial MT"/>
              </a:rPr>
              <a:t>=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(1.15x10</a:t>
            </a:r>
            <a:r>
              <a:rPr sz="1800" baseline="41666" dirty="0">
                <a:latin typeface="Arial MT"/>
                <a:cs typeface="Arial MT"/>
              </a:rPr>
              <a:t>-24</a:t>
            </a:r>
            <a:r>
              <a:rPr sz="1800" spc="202" baseline="41666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N</a:t>
            </a:r>
            <a:r>
              <a:rPr sz="2000" spc="-200" dirty="0">
                <a:latin typeface="Arial MT"/>
                <a:cs typeface="Arial MT"/>
              </a:rPr>
              <a:t>)</a:t>
            </a:r>
            <a:r>
              <a:rPr sz="3000" spc="-1289" baseline="19444" dirty="0">
                <a:latin typeface="Courier New"/>
                <a:cs typeface="Courier New"/>
              </a:rPr>
              <a:t>ˆ</a:t>
            </a:r>
            <a:r>
              <a:rPr sz="2000" dirty="0">
                <a:latin typeface="Arial MT"/>
                <a:cs typeface="Arial MT"/>
              </a:rPr>
              <a:t>i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(1.025x10</a:t>
            </a:r>
            <a:r>
              <a:rPr sz="1800" baseline="41666" dirty="0">
                <a:latin typeface="Arial MT"/>
                <a:cs typeface="Arial MT"/>
              </a:rPr>
              <a:t>-24</a:t>
            </a:r>
            <a:r>
              <a:rPr sz="1800" spc="202" baseline="41666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N)</a:t>
            </a:r>
            <a:r>
              <a:rPr sz="2000" spc="-160" dirty="0">
                <a:latin typeface="Arial MT"/>
                <a:cs typeface="Arial MT"/>
              </a:rPr>
              <a:t> </a:t>
            </a:r>
            <a:r>
              <a:rPr sz="3000" spc="-1275" baseline="19444" dirty="0">
                <a:latin typeface="Courier New"/>
                <a:cs typeface="Courier New"/>
              </a:rPr>
              <a:t>ˆ</a:t>
            </a:r>
            <a:r>
              <a:rPr sz="2000" dirty="0">
                <a:latin typeface="Arial MT"/>
                <a:cs typeface="Arial MT"/>
              </a:rPr>
              <a:t>i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5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(1.775x10</a:t>
            </a:r>
            <a:r>
              <a:rPr sz="1800" baseline="41666" dirty="0">
                <a:latin typeface="Arial MT"/>
                <a:cs typeface="Arial MT"/>
              </a:rPr>
              <a:t>-24</a:t>
            </a:r>
            <a:r>
              <a:rPr sz="1800" spc="209" baseline="41666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N)</a:t>
            </a:r>
            <a:r>
              <a:rPr sz="2000" spc="-400" dirty="0">
                <a:latin typeface="Arial MT"/>
                <a:cs typeface="Arial MT"/>
              </a:rPr>
              <a:t> </a:t>
            </a:r>
            <a:r>
              <a:rPr sz="3000" spc="-1147" baseline="19444" dirty="0">
                <a:latin typeface="Courier New"/>
                <a:cs typeface="Courier New"/>
              </a:rPr>
              <a:t>ˆ</a:t>
            </a:r>
            <a:r>
              <a:rPr sz="2000" spc="-25" dirty="0">
                <a:latin typeface="Arial MT"/>
                <a:cs typeface="Arial MT"/>
              </a:rPr>
              <a:t>j</a:t>
            </a:r>
            <a:endParaRPr sz="2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270"/>
              </a:spcBef>
            </a:pPr>
            <a:r>
              <a:rPr sz="2000" dirty="0">
                <a:latin typeface="Arial MT"/>
                <a:cs typeface="Arial MT"/>
              </a:rPr>
              <a:t>=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(-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1.55x10</a:t>
            </a:r>
            <a:r>
              <a:rPr sz="1800" baseline="41666" dirty="0">
                <a:latin typeface="Arial MT"/>
                <a:cs typeface="Arial MT"/>
              </a:rPr>
              <a:t>-25</a:t>
            </a:r>
            <a:r>
              <a:rPr sz="1800" spc="195" baseline="41666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N)</a:t>
            </a:r>
            <a:r>
              <a:rPr sz="2000" spc="-150" dirty="0">
                <a:latin typeface="Arial MT"/>
                <a:cs typeface="Arial MT"/>
              </a:rPr>
              <a:t> </a:t>
            </a:r>
            <a:r>
              <a:rPr sz="3000" spc="-1275" baseline="19444" dirty="0">
                <a:latin typeface="Courier New"/>
                <a:cs typeface="Courier New"/>
              </a:rPr>
              <a:t>ˆ</a:t>
            </a:r>
            <a:r>
              <a:rPr sz="2000" dirty="0">
                <a:latin typeface="Arial MT"/>
                <a:cs typeface="Arial MT"/>
              </a:rPr>
              <a:t>i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(1.775x10</a:t>
            </a:r>
            <a:r>
              <a:rPr sz="1800" baseline="41666" dirty="0">
                <a:latin typeface="Arial MT"/>
                <a:cs typeface="Arial MT"/>
              </a:rPr>
              <a:t>-24</a:t>
            </a:r>
            <a:r>
              <a:rPr sz="1800" spc="202" baseline="41666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N)</a:t>
            </a:r>
            <a:r>
              <a:rPr sz="2000" spc="-385" dirty="0">
                <a:latin typeface="Arial MT"/>
                <a:cs typeface="Arial MT"/>
              </a:rPr>
              <a:t> </a:t>
            </a:r>
            <a:r>
              <a:rPr sz="3000" spc="-1162" baseline="19444" dirty="0">
                <a:latin typeface="Courier New"/>
                <a:cs typeface="Courier New"/>
              </a:rPr>
              <a:t>ˆ</a:t>
            </a:r>
            <a:r>
              <a:rPr sz="2000" spc="-20" dirty="0">
                <a:latin typeface="Arial MT"/>
                <a:cs typeface="Arial MT"/>
              </a:rPr>
              <a:t>j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12346" y="6141721"/>
            <a:ext cx="17780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 dirty="0">
                <a:latin typeface="Arial MT"/>
                <a:cs typeface="Arial MT"/>
              </a:rPr>
              <a:t>=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18928" y="6026117"/>
            <a:ext cx="2030730" cy="465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ts val="1225"/>
              </a:lnSpc>
              <a:spcBef>
                <a:spcPts val="95"/>
              </a:spcBef>
              <a:tabLst>
                <a:tab pos="1028700" algn="l"/>
                <a:tab pos="1690370" algn="l"/>
              </a:tabLst>
            </a:pPr>
            <a:r>
              <a:rPr sz="1200" spc="-50" dirty="0">
                <a:latin typeface="Symbol"/>
                <a:cs typeface="Symbol"/>
              </a:rPr>
              <a:t>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50" dirty="0">
                <a:latin typeface="Symbol"/>
                <a:cs typeface="Symbol"/>
              </a:rPr>
              <a:t>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45"/>
              </a:lnSpc>
              <a:tabLst>
                <a:tab pos="1017905" algn="l"/>
              </a:tabLst>
            </a:pPr>
            <a:r>
              <a:rPr sz="3075" spc="-15" baseline="2710" dirty="0">
                <a:latin typeface="Arial MT"/>
                <a:cs typeface="Arial MT"/>
              </a:rPr>
              <a:t>F</a:t>
            </a:r>
            <a:r>
              <a:rPr sz="1200" spc="-10" dirty="0">
                <a:latin typeface="Courier New"/>
                <a:cs typeface="Courier New"/>
              </a:rPr>
              <a:t>1,</a:t>
            </a:r>
            <a:r>
              <a:rPr sz="1200" i="1" spc="-10" dirty="0">
                <a:latin typeface="Courier New"/>
                <a:cs typeface="Courier New"/>
              </a:rPr>
              <a:t>net</a:t>
            </a:r>
            <a:r>
              <a:rPr sz="1200" i="1" dirty="0">
                <a:latin typeface="Courier New"/>
                <a:cs typeface="Courier New"/>
              </a:rPr>
              <a:t>	</a:t>
            </a:r>
            <a:r>
              <a:rPr sz="3075" baseline="2710" dirty="0">
                <a:latin typeface="Arial MT"/>
                <a:cs typeface="Arial MT"/>
              </a:rPr>
              <a:t>F</a:t>
            </a:r>
            <a:r>
              <a:rPr sz="1200" dirty="0">
                <a:latin typeface="Courier New"/>
                <a:cs typeface="Courier New"/>
              </a:rPr>
              <a:t>12 </a:t>
            </a:r>
            <a:r>
              <a:rPr sz="3075" baseline="2710" dirty="0">
                <a:latin typeface="Arial MT"/>
                <a:cs typeface="Arial MT"/>
              </a:rPr>
              <a:t>+</a:t>
            </a:r>
            <a:r>
              <a:rPr sz="3075" spc="-22" baseline="2710" dirty="0">
                <a:latin typeface="Arial MT"/>
                <a:cs typeface="Arial MT"/>
              </a:rPr>
              <a:t> </a:t>
            </a:r>
            <a:r>
              <a:rPr sz="3075" spc="-37" baseline="2710" dirty="0">
                <a:latin typeface="Arial MT"/>
                <a:cs typeface="Arial MT"/>
              </a:rPr>
              <a:t>F</a:t>
            </a:r>
            <a:r>
              <a:rPr sz="1200" spc="-25" dirty="0">
                <a:latin typeface="Courier New"/>
                <a:cs typeface="Courier New"/>
              </a:rPr>
              <a:t>14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874649" y="2325636"/>
            <a:ext cx="3144520" cy="2258695"/>
          </a:xfrm>
          <a:custGeom>
            <a:avLst/>
            <a:gdLst/>
            <a:ahLst/>
            <a:cxnLst/>
            <a:rect l="l" t="t" r="r" b="b"/>
            <a:pathLst>
              <a:path w="3144520" h="2258695">
                <a:moveTo>
                  <a:pt x="3144012" y="80772"/>
                </a:moveTo>
                <a:lnTo>
                  <a:pt x="3139440" y="57912"/>
                </a:lnTo>
                <a:lnTo>
                  <a:pt x="3133344" y="42672"/>
                </a:lnTo>
                <a:lnTo>
                  <a:pt x="3133344" y="74676"/>
                </a:lnTo>
                <a:lnTo>
                  <a:pt x="3133344" y="393192"/>
                </a:lnTo>
                <a:lnTo>
                  <a:pt x="3112922" y="436321"/>
                </a:lnTo>
                <a:lnTo>
                  <a:pt x="3101340" y="445008"/>
                </a:lnTo>
                <a:lnTo>
                  <a:pt x="3096768" y="449580"/>
                </a:lnTo>
                <a:lnTo>
                  <a:pt x="3090672" y="452628"/>
                </a:lnTo>
                <a:lnTo>
                  <a:pt x="3083052" y="454152"/>
                </a:lnTo>
                <a:lnTo>
                  <a:pt x="3076956" y="455676"/>
                </a:lnTo>
                <a:lnTo>
                  <a:pt x="3069336" y="457200"/>
                </a:lnTo>
                <a:lnTo>
                  <a:pt x="577596" y="457200"/>
                </a:lnTo>
                <a:lnTo>
                  <a:pt x="571500" y="455676"/>
                </a:lnTo>
                <a:lnTo>
                  <a:pt x="563880" y="454152"/>
                </a:lnTo>
                <a:lnTo>
                  <a:pt x="557784" y="452628"/>
                </a:lnTo>
                <a:lnTo>
                  <a:pt x="551688" y="449580"/>
                </a:lnTo>
                <a:lnTo>
                  <a:pt x="545592" y="445008"/>
                </a:lnTo>
                <a:lnTo>
                  <a:pt x="547116" y="445008"/>
                </a:lnTo>
                <a:lnTo>
                  <a:pt x="534924" y="435864"/>
                </a:lnTo>
                <a:lnTo>
                  <a:pt x="535482" y="436270"/>
                </a:lnTo>
                <a:lnTo>
                  <a:pt x="528447" y="428244"/>
                </a:lnTo>
                <a:lnTo>
                  <a:pt x="522732" y="420624"/>
                </a:lnTo>
                <a:lnTo>
                  <a:pt x="519684" y="414528"/>
                </a:lnTo>
                <a:lnTo>
                  <a:pt x="518160" y="406908"/>
                </a:lnTo>
                <a:lnTo>
                  <a:pt x="515112" y="400812"/>
                </a:lnTo>
                <a:lnTo>
                  <a:pt x="515112" y="73152"/>
                </a:lnTo>
                <a:lnTo>
                  <a:pt x="516636" y="67056"/>
                </a:lnTo>
                <a:lnTo>
                  <a:pt x="518160" y="59436"/>
                </a:lnTo>
                <a:lnTo>
                  <a:pt x="519684" y="53340"/>
                </a:lnTo>
                <a:lnTo>
                  <a:pt x="522732" y="47244"/>
                </a:lnTo>
                <a:lnTo>
                  <a:pt x="525780" y="43180"/>
                </a:lnTo>
                <a:lnTo>
                  <a:pt x="528447" y="39624"/>
                </a:lnTo>
                <a:lnTo>
                  <a:pt x="534924" y="32219"/>
                </a:lnTo>
                <a:lnTo>
                  <a:pt x="535736" y="31292"/>
                </a:lnTo>
                <a:lnTo>
                  <a:pt x="535571" y="31394"/>
                </a:lnTo>
                <a:lnTo>
                  <a:pt x="535736" y="31191"/>
                </a:lnTo>
                <a:lnTo>
                  <a:pt x="536448" y="30480"/>
                </a:lnTo>
                <a:lnTo>
                  <a:pt x="535736" y="31292"/>
                </a:lnTo>
                <a:lnTo>
                  <a:pt x="536448" y="30670"/>
                </a:lnTo>
                <a:lnTo>
                  <a:pt x="544068" y="24003"/>
                </a:lnTo>
                <a:lnTo>
                  <a:pt x="547116" y="21717"/>
                </a:lnTo>
                <a:lnTo>
                  <a:pt x="551688" y="18288"/>
                </a:lnTo>
                <a:lnTo>
                  <a:pt x="557784" y="15240"/>
                </a:lnTo>
                <a:lnTo>
                  <a:pt x="565404" y="13716"/>
                </a:lnTo>
                <a:lnTo>
                  <a:pt x="571500" y="10668"/>
                </a:lnTo>
                <a:lnTo>
                  <a:pt x="3069336" y="10668"/>
                </a:lnTo>
                <a:lnTo>
                  <a:pt x="3084576" y="13716"/>
                </a:lnTo>
                <a:lnTo>
                  <a:pt x="3090672" y="15240"/>
                </a:lnTo>
                <a:lnTo>
                  <a:pt x="3096768" y="18288"/>
                </a:lnTo>
                <a:lnTo>
                  <a:pt x="3101340" y="21717"/>
                </a:lnTo>
                <a:lnTo>
                  <a:pt x="3104388" y="24003"/>
                </a:lnTo>
                <a:lnTo>
                  <a:pt x="3112008" y="30670"/>
                </a:lnTo>
                <a:lnTo>
                  <a:pt x="3112427" y="31026"/>
                </a:lnTo>
                <a:lnTo>
                  <a:pt x="3113532" y="32512"/>
                </a:lnTo>
                <a:lnTo>
                  <a:pt x="3121152" y="42672"/>
                </a:lnTo>
                <a:lnTo>
                  <a:pt x="3121152" y="41148"/>
                </a:lnTo>
                <a:lnTo>
                  <a:pt x="3125724" y="47244"/>
                </a:lnTo>
                <a:lnTo>
                  <a:pt x="3128772" y="53340"/>
                </a:lnTo>
                <a:lnTo>
                  <a:pt x="3130296" y="60960"/>
                </a:lnTo>
                <a:lnTo>
                  <a:pt x="3131820" y="67056"/>
                </a:lnTo>
                <a:lnTo>
                  <a:pt x="3133344" y="74676"/>
                </a:lnTo>
                <a:lnTo>
                  <a:pt x="3133344" y="42672"/>
                </a:lnTo>
                <a:lnTo>
                  <a:pt x="3130296" y="36576"/>
                </a:lnTo>
                <a:lnTo>
                  <a:pt x="3128772" y="36576"/>
                </a:lnTo>
                <a:lnTo>
                  <a:pt x="3119628" y="24384"/>
                </a:lnTo>
                <a:lnTo>
                  <a:pt x="3113532" y="19812"/>
                </a:lnTo>
                <a:lnTo>
                  <a:pt x="3113532" y="32004"/>
                </a:lnTo>
                <a:lnTo>
                  <a:pt x="3112922" y="31470"/>
                </a:lnTo>
                <a:lnTo>
                  <a:pt x="3112490" y="30975"/>
                </a:lnTo>
                <a:lnTo>
                  <a:pt x="3113532" y="32004"/>
                </a:lnTo>
                <a:lnTo>
                  <a:pt x="3113532" y="19812"/>
                </a:lnTo>
                <a:lnTo>
                  <a:pt x="3107436" y="15240"/>
                </a:lnTo>
                <a:lnTo>
                  <a:pt x="3107436" y="13716"/>
                </a:lnTo>
                <a:lnTo>
                  <a:pt x="3102940" y="11468"/>
                </a:lnTo>
                <a:lnTo>
                  <a:pt x="3102940" y="22745"/>
                </a:lnTo>
                <a:lnTo>
                  <a:pt x="3102229" y="22225"/>
                </a:lnTo>
                <a:lnTo>
                  <a:pt x="3101340" y="21336"/>
                </a:lnTo>
                <a:lnTo>
                  <a:pt x="3102940" y="22745"/>
                </a:lnTo>
                <a:lnTo>
                  <a:pt x="3102940" y="11468"/>
                </a:lnTo>
                <a:lnTo>
                  <a:pt x="3101340" y="10668"/>
                </a:lnTo>
                <a:lnTo>
                  <a:pt x="3093720" y="6096"/>
                </a:lnTo>
                <a:lnTo>
                  <a:pt x="3086100" y="4572"/>
                </a:lnTo>
                <a:lnTo>
                  <a:pt x="3078480" y="1524"/>
                </a:lnTo>
                <a:lnTo>
                  <a:pt x="3070860" y="1524"/>
                </a:lnTo>
                <a:lnTo>
                  <a:pt x="3061716" y="0"/>
                </a:lnTo>
                <a:lnTo>
                  <a:pt x="585216" y="0"/>
                </a:lnTo>
                <a:lnTo>
                  <a:pt x="577596" y="1524"/>
                </a:lnTo>
                <a:lnTo>
                  <a:pt x="569976" y="1524"/>
                </a:lnTo>
                <a:lnTo>
                  <a:pt x="547116" y="10668"/>
                </a:lnTo>
                <a:lnTo>
                  <a:pt x="541020" y="13716"/>
                </a:lnTo>
                <a:lnTo>
                  <a:pt x="541020" y="15240"/>
                </a:lnTo>
                <a:lnTo>
                  <a:pt x="528828" y="24384"/>
                </a:lnTo>
                <a:lnTo>
                  <a:pt x="527202" y="26555"/>
                </a:lnTo>
                <a:lnTo>
                  <a:pt x="527202" y="41046"/>
                </a:lnTo>
                <a:lnTo>
                  <a:pt x="526669" y="41770"/>
                </a:lnTo>
                <a:lnTo>
                  <a:pt x="525780" y="42672"/>
                </a:lnTo>
                <a:lnTo>
                  <a:pt x="527202" y="41046"/>
                </a:lnTo>
                <a:lnTo>
                  <a:pt x="527202" y="26555"/>
                </a:lnTo>
                <a:lnTo>
                  <a:pt x="519684" y="36576"/>
                </a:lnTo>
                <a:lnTo>
                  <a:pt x="518160" y="36576"/>
                </a:lnTo>
                <a:lnTo>
                  <a:pt x="515112" y="42672"/>
                </a:lnTo>
                <a:lnTo>
                  <a:pt x="510540" y="50292"/>
                </a:lnTo>
                <a:lnTo>
                  <a:pt x="509016" y="57912"/>
                </a:lnTo>
                <a:lnTo>
                  <a:pt x="505968" y="65532"/>
                </a:lnTo>
                <a:lnTo>
                  <a:pt x="505968" y="73152"/>
                </a:lnTo>
                <a:lnTo>
                  <a:pt x="504444" y="80772"/>
                </a:lnTo>
                <a:lnTo>
                  <a:pt x="504444" y="228600"/>
                </a:lnTo>
                <a:lnTo>
                  <a:pt x="1524" y="228600"/>
                </a:lnTo>
                <a:lnTo>
                  <a:pt x="0" y="231648"/>
                </a:lnTo>
                <a:lnTo>
                  <a:pt x="0" y="2255520"/>
                </a:lnTo>
                <a:lnTo>
                  <a:pt x="1524" y="2258568"/>
                </a:lnTo>
                <a:lnTo>
                  <a:pt x="4572" y="2258568"/>
                </a:lnTo>
                <a:lnTo>
                  <a:pt x="9144" y="2258568"/>
                </a:lnTo>
                <a:lnTo>
                  <a:pt x="1304544" y="2258568"/>
                </a:lnTo>
                <a:lnTo>
                  <a:pt x="1309116" y="2258568"/>
                </a:lnTo>
                <a:lnTo>
                  <a:pt x="1312164" y="2258568"/>
                </a:lnTo>
                <a:lnTo>
                  <a:pt x="1315212" y="2255520"/>
                </a:lnTo>
                <a:lnTo>
                  <a:pt x="1315212" y="2029320"/>
                </a:lnTo>
                <a:lnTo>
                  <a:pt x="1321308" y="2028444"/>
                </a:lnTo>
                <a:lnTo>
                  <a:pt x="1333500" y="2028444"/>
                </a:lnTo>
                <a:lnTo>
                  <a:pt x="1345692" y="2026920"/>
                </a:lnTo>
                <a:lnTo>
                  <a:pt x="1356360" y="2023872"/>
                </a:lnTo>
                <a:lnTo>
                  <a:pt x="1368552" y="2020824"/>
                </a:lnTo>
                <a:lnTo>
                  <a:pt x="1379220" y="2017776"/>
                </a:lnTo>
                <a:lnTo>
                  <a:pt x="1421892" y="1997964"/>
                </a:lnTo>
                <a:lnTo>
                  <a:pt x="1458468" y="1972056"/>
                </a:lnTo>
                <a:lnTo>
                  <a:pt x="1490472" y="1937004"/>
                </a:lnTo>
                <a:lnTo>
                  <a:pt x="1514856" y="1897380"/>
                </a:lnTo>
                <a:lnTo>
                  <a:pt x="1533144" y="1851660"/>
                </a:lnTo>
                <a:lnTo>
                  <a:pt x="1542288" y="1802892"/>
                </a:lnTo>
                <a:lnTo>
                  <a:pt x="1542288" y="1789176"/>
                </a:lnTo>
                <a:lnTo>
                  <a:pt x="1543812" y="1776984"/>
                </a:lnTo>
                <a:lnTo>
                  <a:pt x="1542288" y="1763268"/>
                </a:lnTo>
                <a:lnTo>
                  <a:pt x="1542288" y="1751076"/>
                </a:lnTo>
                <a:lnTo>
                  <a:pt x="1537716" y="1725168"/>
                </a:lnTo>
                <a:lnTo>
                  <a:pt x="1533144" y="1702308"/>
                </a:lnTo>
                <a:lnTo>
                  <a:pt x="1533144" y="1752600"/>
                </a:lnTo>
                <a:lnTo>
                  <a:pt x="1533144" y="1801368"/>
                </a:lnTo>
                <a:lnTo>
                  <a:pt x="1524000" y="1850136"/>
                </a:lnTo>
                <a:lnTo>
                  <a:pt x="1505712" y="1892808"/>
                </a:lnTo>
                <a:lnTo>
                  <a:pt x="1482852" y="1932432"/>
                </a:lnTo>
                <a:lnTo>
                  <a:pt x="1452372" y="1964436"/>
                </a:lnTo>
                <a:lnTo>
                  <a:pt x="1415796" y="1990344"/>
                </a:lnTo>
                <a:lnTo>
                  <a:pt x="1376172" y="2008632"/>
                </a:lnTo>
                <a:lnTo>
                  <a:pt x="1331976" y="2019300"/>
                </a:lnTo>
                <a:lnTo>
                  <a:pt x="1286256" y="2019300"/>
                </a:lnTo>
                <a:lnTo>
                  <a:pt x="1275588" y="2016252"/>
                </a:lnTo>
                <a:lnTo>
                  <a:pt x="1264920" y="2014728"/>
                </a:lnTo>
                <a:lnTo>
                  <a:pt x="1222248" y="2001012"/>
                </a:lnTo>
                <a:lnTo>
                  <a:pt x="1184148" y="1978152"/>
                </a:lnTo>
                <a:lnTo>
                  <a:pt x="1152144" y="1949196"/>
                </a:lnTo>
                <a:lnTo>
                  <a:pt x="1124712" y="1912620"/>
                </a:lnTo>
                <a:lnTo>
                  <a:pt x="1103376" y="1871472"/>
                </a:lnTo>
                <a:lnTo>
                  <a:pt x="1091184" y="1825752"/>
                </a:lnTo>
                <a:lnTo>
                  <a:pt x="1086612" y="1801368"/>
                </a:lnTo>
                <a:lnTo>
                  <a:pt x="1086612" y="1752600"/>
                </a:lnTo>
                <a:lnTo>
                  <a:pt x="1095756" y="1703832"/>
                </a:lnTo>
                <a:lnTo>
                  <a:pt x="1112520" y="1661160"/>
                </a:lnTo>
                <a:lnTo>
                  <a:pt x="1136904" y="1621536"/>
                </a:lnTo>
                <a:lnTo>
                  <a:pt x="1167384" y="1589532"/>
                </a:lnTo>
                <a:lnTo>
                  <a:pt x="1203960" y="1563624"/>
                </a:lnTo>
                <a:lnTo>
                  <a:pt x="1243584" y="1545336"/>
                </a:lnTo>
                <a:lnTo>
                  <a:pt x="1287780" y="1534668"/>
                </a:lnTo>
                <a:lnTo>
                  <a:pt x="1333500" y="1534668"/>
                </a:lnTo>
                <a:lnTo>
                  <a:pt x="1376172" y="1545336"/>
                </a:lnTo>
                <a:lnTo>
                  <a:pt x="1417320" y="1563624"/>
                </a:lnTo>
                <a:lnTo>
                  <a:pt x="1452372" y="1589532"/>
                </a:lnTo>
                <a:lnTo>
                  <a:pt x="1482852" y="1623060"/>
                </a:lnTo>
                <a:lnTo>
                  <a:pt x="1507236" y="1661160"/>
                </a:lnTo>
                <a:lnTo>
                  <a:pt x="1524000" y="1705356"/>
                </a:lnTo>
                <a:lnTo>
                  <a:pt x="1533144" y="1752600"/>
                </a:lnTo>
                <a:lnTo>
                  <a:pt x="1533144" y="1702308"/>
                </a:lnTo>
                <a:lnTo>
                  <a:pt x="1514856" y="1656588"/>
                </a:lnTo>
                <a:lnTo>
                  <a:pt x="1490472" y="1616964"/>
                </a:lnTo>
                <a:lnTo>
                  <a:pt x="1458468" y="1581912"/>
                </a:lnTo>
                <a:lnTo>
                  <a:pt x="1420368" y="1554480"/>
                </a:lnTo>
                <a:lnTo>
                  <a:pt x="1379220" y="1536192"/>
                </a:lnTo>
                <a:lnTo>
                  <a:pt x="1356360" y="1530096"/>
                </a:lnTo>
                <a:lnTo>
                  <a:pt x="1345692" y="1527048"/>
                </a:lnTo>
                <a:lnTo>
                  <a:pt x="1333500" y="1525524"/>
                </a:lnTo>
                <a:lnTo>
                  <a:pt x="1321308" y="1525524"/>
                </a:lnTo>
                <a:lnTo>
                  <a:pt x="1309116" y="1524000"/>
                </a:lnTo>
                <a:lnTo>
                  <a:pt x="1296924" y="1525524"/>
                </a:lnTo>
                <a:lnTo>
                  <a:pt x="1286256" y="1525524"/>
                </a:lnTo>
                <a:lnTo>
                  <a:pt x="1274064" y="1527048"/>
                </a:lnTo>
                <a:lnTo>
                  <a:pt x="1219200" y="1543812"/>
                </a:lnTo>
                <a:lnTo>
                  <a:pt x="1161288" y="1581912"/>
                </a:lnTo>
                <a:lnTo>
                  <a:pt x="1129284" y="1616964"/>
                </a:lnTo>
                <a:lnTo>
                  <a:pt x="1104900" y="1656588"/>
                </a:lnTo>
                <a:lnTo>
                  <a:pt x="1086612" y="1702308"/>
                </a:lnTo>
                <a:lnTo>
                  <a:pt x="1077468" y="1751076"/>
                </a:lnTo>
                <a:lnTo>
                  <a:pt x="1077468" y="1764792"/>
                </a:lnTo>
                <a:lnTo>
                  <a:pt x="1075944" y="1776984"/>
                </a:lnTo>
                <a:lnTo>
                  <a:pt x="1077468" y="1790700"/>
                </a:lnTo>
                <a:lnTo>
                  <a:pt x="1077468" y="1802892"/>
                </a:lnTo>
                <a:lnTo>
                  <a:pt x="1080516" y="1827276"/>
                </a:lnTo>
                <a:lnTo>
                  <a:pt x="1094232" y="1874520"/>
                </a:lnTo>
                <a:lnTo>
                  <a:pt x="1117092" y="1918716"/>
                </a:lnTo>
                <a:lnTo>
                  <a:pt x="1144524" y="1955292"/>
                </a:lnTo>
                <a:lnTo>
                  <a:pt x="1179576" y="1985772"/>
                </a:lnTo>
                <a:lnTo>
                  <a:pt x="1219200" y="2010156"/>
                </a:lnTo>
                <a:lnTo>
                  <a:pt x="1263396" y="2023872"/>
                </a:lnTo>
                <a:lnTo>
                  <a:pt x="1274064" y="2026920"/>
                </a:lnTo>
                <a:lnTo>
                  <a:pt x="1286256" y="2028444"/>
                </a:lnTo>
                <a:lnTo>
                  <a:pt x="1298448" y="2028444"/>
                </a:lnTo>
                <a:lnTo>
                  <a:pt x="1304544" y="2029206"/>
                </a:lnTo>
                <a:lnTo>
                  <a:pt x="1304544" y="2247900"/>
                </a:lnTo>
                <a:lnTo>
                  <a:pt x="9144" y="2247900"/>
                </a:lnTo>
                <a:lnTo>
                  <a:pt x="9144" y="239268"/>
                </a:lnTo>
                <a:lnTo>
                  <a:pt x="504444" y="239268"/>
                </a:lnTo>
                <a:lnTo>
                  <a:pt x="504444" y="387096"/>
                </a:lnTo>
                <a:lnTo>
                  <a:pt x="505968" y="394716"/>
                </a:lnTo>
                <a:lnTo>
                  <a:pt x="505968" y="402336"/>
                </a:lnTo>
                <a:lnTo>
                  <a:pt x="515112" y="425196"/>
                </a:lnTo>
                <a:lnTo>
                  <a:pt x="518160" y="431292"/>
                </a:lnTo>
                <a:lnTo>
                  <a:pt x="519684" y="431292"/>
                </a:lnTo>
                <a:lnTo>
                  <a:pt x="525780" y="439420"/>
                </a:lnTo>
                <a:lnTo>
                  <a:pt x="528828" y="443484"/>
                </a:lnTo>
                <a:lnTo>
                  <a:pt x="534924" y="448056"/>
                </a:lnTo>
                <a:lnTo>
                  <a:pt x="536448" y="449199"/>
                </a:lnTo>
                <a:lnTo>
                  <a:pt x="541020" y="452628"/>
                </a:lnTo>
                <a:lnTo>
                  <a:pt x="541020" y="454152"/>
                </a:lnTo>
                <a:lnTo>
                  <a:pt x="545503" y="456387"/>
                </a:lnTo>
                <a:lnTo>
                  <a:pt x="547116" y="457200"/>
                </a:lnTo>
                <a:lnTo>
                  <a:pt x="569976" y="466344"/>
                </a:lnTo>
                <a:lnTo>
                  <a:pt x="577596" y="466344"/>
                </a:lnTo>
                <a:lnTo>
                  <a:pt x="585216" y="467868"/>
                </a:lnTo>
                <a:lnTo>
                  <a:pt x="3063240" y="467868"/>
                </a:lnTo>
                <a:lnTo>
                  <a:pt x="3086100" y="463296"/>
                </a:lnTo>
                <a:lnTo>
                  <a:pt x="3101340" y="457200"/>
                </a:lnTo>
                <a:lnTo>
                  <a:pt x="3112008" y="449199"/>
                </a:lnTo>
                <a:lnTo>
                  <a:pt x="3113532" y="448056"/>
                </a:lnTo>
                <a:lnTo>
                  <a:pt x="3119628" y="443484"/>
                </a:lnTo>
                <a:lnTo>
                  <a:pt x="3130296" y="431292"/>
                </a:lnTo>
                <a:lnTo>
                  <a:pt x="3133344" y="425196"/>
                </a:lnTo>
                <a:lnTo>
                  <a:pt x="3142488" y="402336"/>
                </a:lnTo>
                <a:lnTo>
                  <a:pt x="3142488" y="394716"/>
                </a:lnTo>
                <a:lnTo>
                  <a:pt x="3144012" y="385572"/>
                </a:lnTo>
                <a:lnTo>
                  <a:pt x="3144012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2381" y="763524"/>
            <a:ext cx="8789035" cy="6335395"/>
            <a:chOff x="952381" y="763524"/>
            <a:chExt cx="8789035" cy="6335395"/>
          </a:xfrm>
        </p:grpSpPr>
        <p:sp>
          <p:nvSpPr>
            <p:cNvPr id="4" name="object 4"/>
            <p:cNvSpPr/>
            <p:nvPr/>
          </p:nvSpPr>
          <p:spPr>
            <a:xfrm>
              <a:off x="952372" y="1068336"/>
              <a:ext cx="8789035" cy="6030595"/>
            </a:xfrm>
            <a:custGeom>
              <a:avLst/>
              <a:gdLst/>
              <a:ahLst/>
              <a:cxnLst/>
              <a:rect l="l" t="t" r="r" b="b"/>
              <a:pathLst>
                <a:path w="8789035" h="6030595">
                  <a:moveTo>
                    <a:pt x="8788908" y="1562100"/>
                  </a:moveTo>
                  <a:lnTo>
                    <a:pt x="8779764" y="1562100"/>
                  </a:lnTo>
                  <a:lnTo>
                    <a:pt x="8779764" y="1572768"/>
                  </a:lnTo>
                  <a:lnTo>
                    <a:pt x="8779764" y="6019800"/>
                  </a:lnTo>
                  <a:lnTo>
                    <a:pt x="9144" y="6019800"/>
                  </a:lnTo>
                  <a:lnTo>
                    <a:pt x="9144" y="1572768"/>
                  </a:lnTo>
                  <a:lnTo>
                    <a:pt x="8779764" y="1572768"/>
                  </a:lnTo>
                  <a:lnTo>
                    <a:pt x="8779764" y="1562100"/>
                  </a:lnTo>
                  <a:lnTo>
                    <a:pt x="0" y="1562100"/>
                  </a:lnTo>
                  <a:lnTo>
                    <a:pt x="0" y="6030468"/>
                  </a:lnTo>
                  <a:lnTo>
                    <a:pt x="4572" y="6030468"/>
                  </a:lnTo>
                  <a:lnTo>
                    <a:pt x="9144" y="6030468"/>
                  </a:lnTo>
                  <a:lnTo>
                    <a:pt x="8779764" y="6030468"/>
                  </a:lnTo>
                  <a:lnTo>
                    <a:pt x="8784336" y="6030468"/>
                  </a:lnTo>
                  <a:lnTo>
                    <a:pt x="8788908" y="6030468"/>
                  </a:lnTo>
                  <a:lnTo>
                    <a:pt x="8788908" y="1562100"/>
                  </a:lnTo>
                  <a:close/>
                </a:path>
                <a:path w="8789035" h="6030595">
                  <a:moveTo>
                    <a:pt x="8788908" y="0"/>
                  </a:moveTo>
                  <a:lnTo>
                    <a:pt x="8779764" y="0"/>
                  </a:lnTo>
                  <a:lnTo>
                    <a:pt x="8779764" y="10668"/>
                  </a:lnTo>
                  <a:lnTo>
                    <a:pt x="8779764" y="1524000"/>
                  </a:lnTo>
                  <a:lnTo>
                    <a:pt x="9144" y="1524000"/>
                  </a:lnTo>
                  <a:lnTo>
                    <a:pt x="9144" y="10668"/>
                  </a:lnTo>
                  <a:lnTo>
                    <a:pt x="8779764" y="10668"/>
                  </a:lnTo>
                  <a:lnTo>
                    <a:pt x="8779764" y="0"/>
                  </a:lnTo>
                  <a:lnTo>
                    <a:pt x="0" y="0"/>
                  </a:lnTo>
                  <a:lnTo>
                    <a:pt x="0" y="1534668"/>
                  </a:lnTo>
                  <a:lnTo>
                    <a:pt x="4572" y="1534668"/>
                  </a:lnTo>
                  <a:lnTo>
                    <a:pt x="9144" y="1534668"/>
                  </a:lnTo>
                  <a:lnTo>
                    <a:pt x="8779764" y="1534668"/>
                  </a:lnTo>
                  <a:lnTo>
                    <a:pt x="8784336" y="1534668"/>
                  </a:lnTo>
                  <a:lnTo>
                    <a:pt x="8788908" y="1534668"/>
                  </a:lnTo>
                  <a:lnTo>
                    <a:pt x="8788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0969" y="768095"/>
              <a:ext cx="3276600" cy="2362200"/>
            </a:xfrm>
            <a:custGeom>
              <a:avLst/>
              <a:gdLst/>
              <a:ahLst/>
              <a:cxnLst/>
              <a:rect l="l" t="t" r="r" b="b"/>
              <a:pathLst>
                <a:path w="3276600" h="2362200">
                  <a:moveTo>
                    <a:pt x="3276599" y="2362199"/>
                  </a:moveTo>
                  <a:lnTo>
                    <a:pt x="3276599" y="0"/>
                  </a:lnTo>
                  <a:lnTo>
                    <a:pt x="0" y="0"/>
                  </a:lnTo>
                  <a:lnTo>
                    <a:pt x="0" y="2362199"/>
                  </a:lnTo>
                  <a:lnTo>
                    <a:pt x="3276599" y="2362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46398" y="763524"/>
              <a:ext cx="3287395" cy="2372995"/>
            </a:xfrm>
            <a:custGeom>
              <a:avLst/>
              <a:gdLst/>
              <a:ahLst/>
              <a:cxnLst/>
              <a:rect l="l" t="t" r="r" b="b"/>
              <a:pathLst>
                <a:path w="3287395" h="2372995">
                  <a:moveTo>
                    <a:pt x="3287268" y="2372868"/>
                  </a:moveTo>
                  <a:lnTo>
                    <a:pt x="3287268" y="0"/>
                  </a:lnTo>
                  <a:lnTo>
                    <a:pt x="0" y="0"/>
                  </a:lnTo>
                  <a:lnTo>
                    <a:pt x="0" y="2372868"/>
                  </a:lnTo>
                  <a:lnTo>
                    <a:pt x="4572" y="23728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lnTo>
                    <a:pt x="3276600" y="10668"/>
                  </a:lnTo>
                  <a:lnTo>
                    <a:pt x="3276600" y="4572"/>
                  </a:lnTo>
                  <a:lnTo>
                    <a:pt x="3281172" y="10668"/>
                  </a:lnTo>
                  <a:lnTo>
                    <a:pt x="3281172" y="2372868"/>
                  </a:lnTo>
                  <a:lnTo>
                    <a:pt x="3287268" y="2372868"/>
                  </a:lnTo>
                  <a:close/>
                </a:path>
                <a:path w="3287395" h="2372995">
                  <a:moveTo>
                    <a:pt x="10668" y="10668"/>
                  </a:move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close/>
                </a:path>
                <a:path w="3287395" h="2372995">
                  <a:moveTo>
                    <a:pt x="10668" y="2362200"/>
                  </a:moveTo>
                  <a:lnTo>
                    <a:pt x="10668" y="10668"/>
                  </a:lnTo>
                  <a:lnTo>
                    <a:pt x="4572" y="10668"/>
                  </a:lnTo>
                  <a:lnTo>
                    <a:pt x="4572" y="2362200"/>
                  </a:lnTo>
                  <a:lnTo>
                    <a:pt x="10668" y="2362200"/>
                  </a:lnTo>
                  <a:close/>
                </a:path>
                <a:path w="3287395" h="2372995">
                  <a:moveTo>
                    <a:pt x="3281172" y="2362200"/>
                  </a:moveTo>
                  <a:lnTo>
                    <a:pt x="4572" y="2362200"/>
                  </a:lnTo>
                  <a:lnTo>
                    <a:pt x="10668" y="2366772"/>
                  </a:lnTo>
                  <a:lnTo>
                    <a:pt x="10668" y="2372868"/>
                  </a:lnTo>
                  <a:lnTo>
                    <a:pt x="3276600" y="2372868"/>
                  </a:lnTo>
                  <a:lnTo>
                    <a:pt x="3276600" y="2366772"/>
                  </a:lnTo>
                  <a:lnTo>
                    <a:pt x="3281172" y="2362200"/>
                  </a:lnTo>
                  <a:close/>
                </a:path>
                <a:path w="3287395" h="2372995">
                  <a:moveTo>
                    <a:pt x="10668" y="2372868"/>
                  </a:moveTo>
                  <a:lnTo>
                    <a:pt x="10668" y="2366772"/>
                  </a:lnTo>
                  <a:lnTo>
                    <a:pt x="4572" y="2362200"/>
                  </a:lnTo>
                  <a:lnTo>
                    <a:pt x="4572" y="2372868"/>
                  </a:lnTo>
                  <a:lnTo>
                    <a:pt x="10668" y="2372868"/>
                  </a:lnTo>
                  <a:close/>
                </a:path>
                <a:path w="3287395" h="2372995">
                  <a:moveTo>
                    <a:pt x="3281172" y="10668"/>
                  </a:moveTo>
                  <a:lnTo>
                    <a:pt x="3276600" y="4572"/>
                  </a:lnTo>
                  <a:lnTo>
                    <a:pt x="3276600" y="10668"/>
                  </a:lnTo>
                  <a:lnTo>
                    <a:pt x="3281172" y="10668"/>
                  </a:lnTo>
                  <a:close/>
                </a:path>
                <a:path w="3287395" h="2372995">
                  <a:moveTo>
                    <a:pt x="3281172" y="2362200"/>
                  </a:moveTo>
                  <a:lnTo>
                    <a:pt x="3281172" y="10668"/>
                  </a:lnTo>
                  <a:lnTo>
                    <a:pt x="3276600" y="10668"/>
                  </a:lnTo>
                  <a:lnTo>
                    <a:pt x="3276600" y="2362200"/>
                  </a:lnTo>
                  <a:lnTo>
                    <a:pt x="3281172" y="2362200"/>
                  </a:lnTo>
                  <a:close/>
                </a:path>
                <a:path w="3287395" h="2372995">
                  <a:moveTo>
                    <a:pt x="3281172" y="2372868"/>
                  </a:moveTo>
                  <a:lnTo>
                    <a:pt x="3281172" y="2362200"/>
                  </a:lnTo>
                  <a:lnTo>
                    <a:pt x="3276600" y="2366772"/>
                  </a:lnTo>
                  <a:lnTo>
                    <a:pt x="3276600" y="2372868"/>
                  </a:lnTo>
                  <a:lnTo>
                    <a:pt x="3281172" y="2372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96144" y="1182793"/>
            <a:ext cx="2444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Arial MT"/>
                <a:cs typeface="Arial MT"/>
              </a:rPr>
              <a:t>-</a:t>
            </a:r>
            <a:r>
              <a:rPr sz="1200" spc="-25" dirty="0">
                <a:latin typeface="Arial MT"/>
                <a:cs typeface="Arial MT"/>
              </a:rPr>
              <a:t>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77565" y="1182793"/>
            <a:ext cx="2444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latin typeface="Arial MT"/>
                <a:cs typeface="Arial MT"/>
              </a:rPr>
              <a:t>-24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5368" y="1100421"/>
            <a:ext cx="243395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65045" algn="l"/>
              </a:tabLst>
            </a:pPr>
            <a:r>
              <a:rPr sz="2050" spc="-50" dirty="0">
                <a:latin typeface="Courier New"/>
                <a:cs typeface="Courier New"/>
              </a:rPr>
              <a:t>ˆ</a:t>
            </a:r>
            <a:r>
              <a:rPr sz="2050" dirty="0">
                <a:latin typeface="Courier New"/>
                <a:cs typeface="Courier New"/>
              </a:rPr>
              <a:t>	</a:t>
            </a:r>
            <a:r>
              <a:rPr sz="2050" spc="-50" dirty="0">
                <a:latin typeface="Courier New"/>
                <a:cs typeface="Courier New"/>
              </a:rPr>
              <a:t>ˆ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8928" y="1073119"/>
            <a:ext cx="512191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ts val="1230"/>
              </a:lnSpc>
              <a:spcBef>
                <a:spcPts val="95"/>
              </a:spcBef>
            </a:pPr>
            <a:r>
              <a:rPr sz="1200" spc="-50" dirty="0">
                <a:latin typeface="Symbol"/>
                <a:cs typeface="Symbol"/>
              </a:rPr>
              <a:t>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ts val="2250"/>
              </a:lnSpc>
              <a:tabLst>
                <a:tab pos="2418715" algn="l"/>
                <a:tab pos="4698365" algn="l"/>
              </a:tabLst>
            </a:pPr>
            <a:r>
              <a:rPr sz="3075" baseline="2710" dirty="0">
                <a:latin typeface="Arial MT"/>
                <a:cs typeface="Arial MT"/>
              </a:rPr>
              <a:t>F</a:t>
            </a:r>
            <a:r>
              <a:rPr sz="1200" dirty="0">
                <a:latin typeface="Arial MT"/>
                <a:cs typeface="Arial MT"/>
              </a:rPr>
              <a:t>1,net</a:t>
            </a:r>
            <a:r>
              <a:rPr sz="1200" spc="100" dirty="0">
                <a:latin typeface="Arial MT"/>
                <a:cs typeface="Arial MT"/>
              </a:rPr>
              <a:t>  </a:t>
            </a:r>
            <a:r>
              <a:rPr sz="3075" baseline="2710" dirty="0">
                <a:latin typeface="Arial MT"/>
                <a:cs typeface="Arial MT"/>
              </a:rPr>
              <a:t>=</a:t>
            </a:r>
            <a:r>
              <a:rPr sz="3075" spc="-30" baseline="2710" dirty="0">
                <a:latin typeface="Arial MT"/>
                <a:cs typeface="Arial MT"/>
              </a:rPr>
              <a:t>  </a:t>
            </a:r>
            <a:r>
              <a:rPr sz="3075" baseline="2710" dirty="0">
                <a:latin typeface="Arial MT"/>
                <a:cs typeface="Arial MT"/>
              </a:rPr>
              <a:t>(-</a:t>
            </a:r>
            <a:r>
              <a:rPr sz="3075" spc="-52" baseline="2710" dirty="0">
                <a:latin typeface="Arial MT"/>
                <a:cs typeface="Arial MT"/>
              </a:rPr>
              <a:t> </a:t>
            </a:r>
            <a:r>
              <a:rPr sz="3075" spc="-15" baseline="2710" dirty="0">
                <a:latin typeface="Arial MT"/>
                <a:cs typeface="Arial MT"/>
              </a:rPr>
              <a:t>1.55x10</a:t>
            </a:r>
            <a:r>
              <a:rPr sz="3075" baseline="2710" dirty="0">
                <a:latin typeface="Arial MT"/>
                <a:cs typeface="Arial MT"/>
              </a:rPr>
              <a:t>	N)</a:t>
            </a:r>
            <a:r>
              <a:rPr sz="3075" spc="225" baseline="2710" dirty="0">
                <a:latin typeface="Arial MT"/>
                <a:cs typeface="Arial MT"/>
              </a:rPr>
              <a:t> </a:t>
            </a:r>
            <a:r>
              <a:rPr sz="3075" baseline="2710" dirty="0">
                <a:latin typeface="Arial MT"/>
                <a:cs typeface="Arial MT"/>
              </a:rPr>
              <a:t>i</a:t>
            </a:r>
            <a:r>
              <a:rPr sz="3075" spc="-22" baseline="2710" dirty="0">
                <a:latin typeface="Arial MT"/>
                <a:cs typeface="Arial MT"/>
              </a:rPr>
              <a:t> </a:t>
            </a:r>
            <a:r>
              <a:rPr sz="3075" baseline="2710" dirty="0">
                <a:latin typeface="Arial MT"/>
                <a:cs typeface="Arial MT"/>
              </a:rPr>
              <a:t>+</a:t>
            </a:r>
            <a:r>
              <a:rPr sz="3075" spc="-22" baseline="2710" dirty="0">
                <a:latin typeface="Arial MT"/>
                <a:cs typeface="Arial MT"/>
              </a:rPr>
              <a:t>  </a:t>
            </a:r>
            <a:r>
              <a:rPr sz="3075" spc="-15" baseline="2710" dirty="0">
                <a:latin typeface="Arial MT"/>
                <a:cs typeface="Arial MT"/>
              </a:rPr>
              <a:t>(1.775x10</a:t>
            </a:r>
            <a:r>
              <a:rPr sz="3075" baseline="2710" dirty="0">
                <a:latin typeface="Arial MT"/>
                <a:cs typeface="Arial MT"/>
              </a:rPr>
              <a:t>	N)</a:t>
            </a:r>
            <a:r>
              <a:rPr sz="3075" spc="30" baseline="2710" dirty="0">
                <a:latin typeface="Arial MT"/>
                <a:cs typeface="Arial MT"/>
              </a:rPr>
              <a:t> </a:t>
            </a:r>
            <a:r>
              <a:rPr sz="3075" spc="-75" baseline="2710" dirty="0">
                <a:latin typeface="Arial MT"/>
                <a:cs typeface="Arial MT"/>
              </a:rPr>
              <a:t>j</a:t>
            </a:r>
            <a:endParaRPr sz="3075" baseline="271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48957" y="1197876"/>
            <a:ext cx="1908175" cy="1440180"/>
          </a:xfrm>
          <a:custGeom>
            <a:avLst/>
            <a:gdLst/>
            <a:ahLst/>
            <a:cxnLst/>
            <a:rect l="l" t="t" r="r" b="b"/>
            <a:pathLst>
              <a:path w="1908175" h="1440180">
                <a:moveTo>
                  <a:pt x="1908048" y="1345692"/>
                </a:moveTo>
                <a:lnTo>
                  <a:pt x="1818132" y="1292352"/>
                </a:lnTo>
                <a:lnTo>
                  <a:pt x="1813560" y="1290828"/>
                </a:lnTo>
                <a:lnTo>
                  <a:pt x="1807464" y="1292352"/>
                </a:lnTo>
                <a:lnTo>
                  <a:pt x="1801368" y="1301496"/>
                </a:lnTo>
                <a:lnTo>
                  <a:pt x="1802892" y="1307592"/>
                </a:lnTo>
                <a:lnTo>
                  <a:pt x="1807464" y="1309116"/>
                </a:lnTo>
                <a:lnTo>
                  <a:pt x="1854758" y="1336548"/>
                </a:lnTo>
                <a:lnTo>
                  <a:pt x="595884" y="1336548"/>
                </a:lnTo>
                <a:lnTo>
                  <a:pt x="595884" y="51752"/>
                </a:lnTo>
                <a:lnTo>
                  <a:pt x="623316" y="99060"/>
                </a:lnTo>
                <a:lnTo>
                  <a:pt x="626364" y="103632"/>
                </a:lnTo>
                <a:lnTo>
                  <a:pt x="632460" y="105156"/>
                </a:lnTo>
                <a:lnTo>
                  <a:pt x="635508" y="102108"/>
                </a:lnTo>
                <a:lnTo>
                  <a:pt x="640080" y="100584"/>
                </a:lnTo>
                <a:lnTo>
                  <a:pt x="641604" y="94488"/>
                </a:lnTo>
                <a:lnTo>
                  <a:pt x="640080" y="89916"/>
                </a:lnTo>
                <a:lnTo>
                  <a:pt x="586740" y="0"/>
                </a:lnTo>
                <a:lnTo>
                  <a:pt x="534924" y="89916"/>
                </a:lnTo>
                <a:lnTo>
                  <a:pt x="531876" y="94488"/>
                </a:lnTo>
                <a:lnTo>
                  <a:pt x="533400" y="100584"/>
                </a:lnTo>
                <a:lnTo>
                  <a:pt x="537972" y="102108"/>
                </a:lnTo>
                <a:lnTo>
                  <a:pt x="542544" y="105156"/>
                </a:lnTo>
                <a:lnTo>
                  <a:pt x="548640" y="103632"/>
                </a:lnTo>
                <a:lnTo>
                  <a:pt x="550164" y="99060"/>
                </a:lnTo>
                <a:lnTo>
                  <a:pt x="577596" y="53340"/>
                </a:lnTo>
                <a:lnTo>
                  <a:pt x="577596" y="1336548"/>
                </a:lnTo>
                <a:lnTo>
                  <a:pt x="0" y="1336548"/>
                </a:lnTo>
                <a:lnTo>
                  <a:pt x="0" y="1354836"/>
                </a:lnTo>
                <a:lnTo>
                  <a:pt x="577596" y="1354836"/>
                </a:lnTo>
                <a:lnTo>
                  <a:pt x="577596" y="1440180"/>
                </a:lnTo>
                <a:lnTo>
                  <a:pt x="595884" y="1440180"/>
                </a:lnTo>
                <a:lnTo>
                  <a:pt x="595884" y="1354836"/>
                </a:lnTo>
                <a:lnTo>
                  <a:pt x="1854758" y="1354836"/>
                </a:lnTo>
                <a:lnTo>
                  <a:pt x="1807464" y="1382268"/>
                </a:lnTo>
                <a:lnTo>
                  <a:pt x="1802892" y="1385316"/>
                </a:lnTo>
                <a:lnTo>
                  <a:pt x="1801368" y="1389888"/>
                </a:lnTo>
                <a:lnTo>
                  <a:pt x="1807464" y="1399032"/>
                </a:lnTo>
                <a:lnTo>
                  <a:pt x="1813560" y="1400556"/>
                </a:lnTo>
                <a:lnTo>
                  <a:pt x="1818132" y="1399032"/>
                </a:lnTo>
                <a:lnTo>
                  <a:pt x="1888236" y="1357439"/>
                </a:lnTo>
                <a:lnTo>
                  <a:pt x="1908048" y="1345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86103" y="2407273"/>
            <a:ext cx="42418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99026" y="2517862"/>
            <a:ext cx="934719" cy="256540"/>
          </a:xfrm>
          <a:custGeom>
            <a:avLst/>
            <a:gdLst/>
            <a:ahLst/>
            <a:cxnLst/>
            <a:rect l="l" t="t" r="r" b="b"/>
            <a:pathLst>
              <a:path w="934720" h="256539">
                <a:moveTo>
                  <a:pt x="255817" y="24193"/>
                </a:moveTo>
                <a:lnTo>
                  <a:pt x="251460" y="13501"/>
                </a:lnTo>
                <a:lnTo>
                  <a:pt x="244006" y="5000"/>
                </a:lnTo>
                <a:lnTo>
                  <a:pt x="234124" y="357"/>
                </a:lnTo>
                <a:lnTo>
                  <a:pt x="225790" y="79"/>
                </a:lnTo>
                <a:lnTo>
                  <a:pt x="223385" y="0"/>
                </a:lnTo>
                <a:lnTo>
                  <a:pt x="213360" y="4357"/>
                </a:lnTo>
                <a:lnTo>
                  <a:pt x="0" y="130849"/>
                </a:lnTo>
                <a:lnTo>
                  <a:pt x="56388" y="162842"/>
                </a:lnTo>
                <a:lnTo>
                  <a:pt x="56388" y="101893"/>
                </a:lnTo>
                <a:lnTo>
                  <a:pt x="162460" y="100788"/>
                </a:lnTo>
                <a:lnTo>
                  <a:pt x="162643" y="100786"/>
                </a:lnTo>
                <a:lnTo>
                  <a:pt x="242316" y="53125"/>
                </a:lnTo>
                <a:lnTo>
                  <a:pt x="250817" y="45005"/>
                </a:lnTo>
                <a:lnTo>
                  <a:pt x="255460" y="35028"/>
                </a:lnTo>
                <a:lnTo>
                  <a:pt x="255817" y="24193"/>
                </a:lnTo>
                <a:close/>
              </a:path>
              <a:path w="934720" h="256539">
                <a:moveTo>
                  <a:pt x="162460" y="100896"/>
                </a:moveTo>
                <a:lnTo>
                  <a:pt x="114486" y="101288"/>
                </a:lnTo>
                <a:lnTo>
                  <a:pt x="57912" y="101877"/>
                </a:lnTo>
                <a:lnTo>
                  <a:pt x="56388" y="101893"/>
                </a:lnTo>
                <a:lnTo>
                  <a:pt x="57912" y="158281"/>
                </a:lnTo>
                <a:lnTo>
                  <a:pt x="71628" y="158138"/>
                </a:lnTo>
                <a:lnTo>
                  <a:pt x="71628" y="104941"/>
                </a:lnTo>
                <a:lnTo>
                  <a:pt x="114486" y="129594"/>
                </a:lnTo>
                <a:lnTo>
                  <a:pt x="162460" y="100896"/>
                </a:lnTo>
                <a:close/>
              </a:path>
              <a:path w="934720" h="256539">
                <a:moveTo>
                  <a:pt x="257984" y="231433"/>
                </a:moveTo>
                <a:lnTo>
                  <a:pt x="257175" y="220765"/>
                </a:lnTo>
                <a:lnTo>
                  <a:pt x="252364" y="211240"/>
                </a:lnTo>
                <a:lnTo>
                  <a:pt x="243840" y="204001"/>
                </a:lnTo>
                <a:lnTo>
                  <a:pt x="162643" y="157295"/>
                </a:lnTo>
                <a:lnTo>
                  <a:pt x="162460" y="157190"/>
                </a:lnTo>
                <a:lnTo>
                  <a:pt x="57912" y="158281"/>
                </a:lnTo>
                <a:lnTo>
                  <a:pt x="56388" y="101893"/>
                </a:lnTo>
                <a:lnTo>
                  <a:pt x="56388" y="162842"/>
                </a:lnTo>
                <a:lnTo>
                  <a:pt x="214884" y="252769"/>
                </a:lnTo>
                <a:lnTo>
                  <a:pt x="225790" y="256246"/>
                </a:lnTo>
                <a:lnTo>
                  <a:pt x="236982" y="255436"/>
                </a:lnTo>
                <a:lnTo>
                  <a:pt x="247030" y="250626"/>
                </a:lnTo>
                <a:lnTo>
                  <a:pt x="254508" y="242101"/>
                </a:lnTo>
                <a:lnTo>
                  <a:pt x="257984" y="231433"/>
                </a:lnTo>
                <a:close/>
              </a:path>
              <a:path w="934720" h="256539">
                <a:moveTo>
                  <a:pt x="114486" y="129594"/>
                </a:moveTo>
                <a:lnTo>
                  <a:pt x="71628" y="104941"/>
                </a:lnTo>
                <a:lnTo>
                  <a:pt x="71628" y="155233"/>
                </a:lnTo>
                <a:lnTo>
                  <a:pt x="114486" y="129594"/>
                </a:lnTo>
                <a:close/>
              </a:path>
              <a:path w="934720" h="256539">
                <a:moveTo>
                  <a:pt x="162460" y="157190"/>
                </a:moveTo>
                <a:lnTo>
                  <a:pt x="114486" y="129594"/>
                </a:lnTo>
                <a:lnTo>
                  <a:pt x="71628" y="155233"/>
                </a:lnTo>
                <a:lnTo>
                  <a:pt x="71628" y="158138"/>
                </a:lnTo>
                <a:lnTo>
                  <a:pt x="162460" y="157190"/>
                </a:lnTo>
                <a:close/>
              </a:path>
              <a:path w="934720" h="256539">
                <a:moveTo>
                  <a:pt x="934212" y="149137"/>
                </a:moveTo>
                <a:lnTo>
                  <a:pt x="934212" y="92749"/>
                </a:lnTo>
                <a:lnTo>
                  <a:pt x="162643" y="100786"/>
                </a:lnTo>
                <a:lnTo>
                  <a:pt x="114486" y="129594"/>
                </a:lnTo>
                <a:lnTo>
                  <a:pt x="162460" y="157190"/>
                </a:lnTo>
                <a:lnTo>
                  <a:pt x="934212" y="14913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65214" y="2386583"/>
            <a:ext cx="466725" cy="457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07330" y="1629155"/>
            <a:ext cx="603885" cy="1024255"/>
          </a:xfrm>
          <a:custGeom>
            <a:avLst/>
            <a:gdLst/>
            <a:ahLst/>
            <a:cxnLst/>
            <a:rect l="l" t="t" r="r" b="b"/>
            <a:pathLst>
              <a:path w="603884" h="1024255">
                <a:moveTo>
                  <a:pt x="546409" y="155921"/>
                </a:moveTo>
                <a:lnTo>
                  <a:pt x="545975" y="99001"/>
                </a:lnTo>
                <a:lnTo>
                  <a:pt x="495509" y="128030"/>
                </a:lnTo>
                <a:lnTo>
                  <a:pt x="0" y="995172"/>
                </a:lnTo>
                <a:lnTo>
                  <a:pt x="50292" y="1024128"/>
                </a:lnTo>
                <a:lnTo>
                  <a:pt x="546409" y="155921"/>
                </a:lnTo>
                <a:close/>
              </a:path>
              <a:path w="603884" h="1024255">
                <a:moveTo>
                  <a:pt x="603504" y="246888"/>
                </a:moveTo>
                <a:lnTo>
                  <a:pt x="601980" y="0"/>
                </a:lnTo>
                <a:lnTo>
                  <a:pt x="387096" y="123444"/>
                </a:lnTo>
                <a:lnTo>
                  <a:pt x="372951" y="152161"/>
                </a:lnTo>
                <a:lnTo>
                  <a:pt x="376428" y="163068"/>
                </a:lnTo>
                <a:lnTo>
                  <a:pt x="416052" y="173736"/>
                </a:lnTo>
                <a:lnTo>
                  <a:pt x="495509" y="128030"/>
                </a:lnTo>
                <a:lnTo>
                  <a:pt x="548640" y="35052"/>
                </a:lnTo>
                <a:lnTo>
                  <a:pt x="598932" y="64008"/>
                </a:lnTo>
                <a:lnTo>
                  <a:pt x="598932" y="263234"/>
                </a:lnTo>
                <a:lnTo>
                  <a:pt x="601980" y="258521"/>
                </a:lnTo>
                <a:lnTo>
                  <a:pt x="601980" y="258668"/>
                </a:lnTo>
                <a:lnTo>
                  <a:pt x="603504" y="246888"/>
                </a:lnTo>
                <a:close/>
              </a:path>
              <a:path w="603884" h="1024255">
                <a:moveTo>
                  <a:pt x="598932" y="64008"/>
                </a:moveTo>
                <a:lnTo>
                  <a:pt x="548640" y="35052"/>
                </a:lnTo>
                <a:lnTo>
                  <a:pt x="495509" y="128030"/>
                </a:lnTo>
                <a:lnTo>
                  <a:pt x="545592" y="99221"/>
                </a:lnTo>
                <a:lnTo>
                  <a:pt x="545592" y="48768"/>
                </a:lnTo>
                <a:lnTo>
                  <a:pt x="588264" y="74676"/>
                </a:lnTo>
                <a:lnTo>
                  <a:pt x="588264" y="82677"/>
                </a:lnTo>
                <a:lnTo>
                  <a:pt x="598932" y="64008"/>
                </a:lnTo>
                <a:close/>
              </a:path>
              <a:path w="603884" h="1024255">
                <a:moveTo>
                  <a:pt x="588264" y="74676"/>
                </a:moveTo>
                <a:lnTo>
                  <a:pt x="545592" y="48768"/>
                </a:lnTo>
                <a:lnTo>
                  <a:pt x="545975" y="99001"/>
                </a:lnTo>
                <a:lnTo>
                  <a:pt x="588264" y="74676"/>
                </a:lnTo>
                <a:close/>
              </a:path>
              <a:path w="603884" h="1024255">
                <a:moveTo>
                  <a:pt x="545975" y="99001"/>
                </a:moveTo>
                <a:lnTo>
                  <a:pt x="545592" y="48768"/>
                </a:lnTo>
                <a:lnTo>
                  <a:pt x="545592" y="99221"/>
                </a:lnTo>
                <a:lnTo>
                  <a:pt x="545975" y="99001"/>
                </a:lnTo>
                <a:close/>
              </a:path>
              <a:path w="603884" h="1024255">
                <a:moveTo>
                  <a:pt x="588264" y="82677"/>
                </a:moveTo>
                <a:lnTo>
                  <a:pt x="588264" y="74676"/>
                </a:lnTo>
                <a:lnTo>
                  <a:pt x="545975" y="99001"/>
                </a:lnTo>
                <a:lnTo>
                  <a:pt x="546409" y="155921"/>
                </a:lnTo>
                <a:lnTo>
                  <a:pt x="588264" y="82677"/>
                </a:lnTo>
                <a:close/>
              </a:path>
              <a:path w="603884" h="1024255">
                <a:moveTo>
                  <a:pt x="598932" y="263234"/>
                </a:moveTo>
                <a:lnTo>
                  <a:pt x="598932" y="64008"/>
                </a:lnTo>
                <a:lnTo>
                  <a:pt x="546409" y="155921"/>
                </a:lnTo>
                <a:lnTo>
                  <a:pt x="547116" y="248412"/>
                </a:lnTo>
                <a:lnTo>
                  <a:pt x="576072" y="275844"/>
                </a:lnTo>
                <a:lnTo>
                  <a:pt x="587001" y="273677"/>
                </a:lnTo>
                <a:lnTo>
                  <a:pt x="596074" y="267652"/>
                </a:lnTo>
                <a:lnTo>
                  <a:pt x="598932" y="263234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465194" y="1343522"/>
            <a:ext cx="422909" cy="546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5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5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14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53405" y="806195"/>
            <a:ext cx="466725" cy="4635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spc="-50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15890" y="2229611"/>
            <a:ext cx="554990" cy="399415"/>
          </a:xfrm>
          <a:custGeom>
            <a:avLst/>
            <a:gdLst/>
            <a:ahLst/>
            <a:cxnLst/>
            <a:rect l="l" t="t" r="r" b="b"/>
            <a:pathLst>
              <a:path w="554990" h="399414">
                <a:moveTo>
                  <a:pt x="554735" y="399287"/>
                </a:moveTo>
                <a:lnTo>
                  <a:pt x="554735" y="379475"/>
                </a:lnTo>
                <a:lnTo>
                  <a:pt x="553211" y="358139"/>
                </a:lnTo>
                <a:lnTo>
                  <a:pt x="545591" y="318515"/>
                </a:lnTo>
                <a:lnTo>
                  <a:pt x="534923" y="280415"/>
                </a:lnTo>
                <a:lnTo>
                  <a:pt x="521207" y="243839"/>
                </a:lnTo>
                <a:lnTo>
                  <a:pt x="502919" y="208787"/>
                </a:lnTo>
                <a:lnTo>
                  <a:pt x="480059" y="175259"/>
                </a:lnTo>
                <a:lnTo>
                  <a:pt x="455675" y="144779"/>
                </a:lnTo>
                <a:lnTo>
                  <a:pt x="411479" y="103631"/>
                </a:lnTo>
                <a:lnTo>
                  <a:pt x="379475" y="79247"/>
                </a:lnTo>
                <a:lnTo>
                  <a:pt x="326135" y="47243"/>
                </a:lnTo>
                <a:lnTo>
                  <a:pt x="307847" y="39623"/>
                </a:lnTo>
                <a:lnTo>
                  <a:pt x="288035" y="30479"/>
                </a:lnTo>
                <a:lnTo>
                  <a:pt x="248411" y="18287"/>
                </a:lnTo>
                <a:lnTo>
                  <a:pt x="205739" y="7619"/>
                </a:lnTo>
                <a:lnTo>
                  <a:pt x="163067" y="1523"/>
                </a:lnTo>
                <a:lnTo>
                  <a:pt x="140207" y="0"/>
                </a:lnTo>
                <a:lnTo>
                  <a:pt x="88391" y="0"/>
                </a:lnTo>
                <a:lnTo>
                  <a:pt x="57911" y="3047"/>
                </a:lnTo>
                <a:lnTo>
                  <a:pt x="28955" y="7619"/>
                </a:lnTo>
                <a:lnTo>
                  <a:pt x="0" y="15239"/>
                </a:lnTo>
                <a:lnTo>
                  <a:pt x="1523" y="24383"/>
                </a:lnTo>
                <a:lnTo>
                  <a:pt x="30479" y="16763"/>
                </a:lnTo>
                <a:lnTo>
                  <a:pt x="59435" y="12191"/>
                </a:lnTo>
                <a:lnTo>
                  <a:pt x="88391" y="10667"/>
                </a:lnTo>
                <a:lnTo>
                  <a:pt x="118871" y="9143"/>
                </a:lnTo>
                <a:lnTo>
                  <a:pt x="140207" y="9143"/>
                </a:lnTo>
                <a:lnTo>
                  <a:pt x="204215" y="16763"/>
                </a:lnTo>
                <a:lnTo>
                  <a:pt x="284987" y="39623"/>
                </a:lnTo>
                <a:lnTo>
                  <a:pt x="339851" y="65531"/>
                </a:lnTo>
                <a:lnTo>
                  <a:pt x="373379" y="86867"/>
                </a:lnTo>
                <a:lnTo>
                  <a:pt x="420623" y="123443"/>
                </a:lnTo>
                <a:lnTo>
                  <a:pt x="448055" y="150875"/>
                </a:lnTo>
                <a:lnTo>
                  <a:pt x="472439" y="181355"/>
                </a:lnTo>
                <a:lnTo>
                  <a:pt x="483107" y="198119"/>
                </a:lnTo>
                <a:lnTo>
                  <a:pt x="493775" y="213359"/>
                </a:lnTo>
                <a:lnTo>
                  <a:pt x="512063" y="248411"/>
                </a:lnTo>
                <a:lnTo>
                  <a:pt x="531875" y="301751"/>
                </a:lnTo>
                <a:lnTo>
                  <a:pt x="536447" y="321563"/>
                </a:lnTo>
                <a:lnTo>
                  <a:pt x="541019" y="339851"/>
                </a:lnTo>
                <a:lnTo>
                  <a:pt x="544067" y="359663"/>
                </a:lnTo>
                <a:lnTo>
                  <a:pt x="545591" y="379475"/>
                </a:lnTo>
                <a:lnTo>
                  <a:pt x="545591" y="399287"/>
                </a:lnTo>
                <a:lnTo>
                  <a:pt x="554735" y="399287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169538" y="2008123"/>
            <a:ext cx="184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Symbol"/>
                <a:cs typeface="Symbol"/>
              </a:rPr>
              <a:t>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55190" y="1621536"/>
            <a:ext cx="405765" cy="1016635"/>
          </a:xfrm>
          <a:custGeom>
            <a:avLst/>
            <a:gdLst/>
            <a:ahLst/>
            <a:cxnLst/>
            <a:rect l="l" t="t" r="r" b="b"/>
            <a:pathLst>
              <a:path w="405765" h="1016635">
                <a:moveTo>
                  <a:pt x="247173" y="184594"/>
                </a:moveTo>
                <a:lnTo>
                  <a:pt x="244721" y="173807"/>
                </a:lnTo>
                <a:lnTo>
                  <a:pt x="237839" y="164592"/>
                </a:lnTo>
                <a:lnTo>
                  <a:pt x="53435" y="0"/>
                </a:lnTo>
                <a:lnTo>
                  <a:pt x="0" y="241221"/>
                </a:lnTo>
                <a:lnTo>
                  <a:pt x="0" y="252055"/>
                </a:lnTo>
                <a:lnTo>
                  <a:pt x="3905" y="262318"/>
                </a:lnTo>
                <a:lnTo>
                  <a:pt x="11239" y="270581"/>
                </a:lnTo>
                <a:lnTo>
                  <a:pt x="21431" y="275844"/>
                </a:lnTo>
                <a:lnTo>
                  <a:pt x="33551" y="275915"/>
                </a:lnTo>
                <a:lnTo>
                  <a:pt x="44100" y="271843"/>
                </a:lnTo>
                <a:lnTo>
                  <a:pt x="44291" y="271657"/>
                </a:lnTo>
                <a:lnTo>
                  <a:pt x="44291" y="62484"/>
                </a:lnTo>
                <a:lnTo>
                  <a:pt x="97631" y="44196"/>
                </a:lnTo>
                <a:lnTo>
                  <a:pt x="130021" y="144733"/>
                </a:lnTo>
                <a:lnTo>
                  <a:pt x="199739" y="207264"/>
                </a:lnTo>
                <a:lnTo>
                  <a:pt x="209573" y="213026"/>
                </a:lnTo>
                <a:lnTo>
                  <a:pt x="220122" y="214503"/>
                </a:lnTo>
                <a:lnTo>
                  <a:pt x="230385" y="211978"/>
                </a:lnTo>
                <a:lnTo>
                  <a:pt x="239363" y="205740"/>
                </a:lnTo>
                <a:lnTo>
                  <a:pt x="245340" y="195667"/>
                </a:lnTo>
                <a:lnTo>
                  <a:pt x="247173" y="184594"/>
                </a:lnTo>
                <a:close/>
              </a:path>
              <a:path w="405765" h="1016635">
                <a:moveTo>
                  <a:pt x="130021" y="144733"/>
                </a:moveTo>
                <a:lnTo>
                  <a:pt x="97631" y="44196"/>
                </a:lnTo>
                <a:lnTo>
                  <a:pt x="44291" y="62484"/>
                </a:lnTo>
                <a:lnTo>
                  <a:pt x="51911" y="86215"/>
                </a:lnTo>
                <a:lnTo>
                  <a:pt x="51911" y="74676"/>
                </a:lnTo>
                <a:lnTo>
                  <a:pt x="99155" y="59436"/>
                </a:lnTo>
                <a:lnTo>
                  <a:pt x="99155" y="117049"/>
                </a:lnTo>
                <a:lnTo>
                  <a:pt x="130021" y="144733"/>
                </a:lnTo>
                <a:close/>
              </a:path>
              <a:path w="405765" h="1016635">
                <a:moveTo>
                  <a:pt x="76421" y="162550"/>
                </a:moveTo>
                <a:lnTo>
                  <a:pt x="44291" y="62484"/>
                </a:lnTo>
                <a:lnTo>
                  <a:pt x="44291" y="271657"/>
                </a:lnTo>
                <a:lnTo>
                  <a:pt x="52077" y="264056"/>
                </a:lnTo>
                <a:lnTo>
                  <a:pt x="56483" y="252984"/>
                </a:lnTo>
                <a:lnTo>
                  <a:pt x="76421" y="162550"/>
                </a:lnTo>
                <a:close/>
              </a:path>
              <a:path w="405765" h="1016635">
                <a:moveTo>
                  <a:pt x="99155" y="59436"/>
                </a:moveTo>
                <a:lnTo>
                  <a:pt x="52077" y="74622"/>
                </a:lnTo>
                <a:lnTo>
                  <a:pt x="51911" y="74676"/>
                </a:lnTo>
                <a:lnTo>
                  <a:pt x="88550" y="107537"/>
                </a:lnTo>
                <a:lnTo>
                  <a:pt x="99155" y="59436"/>
                </a:lnTo>
                <a:close/>
              </a:path>
              <a:path w="405765" h="1016635">
                <a:moveTo>
                  <a:pt x="88550" y="107537"/>
                </a:moveTo>
                <a:lnTo>
                  <a:pt x="51911" y="74676"/>
                </a:lnTo>
                <a:lnTo>
                  <a:pt x="51911" y="86215"/>
                </a:lnTo>
                <a:lnTo>
                  <a:pt x="76421" y="162550"/>
                </a:lnTo>
                <a:lnTo>
                  <a:pt x="88550" y="107537"/>
                </a:lnTo>
                <a:close/>
              </a:path>
              <a:path w="405765" h="1016635">
                <a:moveTo>
                  <a:pt x="405479" y="999744"/>
                </a:moveTo>
                <a:lnTo>
                  <a:pt x="130021" y="144733"/>
                </a:lnTo>
                <a:lnTo>
                  <a:pt x="88550" y="107537"/>
                </a:lnTo>
                <a:lnTo>
                  <a:pt x="76421" y="162550"/>
                </a:lnTo>
                <a:lnTo>
                  <a:pt x="350615" y="1016508"/>
                </a:lnTo>
                <a:lnTo>
                  <a:pt x="405479" y="999744"/>
                </a:lnTo>
                <a:close/>
              </a:path>
              <a:path w="405765" h="1016635">
                <a:moveTo>
                  <a:pt x="99155" y="117049"/>
                </a:moveTo>
                <a:lnTo>
                  <a:pt x="99155" y="59436"/>
                </a:lnTo>
                <a:lnTo>
                  <a:pt x="88550" y="107537"/>
                </a:lnTo>
                <a:lnTo>
                  <a:pt x="99155" y="117049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66162" y="1257232"/>
            <a:ext cx="704215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600" b="1" spc="-75" baseline="2314" dirty="0">
                <a:latin typeface="Arial"/>
                <a:cs typeface="Arial"/>
              </a:rPr>
              <a:t>F</a:t>
            </a:r>
            <a:r>
              <a:rPr sz="1400" spc="-50" dirty="0">
                <a:latin typeface="Courier New"/>
                <a:cs typeface="Courier New"/>
              </a:rPr>
              <a:t>1,</a:t>
            </a:r>
            <a:r>
              <a:rPr sz="1400" i="1" spc="-50" dirty="0">
                <a:latin typeface="Courier New"/>
                <a:cs typeface="Courier New"/>
              </a:rPr>
              <a:t>net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8354" y="1107302"/>
            <a:ext cx="2019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3312" y="1529587"/>
            <a:ext cx="52552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Express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terms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magnitude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angle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positive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x-</a:t>
            </a:r>
            <a:r>
              <a:rPr sz="2000" spc="-20" dirty="0">
                <a:latin typeface="Arial MT"/>
                <a:cs typeface="Arial MT"/>
              </a:rPr>
              <a:t>axis.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07925" y="3118103"/>
            <a:ext cx="1760220" cy="401955"/>
            <a:chOff x="1907925" y="3118103"/>
            <a:chExt cx="1760220" cy="401955"/>
          </a:xfrm>
        </p:grpSpPr>
        <p:sp>
          <p:nvSpPr>
            <p:cNvPr id="25" name="object 25"/>
            <p:cNvSpPr/>
            <p:nvPr/>
          </p:nvSpPr>
          <p:spPr>
            <a:xfrm>
              <a:off x="1909449" y="3124199"/>
              <a:ext cx="1757680" cy="394970"/>
            </a:xfrm>
            <a:custGeom>
              <a:avLst/>
              <a:gdLst/>
              <a:ahLst/>
              <a:cxnLst/>
              <a:rect l="l" t="t" r="r" b="b"/>
              <a:pathLst>
                <a:path w="1757679" h="394970">
                  <a:moveTo>
                    <a:pt x="0" y="265175"/>
                  </a:moveTo>
                  <a:lnTo>
                    <a:pt x="25907" y="243839"/>
                  </a:lnTo>
                </a:path>
                <a:path w="1757679" h="394970">
                  <a:moveTo>
                    <a:pt x="25907" y="243839"/>
                  </a:moveTo>
                  <a:lnTo>
                    <a:pt x="88391" y="394715"/>
                  </a:lnTo>
                </a:path>
                <a:path w="1757679" h="394970">
                  <a:moveTo>
                    <a:pt x="88391" y="394715"/>
                  </a:moveTo>
                  <a:lnTo>
                    <a:pt x="158495" y="0"/>
                  </a:lnTo>
                </a:path>
                <a:path w="1757679" h="394970">
                  <a:moveTo>
                    <a:pt x="158495" y="0"/>
                  </a:moveTo>
                  <a:lnTo>
                    <a:pt x="17571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07925" y="3118103"/>
              <a:ext cx="1758950" cy="401320"/>
            </a:xfrm>
            <a:custGeom>
              <a:avLst/>
              <a:gdLst/>
              <a:ahLst/>
              <a:cxnLst/>
              <a:rect l="l" t="t" r="r" b="b"/>
              <a:pathLst>
                <a:path w="1758950" h="401320">
                  <a:moveTo>
                    <a:pt x="1758695" y="12191"/>
                  </a:moveTo>
                  <a:lnTo>
                    <a:pt x="1758695" y="0"/>
                  </a:lnTo>
                  <a:lnTo>
                    <a:pt x="153923" y="0"/>
                  </a:lnTo>
                  <a:lnTo>
                    <a:pt x="89915" y="365759"/>
                  </a:lnTo>
                  <a:lnTo>
                    <a:pt x="35051" y="240791"/>
                  </a:lnTo>
                  <a:lnTo>
                    <a:pt x="0" y="268223"/>
                  </a:lnTo>
                  <a:lnTo>
                    <a:pt x="4571" y="274319"/>
                  </a:lnTo>
                  <a:lnTo>
                    <a:pt x="21335" y="260603"/>
                  </a:lnTo>
                  <a:lnTo>
                    <a:pt x="83819" y="400811"/>
                  </a:lnTo>
                  <a:lnTo>
                    <a:pt x="97535" y="400811"/>
                  </a:lnTo>
                  <a:lnTo>
                    <a:pt x="164591" y="12191"/>
                  </a:lnTo>
                  <a:lnTo>
                    <a:pt x="1758695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168026" y="3300224"/>
            <a:ext cx="48387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-10" dirty="0">
                <a:latin typeface="Arial MT"/>
                <a:cs typeface="Arial MT"/>
              </a:rPr>
              <a:t>1,net,x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54050" y="3300224"/>
            <a:ext cx="48387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-10" dirty="0">
                <a:latin typeface="Arial MT"/>
                <a:cs typeface="Arial MT"/>
              </a:rPr>
              <a:t>1,net,y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9832" y="3192270"/>
            <a:ext cx="715645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3000" spc="-67" baseline="13888" dirty="0">
                <a:latin typeface="Arial MT"/>
                <a:cs typeface="Arial MT"/>
              </a:rPr>
              <a:t>F</a:t>
            </a:r>
            <a:r>
              <a:rPr sz="1150" spc="-45" dirty="0">
                <a:latin typeface="Arial MT"/>
                <a:cs typeface="Arial MT"/>
              </a:rPr>
              <a:t>1,net</a:t>
            </a:r>
            <a:r>
              <a:rPr sz="1150" spc="-35" dirty="0">
                <a:latin typeface="Arial MT"/>
                <a:cs typeface="Arial MT"/>
              </a:rPr>
              <a:t> </a:t>
            </a:r>
            <a:r>
              <a:rPr sz="3000" spc="-75" baseline="13888" dirty="0">
                <a:latin typeface="Arial MT"/>
                <a:cs typeface="Arial MT"/>
              </a:rPr>
              <a:t>=</a:t>
            </a:r>
            <a:endParaRPr sz="3000" baseline="13888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25272" y="3012438"/>
            <a:ext cx="321945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3000" spc="-37" baseline="-25000" dirty="0">
                <a:latin typeface="Arial MT"/>
                <a:cs typeface="Arial MT"/>
              </a:rPr>
              <a:t>F</a:t>
            </a:r>
            <a:r>
              <a:rPr sz="1150" spc="-25" dirty="0">
                <a:latin typeface="Arial MT"/>
                <a:cs typeface="Arial MT"/>
              </a:rPr>
              <a:t>2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55276" y="3128262"/>
            <a:ext cx="577850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000" dirty="0">
                <a:latin typeface="Symbol"/>
                <a:cs typeface="Symbol"/>
              </a:rPr>
              <a:t>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 MT"/>
                <a:cs typeface="Arial MT"/>
              </a:rPr>
              <a:t>F</a:t>
            </a:r>
            <a:r>
              <a:rPr sz="1725" spc="-37" baseline="43478" dirty="0">
                <a:latin typeface="Arial MT"/>
                <a:cs typeface="Arial MT"/>
              </a:rPr>
              <a:t>2</a:t>
            </a:r>
            <a:endParaRPr sz="1725" baseline="43478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38256" y="3138930"/>
            <a:ext cx="174942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Arial MT"/>
                <a:cs typeface="Arial MT"/>
              </a:rPr>
              <a:t>=</a:t>
            </a:r>
            <a:r>
              <a:rPr sz="2050" spc="2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1.78x10</a:t>
            </a:r>
            <a:r>
              <a:rPr sz="1800" spc="-15" baseline="41666" dirty="0">
                <a:latin typeface="Arial MT"/>
                <a:cs typeface="Arial MT"/>
              </a:rPr>
              <a:t>-</a:t>
            </a:r>
            <a:r>
              <a:rPr sz="1800" baseline="41666" dirty="0">
                <a:latin typeface="Arial MT"/>
                <a:cs typeface="Arial MT"/>
              </a:rPr>
              <a:t>24</a:t>
            </a:r>
            <a:r>
              <a:rPr sz="1800" spc="172" baseline="41666" dirty="0">
                <a:latin typeface="Arial MT"/>
                <a:cs typeface="Arial MT"/>
              </a:rPr>
              <a:t>  </a:t>
            </a:r>
            <a:r>
              <a:rPr sz="2050" spc="-50" dirty="0">
                <a:latin typeface="Arial MT"/>
                <a:cs typeface="Arial MT"/>
              </a:rPr>
              <a:t>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43790" y="4331207"/>
            <a:ext cx="619125" cy="0"/>
          </a:xfrm>
          <a:custGeom>
            <a:avLst/>
            <a:gdLst/>
            <a:ahLst/>
            <a:cxnLst/>
            <a:rect l="l" t="t" r="r" b="b"/>
            <a:pathLst>
              <a:path w="619125">
                <a:moveTo>
                  <a:pt x="0" y="0"/>
                </a:moveTo>
                <a:lnTo>
                  <a:pt x="618743" y="0"/>
                </a:lnTo>
              </a:path>
            </a:pathLst>
          </a:custGeom>
          <a:ln w="107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307220" y="3994054"/>
            <a:ext cx="65214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spc="-15" baseline="13888" dirty="0">
                <a:latin typeface="Arial MT"/>
                <a:cs typeface="Arial MT"/>
              </a:rPr>
              <a:t>F</a:t>
            </a:r>
            <a:r>
              <a:rPr sz="1200" spc="-10" dirty="0">
                <a:latin typeface="Arial MT"/>
                <a:cs typeface="Arial MT"/>
              </a:rPr>
              <a:t>1,net,y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07220" y="4391818"/>
            <a:ext cx="65214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spc="-15" baseline="13888" dirty="0">
                <a:latin typeface="Arial MT"/>
                <a:cs typeface="Arial MT"/>
              </a:rPr>
              <a:t>F</a:t>
            </a:r>
            <a:r>
              <a:rPr sz="1200" spc="-10" dirty="0">
                <a:latin typeface="Arial MT"/>
                <a:cs typeface="Arial MT"/>
              </a:rPr>
              <a:t>1,net,x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80982" y="4125118"/>
            <a:ext cx="110172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Symbol"/>
                <a:cs typeface="Symbol"/>
              </a:rPr>
              <a:t>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tan</a:t>
            </a:r>
            <a:r>
              <a:rPr sz="1800" baseline="41666" dirty="0">
                <a:latin typeface="Arial MT"/>
                <a:cs typeface="Arial MT"/>
              </a:rPr>
              <a:t>-1</a:t>
            </a:r>
            <a:r>
              <a:rPr sz="1800" spc="592" baseline="41666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(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6820" y="438403"/>
            <a:ext cx="2719070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043312" y="2660394"/>
            <a:ext cx="94424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4817" y="4795518"/>
            <a:ext cx="43307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447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calculator.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Wrong</a:t>
            </a:r>
            <a:r>
              <a:rPr sz="1800" spc="-6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answer.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vector</a:t>
            </a: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second</a:t>
            </a:r>
            <a:r>
              <a:rPr sz="1800" spc="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quadrant.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When</a:t>
            </a:r>
            <a:r>
              <a:rPr sz="1800" spc="-2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you</a:t>
            </a:r>
            <a:r>
              <a:rPr sz="1800" spc="1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find</a:t>
            </a:r>
            <a:r>
              <a:rPr sz="1800" spc="-2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an</a:t>
            </a:r>
            <a:r>
              <a:rPr sz="1800" spc="-2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angle from</a:t>
            </a:r>
            <a:r>
              <a:rPr sz="1800" spc="-3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an</a:t>
            </a:r>
            <a:r>
              <a:rPr sz="1800" spc="-10" dirty="0">
                <a:solidFill>
                  <a:srgbClr val="009900"/>
                </a:solidFill>
                <a:latin typeface="Arial MT"/>
                <a:cs typeface="Arial MT"/>
              </a:rPr>
              <a:t> inverse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trigonometric</a:t>
            </a:r>
            <a:r>
              <a:rPr sz="1800" spc="-2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function,</a:t>
            </a:r>
            <a:r>
              <a:rPr sz="1800" spc="-1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check</a:t>
            </a:r>
            <a:r>
              <a:rPr sz="1800" spc="-3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validity</a:t>
            </a:r>
            <a:r>
              <a:rPr sz="1800" spc="-1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9900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009900"/>
                </a:solidFill>
                <a:latin typeface="Arial MT"/>
                <a:cs typeface="Arial MT"/>
              </a:rPr>
              <a:t>your</a:t>
            </a:r>
            <a:r>
              <a:rPr sz="1800" spc="-2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9900"/>
                </a:solidFill>
                <a:latin typeface="Arial MT"/>
                <a:cs typeface="Arial MT"/>
              </a:rPr>
              <a:t>answer!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434974" y="3832860"/>
            <a:ext cx="5055235" cy="2917190"/>
            <a:chOff x="3434974" y="3832860"/>
            <a:chExt cx="5055235" cy="2917190"/>
          </a:xfrm>
        </p:grpSpPr>
        <p:sp>
          <p:nvSpPr>
            <p:cNvPr id="42" name="object 42"/>
            <p:cNvSpPr/>
            <p:nvPr/>
          </p:nvSpPr>
          <p:spPr>
            <a:xfrm>
              <a:off x="3434974" y="4076700"/>
              <a:ext cx="852169" cy="471170"/>
            </a:xfrm>
            <a:custGeom>
              <a:avLst/>
              <a:gdLst/>
              <a:ahLst/>
              <a:cxnLst/>
              <a:rect l="l" t="t" r="r" b="b"/>
              <a:pathLst>
                <a:path w="852170" h="471170">
                  <a:moveTo>
                    <a:pt x="13716" y="457200"/>
                  </a:moveTo>
                  <a:lnTo>
                    <a:pt x="13716" y="413004"/>
                  </a:lnTo>
                  <a:lnTo>
                    <a:pt x="0" y="413004"/>
                  </a:lnTo>
                  <a:lnTo>
                    <a:pt x="0" y="463296"/>
                  </a:lnTo>
                  <a:lnTo>
                    <a:pt x="6096" y="463296"/>
                  </a:lnTo>
                  <a:lnTo>
                    <a:pt x="6096" y="457200"/>
                  </a:lnTo>
                  <a:lnTo>
                    <a:pt x="13716" y="457200"/>
                  </a:lnTo>
                  <a:close/>
                </a:path>
                <a:path w="852170" h="471170">
                  <a:moveTo>
                    <a:pt x="19812" y="470916"/>
                  </a:moveTo>
                  <a:lnTo>
                    <a:pt x="19812" y="457200"/>
                  </a:lnTo>
                  <a:lnTo>
                    <a:pt x="6096" y="457200"/>
                  </a:lnTo>
                  <a:lnTo>
                    <a:pt x="6096" y="463296"/>
                  </a:lnTo>
                  <a:lnTo>
                    <a:pt x="13716" y="463296"/>
                  </a:lnTo>
                  <a:lnTo>
                    <a:pt x="13716" y="470916"/>
                  </a:lnTo>
                  <a:lnTo>
                    <a:pt x="19812" y="470916"/>
                  </a:lnTo>
                  <a:close/>
                </a:path>
                <a:path w="852170" h="471170">
                  <a:moveTo>
                    <a:pt x="13716" y="470916"/>
                  </a:moveTo>
                  <a:lnTo>
                    <a:pt x="13716" y="463296"/>
                  </a:lnTo>
                  <a:lnTo>
                    <a:pt x="6096" y="463296"/>
                  </a:lnTo>
                  <a:lnTo>
                    <a:pt x="6096" y="470916"/>
                  </a:lnTo>
                  <a:lnTo>
                    <a:pt x="13716" y="470916"/>
                  </a:lnTo>
                  <a:close/>
                </a:path>
                <a:path w="852170" h="471170">
                  <a:moveTo>
                    <a:pt x="13716" y="374904"/>
                  </a:moveTo>
                  <a:lnTo>
                    <a:pt x="13716" y="324612"/>
                  </a:lnTo>
                  <a:lnTo>
                    <a:pt x="0" y="324612"/>
                  </a:lnTo>
                  <a:lnTo>
                    <a:pt x="0" y="374904"/>
                  </a:lnTo>
                  <a:lnTo>
                    <a:pt x="13716" y="374904"/>
                  </a:lnTo>
                  <a:close/>
                </a:path>
                <a:path w="852170" h="471170">
                  <a:moveTo>
                    <a:pt x="13716" y="286512"/>
                  </a:moveTo>
                  <a:lnTo>
                    <a:pt x="13716" y="234696"/>
                  </a:lnTo>
                  <a:lnTo>
                    <a:pt x="0" y="234696"/>
                  </a:lnTo>
                  <a:lnTo>
                    <a:pt x="0" y="286512"/>
                  </a:lnTo>
                  <a:lnTo>
                    <a:pt x="13716" y="286512"/>
                  </a:lnTo>
                  <a:close/>
                </a:path>
                <a:path w="852170" h="471170">
                  <a:moveTo>
                    <a:pt x="13716" y="196596"/>
                  </a:moveTo>
                  <a:lnTo>
                    <a:pt x="13716" y="146304"/>
                  </a:lnTo>
                  <a:lnTo>
                    <a:pt x="0" y="146304"/>
                  </a:lnTo>
                  <a:lnTo>
                    <a:pt x="0" y="196596"/>
                  </a:lnTo>
                  <a:lnTo>
                    <a:pt x="13716" y="196596"/>
                  </a:lnTo>
                  <a:close/>
                </a:path>
                <a:path w="852170" h="471170">
                  <a:moveTo>
                    <a:pt x="13716" y="108204"/>
                  </a:moveTo>
                  <a:lnTo>
                    <a:pt x="13716" y="57912"/>
                  </a:lnTo>
                  <a:lnTo>
                    <a:pt x="0" y="57912"/>
                  </a:lnTo>
                  <a:lnTo>
                    <a:pt x="0" y="108204"/>
                  </a:lnTo>
                  <a:lnTo>
                    <a:pt x="13716" y="108204"/>
                  </a:lnTo>
                  <a:close/>
                </a:path>
                <a:path w="852170" h="471170">
                  <a:moveTo>
                    <a:pt x="44196" y="13716"/>
                  </a:moveTo>
                  <a:lnTo>
                    <a:pt x="44196" y="0"/>
                  </a:lnTo>
                  <a:lnTo>
                    <a:pt x="0" y="0"/>
                  </a:lnTo>
                  <a:lnTo>
                    <a:pt x="0" y="19812"/>
                  </a:lnTo>
                  <a:lnTo>
                    <a:pt x="6096" y="19812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13716" y="13716"/>
                  </a:lnTo>
                  <a:lnTo>
                    <a:pt x="44196" y="13716"/>
                  </a:lnTo>
                  <a:close/>
                </a:path>
                <a:path w="852170" h="471170">
                  <a:moveTo>
                    <a:pt x="13716" y="13716"/>
                  </a:moveTo>
                  <a:lnTo>
                    <a:pt x="13716" y="6096"/>
                  </a:lnTo>
                  <a:lnTo>
                    <a:pt x="6096" y="13716"/>
                  </a:lnTo>
                  <a:lnTo>
                    <a:pt x="13716" y="13716"/>
                  </a:lnTo>
                  <a:close/>
                </a:path>
                <a:path w="852170" h="471170">
                  <a:moveTo>
                    <a:pt x="13716" y="19812"/>
                  </a:moveTo>
                  <a:lnTo>
                    <a:pt x="13716" y="13716"/>
                  </a:lnTo>
                  <a:lnTo>
                    <a:pt x="6096" y="13716"/>
                  </a:lnTo>
                  <a:lnTo>
                    <a:pt x="6096" y="19812"/>
                  </a:lnTo>
                  <a:lnTo>
                    <a:pt x="13716" y="19812"/>
                  </a:lnTo>
                  <a:close/>
                </a:path>
                <a:path w="852170" h="471170">
                  <a:moveTo>
                    <a:pt x="134112" y="13716"/>
                  </a:moveTo>
                  <a:lnTo>
                    <a:pt x="134112" y="0"/>
                  </a:lnTo>
                  <a:lnTo>
                    <a:pt x="82296" y="0"/>
                  </a:lnTo>
                  <a:lnTo>
                    <a:pt x="82296" y="13716"/>
                  </a:lnTo>
                  <a:lnTo>
                    <a:pt x="134112" y="13716"/>
                  </a:lnTo>
                  <a:close/>
                </a:path>
                <a:path w="852170" h="471170">
                  <a:moveTo>
                    <a:pt x="222504" y="13716"/>
                  </a:moveTo>
                  <a:lnTo>
                    <a:pt x="222504" y="0"/>
                  </a:lnTo>
                  <a:lnTo>
                    <a:pt x="172212" y="0"/>
                  </a:lnTo>
                  <a:lnTo>
                    <a:pt x="172212" y="13716"/>
                  </a:lnTo>
                  <a:lnTo>
                    <a:pt x="222504" y="13716"/>
                  </a:lnTo>
                  <a:close/>
                </a:path>
                <a:path w="852170" h="471170">
                  <a:moveTo>
                    <a:pt x="310896" y="13716"/>
                  </a:moveTo>
                  <a:lnTo>
                    <a:pt x="310896" y="0"/>
                  </a:lnTo>
                  <a:lnTo>
                    <a:pt x="260604" y="0"/>
                  </a:lnTo>
                  <a:lnTo>
                    <a:pt x="260604" y="13716"/>
                  </a:lnTo>
                  <a:lnTo>
                    <a:pt x="310896" y="13716"/>
                  </a:lnTo>
                  <a:close/>
                </a:path>
                <a:path w="852170" h="471170">
                  <a:moveTo>
                    <a:pt x="400812" y="13716"/>
                  </a:moveTo>
                  <a:lnTo>
                    <a:pt x="400812" y="0"/>
                  </a:lnTo>
                  <a:lnTo>
                    <a:pt x="348996" y="0"/>
                  </a:lnTo>
                  <a:lnTo>
                    <a:pt x="348996" y="13716"/>
                  </a:lnTo>
                  <a:lnTo>
                    <a:pt x="400812" y="13716"/>
                  </a:lnTo>
                  <a:close/>
                </a:path>
                <a:path w="852170" h="471170">
                  <a:moveTo>
                    <a:pt x="489204" y="13716"/>
                  </a:moveTo>
                  <a:lnTo>
                    <a:pt x="489204" y="0"/>
                  </a:lnTo>
                  <a:lnTo>
                    <a:pt x="438912" y="0"/>
                  </a:lnTo>
                  <a:lnTo>
                    <a:pt x="438912" y="13716"/>
                  </a:lnTo>
                  <a:lnTo>
                    <a:pt x="489204" y="13716"/>
                  </a:lnTo>
                  <a:close/>
                </a:path>
                <a:path w="852170" h="471170">
                  <a:moveTo>
                    <a:pt x="577596" y="13716"/>
                  </a:moveTo>
                  <a:lnTo>
                    <a:pt x="577596" y="0"/>
                  </a:lnTo>
                  <a:lnTo>
                    <a:pt x="527304" y="0"/>
                  </a:lnTo>
                  <a:lnTo>
                    <a:pt x="527304" y="13716"/>
                  </a:lnTo>
                  <a:lnTo>
                    <a:pt x="577596" y="13716"/>
                  </a:lnTo>
                  <a:close/>
                </a:path>
                <a:path w="852170" h="471170">
                  <a:moveTo>
                    <a:pt x="667512" y="13716"/>
                  </a:moveTo>
                  <a:lnTo>
                    <a:pt x="667512" y="0"/>
                  </a:lnTo>
                  <a:lnTo>
                    <a:pt x="615696" y="0"/>
                  </a:lnTo>
                  <a:lnTo>
                    <a:pt x="615696" y="13716"/>
                  </a:lnTo>
                  <a:lnTo>
                    <a:pt x="667512" y="13716"/>
                  </a:lnTo>
                  <a:close/>
                </a:path>
                <a:path w="852170" h="471170">
                  <a:moveTo>
                    <a:pt x="755904" y="13716"/>
                  </a:moveTo>
                  <a:lnTo>
                    <a:pt x="755904" y="0"/>
                  </a:lnTo>
                  <a:lnTo>
                    <a:pt x="705612" y="0"/>
                  </a:lnTo>
                  <a:lnTo>
                    <a:pt x="705612" y="13716"/>
                  </a:lnTo>
                  <a:lnTo>
                    <a:pt x="755904" y="13716"/>
                  </a:lnTo>
                  <a:close/>
                </a:path>
                <a:path w="852170" h="471170">
                  <a:moveTo>
                    <a:pt x="844296" y="13716"/>
                  </a:moveTo>
                  <a:lnTo>
                    <a:pt x="844296" y="0"/>
                  </a:lnTo>
                  <a:lnTo>
                    <a:pt x="794004" y="0"/>
                  </a:lnTo>
                  <a:lnTo>
                    <a:pt x="794004" y="13716"/>
                  </a:lnTo>
                  <a:lnTo>
                    <a:pt x="844296" y="13716"/>
                  </a:lnTo>
                  <a:close/>
                </a:path>
                <a:path w="852170" h="471170">
                  <a:moveTo>
                    <a:pt x="851916" y="96012"/>
                  </a:moveTo>
                  <a:lnTo>
                    <a:pt x="851916" y="44196"/>
                  </a:lnTo>
                  <a:lnTo>
                    <a:pt x="838200" y="44196"/>
                  </a:lnTo>
                  <a:lnTo>
                    <a:pt x="838200" y="96012"/>
                  </a:lnTo>
                  <a:lnTo>
                    <a:pt x="851916" y="96012"/>
                  </a:lnTo>
                  <a:close/>
                </a:path>
                <a:path w="852170" h="471170">
                  <a:moveTo>
                    <a:pt x="851916" y="184404"/>
                  </a:moveTo>
                  <a:lnTo>
                    <a:pt x="851916" y="134112"/>
                  </a:lnTo>
                  <a:lnTo>
                    <a:pt x="838200" y="134112"/>
                  </a:lnTo>
                  <a:lnTo>
                    <a:pt x="838200" y="184404"/>
                  </a:lnTo>
                  <a:lnTo>
                    <a:pt x="851916" y="184404"/>
                  </a:lnTo>
                  <a:close/>
                </a:path>
                <a:path w="852170" h="471170">
                  <a:moveTo>
                    <a:pt x="851916" y="272796"/>
                  </a:moveTo>
                  <a:lnTo>
                    <a:pt x="851916" y="222504"/>
                  </a:lnTo>
                  <a:lnTo>
                    <a:pt x="838200" y="222504"/>
                  </a:lnTo>
                  <a:lnTo>
                    <a:pt x="838200" y="272796"/>
                  </a:lnTo>
                  <a:lnTo>
                    <a:pt x="851916" y="272796"/>
                  </a:lnTo>
                  <a:close/>
                </a:path>
                <a:path w="852170" h="471170">
                  <a:moveTo>
                    <a:pt x="851916" y="362712"/>
                  </a:moveTo>
                  <a:lnTo>
                    <a:pt x="851916" y="310896"/>
                  </a:lnTo>
                  <a:lnTo>
                    <a:pt x="838200" y="310896"/>
                  </a:lnTo>
                  <a:lnTo>
                    <a:pt x="838200" y="362712"/>
                  </a:lnTo>
                  <a:lnTo>
                    <a:pt x="851916" y="362712"/>
                  </a:lnTo>
                  <a:close/>
                </a:path>
                <a:path w="852170" h="471170">
                  <a:moveTo>
                    <a:pt x="851916" y="451104"/>
                  </a:moveTo>
                  <a:lnTo>
                    <a:pt x="851916" y="400812"/>
                  </a:lnTo>
                  <a:lnTo>
                    <a:pt x="838200" y="400812"/>
                  </a:lnTo>
                  <a:lnTo>
                    <a:pt x="838200" y="451104"/>
                  </a:lnTo>
                  <a:lnTo>
                    <a:pt x="851916" y="451104"/>
                  </a:lnTo>
                  <a:close/>
                </a:path>
                <a:path w="852170" h="471170">
                  <a:moveTo>
                    <a:pt x="819912" y="470916"/>
                  </a:moveTo>
                  <a:lnTo>
                    <a:pt x="819912" y="457200"/>
                  </a:lnTo>
                  <a:lnTo>
                    <a:pt x="768096" y="457200"/>
                  </a:lnTo>
                  <a:lnTo>
                    <a:pt x="768096" y="470916"/>
                  </a:lnTo>
                  <a:lnTo>
                    <a:pt x="819912" y="470916"/>
                  </a:lnTo>
                  <a:close/>
                </a:path>
                <a:path w="852170" h="471170">
                  <a:moveTo>
                    <a:pt x="729996" y="470916"/>
                  </a:moveTo>
                  <a:lnTo>
                    <a:pt x="729996" y="457200"/>
                  </a:lnTo>
                  <a:lnTo>
                    <a:pt x="679704" y="457200"/>
                  </a:lnTo>
                  <a:lnTo>
                    <a:pt x="679704" y="470916"/>
                  </a:lnTo>
                  <a:lnTo>
                    <a:pt x="729996" y="470916"/>
                  </a:lnTo>
                  <a:close/>
                </a:path>
                <a:path w="852170" h="471170">
                  <a:moveTo>
                    <a:pt x="641604" y="470916"/>
                  </a:moveTo>
                  <a:lnTo>
                    <a:pt x="641604" y="457200"/>
                  </a:lnTo>
                  <a:lnTo>
                    <a:pt x="591312" y="457200"/>
                  </a:lnTo>
                  <a:lnTo>
                    <a:pt x="591312" y="470916"/>
                  </a:lnTo>
                  <a:lnTo>
                    <a:pt x="641604" y="470916"/>
                  </a:lnTo>
                  <a:close/>
                </a:path>
                <a:path w="852170" h="471170">
                  <a:moveTo>
                    <a:pt x="553212" y="470916"/>
                  </a:moveTo>
                  <a:lnTo>
                    <a:pt x="553212" y="457200"/>
                  </a:lnTo>
                  <a:lnTo>
                    <a:pt x="501396" y="457200"/>
                  </a:lnTo>
                  <a:lnTo>
                    <a:pt x="501396" y="470916"/>
                  </a:lnTo>
                  <a:lnTo>
                    <a:pt x="553212" y="470916"/>
                  </a:lnTo>
                  <a:close/>
                </a:path>
                <a:path w="852170" h="471170">
                  <a:moveTo>
                    <a:pt x="463296" y="470916"/>
                  </a:moveTo>
                  <a:lnTo>
                    <a:pt x="463296" y="457200"/>
                  </a:lnTo>
                  <a:lnTo>
                    <a:pt x="413004" y="457200"/>
                  </a:lnTo>
                  <a:lnTo>
                    <a:pt x="413004" y="470916"/>
                  </a:lnTo>
                  <a:lnTo>
                    <a:pt x="463296" y="470916"/>
                  </a:lnTo>
                  <a:close/>
                </a:path>
                <a:path w="852170" h="471170">
                  <a:moveTo>
                    <a:pt x="374904" y="470916"/>
                  </a:moveTo>
                  <a:lnTo>
                    <a:pt x="374904" y="457200"/>
                  </a:lnTo>
                  <a:lnTo>
                    <a:pt x="324612" y="457200"/>
                  </a:lnTo>
                  <a:lnTo>
                    <a:pt x="324612" y="470916"/>
                  </a:lnTo>
                  <a:lnTo>
                    <a:pt x="374904" y="470916"/>
                  </a:lnTo>
                  <a:close/>
                </a:path>
                <a:path w="852170" h="471170">
                  <a:moveTo>
                    <a:pt x="286512" y="470916"/>
                  </a:moveTo>
                  <a:lnTo>
                    <a:pt x="286512" y="457200"/>
                  </a:lnTo>
                  <a:lnTo>
                    <a:pt x="234696" y="457200"/>
                  </a:lnTo>
                  <a:lnTo>
                    <a:pt x="234696" y="470916"/>
                  </a:lnTo>
                  <a:lnTo>
                    <a:pt x="286512" y="470916"/>
                  </a:lnTo>
                  <a:close/>
                </a:path>
                <a:path w="852170" h="471170">
                  <a:moveTo>
                    <a:pt x="196596" y="470916"/>
                  </a:moveTo>
                  <a:lnTo>
                    <a:pt x="196596" y="457200"/>
                  </a:lnTo>
                  <a:lnTo>
                    <a:pt x="146304" y="457200"/>
                  </a:lnTo>
                  <a:lnTo>
                    <a:pt x="146304" y="470916"/>
                  </a:lnTo>
                  <a:lnTo>
                    <a:pt x="196596" y="470916"/>
                  </a:lnTo>
                  <a:close/>
                </a:path>
                <a:path w="852170" h="471170">
                  <a:moveTo>
                    <a:pt x="108204" y="470916"/>
                  </a:moveTo>
                  <a:lnTo>
                    <a:pt x="108204" y="457200"/>
                  </a:lnTo>
                  <a:lnTo>
                    <a:pt x="57912" y="457200"/>
                  </a:lnTo>
                  <a:lnTo>
                    <a:pt x="57912" y="470916"/>
                  </a:lnTo>
                  <a:lnTo>
                    <a:pt x="108204" y="470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9210" y="4538472"/>
              <a:ext cx="68580" cy="22555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382133" y="5276088"/>
              <a:ext cx="243840" cy="353695"/>
            </a:xfrm>
            <a:custGeom>
              <a:avLst/>
              <a:gdLst/>
              <a:ahLst/>
              <a:cxnLst/>
              <a:rect l="l" t="t" r="r" b="b"/>
              <a:pathLst>
                <a:path w="243840" h="353695">
                  <a:moveTo>
                    <a:pt x="243839" y="48767"/>
                  </a:moveTo>
                  <a:lnTo>
                    <a:pt x="243839" y="0"/>
                  </a:lnTo>
                  <a:lnTo>
                    <a:pt x="234695" y="0"/>
                  </a:lnTo>
                  <a:lnTo>
                    <a:pt x="234695" y="21335"/>
                  </a:lnTo>
                  <a:lnTo>
                    <a:pt x="233171" y="48767"/>
                  </a:lnTo>
                  <a:lnTo>
                    <a:pt x="225551" y="102107"/>
                  </a:lnTo>
                  <a:lnTo>
                    <a:pt x="208787" y="152399"/>
                  </a:lnTo>
                  <a:lnTo>
                    <a:pt x="170687" y="220979"/>
                  </a:lnTo>
                  <a:lnTo>
                    <a:pt x="135635" y="260603"/>
                  </a:lnTo>
                  <a:lnTo>
                    <a:pt x="96011" y="295655"/>
                  </a:lnTo>
                  <a:lnTo>
                    <a:pt x="50291" y="323087"/>
                  </a:lnTo>
                  <a:lnTo>
                    <a:pt x="0" y="344423"/>
                  </a:lnTo>
                  <a:lnTo>
                    <a:pt x="3047" y="353567"/>
                  </a:lnTo>
                  <a:lnTo>
                    <a:pt x="54863" y="332231"/>
                  </a:lnTo>
                  <a:lnTo>
                    <a:pt x="102107" y="303275"/>
                  </a:lnTo>
                  <a:lnTo>
                    <a:pt x="143255" y="266699"/>
                  </a:lnTo>
                  <a:lnTo>
                    <a:pt x="178307" y="225551"/>
                  </a:lnTo>
                  <a:lnTo>
                    <a:pt x="217931" y="155447"/>
                  </a:lnTo>
                  <a:lnTo>
                    <a:pt x="234695" y="103631"/>
                  </a:lnTo>
                  <a:lnTo>
                    <a:pt x="243839" y="48767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82029" y="3832872"/>
              <a:ext cx="1908175" cy="2917190"/>
            </a:xfrm>
            <a:custGeom>
              <a:avLst/>
              <a:gdLst/>
              <a:ahLst/>
              <a:cxnLst/>
              <a:rect l="l" t="t" r="r" b="b"/>
              <a:pathLst>
                <a:path w="1908175" h="2917190">
                  <a:moveTo>
                    <a:pt x="1908048" y="1441704"/>
                  </a:moveTo>
                  <a:lnTo>
                    <a:pt x="1818132" y="1388364"/>
                  </a:lnTo>
                  <a:lnTo>
                    <a:pt x="1813560" y="1385316"/>
                  </a:lnTo>
                  <a:lnTo>
                    <a:pt x="1807464" y="1386840"/>
                  </a:lnTo>
                  <a:lnTo>
                    <a:pt x="1801368" y="1395984"/>
                  </a:lnTo>
                  <a:lnTo>
                    <a:pt x="1802892" y="1402080"/>
                  </a:lnTo>
                  <a:lnTo>
                    <a:pt x="1807464" y="1405128"/>
                  </a:lnTo>
                  <a:lnTo>
                    <a:pt x="1852129" y="1431036"/>
                  </a:lnTo>
                  <a:lnTo>
                    <a:pt x="694893" y="1431036"/>
                  </a:lnTo>
                  <a:lnTo>
                    <a:pt x="693445" y="53403"/>
                  </a:lnTo>
                  <a:lnTo>
                    <a:pt x="720852" y="99060"/>
                  </a:lnTo>
                  <a:lnTo>
                    <a:pt x="722376" y="103632"/>
                  </a:lnTo>
                  <a:lnTo>
                    <a:pt x="728472" y="105156"/>
                  </a:lnTo>
                  <a:lnTo>
                    <a:pt x="733044" y="103632"/>
                  </a:lnTo>
                  <a:lnTo>
                    <a:pt x="737616" y="100584"/>
                  </a:lnTo>
                  <a:lnTo>
                    <a:pt x="739140" y="94488"/>
                  </a:lnTo>
                  <a:lnTo>
                    <a:pt x="736092" y="89916"/>
                  </a:lnTo>
                  <a:lnTo>
                    <a:pt x="684276" y="0"/>
                  </a:lnTo>
                  <a:lnTo>
                    <a:pt x="630936" y="89916"/>
                  </a:lnTo>
                  <a:lnTo>
                    <a:pt x="629412" y="94488"/>
                  </a:lnTo>
                  <a:lnTo>
                    <a:pt x="630936" y="100584"/>
                  </a:lnTo>
                  <a:lnTo>
                    <a:pt x="635508" y="103632"/>
                  </a:lnTo>
                  <a:lnTo>
                    <a:pt x="640080" y="105156"/>
                  </a:lnTo>
                  <a:lnTo>
                    <a:pt x="644652" y="103632"/>
                  </a:lnTo>
                  <a:lnTo>
                    <a:pt x="647700" y="99060"/>
                  </a:lnTo>
                  <a:lnTo>
                    <a:pt x="675132" y="51752"/>
                  </a:lnTo>
                  <a:lnTo>
                    <a:pt x="675132" y="22872"/>
                  </a:lnTo>
                  <a:lnTo>
                    <a:pt x="675157" y="51701"/>
                  </a:lnTo>
                  <a:lnTo>
                    <a:pt x="676605" y="1431036"/>
                  </a:lnTo>
                  <a:lnTo>
                    <a:pt x="0" y="1431036"/>
                  </a:lnTo>
                  <a:lnTo>
                    <a:pt x="0" y="1450848"/>
                  </a:lnTo>
                  <a:lnTo>
                    <a:pt x="676630" y="1450848"/>
                  </a:lnTo>
                  <a:lnTo>
                    <a:pt x="678180" y="2916936"/>
                  </a:lnTo>
                  <a:lnTo>
                    <a:pt x="693420" y="2916936"/>
                  </a:lnTo>
                  <a:lnTo>
                    <a:pt x="696468" y="2916936"/>
                  </a:lnTo>
                  <a:lnTo>
                    <a:pt x="694918" y="1450848"/>
                  </a:lnTo>
                  <a:lnTo>
                    <a:pt x="1852129" y="1450848"/>
                  </a:lnTo>
                  <a:lnTo>
                    <a:pt x="1807464" y="1476756"/>
                  </a:lnTo>
                  <a:lnTo>
                    <a:pt x="1802892" y="1479804"/>
                  </a:lnTo>
                  <a:lnTo>
                    <a:pt x="1801368" y="1485900"/>
                  </a:lnTo>
                  <a:lnTo>
                    <a:pt x="1807464" y="1495044"/>
                  </a:lnTo>
                  <a:lnTo>
                    <a:pt x="1813560" y="1496568"/>
                  </a:lnTo>
                  <a:lnTo>
                    <a:pt x="1818132" y="1493520"/>
                  </a:lnTo>
                  <a:lnTo>
                    <a:pt x="1889760" y="1452232"/>
                  </a:lnTo>
                  <a:lnTo>
                    <a:pt x="1908048" y="1441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41926" y="5265420"/>
              <a:ext cx="405130" cy="1016635"/>
            </a:xfrm>
            <a:custGeom>
              <a:avLst/>
              <a:gdLst/>
              <a:ahLst/>
              <a:cxnLst/>
              <a:rect l="l" t="t" r="r" b="b"/>
              <a:pathLst>
                <a:path w="405129" h="1016635">
                  <a:moveTo>
                    <a:pt x="329057" y="853957"/>
                  </a:moveTo>
                  <a:lnTo>
                    <a:pt x="54864" y="0"/>
                  </a:lnTo>
                  <a:lnTo>
                    <a:pt x="0" y="16764"/>
                  </a:lnTo>
                  <a:lnTo>
                    <a:pt x="273543" y="870057"/>
                  </a:lnTo>
                  <a:lnTo>
                    <a:pt x="316929" y="908970"/>
                  </a:lnTo>
                  <a:lnTo>
                    <a:pt x="329057" y="853957"/>
                  </a:lnTo>
                  <a:close/>
                </a:path>
                <a:path w="405129" h="1016635">
                  <a:moveTo>
                    <a:pt x="361188" y="968349"/>
                  </a:moveTo>
                  <a:lnTo>
                    <a:pt x="361188" y="954024"/>
                  </a:lnTo>
                  <a:lnTo>
                    <a:pt x="306324" y="972312"/>
                  </a:lnTo>
                  <a:lnTo>
                    <a:pt x="273543" y="870057"/>
                  </a:lnTo>
                  <a:lnTo>
                    <a:pt x="205740" y="809244"/>
                  </a:lnTo>
                  <a:lnTo>
                    <a:pt x="195667" y="803481"/>
                  </a:lnTo>
                  <a:lnTo>
                    <a:pt x="184594" y="802005"/>
                  </a:lnTo>
                  <a:lnTo>
                    <a:pt x="173807" y="804529"/>
                  </a:lnTo>
                  <a:lnTo>
                    <a:pt x="164592" y="810768"/>
                  </a:lnTo>
                  <a:lnTo>
                    <a:pt x="158853" y="820840"/>
                  </a:lnTo>
                  <a:lnTo>
                    <a:pt x="157543" y="831913"/>
                  </a:lnTo>
                  <a:lnTo>
                    <a:pt x="160520" y="842700"/>
                  </a:lnTo>
                  <a:lnTo>
                    <a:pt x="167640" y="851916"/>
                  </a:lnTo>
                  <a:lnTo>
                    <a:pt x="350520" y="1016508"/>
                  </a:lnTo>
                  <a:lnTo>
                    <a:pt x="361188" y="968349"/>
                  </a:lnTo>
                  <a:close/>
                </a:path>
                <a:path w="405129" h="1016635">
                  <a:moveTo>
                    <a:pt x="316929" y="908970"/>
                  </a:moveTo>
                  <a:lnTo>
                    <a:pt x="273543" y="870057"/>
                  </a:lnTo>
                  <a:lnTo>
                    <a:pt x="306324" y="972312"/>
                  </a:lnTo>
                  <a:lnTo>
                    <a:pt x="306324" y="957072"/>
                  </a:lnTo>
                  <a:lnTo>
                    <a:pt x="316929" y="908970"/>
                  </a:lnTo>
                  <a:close/>
                </a:path>
                <a:path w="405129" h="1016635">
                  <a:moveTo>
                    <a:pt x="353568" y="941832"/>
                  </a:moveTo>
                  <a:lnTo>
                    <a:pt x="316929" y="908970"/>
                  </a:lnTo>
                  <a:lnTo>
                    <a:pt x="306324" y="957072"/>
                  </a:lnTo>
                  <a:lnTo>
                    <a:pt x="353377" y="941893"/>
                  </a:lnTo>
                  <a:lnTo>
                    <a:pt x="353568" y="941832"/>
                  </a:lnTo>
                  <a:close/>
                </a:path>
                <a:path w="405129" h="1016635">
                  <a:moveTo>
                    <a:pt x="353568" y="956564"/>
                  </a:moveTo>
                  <a:lnTo>
                    <a:pt x="353568" y="941832"/>
                  </a:lnTo>
                  <a:lnTo>
                    <a:pt x="306324" y="957072"/>
                  </a:lnTo>
                  <a:lnTo>
                    <a:pt x="306324" y="972312"/>
                  </a:lnTo>
                  <a:lnTo>
                    <a:pt x="353377" y="956627"/>
                  </a:lnTo>
                  <a:lnTo>
                    <a:pt x="353568" y="956564"/>
                  </a:lnTo>
                  <a:close/>
                </a:path>
                <a:path w="405129" h="1016635">
                  <a:moveTo>
                    <a:pt x="361188" y="954024"/>
                  </a:moveTo>
                  <a:lnTo>
                    <a:pt x="329057" y="853957"/>
                  </a:lnTo>
                  <a:lnTo>
                    <a:pt x="316929" y="908970"/>
                  </a:lnTo>
                  <a:lnTo>
                    <a:pt x="353568" y="941832"/>
                  </a:lnTo>
                  <a:lnTo>
                    <a:pt x="353568" y="956564"/>
                  </a:lnTo>
                  <a:lnTo>
                    <a:pt x="361188" y="954024"/>
                  </a:lnTo>
                  <a:close/>
                </a:path>
                <a:path w="405129" h="1016635">
                  <a:moveTo>
                    <a:pt x="404598" y="764452"/>
                  </a:moveTo>
                  <a:lnTo>
                    <a:pt x="400621" y="754189"/>
                  </a:lnTo>
                  <a:lnTo>
                    <a:pt x="392930" y="745926"/>
                  </a:lnTo>
                  <a:lnTo>
                    <a:pt x="382524" y="740664"/>
                  </a:lnTo>
                  <a:lnTo>
                    <a:pt x="371284" y="740592"/>
                  </a:lnTo>
                  <a:lnTo>
                    <a:pt x="361188" y="744664"/>
                  </a:lnTo>
                  <a:lnTo>
                    <a:pt x="353377" y="752451"/>
                  </a:lnTo>
                  <a:lnTo>
                    <a:pt x="348996" y="763524"/>
                  </a:lnTo>
                  <a:lnTo>
                    <a:pt x="329057" y="853957"/>
                  </a:lnTo>
                  <a:lnTo>
                    <a:pt x="361188" y="954024"/>
                  </a:lnTo>
                  <a:lnTo>
                    <a:pt x="361188" y="968349"/>
                  </a:lnTo>
                  <a:lnTo>
                    <a:pt x="403860" y="775716"/>
                  </a:lnTo>
                  <a:lnTo>
                    <a:pt x="404598" y="764452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567302" y="504697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29230" y="339039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657982" y="5338061"/>
            <a:ext cx="8648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ymbol"/>
                <a:cs typeface="Symbol"/>
              </a:rPr>
              <a:t>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</a:t>
            </a:r>
            <a:r>
              <a:rPr sz="1950" spc="-15" baseline="25641" dirty="0">
                <a:latin typeface="Symbol"/>
                <a:cs typeface="Symbol"/>
              </a:rPr>
              <a:t></a:t>
            </a:r>
            <a:endParaRPr sz="1950" baseline="25641">
              <a:latin typeface="Symbol"/>
              <a:cs typeface="Symbo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891406" y="4265676"/>
            <a:ext cx="812800" cy="2016760"/>
            <a:chOff x="6891406" y="4265676"/>
            <a:chExt cx="812800" cy="2016760"/>
          </a:xfrm>
        </p:grpSpPr>
        <p:sp>
          <p:nvSpPr>
            <p:cNvPr id="51" name="object 51"/>
            <p:cNvSpPr/>
            <p:nvPr/>
          </p:nvSpPr>
          <p:spPr>
            <a:xfrm>
              <a:off x="7132198" y="4945379"/>
              <a:ext cx="467995" cy="317500"/>
            </a:xfrm>
            <a:custGeom>
              <a:avLst/>
              <a:gdLst/>
              <a:ahLst/>
              <a:cxnLst/>
              <a:rect l="l" t="t" r="r" b="b"/>
              <a:pathLst>
                <a:path w="467995" h="317500">
                  <a:moveTo>
                    <a:pt x="467867" y="316991"/>
                  </a:moveTo>
                  <a:lnTo>
                    <a:pt x="458723" y="252983"/>
                  </a:lnTo>
                  <a:lnTo>
                    <a:pt x="443483" y="207263"/>
                  </a:lnTo>
                  <a:lnTo>
                    <a:pt x="437387" y="192023"/>
                  </a:lnTo>
                  <a:lnTo>
                    <a:pt x="416051" y="150875"/>
                  </a:lnTo>
                  <a:lnTo>
                    <a:pt x="387095" y="114299"/>
                  </a:lnTo>
                  <a:lnTo>
                    <a:pt x="342899" y="71627"/>
                  </a:lnTo>
                  <a:lnTo>
                    <a:pt x="304799" y="45719"/>
                  </a:lnTo>
                  <a:lnTo>
                    <a:pt x="292607" y="38099"/>
                  </a:lnTo>
                  <a:lnTo>
                    <a:pt x="278891" y="30479"/>
                  </a:lnTo>
                  <a:lnTo>
                    <a:pt x="263651" y="24383"/>
                  </a:lnTo>
                  <a:lnTo>
                    <a:pt x="249935" y="18287"/>
                  </a:lnTo>
                  <a:lnTo>
                    <a:pt x="234695" y="13715"/>
                  </a:lnTo>
                  <a:lnTo>
                    <a:pt x="219455" y="10667"/>
                  </a:lnTo>
                  <a:lnTo>
                    <a:pt x="204215" y="6095"/>
                  </a:lnTo>
                  <a:lnTo>
                    <a:pt x="187451" y="3047"/>
                  </a:lnTo>
                  <a:lnTo>
                    <a:pt x="172211" y="1523"/>
                  </a:lnTo>
                  <a:lnTo>
                    <a:pt x="155447" y="0"/>
                  </a:lnTo>
                  <a:lnTo>
                    <a:pt x="121919" y="0"/>
                  </a:lnTo>
                  <a:lnTo>
                    <a:pt x="68579" y="7619"/>
                  </a:lnTo>
                  <a:lnTo>
                    <a:pt x="16763" y="24383"/>
                  </a:lnTo>
                  <a:lnTo>
                    <a:pt x="0" y="32003"/>
                  </a:lnTo>
                  <a:lnTo>
                    <a:pt x="4571" y="39623"/>
                  </a:lnTo>
                  <a:lnTo>
                    <a:pt x="19811" y="33527"/>
                  </a:lnTo>
                  <a:lnTo>
                    <a:pt x="53339" y="21335"/>
                  </a:lnTo>
                  <a:lnTo>
                    <a:pt x="70103" y="16763"/>
                  </a:lnTo>
                  <a:lnTo>
                    <a:pt x="86867" y="13715"/>
                  </a:lnTo>
                  <a:lnTo>
                    <a:pt x="105155" y="12191"/>
                  </a:lnTo>
                  <a:lnTo>
                    <a:pt x="121919" y="10667"/>
                  </a:lnTo>
                  <a:lnTo>
                    <a:pt x="140207" y="9143"/>
                  </a:lnTo>
                  <a:lnTo>
                    <a:pt x="155447" y="10667"/>
                  </a:lnTo>
                  <a:lnTo>
                    <a:pt x="170687" y="10667"/>
                  </a:lnTo>
                  <a:lnTo>
                    <a:pt x="187451" y="13715"/>
                  </a:lnTo>
                  <a:lnTo>
                    <a:pt x="202691" y="15239"/>
                  </a:lnTo>
                  <a:lnTo>
                    <a:pt x="217931" y="19811"/>
                  </a:lnTo>
                  <a:lnTo>
                    <a:pt x="231647" y="22859"/>
                  </a:lnTo>
                  <a:lnTo>
                    <a:pt x="246887" y="27431"/>
                  </a:lnTo>
                  <a:lnTo>
                    <a:pt x="288035" y="45719"/>
                  </a:lnTo>
                  <a:lnTo>
                    <a:pt x="300227" y="53339"/>
                  </a:lnTo>
                  <a:lnTo>
                    <a:pt x="313943" y="60959"/>
                  </a:lnTo>
                  <a:lnTo>
                    <a:pt x="359663" y="99059"/>
                  </a:lnTo>
                  <a:lnTo>
                    <a:pt x="399287" y="144779"/>
                  </a:lnTo>
                  <a:lnTo>
                    <a:pt x="406907" y="156971"/>
                  </a:lnTo>
                  <a:lnTo>
                    <a:pt x="416051" y="169163"/>
                  </a:lnTo>
                  <a:lnTo>
                    <a:pt x="422147" y="182879"/>
                  </a:lnTo>
                  <a:lnTo>
                    <a:pt x="429767" y="196595"/>
                  </a:lnTo>
                  <a:lnTo>
                    <a:pt x="435863" y="210311"/>
                  </a:lnTo>
                  <a:lnTo>
                    <a:pt x="440435" y="225551"/>
                  </a:lnTo>
                  <a:lnTo>
                    <a:pt x="445007" y="239267"/>
                  </a:lnTo>
                  <a:lnTo>
                    <a:pt x="449579" y="254507"/>
                  </a:lnTo>
                  <a:lnTo>
                    <a:pt x="455675" y="284987"/>
                  </a:lnTo>
                  <a:lnTo>
                    <a:pt x="457199" y="301751"/>
                  </a:lnTo>
                  <a:lnTo>
                    <a:pt x="457199" y="316991"/>
                  </a:lnTo>
                  <a:lnTo>
                    <a:pt x="467867" y="316991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91406" y="4265676"/>
              <a:ext cx="405765" cy="1016635"/>
            </a:xfrm>
            <a:custGeom>
              <a:avLst/>
              <a:gdLst/>
              <a:ahLst/>
              <a:cxnLst/>
              <a:rect l="l" t="t" r="r" b="b"/>
              <a:pathLst>
                <a:path w="405765" h="1016635">
                  <a:moveTo>
                    <a:pt x="247840" y="185356"/>
                  </a:moveTo>
                  <a:lnTo>
                    <a:pt x="244863" y="175093"/>
                  </a:lnTo>
                  <a:lnTo>
                    <a:pt x="237744" y="166116"/>
                  </a:lnTo>
                  <a:lnTo>
                    <a:pt x="53340" y="0"/>
                  </a:lnTo>
                  <a:lnTo>
                    <a:pt x="0" y="242316"/>
                  </a:lnTo>
                  <a:lnTo>
                    <a:pt x="22860" y="275844"/>
                  </a:lnTo>
                  <a:lnTo>
                    <a:pt x="34099" y="275939"/>
                  </a:lnTo>
                  <a:lnTo>
                    <a:pt x="44196" y="272034"/>
                  </a:lnTo>
                  <a:lnTo>
                    <a:pt x="44196" y="62484"/>
                  </a:lnTo>
                  <a:lnTo>
                    <a:pt x="99060" y="45720"/>
                  </a:lnTo>
                  <a:lnTo>
                    <a:pt x="131913" y="148040"/>
                  </a:lnTo>
                  <a:lnTo>
                    <a:pt x="199644" y="208788"/>
                  </a:lnTo>
                  <a:lnTo>
                    <a:pt x="209716" y="214526"/>
                  </a:lnTo>
                  <a:lnTo>
                    <a:pt x="220789" y="215836"/>
                  </a:lnTo>
                  <a:lnTo>
                    <a:pt x="231576" y="212859"/>
                  </a:lnTo>
                  <a:lnTo>
                    <a:pt x="240792" y="205740"/>
                  </a:lnTo>
                  <a:lnTo>
                    <a:pt x="246530" y="195905"/>
                  </a:lnTo>
                  <a:lnTo>
                    <a:pt x="247840" y="185356"/>
                  </a:lnTo>
                  <a:close/>
                </a:path>
                <a:path w="405765" h="1016635">
                  <a:moveTo>
                    <a:pt x="131913" y="148040"/>
                  </a:moveTo>
                  <a:lnTo>
                    <a:pt x="99060" y="45720"/>
                  </a:lnTo>
                  <a:lnTo>
                    <a:pt x="44196" y="62484"/>
                  </a:lnTo>
                  <a:lnTo>
                    <a:pt x="51816" y="86215"/>
                  </a:lnTo>
                  <a:lnTo>
                    <a:pt x="51816" y="76200"/>
                  </a:lnTo>
                  <a:lnTo>
                    <a:pt x="99060" y="60960"/>
                  </a:lnTo>
                  <a:lnTo>
                    <a:pt x="99060" y="118573"/>
                  </a:lnTo>
                  <a:lnTo>
                    <a:pt x="131913" y="148040"/>
                  </a:lnTo>
                  <a:close/>
                </a:path>
                <a:path w="405765" h="1016635">
                  <a:moveTo>
                    <a:pt x="76525" y="163171"/>
                  </a:moveTo>
                  <a:lnTo>
                    <a:pt x="44196" y="62484"/>
                  </a:lnTo>
                  <a:lnTo>
                    <a:pt x="44196" y="272034"/>
                  </a:lnTo>
                  <a:lnTo>
                    <a:pt x="52006" y="264699"/>
                  </a:lnTo>
                  <a:lnTo>
                    <a:pt x="56388" y="254508"/>
                  </a:lnTo>
                  <a:lnTo>
                    <a:pt x="76525" y="163171"/>
                  </a:lnTo>
                  <a:close/>
                </a:path>
                <a:path w="405765" h="1016635">
                  <a:moveTo>
                    <a:pt x="99060" y="60960"/>
                  </a:moveTo>
                  <a:lnTo>
                    <a:pt x="52006" y="76138"/>
                  </a:lnTo>
                  <a:lnTo>
                    <a:pt x="51816" y="76200"/>
                  </a:lnTo>
                  <a:lnTo>
                    <a:pt x="88454" y="109061"/>
                  </a:lnTo>
                  <a:lnTo>
                    <a:pt x="99060" y="60960"/>
                  </a:lnTo>
                  <a:close/>
                </a:path>
                <a:path w="405765" h="1016635">
                  <a:moveTo>
                    <a:pt x="88454" y="109061"/>
                  </a:moveTo>
                  <a:lnTo>
                    <a:pt x="51816" y="76200"/>
                  </a:lnTo>
                  <a:lnTo>
                    <a:pt x="51816" y="86215"/>
                  </a:lnTo>
                  <a:lnTo>
                    <a:pt x="76525" y="163171"/>
                  </a:lnTo>
                  <a:lnTo>
                    <a:pt x="88454" y="109061"/>
                  </a:lnTo>
                  <a:close/>
                </a:path>
                <a:path w="405765" h="1016635">
                  <a:moveTo>
                    <a:pt x="405384" y="999744"/>
                  </a:moveTo>
                  <a:lnTo>
                    <a:pt x="131913" y="148040"/>
                  </a:lnTo>
                  <a:lnTo>
                    <a:pt x="88454" y="109061"/>
                  </a:lnTo>
                  <a:lnTo>
                    <a:pt x="76525" y="163171"/>
                  </a:lnTo>
                  <a:lnTo>
                    <a:pt x="350520" y="1016508"/>
                  </a:lnTo>
                  <a:lnTo>
                    <a:pt x="405384" y="999744"/>
                  </a:lnTo>
                  <a:close/>
                </a:path>
                <a:path w="405765" h="1016635">
                  <a:moveTo>
                    <a:pt x="99060" y="118573"/>
                  </a:moveTo>
                  <a:lnTo>
                    <a:pt x="99060" y="60960"/>
                  </a:lnTo>
                  <a:lnTo>
                    <a:pt x="88454" y="109061"/>
                  </a:lnTo>
                  <a:lnTo>
                    <a:pt x="99060" y="118573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08982" y="5254751"/>
              <a:ext cx="394970" cy="38100"/>
            </a:xfrm>
            <a:custGeom>
              <a:avLst/>
              <a:gdLst/>
              <a:ahLst/>
              <a:cxnLst/>
              <a:rect l="l" t="t" r="r" b="b"/>
              <a:pathLst>
                <a:path w="394970" h="38100">
                  <a:moveTo>
                    <a:pt x="394715" y="38099"/>
                  </a:moveTo>
                  <a:lnTo>
                    <a:pt x="394715" y="0"/>
                  </a:lnTo>
                  <a:lnTo>
                    <a:pt x="0" y="0"/>
                  </a:lnTo>
                  <a:lnTo>
                    <a:pt x="0" y="38099"/>
                  </a:lnTo>
                  <a:lnTo>
                    <a:pt x="394715" y="38099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54118" y="5274563"/>
              <a:ext cx="38100" cy="1007744"/>
            </a:xfrm>
            <a:custGeom>
              <a:avLst/>
              <a:gdLst/>
              <a:ahLst/>
              <a:cxnLst/>
              <a:rect l="l" t="t" r="r" b="b"/>
              <a:pathLst>
                <a:path w="38100" h="1007745">
                  <a:moveTo>
                    <a:pt x="38099" y="1007363"/>
                  </a:moveTo>
                  <a:lnTo>
                    <a:pt x="38099" y="0"/>
                  </a:lnTo>
                  <a:lnTo>
                    <a:pt x="0" y="0"/>
                  </a:lnTo>
                  <a:lnTo>
                    <a:pt x="0" y="1007363"/>
                  </a:lnTo>
                  <a:lnTo>
                    <a:pt x="38099" y="1007363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893951" y="4596483"/>
            <a:ext cx="808990" cy="139446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40"/>
              </a:spcBef>
            </a:pPr>
            <a:r>
              <a:rPr sz="2000" spc="-50" dirty="0">
                <a:latin typeface="Symbol"/>
                <a:cs typeface="Symbol"/>
              </a:rPr>
              <a:t></a:t>
            </a:r>
            <a:endParaRPr sz="2000">
              <a:latin typeface="Symbol"/>
              <a:cs typeface="Symbol"/>
            </a:endParaRPr>
          </a:p>
          <a:p>
            <a:pPr marL="182880" indent="-152400">
              <a:lnSpc>
                <a:spcPct val="100000"/>
              </a:lnSpc>
              <a:spcBef>
                <a:spcPts val="1140"/>
              </a:spcBef>
              <a:buChar char="-"/>
              <a:tabLst>
                <a:tab pos="182880" algn="l"/>
                <a:tab pos="536575" algn="l"/>
              </a:tabLst>
            </a:pPr>
            <a:r>
              <a:rPr sz="2000" spc="-50" dirty="0">
                <a:solidFill>
                  <a:srgbClr val="FF3200"/>
                </a:solidFill>
                <a:latin typeface="Arial MT"/>
                <a:cs typeface="Arial MT"/>
              </a:rPr>
              <a:t>a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	</a:t>
            </a:r>
            <a:r>
              <a:rPr sz="2000" spc="-50" dirty="0">
                <a:solidFill>
                  <a:srgbClr val="FF3200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L="165100" indent="-152400">
              <a:lnSpc>
                <a:spcPct val="100000"/>
              </a:lnSpc>
              <a:spcBef>
                <a:spcPts val="1295"/>
              </a:spcBef>
              <a:buChar char="-"/>
              <a:tabLst>
                <a:tab pos="165100" algn="l"/>
              </a:tabLst>
            </a:pPr>
            <a:r>
              <a:rPr sz="2000" spc="-50" dirty="0">
                <a:solidFill>
                  <a:srgbClr val="323299"/>
                </a:solidFill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877690" y="3507422"/>
            <a:ext cx="2270125" cy="1785620"/>
            <a:chOff x="6877690" y="3507422"/>
            <a:chExt cx="2270125" cy="1785620"/>
          </a:xfrm>
        </p:grpSpPr>
        <p:sp>
          <p:nvSpPr>
            <p:cNvPr id="57" name="object 57"/>
            <p:cNvSpPr/>
            <p:nvPr/>
          </p:nvSpPr>
          <p:spPr>
            <a:xfrm>
              <a:off x="6877690" y="5254751"/>
              <a:ext cx="394970" cy="38100"/>
            </a:xfrm>
            <a:custGeom>
              <a:avLst/>
              <a:gdLst/>
              <a:ahLst/>
              <a:cxnLst/>
              <a:rect l="l" t="t" r="r" b="b"/>
              <a:pathLst>
                <a:path w="394970" h="38100">
                  <a:moveTo>
                    <a:pt x="394715" y="38099"/>
                  </a:moveTo>
                  <a:lnTo>
                    <a:pt x="394715" y="0"/>
                  </a:lnTo>
                  <a:lnTo>
                    <a:pt x="0" y="0"/>
                  </a:lnTo>
                  <a:lnTo>
                    <a:pt x="0" y="38099"/>
                  </a:lnTo>
                  <a:lnTo>
                    <a:pt x="394715" y="38099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54118" y="4265675"/>
              <a:ext cx="38100" cy="1009015"/>
            </a:xfrm>
            <a:custGeom>
              <a:avLst/>
              <a:gdLst/>
              <a:ahLst/>
              <a:cxnLst/>
              <a:rect l="l" t="t" r="r" b="b"/>
              <a:pathLst>
                <a:path w="38100" h="1009014">
                  <a:moveTo>
                    <a:pt x="38099" y="1008887"/>
                  </a:moveTo>
                  <a:lnTo>
                    <a:pt x="38099" y="0"/>
                  </a:lnTo>
                  <a:lnTo>
                    <a:pt x="0" y="0"/>
                  </a:lnTo>
                  <a:lnTo>
                    <a:pt x="0" y="1008887"/>
                  </a:lnTo>
                  <a:lnTo>
                    <a:pt x="38099" y="1008887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887846" y="3512819"/>
              <a:ext cx="254635" cy="0"/>
            </a:xfrm>
            <a:custGeom>
              <a:avLst/>
              <a:gdLst/>
              <a:ahLst/>
              <a:cxnLst/>
              <a:rect l="l" t="t" r="r" b="b"/>
              <a:pathLst>
                <a:path w="254634">
                  <a:moveTo>
                    <a:pt x="0" y="0"/>
                  </a:moveTo>
                  <a:lnTo>
                    <a:pt x="254507" y="0"/>
                  </a:lnTo>
                </a:path>
              </a:pathLst>
            </a:custGeom>
            <a:ln w="10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331338" y="4472430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323299"/>
                </a:solidFill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890389" y="3143603"/>
            <a:ext cx="255270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-</a:t>
            </a:r>
            <a:r>
              <a:rPr sz="2000" spc="-50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001898" y="3306671"/>
            <a:ext cx="812800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000" dirty="0">
                <a:latin typeface="Arial MT"/>
                <a:cs typeface="Arial MT"/>
              </a:rPr>
              <a:t>tan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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 MT"/>
                <a:cs typeface="Arial MT"/>
              </a:rPr>
              <a:t>=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903086" y="4198620"/>
            <a:ext cx="327660" cy="0"/>
          </a:xfrm>
          <a:custGeom>
            <a:avLst/>
            <a:gdLst/>
            <a:ahLst/>
            <a:cxnLst/>
            <a:rect l="l" t="t" r="r" b="b"/>
            <a:pathLst>
              <a:path w="327659">
                <a:moveTo>
                  <a:pt x="0" y="0"/>
                </a:moveTo>
                <a:lnTo>
                  <a:pt x="327659" y="0"/>
                </a:lnTo>
              </a:path>
            </a:pathLst>
          </a:custGeom>
          <a:ln w="107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8930013" y="3509362"/>
            <a:ext cx="220345" cy="65659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2865" marR="5080" indent="-50800">
              <a:lnSpc>
                <a:spcPct val="105000"/>
              </a:lnSpc>
              <a:spcBef>
                <a:spcPts val="20"/>
              </a:spcBef>
            </a:pP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a </a:t>
            </a:r>
            <a:r>
              <a:rPr sz="2000" spc="-50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905630" y="4195162"/>
            <a:ext cx="327025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20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001898" y="3992470"/>
            <a:ext cx="828040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000" dirty="0">
                <a:latin typeface="Arial MT"/>
                <a:cs typeface="Arial MT"/>
              </a:rPr>
              <a:t>tan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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 MT"/>
                <a:cs typeface="Arial MT"/>
              </a:rPr>
              <a:t>=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001898" y="4543677"/>
            <a:ext cx="145605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latin typeface="Arial MT"/>
                <a:cs typeface="Arial MT"/>
              </a:rPr>
              <a:t>tan</a:t>
            </a:r>
            <a:r>
              <a:rPr sz="2050" spc="5" dirty="0">
                <a:latin typeface="Arial MT"/>
                <a:cs typeface="Arial MT"/>
              </a:rPr>
              <a:t> </a:t>
            </a:r>
            <a:r>
              <a:rPr sz="2050" dirty="0">
                <a:latin typeface="Symbol"/>
                <a:cs typeface="Symbol"/>
              </a:rPr>
              <a:t></a:t>
            </a:r>
            <a:r>
              <a:rPr sz="2050" spc="1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Arial MT"/>
                <a:cs typeface="Arial MT"/>
              </a:rPr>
              <a:t>=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tan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spc="-50" dirty="0">
                <a:latin typeface="Symbol"/>
                <a:cs typeface="Symbol"/>
              </a:rPr>
              <a:t>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013853" y="4164201"/>
            <a:ext cx="291274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3000" baseline="8333" dirty="0">
                <a:latin typeface="Arial MT"/>
                <a:cs typeface="Arial MT"/>
              </a:rPr>
              <a:t>)</a:t>
            </a:r>
            <a:r>
              <a:rPr sz="3000" spc="232" baseline="8333" dirty="0">
                <a:latin typeface="Arial MT"/>
                <a:cs typeface="Arial MT"/>
              </a:rPr>
              <a:t> </a:t>
            </a:r>
            <a:r>
              <a:rPr sz="3075" baseline="1355" dirty="0">
                <a:latin typeface="Arial MT"/>
                <a:cs typeface="Arial MT"/>
              </a:rPr>
              <a:t>=</a:t>
            </a:r>
            <a:r>
              <a:rPr sz="3075" spc="-30" baseline="1355" dirty="0">
                <a:latin typeface="Arial MT"/>
                <a:cs typeface="Arial MT"/>
              </a:rPr>
              <a:t> </a:t>
            </a:r>
            <a:r>
              <a:rPr sz="3075" baseline="1355" dirty="0">
                <a:latin typeface="Arial MT"/>
                <a:cs typeface="Arial MT"/>
              </a:rPr>
              <a:t>-</a:t>
            </a:r>
            <a:r>
              <a:rPr sz="3075" spc="-15" baseline="1355" dirty="0">
                <a:latin typeface="Arial MT"/>
                <a:cs typeface="Arial MT"/>
              </a:rPr>
              <a:t> </a:t>
            </a:r>
            <a:r>
              <a:rPr sz="3075" baseline="1355" dirty="0">
                <a:latin typeface="Arial MT"/>
                <a:cs typeface="Arial MT"/>
              </a:rPr>
              <a:t>86.0</a:t>
            </a:r>
            <a:r>
              <a:rPr sz="1800" baseline="43981" dirty="0">
                <a:latin typeface="Arial MT"/>
                <a:cs typeface="Arial MT"/>
              </a:rPr>
              <a:t>0</a:t>
            </a:r>
            <a:r>
              <a:rPr sz="1800" spc="97" baseline="43981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+180</a:t>
            </a:r>
            <a:r>
              <a:rPr sz="1800" baseline="41666" dirty="0">
                <a:latin typeface="Arial MT"/>
                <a:cs typeface="Arial MT"/>
              </a:rPr>
              <a:t>0</a:t>
            </a:r>
            <a:r>
              <a:rPr sz="1800" spc="150" baseline="41666" dirty="0">
                <a:latin typeface="Arial MT"/>
                <a:cs typeface="Arial MT"/>
              </a:rPr>
              <a:t>  </a:t>
            </a:r>
            <a:r>
              <a:rPr sz="2050" dirty="0">
                <a:latin typeface="Arial MT"/>
                <a:cs typeface="Arial MT"/>
              </a:rPr>
              <a:t>=</a:t>
            </a:r>
            <a:r>
              <a:rPr sz="2050" spc="-20" dirty="0">
                <a:latin typeface="Arial MT"/>
                <a:cs typeface="Arial MT"/>
              </a:rPr>
              <a:t> 94.0</a:t>
            </a:r>
            <a:r>
              <a:rPr sz="1800" spc="-30" baseline="41666" dirty="0">
                <a:latin typeface="Arial MT"/>
                <a:cs typeface="Arial MT"/>
              </a:rPr>
              <a:t>0</a:t>
            </a:r>
            <a:endParaRPr sz="1800" baseline="41666">
              <a:latin typeface="Arial MT"/>
              <a:cs typeface="Arial MT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531498" y="4764024"/>
            <a:ext cx="4544695" cy="1839595"/>
          </a:xfrm>
          <a:custGeom>
            <a:avLst/>
            <a:gdLst/>
            <a:ahLst/>
            <a:cxnLst/>
            <a:rect l="l" t="t" r="r" b="b"/>
            <a:pathLst>
              <a:path w="4544695" h="1839595">
                <a:moveTo>
                  <a:pt x="10668" y="1833372"/>
                </a:moveTo>
                <a:lnTo>
                  <a:pt x="10668" y="1795272"/>
                </a:lnTo>
                <a:lnTo>
                  <a:pt x="0" y="1795272"/>
                </a:lnTo>
                <a:lnTo>
                  <a:pt x="0" y="1833372"/>
                </a:lnTo>
                <a:lnTo>
                  <a:pt x="10668" y="1833372"/>
                </a:lnTo>
                <a:close/>
              </a:path>
              <a:path w="4544695" h="1839595">
                <a:moveTo>
                  <a:pt x="10668" y="1767840"/>
                </a:moveTo>
                <a:lnTo>
                  <a:pt x="10668" y="1729740"/>
                </a:lnTo>
                <a:lnTo>
                  <a:pt x="0" y="1729740"/>
                </a:lnTo>
                <a:lnTo>
                  <a:pt x="0" y="1767840"/>
                </a:lnTo>
                <a:lnTo>
                  <a:pt x="10668" y="1767840"/>
                </a:lnTo>
                <a:close/>
              </a:path>
              <a:path w="4544695" h="1839595">
                <a:moveTo>
                  <a:pt x="10668" y="1700784"/>
                </a:moveTo>
                <a:lnTo>
                  <a:pt x="10668" y="1662684"/>
                </a:lnTo>
                <a:lnTo>
                  <a:pt x="0" y="1662684"/>
                </a:lnTo>
                <a:lnTo>
                  <a:pt x="0" y="1700784"/>
                </a:lnTo>
                <a:lnTo>
                  <a:pt x="10668" y="1700784"/>
                </a:lnTo>
                <a:close/>
              </a:path>
              <a:path w="4544695" h="1839595">
                <a:moveTo>
                  <a:pt x="10668" y="1633728"/>
                </a:moveTo>
                <a:lnTo>
                  <a:pt x="10668" y="1595628"/>
                </a:lnTo>
                <a:lnTo>
                  <a:pt x="0" y="1595628"/>
                </a:lnTo>
                <a:lnTo>
                  <a:pt x="0" y="1633728"/>
                </a:lnTo>
                <a:lnTo>
                  <a:pt x="10668" y="1633728"/>
                </a:lnTo>
                <a:close/>
              </a:path>
              <a:path w="4544695" h="1839595">
                <a:moveTo>
                  <a:pt x="10668" y="1566672"/>
                </a:moveTo>
                <a:lnTo>
                  <a:pt x="10668" y="1528572"/>
                </a:lnTo>
                <a:lnTo>
                  <a:pt x="0" y="1528572"/>
                </a:lnTo>
                <a:lnTo>
                  <a:pt x="0" y="1566672"/>
                </a:lnTo>
                <a:lnTo>
                  <a:pt x="10668" y="1566672"/>
                </a:lnTo>
                <a:close/>
              </a:path>
              <a:path w="4544695" h="1839595">
                <a:moveTo>
                  <a:pt x="10668" y="1501140"/>
                </a:moveTo>
                <a:lnTo>
                  <a:pt x="10668" y="1463040"/>
                </a:lnTo>
                <a:lnTo>
                  <a:pt x="0" y="1463040"/>
                </a:lnTo>
                <a:lnTo>
                  <a:pt x="0" y="1501140"/>
                </a:lnTo>
                <a:lnTo>
                  <a:pt x="10668" y="1501140"/>
                </a:lnTo>
                <a:close/>
              </a:path>
              <a:path w="4544695" h="1839595">
                <a:moveTo>
                  <a:pt x="10668" y="1434084"/>
                </a:moveTo>
                <a:lnTo>
                  <a:pt x="10668" y="1395984"/>
                </a:lnTo>
                <a:lnTo>
                  <a:pt x="0" y="1395984"/>
                </a:lnTo>
                <a:lnTo>
                  <a:pt x="0" y="1434084"/>
                </a:lnTo>
                <a:lnTo>
                  <a:pt x="10668" y="1434084"/>
                </a:lnTo>
                <a:close/>
              </a:path>
              <a:path w="4544695" h="1839595">
                <a:moveTo>
                  <a:pt x="10668" y="1367028"/>
                </a:moveTo>
                <a:lnTo>
                  <a:pt x="10668" y="1328928"/>
                </a:lnTo>
                <a:lnTo>
                  <a:pt x="0" y="1328928"/>
                </a:lnTo>
                <a:lnTo>
                  <a:pt x="0" y="1367028"/>
                </a:lnTo>
                <a:lnTo>
                  <a:pt x="10668" y="1367028"/>
                </a:lnTo>
                <a:close/>
              </a:path>
              <a:path w="4544695" h="1839595">
                <a:moveTo>
                  <a:pt x="10668" y="1299972"/>
                </a:moveTo>
                <a:lnTo>
                  <a:pt x="10668" y="1261872"/>
                </a:lnTo>
                <a:lnTo>
                  <a:pt x="0" y="1261872"/>
                </a:lnTo>
                <a:lnTo>
                  <a:pt x="0" y="1299972"/>
                </a:lnTo>
                <a:lnTo>
                  <a:pt x="10668" y="1299972"/>
                </a:lnTo>
                <a:close/>
              </a:path>
              <a:path w="4544695" h="1839595">
                <a:moveTo>
                  <a:pt x="10668" y="1234440"/>
                </a:moveTo>
                <a:lnTo>
                  <a:pt x="10668" y="1196340"/>
                </a:lnTo>
                <a:lnTo>
                  <a:pt x="0" y="1196340"/>
                </a:lnTo>
                <a:lnTo>
                  <a:pt x="0" y="1234440"/>
                </a:lnTo>
                <a:lnTo>
                  <a:pt x="10668" y="1234440"/>
                </a:lnTo>
                <a:close/>
              </a:path>
              <a:path w="4544695" h="1839595">
                <a:moveTo>
                  <a:pt x="10668" y="1167384"/>
                </a:moveTo>
                <a:lnTo>
                  <a:pt x="10668" y="1129284"/>
                </a:lnTo>
                <a:lnTo>
                  <a:pt x="0" y="1129284"/>
                </a:lnTo>
                <a:lnTo>
                  <a:pt x="0" y="1167384"/>
                </a:lnTo>
                <a:lnTo>
                  <a:pt x="10668" y="1167384"/>
                </a:lnTo>
                <a:close/>
              </a:path>
              <a:path w="4544695" h="1839595">
                <a:moveTo>
                  <a:pt x="10668" y="1100328"/>
                </a:moveTo>
                <a:lnTo>
                  <a:pt x="10668" y="1062228"/>
                </a:lnTo>
                <a:lnTo>
                  <a:pt x="0" y="1062228"/>
                </a:lnTo>
                <a:lnTo>
                  <a:pt x="0" y="1100328"/>
                </a:lnTo>
                <a:lnTo>
                  <a:pt x="10668" y="1100328"/>
                </a:lnTo>
                <a:close/>
              </a:path>
              <a:path w="4544695" h="1839595">
                <a:moveTo>
                  <a:pt x="10668" y="1033272"/>
                </a:moveTo>
                <a:lnTo>
                  <a:pt x="10668" y="995172"/>
                </a:lnTo>
                <a:lnTo>
                  <a:pt x="0" y="995172"/>
                </a:lnTo>
                <a:lnTo>
                  <a:pt x="0" y="1033272"/>
                </a:lnTo>
                <a:lnTo>
                  <a:pt x="10668" y="1033272"/>
                </a:lnTo>
                <a:close/>
              </a:path>
              <a:path w="4544695" h="1839595">
                <a:moveTo>
                  <a:pt x="10668" y="967740"/>
                </a:moveTo>
                <a:lnTo>
                  <a:pt x="10668" y="929640"/>
                </a:lnTo>
                <a:lnTo>
                  <a:pt x="0" y="929640"/>
                </a:lnTo>
                <a:lnTo>
                  <a:pt x="0" y="967740"/>
                </a:lnTo>
                <a:lnTo>
                  <a:pt x="10668" y="967740"/>
                </a:lnTo>
                <a:close/>
              </a:path>
              <a:path w="4544695" h="1839595">
                <a:moveTo>
                  <a:pt x="10668" y="900684"/>
                </a:moveTo>
                <a:lnTo>
                  <a:pt x="10668" y="862584"/>
                </a:lnTo>
                <a:lnTo>
                  <a:pt x="0" y="862584"/>
                </a:lnTo>
                <a:lnTo>
                  <a:pt x="0" y="900684"/>
                </a:lnTo>
                <a:lnTo>
                  <a:pt x="10668" y="900684"/>
                </a:lnTo>
                <a:close/>
              </a:path>
              <a:path w="4544695" h="1839595">
                <a:moveTo>
                  <a:pt x="10668" y="833628"/>
                </a:moveTo>
                <a:lnTo>
                  <a:pt x="10668" y="795528"/>
                </a:lnTo>
                <a:lnTo>
                  <a:pt x="0" y="795528"/>
                </a:lnTo>
                <a:lnTo>
                  <a:pt x="0" y="833628"/>
                </a:lnTo>
                <a:lnTo>
                  <a:pt x="10668" y="833628"/>
                </a:lnTo>
                <a:close/>
              </a:path>
              <a:path w="4544695" h="1839595">
                <a:moveTo>
                  <a:pt x="10668" y="766572"/>
                </a:moveTo>
                <a:lnTo>
                  <a:pt x="10668" y="728472"/>
                </a:lnTo>
                <a:lnTo>
                  <a:pt x="0" y="728472"/>
                </a:lnTo>
                <a:lnTo>
                  <a:pt x="0" y="766572"/>
                </a:lnTo>
                <a:lnTo>
                  <a:pt x="10668" y="766572"/>
                </a:lnTo>
                <a:close/>
              </a:path>
              <a:path w="4544695" h="1839595">
                <a:moveTo>
                  <a:pt x="10668" y="701040"/>
                </a:moveTo>
                <a:lnTo>
                  <a:pt x="10668" y="662940"/>
                </a:lnTo>
                <a:lnTo>
                  <a:pt x="0" y="662940"/>
                </a:lnTo>
                <a:lnTo>
                  <a:pt x="0" y="701040"/>
                </a:lnTo>
                <a:lnTo>
                  <a:pt x="10668" y="701040"/>
                </a:lnTo>
                <a:close/>
              </a:path>
              <a:path w="4544695" h="1839595">
                <a:moveTo>
                  <a:pt x="10668" y="633984"/>
                </a:moveTo>
                <a:lnTo>
                  <a:pt x="10668" y="595884"/>
                </a:lnTo>
                <a:lnTo>
                  <a:pt x="0" y="595884"/>
                </a:lnTo>
                <a:lnTo>
                  <a:pt x="0" y="633984"/>
                </a:lnTo>
                <a:lnTo>
                  <a:pt x="10668" y="633984"/>
                </a:lnTo>
                <a:close/>
              </a:path>
              <a:path w="4544695" h="1839595">
                <a:moveTo>
                  <a:pt x="10668" y="566928"/>
                </a:moveTo>
                <a:lnTo>
                  <a:pt x="10668" y="528828"/>
                </a:lnTo>
                <a:lnTo>
                  <a:pt x="0" y="528828"/>
                </a:lnTo>
                <a:lnTo>
                  <a:pt x="0" y="566928"/>
                </a:lnTo>
                <a:lnTo>
                  <a:pt x="10668" y="566928"/>
                </a:lnTo>
                <a:close/>
              </a:path>
              <a:path w="4544695" h="1839595">
                <a:moveTo>
                  <a:pt x="10668" y="499872"/>
                </a:moveTo>
                <a:lnTo>
                  <a:pt x="10668" y="461772"/>
                </a:lnTo>
                <a:lnTo>
                  <a:pt x="0" y="461772"/>
                </a:lnTo>
                <a:lnTo>
                  <a:pt x="0" y="499872"/>
                </a:lnTo>
                <a:lnTo>
                  <a:pt x="10668" y="499872"/>
                </a:lnTo>
                <a:close/>
              </a:path>
              <a:path w="4544695" h="1839595">
                <a:moveTo>
                  <a:pt x="10668" y="434340"/>
                </a:moveTo>
                <a:lnTo>
                  <a:pt x="10668" y="396240"/>
                </a:lnTo>
                <a:lnTo>
                  <a:pt x="0" y="396240"/>
                </a:lnTo>
                <a:lnTo>
                  <a:pt x="0" y="434340"/>
                </a:lnTo>
                <a:lnTo>
                  <a:pt x="10668" y="434340"/>
                </a:lnTo>
                <a:close/>
              </a:path>
              <a:path w="4544695" h="1839595">
                <a:moveTo>
                  <a:pt x="10668" y="367284"/>
                </a:moveTo>
                <a:lnTo>
                  <a:pt x="10668" y="329184"/>
                </a:lnTo>
                <a:lnTo>
                  <a:pt x="0" y="329184"/>
                </a:lnTo>
                <a:lnTo>
                  <a:pt x="0" y="367284"/>
                </a:lnTo>
                <a:lnTo>
                  <a:pt x="10668" y="367284"/>
                </a:lnTo>
                <a:close/>
              </a:path>
              <a:path w="4544695" h="1839595">
                <a:moveTo>
                  <a:pt x="10668" y="300228"/>
                </a:moveTo>
                <a:lnTo>
                  <a:pt x="10668" y="262128"/>
                </a:lnTo>
                <a:lnTo>
                  <a:pt x="0" y="262128"/>
                </a:lnTo>
                <a:lnTo>
                  <a:pt x="0" y="300228"/>
                </a:lnTo>
                <a:lnTo>
                  <a:pt x="10668" y="300228"/>
                </a:lnTo>
                <a:close/>
              </a:path>
              <a:path w="4544695" h="1839595">
                <a:moveTo>
                  <a:pt x="10668" y="233172"/>
                </a:moveTo>
                <a:lnTo>
                  <a:pt x="10668" y="195072"/>
                </a:lnTo>
                <a:lnTo>
                  <a:pt x="0" y="195072"/>
                </a:lnTo>
                <a:lnTo>
                  <a:pt x="0" y="233172"/>
                </a:lnTo>
                <a:lnTo>
                  <a:pt x="10668" y="233172"/>
                </a:lnTo>
                <a:close/>
              </a:path>
              <a:path w="4544695" h="1839595">
                <a:moveTo>
                  <a:pt x="10668" y="167640"/>
                </a:moveTo>
                <a:lnTo>
                  <a:pt x="10668" y="129540"/>
                </a:lnTo>
                <a:lnTo>
                  <a:pt x="0" y="129540"/>
                </a:lnTo>
                <a:lnTo>
                  <a:pt x="0" y="167640"/>
                </a:lnTo>
                <a:lnTo>
                  <a:pt x="10668" y="167640"/>
                </a:lnTo>
                <a:close/>
              </a:path>
              <a:path w="4544695" h="1839595">
                <a:moveTo>
                  <a:pt x="10668" y="100584"/>
                </a:moveTo>
                <a:lnTo>
                  <a:pt x="10668" y="62484"/>
                </a:lnTo>
                <a:lnTo>
                  <a:pt x="0" y="62484"/>
                </a:lnTo>
                <a:lnTo>
                  <a:pt x="0" y="100584"/>
                </a:lnTo>
                <a:lnTo>
                  <a:pt x="10668" y="100584"/>
                </a:lnTo>
                <a:close/>
              </a:path>
              <a:path w="4544695" h="1839595">
                <a:moveTo>
                  <a:pt x="15240" y="10668"/>
                </a:moveTo>
                <a:lnTo>
                  <a:pt x="15240" y="0"/>
                </a:lnTo>
                <a:lnTo>
                  <a:pt x="0" y="0"/>
                </a:lnTo>
                <a:lnTo>
                  <a:pt x="0" y="33528"/>
                </a:lnTo>
                <a:lnTo>
                  <a:pt x="4572" y="33528"/>
                </a:ln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15240" y="10668"/>
                </a:lnTo>
                <a:close/>
              </a:path>
              <a:path w="4544695" h="1839595">
                <a:moveTo>
                  <a:pt x="10668" y="10668"/>
                </a:move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close/>
              </a:path>
              <a:path w="4544695" h="1839595">
                <a:moveTo>
                  <a:pt x="10668" y="33528"/>
                </a:moveTo>
                <a:lnTo>
                  <a:pt x="10668" y="10668"/>
                </a:lnTo>
                <a:lnTo>
                  <a:pt x="4572" y="10668"/>
                </a:lnTo>
                <a:lnTo>
                  <a:pt x="4572" y="33528"/>
                </a:lnTo>
                <a:lnTo>
                  <a:pt x="10668" y="33528"/>
                </a:lnTo>
                <a:close/>
              </a:path>
              <a:path w="4544695" h="1839595">
                <a:moveTo>
                  <a:pt x="80772" y="10668"/>
                </a:moveTo>
                <a:lnTo>
                  <a:pt x="80772" y="0"/>
                </a:lnTo>
                <a:lnTo>
                  <a:pt x="42672" y="0"/>
                </a:lnTo>
                <a:lnTo>
                  <a:pt x="42672" y="10668"/>
                </a:lnTo>
                <a:lnTo>
                  <a:pt x="80772" y="10668"/>
                </a:lnTo>
                <a:close/>
              </a:path>
              <a:path w="4544695" h="1839595">
                <a:moveTo>
                  <a:pt x="147828" y="10668"/>
                </a:moveTo>
                <a:lnTo>
                  <a:pt x="147828" y="0"/>
                </a:lnTo>
                <a:lnTo>
                  <a:pt x="109728" y="0"/>
                </a:lnTo>
                <a:lnTo>
                  <a:pt x="109728" y="10668"/>
                </a:lnTo>
                <a:lnTo>
                  <a:pt x="147828" y="10668"/>
                </a:lnTo>
                <a:close/>
              </a:path>
              <a:path w="4544695" h="1839595">
                <a:moveTo>
                  <a:pt x="214884" y="10668"/>
                </a:moveTo>
                <a:lnTo>
                  <a:pt x="214884" y="0"/>
                </a:lnTo>
                <a:lnTo>
                  <a:pt x="176784" y="0"/>
                </a:lnTo>
                <a:lnTo>
                  <a:pt x="176784" y="10668"/>
                </a:lnTo>
                <a:lnTo>
                  <a:pt x="214884" y="10668"/>
                </a:lnTo>
                <a:close/>
              </a:path>
              <a:path w="4544695" h="1839595">
                <a:moveTo>
                  <a:pt x="281940" y="10668"/>
                </a:moveTo>
                <a:lnTo>
                  <a:pt x="281940" y="0"/>
                </a:lnTo>
                <a:lnTo>
                  <a:pt x="243840" y="0"/>
                </a:lnTo>
                <a:lnTo>
                  <a:pt x="243840" y="10668"/>
                </a:lnTo>
                <a:lnTo>
                  <a:pt x="281940" y="10668"/>
                </a:lnTo>
                <a:close/>
              </a:path>
              <a:path w="4544695" h="1839595">
                <a:moveTo>
                  <a:pt x="347472" y="10668"/>
                </a:moveTo>
                <a:lnTo>
                  <a:pt x="347472" y="0"/>
                </a:lnTo>
                <a:lnTo>
                  <a:pt x="309372" y="0"/>
                </a:lnTo>
                <a:lnTo>
                  <a:pt x="309372" y="10668"/>
                </a:lnTo>
                <a:lnTo>
                  <a:pt x="347472" y="10668"/>
                </a:lnTo>
                <a:close/>
              </a:path>
              <a:path w="4544695" h="1839595">
                <a:moveTo>
                  <a:pt x="414528" y="10668"/>
                </a:moveTo>
                <a:lnTo>
                  <a:pt x="414528" y="0"/>
                </a:lnTo>
                <a:lnTo>
                  <a:pt x="376428" y="0"/>
                </a:lnTo>
                <a:lnTo>
                  <a:pt x="376428" y="10668"/>
                </a:lnTo>
                <a:lnTo>
                  <a:pt x="414528" y="10668"/>
                </a:lnTo>
                <a:close/>
              </a:path>
              <a:path w="4544695" h="1839595">
                <a:moveTo>
                  <a:pt x="481584" y="10668"/>
                </a:moveTo>
                <a:lnTo>
                  <a:pt x="481584" y="0"/>
                </a:lnTo>
                <a:lnTo>
                  <a:pt x="443484" y="0"/>
                </a:lnTo>
                <a:lnTo>
                  <a:pt x="443484" y="10668"/>
                </a:lnTo>
                <a:lnTo>
                  <a:pt x="481584" y="10668"/>
                </a:lnTo>
                <a:close/>
              </a:path>
              <a:path w="4544695" h="1839595">
                <a:moveTo>
                  <a:pt x="548640" y="10668"/>
                </a:moveTo>
                <a:lnTo>
                  <a:pt x="548640" y="0"/>
                </a:lnTo>
                <a:lnTo>
                  <a:pt x="510540" y="0"/>
                </a:lnTo>
                <a:lnTo>
                  <a:pt x="510540" y="10668"/>
                </a:lnTo>
                <a:lnTo>
                  <a:pt x="548640" y="10668"/>
                </a:lnTo>
                <a:close/>
              </a:path>
              <a:path w="4544695" h="1839595">
                <a:moveTo>
                  <a:pt x="614172" y="10668"/>
                </a:moveTo>
                <a:lnTo>
                  <a:pt x="614172" y="0"/>
                </a:lnTo>
                <a:lnTo>
                  <a:pt x="576072" y="0"/>
                </a:lnTo>
                <a:lnTo>
                  <a:pt x="576072" y="10668"/>
                </a:lnTo>
                <a:lnTo>
                  <a:pt x="614172" y="10668"/>
                </a:lnTo>
                <a:close/>
              </a:path>
              <a:path w="4544695" h="1839595">
                <a:moveTo>
                  <a:pt x="681228" y="10668"/>
                </a:moveTo>
                <a:lnTo>
                  <a:pt x="681228" y="0"/>
                </a:lnTo>
                <a:lnTo>
                  <a:pt x="643128" y="0"/>
                </a:lnTo>
                <a:lnTo>
                  <a:pt x="643128" y="10668"/>
                </a:lnTo>
                <a:lnTo>
                  <a:pt x="681228" y="10668"/>
                </a:lnTo>
                <a:close/>
              </a:path>
              <a:path w="4544695" h="1839595">
                <a:moveTo>
                  <a:pt x="748284" y="10668"/>
                </a:moveTo>
                <a:lnTo>
                  <a:pt x="748284" y="0"/>
                </a:lnTo>
                <a:lnTo>
                  <a:pt x="710184" y="0"/>
                </a:lnTo>
                <a:lnTo>
                  <a:pt x="710184" y="10668"/>
                </a:lnTo>
                <a:lnTo>
                  <a:pt x="748284" y="10668"/>
                </a:lnTo>
                <a:close/>
              </a:path>
              <a:path w="4544695" h="1839595">
                <a:moveTo>
                  <a:pt x="815340" y="10668"/>
                </a:moveTo>
                <a:lnTo>
                  <a:pt x="815340" y="0"/>
                </a:lnTo>
                <a:lnTo>
                  <a:pt x="777240" y="0"/>
                </a:lnTo>
                <a:lnTo>
                  <a:pt x="777240" y="10668"/>
                </a:lnTo>
                <a:lnTo>
                  <a:pt x="815340" y="10668"/>
                </a:lnTo>
                <a:close/>
              </a:path>
              <a:path w="4544695" h="1839595">
                <a:moveTo>
                  <a:pt x="880872" y="10668"/>
                </a:moveTo>
                <a:lnTo>
                  <a:pt x="880872" y="0"/>
                </a:lnTo>
                <a:lnTo>
                  <a:pt x="842772" y="0"/>
                </a:lnTo>
                <a:lnTo>
                  <a:pt x="842772" y="10668"/>
                </a:lnTo>
                <a:lnTo>
                  <a:pt x="880872" y="10668"/>
                </a:lnTo>
                <a:close/>
              </a:path>
              <a:path w="4544695" h="1839595">
                <a:moveTo>
                  <a:pt x="947928" y="10668"/>
                </a:moveTo>
                <a:lnTo>
                  <a:pt x="947928" y="0"/>
                </a:lnTo>
                <a:lnTo>
                  <a:pt x="909828" y="0"/>
                </a:lnTo>
                <a:lnTo>
                  <a:pt x="909828" y="10668"/>
                </a:lnTo>
                <a:lnTo>
                  <a:pt x="947928" y="10668"/>
                </a:lnTo>
                <a:close/>
              </a:path>
              <a:path w="4544695" h="1839595">
                <a:moveTo>
                  <a:pt x="1014984" y="10668"/>
                </a:moveTo>
                <a:lnTo>
                  <a:pt x="1014984" y="0"/>
                </a:lnTo>
                <a:lnTo>
                  <a:pt x="976884" y="0"/>
                </a:lnTo>
                <a:lnTo>
                  <a:pt x="976884" y="10668"/>
                </a:lnTo>
                <a:lnTo>
                  <a:pt x="1014984" y="10668"/>
                </a:lnTo>
                <a:close/>
              </a:path>
              <a:path w="4544695" h="1839595">
                <a:moveTo>
                  <a:pt x="1082040" y="10668"/>
                </a:moveTo>
                <a:lnTo>
                  <a:pt x="1082040" y="0"/>
                </a:lnTo>
                <a:lnTo>
                  <a:pt x="1043940" y="0"/>
                </a:lnTo>
                <a:lnTo>
                  <a:pt x="1043940" y="10668"/>
                </a:lnTo>
                <a:lnTo>
                  <a:pt x="1082040" y="10668"/>
                </a:lnTo>
                <a:close/>
              </a:path>
              <a:path w="4544695" h="1839595">
                <a:moveTo>
                  <a:pt x="1147572" y="10668"/>
                </a:moveTo>
                <a:lnTo>
                  <a:pt x="1147572" y="0"/>
                </a:lnTo>
                <a:lnTo>
                  <a:pt x="1109472" y="0"/>
                </a:lnTo>
                <a:lnTo>
                  <a:pt x="1109472" y="10668"/>
                </a:lnTo>
                <a:lnTo>
                  <a:pt x="1147572" y="10668"/>
                </a:lnTo>
                <a:close/>
              </a:path>
              <a:path w="4544695" h="1839595">
                <a:moveTo>
                  <a:pt x="1214628" y="10668"/>
                </a:moveTo>
                <a:lnTo>
                  <a:pt x="1214628" y="0"/>
                </a:lnTo>
                <a:lnTo>
                  <a:pt x="1176528" y="0"/>
                </a:lnTo>
                <a:lnTo>
                  <a:pt x="1176528" y="10668"/>
                </a:lnTo>
                <a:lnTo>
                  <a:pt x="1214628" y="10668"/>
                </a:lnTo>
                <a:close/>
              </a:path>
              <a:path w="4544695" h="1839595">
                <a:moveTo>
                  <a:pt x="1281684" y="10668"/>
                </a:moveTo>
                <a:lnTo>
                  <a:pt x="1281684" y="0"/>
                </a:lnTo>
                <a:lnTo>
                  <a:pt x="1243584" y="0"/>
                </a:lnTo>
                <a:lnTo>
                  <a:pt x="1243584" y="10668"/>
                </a:lnTo>
                <a:lnTo>
                  <a:pt x="1281684" y="10668"/>
                </a:lnTo>
                <a:close/>
              </a:path>
              <a:path w="4544695" h="1839595">
                <a:moveTo>
                  <a:pt x="1348740" y="10668"/>
                </a:moveTo>
                <a:lnTo>
                  <a:pt x="1348740" y="0"/>
                </a:lnTo>
                <a:lnTo>
                  <a:pt x="1310640" y="0"/>
                </a:lnTo>
                <a:lnTo>
                  <a:pt x="1310640" y="10668"/>
                </a:lnTo>
                <a:lnTo>
                  <a:pt x="1348740" y="10668"/>
                </a:lnTo>
                <a:close/>
              </a:path>
              <a:path w="4544695" h="1839595">
                <a:moveTo>
                  <a:pt x="1414272" y="10668"/>
                </a:moveTo>
                <a:lnTo>
                  <a:pt x="1414272" y="0"/>
                </a:lnTo>
                <a:lnTo>
                  <a:pt x="1376172" y="0"/>
                </a:lnTo>
                <a:lnTo>
                  <a:pt x="1376172" y="10668"/>
                </a:lnTo>
                <a:lnTo>
                  <a:pt x="1414272" y="10668"/>
                </a:lnTo>
                <a:close/>
              </a:path>
              <a:path w="4544695" h="1839595">
                <a:moveTo>
                  <a:pt x="1481328" y="10668"/>
                </a:moveTo>
                <a:lnTo>
                  <a:pt x="1481328" y="0"/>
                </a:lnTo>
                <a:lnTo>
                  <a:pt x="1443228" y="0"/>
                </a:lnTo>
                <a:lnTo>
                  <a:pt x="1443228" y="10668"/>
                </a:lnTo>
                <a:lnTo>
                  <a:pt x="1481328" y="10668"/>
                </a:lnTo>
                <a:close/>
              </a:path>
              <a:path w="4544695" h="1839595">
                <a:moveTo>
                  <a:pt x="1548384" y="10668"/>
                </a:moveTo>
                <a:lnTo>
                  <a:pt x="1548384" y="0"/>
                </a:lnTo>
                <a:lnTo>
                  <a:pt x="1510284" y="0"/>
                </a:lnTo>
                <a:lnTo>
                  <a:pt x="1510284" y="10668"/>
                </a:lnTo>
                <a:lnTo>
                  <a:pt x="1548384" y="10668"/>
                </a:lnTo>
                <a:close/>
              </a:path>
              <a:path w="4544695" h="1839595">
                <a:moveTo>
                  <a:pt x="1615440" y="10668"/>
                </a:moveTo>
                <a:lnTo>
                  <a:pt x="1615440" y="0"/>
                </a:lnTo>
                <a:lnTo>
                  <a:pt x="1577340" y="0"/>
                </a:lnTo>
                <a:lnTo>
                  <a:pt x="1577340" y="10668"/>
                </a:lnTo>
                <a:lnTo>
                  <a:pt x="1615440" y="10668"/>
                </a:lnTo>
                <a:close/>
              </a:path>
              <a:path w="4544695" h="1839595">
                <a:moveTo>
                  <a:pt x="1680972" y="10668"/>
                </a:moveTo>
                <a:lnTo>
                  <a:pt x="1680972" y="0"/>
                </a:lnTo>
                <a:lnTo>
                  <a:pt x="1642872" y="0"/>
                </a:lnTo>
                <a:lnTo>
                  <a:pt x="1642872" y="10668"/>
                </a:lnTo>
                <a:lnTo>
                  <a:pt x="1680972" y="10668"/>
                </a:lnTo>
                <a:close/>
              </a:path>
              <a:path w="4544695" h="1839595">
                <a:moveTo>
                  <a:pt x="1748028" y="10668"/>
                </a:moveTo>
                <a:lnTo>
                  <a:pt x="1748028" y="0"/>
                </a:lnTo>
                <a:lnTo>
                  <a:pt x="1709928" y="0"/>
                </a:lnTo>
                <a:lnTo>
                  <a:pt x="1709928" y="10668"/>
                </a:lnTo>
                <a:lnTo>
                  <a:pt x="1748028" y="10668"/>
                </a:lnTo>
                <a:close/>
              </a:path>
              <a:path w="4544695" h="1839595">
                <a:moveTo>
                  <a:pt x="1815084" y="10668"/>
                </a:moveTo>
                <a:lnTo>
                  <a:pt x="1815084" y="0"/>
                </a:lnTo>
                <a:lnTo>
                  <a:pt x="1776984" y="0"/>
                </a:lnTo>
                <a:lnTo>
                  <a:pt x="1776984" y="10668"/>
                </a:lnTo>
                <a:lnTo>
                  <a:pt x="1815084" y="10668"/>
                </a:lnTo>
                <a:close/>
              </a:path>
              <a:path w="4544695" h="1839595">
                <a:moveTo>
                  <a:pt x="1882140" y="10668"/>
                </a:moveTo>
                <a:lnTo>
                  <a:pt x="1882140" y="0"/>
                </a:lnTo>
                <a:lnTo>
                  <a:pt x="1844040" y="0"/>
                </a:lnTo>
                <a:lnTo>
                  <a:pt x="1844040" y="10668"/>
                </a:lnTo>
                <a:lnTo>
                  <a:pt x="1882140" y="10668"/>
                </a:lnTo>
                <a:close/>
              </a:path>
              <a:path w="4544695" h="1839595">
                <a:moveTo>
                  <a:pt x="1947672" y="10668"/>
                </a:moveTo>
                <a:lnTo>
                  <a:pt x="1947672" y="0"/>
                </a:lnTo>
                <a:lnTo>
                  <a:pt x="1909572" y="0"/>
                </a:lnTo>
                <a:lnTo>
                  <a:pt x="1909572" y="10668"/>
                </a:lnTo>
                <a:lnTo>
                  <a:pt x="1947672" y="10668"/>
                </a:lnTo>
                <a:close/>
              </a:path>
              <a:path w="4544695" h="1839595">
                <a:moveTo>
                  <a:pt x="2014728" y="10668"/>
                </a:moveTo>
                <a:lnTo>
                  <a:pt x="2014728" y="0"/>
                </a:lnTo>
                <a:lnTo>
                  <a:pt x="1976628" y="0"/>
                </a:lnTo>
                <a:lnTo>
                  <a:pt x="1976628" y="10668"/>
                </a:lnTo>
                <a:lnTo>
                  <a:pt x="2014728" y="10668"/>
                </a:lnTo>
                <a:close/>
              </a:path>
              <a:path w="4544695" h="1839595">
                <a:moveTo>
                  <a:pt x="2081784" y="10668"/>
                </a:moveTo>
                <a:lnTo>
                  <a:pt x="2081784" y="0"/>
                </a:lnTo>
                <a:lnTo>
                  <a:pt x="2043684" y="0"/>
                </a:lnTo>
                <a:lnTo>
                  <a:pt x="2043684" y="10668"/>
                </a:lnTo>
                <a:lnTo>
                  <a:pt x="2081784" y="10668"/>
                </a:lnTo>
                <a:close/>
              </a:path>
              <a:path w="4544695" h="1839595">
                <a:moveTo>
                  <a:pt x="2148840" y="10668"/>
                </a:moveTo>
                <a:lnTo>
                  <a:pt x="2148840" y="0"/>
                </a:lnTo>
                <a:lnTo>
                  <a:pt x="2110740" y="0"/>
                </a:lnTo>
                <a:lnTo>
                  <a:pt x="2110740" y="10668"/>
                </a:lnTo>
                <a:lnTo>
                  <a:pt x="2148840" y="10668"/>
                </a:lnTo>
                <a:close/>
              </a:path>
              <a:path w="4544695" h="1839595">
                <a:moveTo>
                  <a:pt x="2214372" y="10668"/>
                </a:moveTo>
                <a:lnTo>
                  <a:pt x="2214372" y="0"/>
                </a:lnTo>
                <a:lnTo>
                  <a:pt x="2176272" y="0"/>
                </a:lnTo>
                <a:lnTo>
                  <a:pt x="2176272" y="10668"/>
                </a:lnTo>
                <a:lnTo>
                  <a:pt x="2214372" y="10668"/>
                </a:lnTo>
                <a:close/>
              </a:path>
              <a:path w="4544695" h="1839595">
                <a:moveTo>
                  <a:pt x="2281428" y="10668"/>
                </a:moveTo>
                <a:lnTo>
                  <a:pt x="2281428" y="0"/>
                </a:lnTo>
                <a:lnTo>
                  <a:pt x="2243328" y="0"/>
                </a:lnTo>
                <a:lnTo>
                  <a:pt x="2243328" y="10668"/>
                </a:lnTo>
                <a:lnTo>
                  <a:pt x="2281428" y="10668"/>
                </a:lnTo>
                <a:close/>
              </a:path>
              <a:path w="4544695" h="1839595">
                <a:moveTo>
                  <a:pt x="2348484" y="10668"/>
                </a:moveTo>
                <a:lnTo>
                  <a:pt x="2348484" y="0"/>
                </a:lnTo>
                <a:lnTo>
                  <a:pt x="2310384" y="0"/>
                </a:lnTo>
                <a:lnTo>
                  <a:pt x="2310384" y="10668"/>
                </a:lnTo>
                <a:lnTo>
                  <a:pt x="2348484" y="10668"/>
                </a:lnTo>
                <a:close/>
              </a:path>
              <a:path w="4544695" h="1839595">
                <a:moveTo>
                  <a:pt x="2415540" y="10668"/>
                </a:moveTo>
                <a:lnTo>
                  <a:pt x="2415540" y="0"/>
                </a:lnTo>
                <a:lnTo>
                  <a:pt x="2377440" y="0"/>
                </a:lnTo>
                <a:lnTo>
                  <a:pt x="2377440" y="10668"/>
                </a:lnTo>
                <a:lnTo>
                  <a:pt x="2415540" y="10668"/>
                </a:lnTo>
                <a:close/>
              </a:path>
              <a:path w="4544695" h="1839595">
                <a:moveTo>
                  <a:pt x="2481072" y="10668"/>
                </a:moveTo>
                <a:lnTo>
                  <a:pt x="2481072" y="0"/>
                </a:lnTo>
                <a:lnTo>
                  <a:pt x="2442972" y="0"/>
                </a:lnTo>
                <a:lnTo>
                  <a:pt x="2442972" y="10668"/>
                </a:lnTo>
                <a:lnTo>
                  <a:pt x="2481072" y="10668"/>
                </a:lnTo>
                <a:close/>
              </a:path>
              <a:path w="4544695" h="1839595">
                <a:moveTo>
                  <a:pt x="2548128" y="10668"/>
                </a:moveTo>
                <a:lnTo>
                  <a:pt x="2548128" y="0"/>
                </a:lnTo>
                <a:lnTo>
                  <a:pt x="2510028" y="0"/>
                </a:lnTo>
                <a:lnTo>
                  <a:pt x="2510028" y="10668"/>
                </a:lnTo>
                <a:lnTo>
                  <a:pt x="2548128" y="10668"/>
                </a:lnTo>
                <a:close/>
              </a:path>
              <a:path w="4544695" h="1839595">
                <a:moveTo>
                  <a:pt x="2615184" y="10668"/>
                </a:moveTo>
                <a:lnTo>
                  <a:pt x="2615184" y="0"/>
                </a:lnTo>
                <a:lnTo>
                  <a:pt x="2577084" y="0"/>
                </a:lnTo>
                <a:lnTo>
                  <a:pt x="2577084" y="10668"/>
                </a:lnTo>
                <a:lnTo>
                  <a:pt x="2615184" y="10668"/>
                </a:lnTo>
                <a:close/>
              </a:path>
              <a:path w="4544695" h="1839595">
                <a:moveTo>
                  <a:pt x="2682240" y="10668"/>
                </a:moveTo>
                <a:lnTo>
                  <a:pt x="2682240" y="0"/>
                </a:lnTo>
                <a:lnTo>
                  <a:pt x="2644140" y="0"/>
                </a:lnTo>
                <a:lnTo>
                  <a:pt x="2644140" y="10668"/>
                </a:lnTo>
                <a:lnTo>
                  <a:pt x="2682240" y="10668"/>
                </a:lnTo>
                <a:close/>
              </a:path>
              <a:path w="4544695" h="1839595">
                <a:moveTo>
                  <a:pt x="2747772" y="10668"/>
                </a:moveTo>
                <a:lnTo>
                  <a:pt x="2747772" y="0"/>
                </a:lnTo>
                <a:lnTo>
                  <a:pt x="2709672" y="0"/>
                </a:lnTo>
                <a:lnTo>
                  <a:pt x="2709672" y="10668"/>
                </a:lnTo>
                <a:lnTo>
                  <a:pt x="2747772" y="10668"/>
                </a:lnTo>
                <a:close/>
              </a:path>
              <a:path w="4544695" h="1839595">
                <a:moveTo>
                  <a:pt x="2814828" y="10668"/>
                </a:moveTo>
                <a:lnTo>
                  <a:pt x="2814828" y="0"/>
                </a:lnTo>
                <a:lnTo>
                  <a:pt x="2776728" y="0"/>
                </a:lnTo>
                <a:lnTo>
                  <a:pt x="2776728" y="10668"/>
                </a:lnTo>
                <a:lnTo>
                  <a:pt x="2814828" y="10668"/>
                </a:lnTo>
                <a:close/>
              </a:path>
              <a:path w="4544695" h="1839595">
                <a:moveTo>
                  <a:pt x="2881884" y="10668"/>
                </a:moveTo>
                <a:lnTo>
                  <a:pt x="2881884" y="0"/>
                </a:lnTo>
                <a:lnTo>
                  <a:pt x="2843784" y="0"/>
                </a:lnTo>
                <a:lnTo>
                  <a:pt x="2843784" y="10668"/>
                </a:lnTo>
                <a:lnTo>
                  <a:pt x="2881884" y="10668"/>
                </a:lnTo>
                <a:close/>
              </a:path>
              <a:path w="4544695" h="1839595">
                <a:moveTo>
                  <a:pt x="2948940" y="10668"/>
                </a:moveTo>
                <a:lnTo>
                  <a:pt x="2948940" y="0"/>
                </a:lnTo>
                <a:lnTo>
                  <a:pt x="2910840" y="0"/>
                </a:lnTo>
                <a:lnTo>
                  <a:pt x="2910840" y="10668"/>
                </a:lnTo>
                <a:lnTo>
                  <a:pt x="2948940" y="10668"/>
                </a:lnTo>
                <a:close/>
              </a:path>
              <a:path w="4544695" h="1839595">
                <a:moveTo>
                  <a:pt x="3014472" y="10668"/>
                </a:moveTo>
                <a:lnTo>
                  <a:pt x="3014472" y="0"/>
                </a:lnTo>
                <a:lnTo>
                  <a:pt x="2976372" y="0"/>
                </a:lnTo>
                <a:lnTo>
                  <a:pt x="2976372" y="10668"/>
                </a:lnTo>
                <a:lnTo>
                  <a:pt x="3014472" y="10668"/>
                </a:lnTo>
                <a:close/>
              </a:path>
              <a:path w="4544695" h="1839595">
                <a:moveTo>
                  <a:pt x="3081528" y="10668"/>
                </a:moveTo>
                <a:lnTo>
                  <a:pt x="3081528" y="0"/>
                </a:lnTo>
                <a:lnTo>
                  <a:pt x="3043428" y="0"/>
                </a:lnTo>
                <a:lnTo>
                  <a:pt x="3043428" y="10668"/>
                </a:lnTo>
                <a:lnTo>
                  <a:pt x="3081528" y="10668"/>
                </a:lnTo>
                <a:close/>
              </a:path>
              <a:path w="4544695" h="1839595">
                <a:moveTo>
                  <a:pt x="3148584" y="10668"/>
                </a:moveTo>
                <a:lnTo>
                  <a:pt x="3148584" y="0"/>
                </a:lnTo>
                <a:lnTo>
                  <a:pt x="3110484" y="0"/>
                </a:lnTo>
                <a:lnTo>
                  <a:pt x="3110484" y="10668"/>
                </a:lnTo>
                <a:lnTo>
                  <a:pt x="3148584" y="10668"/>
                </a:lnTo>
                <a:close/>
              </a:path>
              <a:path w="4544695" h="1839595">
                <a:moveTo>
                  <a:pt x="3215640" y="10668"/>
                </a:moveTo>
                <a:lnTo>
                  <a:pt x="3215640" y="0"/>
                </a:lnTo>
                <a:lnTo>
                  <a:pt x="3177540" y="0"/>
                </a:lnTo>
                <a:lnTo>
                  <a:pt x="3177540" y="10668"/>
                </a:lnTo>
                <a:lnTo>
                  <a:pt x="3215640" y="10668"/>
                </a:lnTo>
                <a:close/>
              </a:path>
              <a:path w="4544695" h="1839595">
                <a:moveTo>
                  <a:pt x="3281172" y="10668"/>
                </a:moveTo>
                <a:lnTo>
                  <a:pt x="3281172" y="0"/>
                </a:lnTo>
                <a:lnTo>
                  <a:pt x="3243072" y="0"/>
                </a:lnTo>
                <a:lnTo>
                  <a:pt x="3243072" y="10668"/>
                </a:lnTo>
                <a:lnTo>
                  <a:pt x="3281172" y="10668"/>
                </a:lnTo>
                <a:close/>
              </a:path>
              <a:path w="4544695" h="1839595">
                <a:moveTo>
                  <a:pt x="3348228" y="10668"/>
                </a:moveTo>
                <a:lnTo>
                  <a:pt x="3348228" y="0"/>
                </a:lnTo>
                <a:lnTo>
                  <a:pt x="3310128" y="0"/>
                </a:lnTo>
                <a:lnTo>
                  <a:pt x="3310128" y="10668"/>
                </a:lnTo>
                <a:lnTo>
                  <a:pt x="3348228" y="10668"/>
                </a:lnTo>
                <a:close/>
              </a:path>
              <a:path w="4544695" h="1839595">
                <a:moveTo>
                  <a:pt x="3415284" y="10668"/>
                </a:moveTo>
                <a:lnTo>
                  <a:pt x="3415284" y="0"/>
                </a:lnTo>
                <a:lnTo>
                  <a:pt x="3377184" y="0"/>
                </a:lnTo>
                <a:lnTo>
                  <a:pt x="3377184" y="10668"/>
                </a:lnTo>
                <a:lnTo>
                  <a:pt x="3415284" y="10668"/>
                </a:lnTo>
                <a:close/>
              </a:path>
              <a:path w="4544695" h="1839595">
                <a:moveTo>
                  <a:pt x="3482340" y="10668"/>
                </a:moveTo>
                <a:lnTo>
                  <a:pt x="3482340" y="0"/>
                </a:lnTo>
                <a:lnTo>
                  <a:pt x="3444240" y="0"/>
                </a:lnTo>
                <a:lnTo>
                  <a:pt x="3444240" y="10668"/>
                </a:lnTo>
                <a:lnTo>
                  <a:pt x="3482340" y="10668"/>
                </a:lnTo>
                <a:close/>
              </a:path>
              <a:path w="4544695" h="1839595">
                <a:moveTo>
                  <a:pt x="3547872" y="10668"/>
                </a:moveTo>
                <a:lnTo>
                  <a:pt x="3547872" y="0"/>
                </a:lnTo>
                <a:lnTo>
                  <a:pt x="3509772" y="0"/>
                </a:lnTo>
                <a:lnTo>
                  <a:pt x="3509772" y="10668"/>
                </a:lnTo>
                <a:lnTo>
                  <a:pt x="3547872" y="10668"/>
                </a:lnTo>
                <a:close/>
              </a:path>
              <a:path w="4544695" h="1839595">
                <a:moveTo>
                  <a:pt x="3614928" y="10668"/>
                </a:moveTo>
                <a:lnTo>
                  <a:pt x="3614928" y="0"/>
                </a:lnTo>
                <a:lnTo>
                  <a:pt x="3576828" y="0"/>
                </a:lnTo>
                <a:lnTo>
                  <a:pt x="3576828" y="10668"/>
                </a:lnTo>
                <a:lnTo>
                  <a:pt x="3614928" y="10668"/>
                </a:lnTo>
                <a:close/>
              </a:path>
              <a:path w="4544695" h="1839595">
                <a:moveTo>
                  <a:pt x="3681984" y="10668"/>
                </a:moveTo>
                <a:lnTo>
                  <a:pt x="3681984" y="0"/>
                </a:lnTo>
                <a:lnTo>
                  <a:pt x="3643884" y="0"/>
                </a:lnTo>
                <a:lnTo>
                  <a:pt x="3643884" y="10668"/>
                </a:lnTo>
                <a:lnTo>
                  <a:pt x="3681984" y="10668"/>
                </a:lnTo>
                <a:close/>
              </a:path>
              <a:path w="4544695" h="1839595">
                <a:moveTo>
                  <a:pt x="3749040" y="10668"/>
                </a:moveTo>
                <a:lnTo>
                  <a:pt x="3749040" y="0"/>
                </a:lnTo>
                <a:lnTo>
                  <a:pt x="3710940" y="0"/>
                </a:lnTo>
                <a:lnTo>
                  <a:pt x="3710940" y="10668"/>
                </a:lnTo>
                <a:lnTo>
                  <a:pt x="3749040" y="10668"/>
                </a:lnTo>
                <a:close/>
              </a:path>
              <a:path w="4544695" h="1839595">
                <a:moveTo>
                  <a:pt x="3814572" y="10668"/>
                </a:moveTo>
                <a:lnTo>
                  <a:pt x="3814572" y="0"/>
                </a:lnTo>
                <a:lnTo>
                  <a:pt x="3776472" y="0"/>
                </a:lnTo>
                <a:lnTo>
                  <a:pt x="3776472" y="10668"/>
                </a:lnTo>
                <a:lnTo>
                  <a:pt x="3814572" y="10668"/>
                </a:lnTo>
                <a:close/>
              </a:path>
              <a:path w="4544695" h="1839595">
                <a:moveTo>
                  <a:pt x="3881628" y="10668"/>
                </a:moveTo>
                <a:lnTo>
                  <a:pt x="3881628" y="0"/>
                </a:lnTo>
                <a:lnTo>
                  <a:pt x="3843528" y="0"/>
                </a:lnTo>
                <a:lnTo>
                  <a:pt x="3843528" y="10668"/>
                </a:lnTo>
                <a:lnTo>
                  <a:pt x="3881628" y="10668"/>
                </a:lnTo>
                <a:close/>
              </a:path>
              <a:path w="4544695" h="1839595">
                <a:moveTo>
                  <a:pt x="3948684" y="10668"/>
                </a:moveTo>
                <a:lnTo>
                  <a:pt x="3948684" y="0"/>
                </a:lnTo>
                <a:lnTo>
                  <a:pt x="3910584" y="0"/>
                </a:lnTo>
                <a:lnTo>
                  <a:pt x="3910584" y="10668"/>
                </a:lnTo>
                <a:lnTo>
                  <a:pt x="3948684" y="10668"/>
                </a:lnTo>
                <a:close/>
              </a:path>
              <a:path w="4544695" h="1839595">
                <a:moveTo>
                  <a:pt x="4015740" y="10668"/>
                </a:moveTo>
                <a:lnTo>
                  <a:pt x="4015740" y="0"/>
                </a:lnTo>
                <a:lnTo>
                  <a:pt x="3977640" y="0"/>
                </a:lnTo>
                <a:lnTo>
                  <a:pt x="3977640" y="10668"/>
                </a:lnTo>
                <a:lnTo>
                  <a:pt x="4015740" y="10668"/>
                </a:lnTo>
                <a:close/>
              </a:path>
              <a:path w="4544695" h="1839595">
                <a:moveTo>
                  <a:pt x="4081272" y="10668"/>
                </a:moveTo>
                <a:lnTo>
                  <a:pt x="4081272" y="0"/>
                </a:lnTo>
                <a:lnTo>
                  <a:pt x="4043172" y="0"/>
                </a:lnTo>
                <a:lnTo>
                  <a:pt x="4043172" y="10668"/>
                </a:lnTo>
                <a:lnTo>
                  <a:pt x="4081272" y="10668"/>
                </a:lnTo>
                <a:close/>
              </a:path>
              <a:path w="4544695" h="1839595">
                <a:moveTo>
                  <a:pt x="4148328" y="10668"/>
                </a:moveTo>
                <a:lnTo>
                  <a:pt x="4148328" y="0"/>
                </a:lnTo>
                <a:lnTo>
                  <a:pt x="4110228" y="0"/>
                </a:lnTo>
                <a:lnTo>
                  <a:pt x="4110228" y="10668"/>
                </a:lnTo>
                <a:lnTo>
                  <a:pt x="4148328" y="10668"/>
                </a:lnTo>
                <a:close/>
              </a:path>
              <a:path w="4544695" h="1839595">
                <a:moveTo>
                  <a:pt x="4215384" y="10668"/>
                </a:moveTo>
                <a:lnTo>
                  <a:pt x="4215384" y="0"/>
                </a:lnTo>
                <a:lnTo>
                  <a:pt x="4177284" y="0"/>
                </a:lnTo>
                <a:lnTo>
                  <a:pt x="4177284" y="10668"/>
                </a:lnTo>
                <a:lnTo>
                  <a:pt x="4215384" y="10668"/>
                </a:lnTo>
                <a:close/>
              </a:path>
              <a:path w="4544695" h="1839595">
                <a:moveTo>
                  <a:pt x="4282440" y="10668"/>
                </a:moveTo>
                <a:lnTo>
                  <a:pt x="4282440" y="0"/>
                </a:lnTo>
                <a:lnTo>
                  <a:pt x="4244340" y="0"/>
                </a:lnTo>
                <a:lnTo>
                  <a:pt x="4244340" y="10668"/>
                </a:lnTo>
                <a:lnTo>
                  <a:pt x="4282440" y="10668"/>
                </a:lnTo>
                <a:close/>
              </a:path>
              <a:path w="4544695" h="1839595">
                <a:moveTo>
                  <a:pt x="4347972" y="10668"/>
                </a:moveTo>
                <a:lnTo>
                  <a:pt x="4347972" y="0"/>
                </a:lnTo>
                <a:lnTo>
                  <a:pt x="4309872" y="0"/>
                </a:lnTo>
                <a:lnTo>
                  <a:pt x="4309872" y="10668"/>
                </a:lnTo>
                <a:lnTo>
                  <a:pt x="4347972" y="10668"/>
                </a:lnTo>
                <a:close/>
              </a:path>
              <a:path w="4544695" h="1839595">
                <a:moveTo>
                  <a:pt x="4415028" y="10668"/>
                </a:moveTo>
                <a:lnTo>
                  <a:pt x="4415028" y="0"/>
                </a:lnTo>
                <a:lnTo>
                  <a:pt x="4376928" y="0"/>
                </a:lnTo>
                <a:lnTo>
                  <a:pt x="4376928" y="10668"/>
                </a:lnTo>
                <a:lnTo>
                  <a:pt x="4415028" y="10668"/>
                </a:lnTo>
                <a:close/>
              </a:path>
              <a:path w="4544695" h="1839595">
                <a:moveTo>
                  <a:pt x="4482084" y="10668"/>
                </a:moveTo>
                <a:lnTo>
                  <a:pt x="4482084" y="0"/>
                </a:lnTo>
                <a:lnTo>
                  <a:pt x="4443984" y="0"/>
                </a:lnTo>
                <a:lnTo>
                  <a:pt x="4443984" y="10668"/>
                </a:lnTo>
                <a:lnTo>
                  <a:pt x="4482084" y="10668"/>
                </a:lnTo>
                <a:close/>
              </a:path>
              <a:path w="4544695" h="1839595">
                <a:moveTo>
                  <a:pt x="4544568" y="15240"/>
                </a:moveTo>
                <a:lnTo>
                  <a:pt x="4544568" y="0"/>
                </a:lnTo>
                <a:lnTo>
                  <a:pt x="4511040" y="0"/>
                </a:lnTo>
                <a:lnTo>
                  <a:pt x="4511040" y="10668"/>
                </a:lnTo>
                <a:lnTo>
                  <a:pt x="4533900" y="10668"/>
                </a:lnTo>
                <a:lnTo>
                  <a:pt x="4533900" y="4572"/>
                </a:lnTo>
                <a:lnTo>
                  <a:pt x="4538472" y="10668"/>
                </a:lnTo>
                <a:lnTo>
                  <a:pt x="4538472" y="15240"/>
                </a:lnTo>
                <a:lnTo>
                  <a:pt x="4544568" y="15240"/>
                </a:lnTo>
                <a:close/>
              </a:path>
              <a:path w="4544695" h="1839595">
                <a:moveTo>
                  <a:pt x="4538472" y="10668"/>
                </a:moveTo>
                <a:lnTo>
                  <a:pt x="4533900" y="4572"/>
                </a:lnTo>
                <a:lnTo>
                  <a:pt x="4533900" y="10668"/>
                </a:lnTo>
                <a:lnTo>
                  <a:pt x="4538472" y="10668"/>
                </a:lnTo>
                <a:close/>
              </a:path>
              <a:path w="4544695" h="1839595">
                <a:moveTo>
                  <a:pt x="4538472" y="15240"/>
                </a:moveTo>
                <a:lnTo>
                  <a:pt x="4538472" y="10668"/>
                </a:lnTo>
                <a:lnTo>
                  <a:pt x="4533900" y="10668"/>
                </a:lnTo>
                <a:lnTo>
                  <a:pt x="4533900" y="15240"/>
                </a:lnTo>
                <a:lnTo>
                  <a:pt x="4538472" y="15240"/>
                </a:lnTo>
                <a:close/>
              </a:path>
              <a:path w="4544695" h="1839595">
                <a:moveTo>
                  <a:pt x="4544568" y="80772"/>
                </a:moveTo>
                <a:lnTo>
                  <a:pt x="4544568" y="42672"/>
                </a:lnTo>
                <a:lnTo>
                  <a:pt x="4533900" y="42672"/>
                </a:lnTo>
                <a:lnTo>
                  <a:pt x="4533900" y="80772"/>
                </a:lnTo>
                <a:lnTo>
                  <a:pt x="4544568" y="80772"/>
                </a:lnTo>
                <a:close/>
              </a:path>
              <a:path w="4544695" h="1839595">
                <a:moveTo>
                  <a:pt x="4544568" y="147828"/>
                </a:moveTo>
                <a:lnTo>
                  <a:pt x="4544568" y="109728"/>
                </a:lnTo>
                <a:lnTo>
                  <a:pt x="4533900" y="109728"/>
                </a:lnTo>
                <a:lnTo>
                  <a:pt x="4533900" y="147828"/>
                </a:lnTo>
                <a:lnTo>
                  <a:pt x="4544568" y="147828"/>
                </a:lnTo>
                <a:close/>
              </a:path>
              <a:path w="4544695" h="1839595">
                <a:moveTo>
                  <a:pt x="4544568" y="214884"/>
                </a:moveTo>
                <a:lnTo>
                  <a:pt x="4544568" y="176784"/>
                </a:lnTo>
                <a:lnTo>
                  <a:pt x="4533900" y="176784"/>
                </a:lnTo>
                <a:lnTo>
                  <a:pt x="4533900" y="214884"/>
                </a:lnTo>
                <a:lnTo>
                  <a:pt x="4544568" y="214884"/>
                </a:lnTo>
                <a:close/>
              </a:path>
              <a:path w="4544695" h="1839595">
                <a:moveTo>
                  <a:pt x="4544568" y="281940"/>
                </a:moveTo>
                <a:lnTo>
                  <a:pt x="4544568" y="243840"/>
                </a:lnTo>
                <a:lnTo>
                  <a:pt x="4533900" y="243840"/>
                </a:lnTo>
                <a:lnTo>
                  <a:pt x="4533900" y="281940"/>
                </a:lnTo>
                <a:lnTo>
                  <a:pt x="4544568" y="281940"/>
                </a:lnTo>
                <a:close/>
              </a:path>
              <a:path w="4544695" h="1839595">
                <a:moveTo>
                  <a:pt x="4544568" y="347472"/>
                </a:moveTo>
                <a:lnTo>
                  <a:pt x="4544568" y="309372"/>
                </a:lnTo>
                <a:lnTo>
                  <a:pt x="4533900" y="309372"/>
                </a:lnTo>
                <a:lnTo>
                  <a:pt x="4533900" y="347472"/>
                </a:lnTo>
                <a:lnTo>
                  <a:pt x="4544568" y="347472"/>
                </a:lnTo>
                <a:close/>
              </a:path>
              <a:path w="4544695" h="1839595">
                <a:moveTo>
                  <a:pt x="4544568" y="414528"/>
                </a:moveTo>
                <a:lnTo>
                  <a:pt x="4544568" y="376428"/>
                </a:lnTo>
                <a:lnTo>
                  <a:pt x="4533900" y="376428"/>
                </a:lnTo>
                <a:lnTo>
                  <a:pt x="4533900" y="414528"/>
                </a:lnTo>
                <a:lnTo>
                  <a:pt x="4544568" y="414528"/>
                </a:lnTo>
                <a:close/>
              </a:path>
              <a:path w="4544695" h="1839595">
                <a:moveTo>
                  <a:pt x="4544568" y="481584"/>
                </a:moveTo>
                <a:lnTo>
                  <a:pt x="4544568" y="443484"/>
                </a:lnTo>
                <a:lnTo>
                  <a:pt x="4533900" y="443484"/>
                </a:lnTo>
                <a:lnTo>
                  <a:pt x="4533900" y="481584"/>
                </a:lnTo>
                <a:lnTo>
                  <a:pt x="4544568" y="481584"/>
                </a:lnTo>
                <a:close/>
              </a:path>
              <a:path w="4544695" h="1839595">
                <a:moveTo>
                  <a:pt x="4544568" y="548640"/>
                </a:moveTo>
                <a:lnTo>
                  <a:pt x="4544568" y="510540"/>
                </a:lnTo>
                <a:lnTo>
                  <a:pt x="4533900" y="510540"/>
                </a:lnTo>
                <a:lnTo>
                  <a:pt x="4533900" y="548640"/>
                </a:lnTo>
                <a:lnTo>
                  <a:pt x="4544568" y="548640"/>
                </a:lnTo>
                <a:close/>
              </a:path>
              <a:path w="4544695" h="1839595">
                <a:moveTo>
                  <a:pt x="4544568" y="614172"/>
                </a:moveTo>
                <a:lnTo>
                  <a:pt x="4544568" y="576072"/>
                </a:lnTo>
                <a:lnTo>
                  <a:pt x="4533900" y="576072"/>
                </a:lnTo>
                <a:lnTo>
                  <a:pt x="4533900" y="614172"/>
                </a:lnTo>
                <a:lnTo>
                  <a:pt x="4544568" y="614172"/>
                </a:lnTo>
                <a:close/>
              </a:path>
              <a:path w="4544695" h="1839595">
                <a:moveTo>
                  <a:pt x="4544568" y="681228"/>
                </a:moveTo>
                <a:lnTo>
                  <a:pt x="4544568" y="643128"/>
                </a:lnTo>
                <a:lnTo>
                  <a:pt x="4533900" y="643128"/>
                </a:lnTo>
                <a:lnTo>
                  <a:pt x="4533900" y="681228"/>
                </a:lnTo>
                <a:lnTo>
                  <a:pt x="4544568" y="681228"/>
                </a:lnTo>
                <a:close/>
              </a:path>
              <a:path w="4544695" h="1839595">
                <a:moveTo>
                  <a:pt x="4544568" y="748284"/>
                </a:moveTo>
                <a:lnTo>
                  <a:pt x="4544568" y="710184"/>
                </a:lnTo>
                <a:lnTo>
                  <a:pt x="4533900" y="710184"/>
                </a:lnTo>
                <a:lnTo>
                  <a:pt x="4533900" y="748284"/>
                </a:lnTo>
                <a:lnTo>
                  <a:pt x="4544568" y="748284"/>
                </a:lnTo>
                <a:close/>
              </a:path>
              <a:path w="4544695" h="1839595">
                <a:moveTo>
                  <a:pt x="4544568" y="815340"/>
                </a:moveTo>
                <a:lnTo>
                  <a:pt x="4544568" y="777240"/>
                </a:lnTo>
                <a:lnTo>
                  <a:pt x="4533900" y="777240"/>
                </a:lnTo>
                <a:lnTo>
                  <a:pt x="4533900" y="815340"/>
                </a:lnTo>
                <a:lnTo>
                  <a:pt x="4544568" y="815340"/>
                </a:lnTo>
                <a:close/>
              </a:path>
              <a:path w="4544695" h="1839595">
                <a:moveTo>
                  <a:pt x="4544568" y="880872"/>
                </a:moveTo>
                <a:lnTo>
                  <a:pt x="4544568" y="842772"/>
                </a:lnTo>
                <a:lnTo>
                  <a:pt x="4533900" y="842772"/>
                </a:lnTo>
                <a:lnTo>
                  <a:pt x="4533900" y="880872"/>
                </a:lnTo>
                <a:lnTo>
                  <a:pt x="4544568" y="880872"/>
                </a:lnTo>
                <a:close/>
              </a:path>
              <a:path w="4544695" h="1839595">
                <a:moveTo>
                  <a:pt x="4544568" y="947928"/>
                </a:moveTo>
                <a:lnTo>
                  <a:pt x="4544568" y="909828"/>
                </a:lnTo>
                <a:lnTo>
                  <a:pt x="4533900" y="909828"/>
                </a:lnTo>
                <a:lnTo>
                  <a:pt x="4533900" y="947928"/>
                </a:lnTo>
                <a:lnTo>
                  <a:pt x="4544568" y="947928"/>
                </a:lnTo>
                <a:close/>
              </a:path>
              <a:path w="4544695" h="1839595">
                <a:moveTo>
                  <a:pt x="4544568" y="1014984"/>
                </a:moveTo>
                <a:lnTo>
                  <a:pt x="4544568" y="976884"/>
                </a:lnTo>
                <a:lnTo>
                  <a:pt x="4533900" y="976884"/>
                </a:lnTo>
                <a:lnTo>
                  <a:pt x="4533900" y="1014984"/>
                </a:lnTo>
                <a:lnTo>
                  <a:pt x="4544568" y="1014984"/>
                </a:lnTo>
                <a:close/>
              </a:path>
              <a:path w="4544695" h="1839595">
                <a:moveTo>
                  <a:pt x="4544568" y="1082040"/>
                </a:moveTo>
                <a:lnTo>
                  <a:pt x="4544568" y="1043940"/>
                </a:lnTo>
                <a:lnTo>
                  <a:pt x="4533900" y="1043940"/>
                </a:lnTo>
                <a:lnTo>
                  <a:pt x="4533900" y="1082040"/>
                </a:lnTo>
                <a:lnTo>
                  <a:pt x="4544568" y="1082040"/>
                </a:lnTo>
                <a:close/>
              </a:path>
              <a:path w="4544695" h="1839595">
                <a:moveTo>
                  <a:pt x="4544568" y="1147572"/>
                </a:moveTo>
                <a:lnTo>
                  <a:pt x="4544568" y="1109472"/>
                </a:lnTo>
                <a:lnTo>
                  <a:pt x="4533900" y="1109472"/>
                </a:lnTo>
                <a:lnTo>
                  <a:pt x="4533900" y="1147572"/>
                </a:lnTo>
                <a:lnTo>
                  <a:pt x="4544568" y="1147572"/>
                </a:lnTo>
                <a:close/>
              </a:path>
              <a:path w="4544695" h="1839595">
                <a:moveTo>
                  <a:pt x="4544568" y="1214628"/>
                </a:moveTo>
                <a:lnTo>
                  <a:pt x="4544568" y="1176528"/>
                </a:lnTo>
                <a:lnTo>
                  <a:pt x="4533900" y="1176528"/>
                </a:lnTo>
                <a:lnTo>
                  <a:pt x="4533900" y="1214628"/>
                </a:lnTo>
                <a:lnTo>
                  <a:pt x="4544568" y="1214628"/>
                </a:lnTo>
                <a:close/>
              </a:path>
              <a:path w="4544695" h="1839595">
                <a:moveTo>
                  <a:pt x="4544568" y="1281684"/>
                </a:moveTo>
                <a:lnTo>
                  <a:pt x="4544568" y="1243584"/>
                </a:lnTo>
                <a:lnTo>
                  <a:pt x="4533900" y="1243584"/>
                </a:lnTo>
                <a:lnTo>
                  <a:pt x="4533900" y="1281684"/>
                </a:lnTo>
                <a:lnTo>
                  <a:pt x="4544568" y="1281684"/>
                </a:lnTo>
                <a:close/>
              </a:path>
              <a:path w="4544695" h="1839595">
                <a:moveTo>
                  <a:pt x="4544568" y="1348740"/>
                </a:moveTo>
                <a:lnTo>
                  <a:pt x="4544568" y="1310640"/>
                </a:lnTo>
                <a:lnTo>
                  <a:pt x="4533900" y="1310640"/>
                </a:lnTo>
                <a:lnTo>
                  <a:pt x="4533900" y="1348740"/>
                </a:lnTo>
                <a:lnTo>
                  <a:pt x="4544568" y="1348740"/>
                </a:lnTo>
                <a:close/>
              </a:path>
              <a:path w="4544695" h="1839595">
                <a:moveTo>
                  <a:pt x="4544568" y="1414272"/>
                </a:moveTo>
                <a:lnTo>
                  <a:pt x="4544568" y="1376172"/>
                </a:lnTo>
                <a:lnTo>
                  <a:pt x="4533900" y="1376172"/>
                </a:lnTo>
                <a:lnTo>
                  <a:pt x="4533900" y="1414272"/>
                </a:lnTo>
                <a:lnTo>
                  <a:pt x="4544568" y="1414272"/>
                </a:lnTo>
                <a:close/>
              </a:path>
              <a:path w="4544695" h="1839595">
                <a:moveTo>
                  <a:pt x="4544568" y="1481328"/>
                </a:moveTo>
                <a:lnTo>
                  <a:pt x="4544568" y="1443228"/>
                </a:lnTo>
                <a:lnTo>
                  <a:pt x="4533900" y="1443228"/>
                </a:lnTo>
                <a:lnTo>
                  <a:pt x="4533900" y="1481328"/>
                </a:lnTo>
                <a:lnTo>
                  <a:pt x="4544568" y="1481328"/>
                </a:lnTo>
                <a:close/>
              </a:path>
              <a:path w="4544695" h="1839595">
                <a:moveTo>
                  <a:pt x="4544568" y="1548384"/>
                </a:moveTo>
                <a:lnTo>
                  <a:pt x="4544568" y="1510284"/>
                </a:lnTo>
                <a:lnTo>
                  <a:pt x="4533900" y="1510284"/>
                </a:lnTo>
                <a:lnTo>
                  <a:pt x="4533900" y="1548384"/>
                </a:lnTo>
                <a:lnTo>
                  <a:pt x="4544568" y="1548384"/>
                </a:lnTo>
                <a:close/>
              </a:path>
              <a:path w="4544695" h="1839595">
                <a:moveTo>
                  <a:pt x="4544568" y="1615440"/>
                </a:moveTo>
                <a:lnTo>
                  <a:pt x="4544568" y="1577340"/>
                </a:lnTo>
                <a:lnTo>
                  <a:pt x="4533900" y="1577340"/>
                </a:lnTo>
                <a:lnTo>
                  <a:pt x="4533900" y="1615440"/>
                </a:lnTo>
                <a:lnTo>
                  <a:pt x="4544568" y="1615440"/>
                </a:lnTo>
                <a:close/>
              </a:path>
              <a:path w="4544695" h="1839595">
                <a:moveTo>
                  <a:pt x="4544568" y="1680972"/>
                </a:moveTo>
                <a:lnTo>
                  <a:pt x="4544568" y="1642872"/>
                </a:lnTo>
                <a:lnTo>
                  <a:pt x="4533900" y="1642872"/>
                </a:lnTo>
                <a:lnTo>
                  <a:pt x="4533900" y="1680972"/>
                </a:lnTo>
                <a:lnTo>
                  <a:pt x="4544568" y="1680972"/>
                </a:lnTo>
                <a:close/>
              </a:path>
              <a:path w="4544695" h="1839595">
                <a:moveTo>
                  <a:pt x="4544568" y="1748028"/>
                </a:moveTo>
                <a:lnTo>
                  <a:pt x="4544568" y="1709928"/>
                </a:lnTo>
                <a:lnTo>
                  <a:pt x="4533900" y="1709928"/>
                </a:lnTo>
                <a:lnTo>
                  <a:pt x="4533900" y="1748028"/>
                </a:lnTo>
                <a:lnTo>
                  <a:pt x="4544568" y="1748028"/>
                </a:lnTo>
                <a:close/>
              </a:path>
              <a:path w="4544695" h="1839595">
                <a:moveTo>
                  <a:pt x="4544568" y="1815084"/>
                </a:moveTo>
                <a:lnTo>
                  <a:pt x="4544568" y="1776984"/>
                </a:lnTo>
                <a:lnTo>
                  <a:pt x="4533900" y="1776984"/>
                </a:lnTo>
                <a:lnTo>
                  <a:pt x="4533900" y="1815084"/>
                </a:lnTo>
                <a:lnTo>
                  <a:pt x="4544568" y="1815084"/>
                </a:lnTo>
                <a:close/>
              </a:path>
              <a:path w="4544695" h="1839595">
                <a:moveTo>
                  <a:pt x="4529328" y="1839468"/>
                </a:moveTo>
                <a:lnTo>
                  <a:pt x="4529328" y="1828800"/>
                </a:lnTo>
                <a:lnTo>
                  <a:pt x="4491228" y="1828800"/>
                </a:lnTo>
                <a:lnTo>
                  <a:pt x="4491228" y="1839468"/>
                </a:lnTo>
                <a:lnTo>
                  <a:pt x="4529328" y="1839468"/>
                </a:lnTo>
                <a:close/>
              </a:path>
              <a:path w="4544695" h="1839595">
                <a:moveTo>
                  <a:pt x="4462272" y="1839468"/>
                </a:moveTo>
                <a:lnTo>
                  <a:pt x="4462272" y="1828800"/>
                </a:lnTo>
                <a:lnTo>
                  <a:pt x="4424172" y="1828800"/>
                </a:lnTo>
                <a:lnTo>
                  <a:pt x="4424172" y="1839468"/>
                </a:lnTo>
                <a:lnTo>
                  <a:pt x="4462272" y="1839468"/>
                </a:lnTo>
                <a:close/>
              </a:path>
              <a:path w="4544695" h="1839595">
                <a:moveTo>
                  <a:pt x="4396740" y="1839468"/>
                </a:moveTo>
                <a:lnTo>
                  <a:pt x="4396740" y="1828800"/>
                </a:lnTo>
                <a:lnTo>
                  <a:pt x="4358640" y="1828800"/>
                </a:lnTo>
                <a:lnTo>
                  <a:pt x="4358640" y="1839468"/>
                </a:lnTo>
                <a:lnTo>
                  <a:pt x="4396740" y="1839468"/>
                </a:lnTo>
                <a:close/>
              </a:path>
              <a:path w="4544695" h="1839595">
                <a:moveTo>
                  <a:pt x="4329684" y="1839468"/>
                </a:moveTo>
                <a:lnTo>
                  <a:pt x="4329684" y="1828800"/>
                </a:lnTo>
                <a:lnTo>
                  <a:pt x="4291584" y="1828800"/>
                </a:lnTo>
                <a:lnTo>
                  <a:pt x="4291584" y="1839468"/>
                </a:lnTo>
                <a:lnTo>
                  <a:pt x="4329684" y="1839468"/>
                </a:lnTo>
                <a:close/>
              </a:path>
              <a:path w="4544695" h="1839595">
                <a:moveTo>
                  <a:pt x="4262628" y="1839468"/>
                </a:moveTo>
                <a:lnTo>
                  <a:pt x="4262628" y="1828800"/>
                </a:lnTo>
                <a:lnTo>
                  <a:pt x="4224528" y="1828800"/>
                </a:lnTo>
                <a:lnTo>
                  <a:pt x="4224528" y="1839468"/>
                </a:lnTo>
                <a:lnTo>
                  <a:pt x="4262628" y="1839468"/>
                </a:lnTo>
                <a:close/>
              </a:path>
              <a:path w="4544695" h="1839595">
                <a:moveTo>
                  <a:pt x="4195572" y="1839468"/>
                </a:moveTo>
                <a:lnTo>
                  <a:pt x="4195572" y="1828800"/>
                </a:lnTo>
                <a:lnTo>
                  <a:pt x="4157472" y="1828800"/>
                </a:lnTo>
                <a:lnTo>
                  <a:pt x="4157472" y="1839468"/>
                </a:lnTo>
                <a:lnTo>
                  <a:pt x="4195572" y="1839468"/>
                </a:lnTo>
                <a:close/>
              </a:path>
              <a:path w="4544695" h="1839595">
                <a:moveTo>
                  <a:pt x="4130040" y="1839468"/>
                </a:moveTo>
                <a:lnTo>
                  <a:pt x="4130040" y="1828800"/>
                </a:lnTo>
                <a:lnTo>
                  <a:pt x="4091940" y="1828800"/>
                </a:lnTo>
                <a:lnTo>
                  <a:pt x="4091940" y="1839468"/>
                </a:lnTo>
                <a:lnTo>
                  <a:pt x="4130040" y="1839468"/>
                </a:lnTo>
                <a:close/>
              </a:path>
              <a:path w="4544695" h="1839595">
                <a:moveTo>
                  <a:pt x="4062984" y="1839468"/>
                </a:moveTo>
                <a:lnTo>
                  <a:pt x="4062984" y="1828800"/>
                </a:lnTo>
                <a:lnTo>
                  <a:pt x="4024884" y="1828800"/>
                </a:lnTo>
                <a:lnTo>
                  <a:pt x="4024884" y="1839468"/>
                </a:lnTo>
                <a:lnTo>
                  <a:pt x="4062984" y="1839468"/>
                </a:lnTo>
                <a:close/>
              </a:path>
              <a:path w="4544695" h="1839595">
                <a:moveTo>
                  <a:pt x="3995928" y="1839468"/>
                </a:moveTo>
                <a:lnTo>
                  <a:pt x="3995928" y="1828800"/>
                </a:lnTo>
                <a:lnTo>
                  <a:pt x="3957828" y="1828800"/>
                </a:lnTo>
                <a:lnTo>
                  <a:pt x="3957828" y="1839468"/>
                </a:lnTo>
                <a:lnTo>
                  <a:pt x="3995928" y="1839468"/>
                </a:lnTo>
                <a:close/>
              </a:path>
              <a:path w="4544695" h="1839595">
                <a:moveTo>
                  <a:pt x="3928872" y="1839468"/>
                </a:moveTo>
                <a:lnTo>
                  <a:pt x="3928872" y="1828800"/>
                </a:lnTo>
                <a:lnTo>
                  <a:pt x="3890772" y="1828800"/>
                </a:lnTo>
                <a:lnTo>
                  <a:pt x="3890772" y="1839468"/>
                </a:lnTo>
                <a:lnTo>
                  <a:pt x="3928872" y="1839468"/>
                </a:lnTo>
                <a:close/>
              </a:path>
              <a:path w="4544695" h="1839595">
                <a:moveTo>
                  <a:pt x="3863340" y="1839468"/>
                </a:moveTo>
                <a:lnTo>
                  <a:pt x="3863340" y="1828800"/>
                </a:lnTo>
                <a:lnTo>
                  <a:pt x="3825240" y="1828800"/>
                </a:lnTo>
                <a:lnTo>
                  <a:pt x="3825240" y="1839468"/>
                </a:lnTo>
                <a:lnTo>
                  <a:pt x="3863340" y="1839468"/>
                </a:lnTo>
                <a:close/>
              </a:path>
              <a:path w="4544695" h="1839595">
                <a:moveTo>
                  <a:pt x="3796284" y="1839468"/>
                </a:moveTo>
                <a:lnTo>
                  <a:pt x="3796284" y="1828800"/>
                </a:lnTo>
                <a:lnTo>
                  <a:pt x="3758184" y="1828800"/>
                </a:lnTo>
                <a:lnTo>
                  <a:pt x="3758184" y="1839468"/>
                </a:lnTo>
                <a:lnTo>
                  <a:pt x="3796284" y="1839468"/>
                </a:lnTo>
                <a:close/>
              </a:path>
              <a:path w="4544695" h="1839595">
                <a:moveTo>
                  <a:pt x="3729228" y="1839468"/>
                </a:moveTo>
                <a:lnTo>
                  <a:pt x="3729228" y="1828800"/>
                </a:lnTo>
                <a:lnTo>
                  <a:pt x="3691128" y="1828800"/>
                </a:lnTo>
                <a:lnTo>
                  <a:pt x="3691128" y="1839468"/>
                </a:lnTo>
                <a:lnTo>
                  <a:pt x="3729228" y="1839468"/>
                </a:lnTo>
                <a:close/>
              </a:path>
              <a:path w="4544695" h="1839595">
                <a:moveTo>
                  <a:pt x="3662172" y="1839468"/>
                </a:moveTo>
                <a:lnTo>
                  <a:pt x="3662172" y="1828800"/>
                </a:lnTo>
                <a:lnTo>
                  <a:pt x="3624072" y="1828800"/>
                </a:lnTo>
                <a:lnTo>
                  <a:pt x="3624072" y="1839468"/>
                </a:lnTo>
                <a:lnTo>
                  <a:pt x="3662172" y="1839468"/>
                </a:lnTo>
                <a:close/>
              </a:path>
              <a:path w="4544695" h="1839595">
                <a:moveTo>
                  <a:pt x="3596640" y="1839468"/>
                </a:moveTo>
                <a:lnTo>
                  <a:pt x="3596640" y="1828800"/>
                </a:lnTo>
                <a:lnTo>
                  <a:pt x="3558540" y="1828800"/>
                </a:lnTo>
                <a:lnTo>
                  <a:pt x="3558540" y="1839468"/>
                </a:lnTo>
                <a:lnTo>
                  <a:pt x="3596640" y="1839468"/>
                </a:lnTo>
                <a:close/>
              </a:path>
              <a:path w="4544695" h="1839595">
                <a:moveTo>
                  <a:pt x="3529584" y="1839468"/>
                </a:moveTo>
                <a:lnTo>
                  <a:pt x="3529584" y="1828800"/>
                </a:lnTo>
                <a:lnTo>
                  <a:pt x="3491484" y="1828800"/>
                </a:lnTo>
                <a:lnTo>
                  <a:pt x="3491484" y="1839468"/>
                </a:lnTo>
                <a:lnTo>
                  <a:pt x="3529584" y="1839468"/>
                </a:lnTo>
                <a:close/>
              </a:path>
              <a:path w="4544695" h="1839595">
                <a:moveTo>
                  <a:pt x="3462528" y="1839468"/>
                </a:moveTo>
                <a:lnTo>
                  <a:pt x="3462528" y="1828800"/>
                </a:lnTo>
                <a:lnTo>
                  <a:pt x="3424428" y="1828800"/>
                </a:lnTo>
                <a:lnTo>
                  <a:pt x="3424428" y="1839468"/>
                </a:lnTo>
                <a:lnTo>
                  <a:pt x="3462528" y="1839468"/>
                </a:lnTo>
                <a:close/>
              </a:path>
              <a:path w="4544695" h="1839595">
                <a:moveTo>
                  <a:pt x="3395472" y="1839468"/>
                </a:moveTo>
                <a:lnTo>
                  <a:pt x="3395472" y="1828800"/>
                </a:lnTo>
                <a:lnTo>
                  <a:pt x="3357372" y="1828800"/>
                </a:lnTo>
                <a:lnTo>
                  <a:pt x="3357372" y="1839468"/>
                </a:lnTo>
                <a:lnTo>
                  <a:pt x="3395472" y="1839468"/>
                </a:lnTo>
                <a:close/>
              </a:path>
              <a:path w="4544695" h="1839595">
                <a:moveTo>
                  <a:pt x="3329940" y="1839468"/>
                </a:moveTo>
                <a:lnTo>
                  <a:pt x="3329940" y="1828800"/>
                </a:lnTo>
                <a:lnTo>
                  <a:pt x="3291840" y="1828800"/>
                </a:lnTo>
                <a:lnTo>
                  <a:pt x="3291840" y="1839468"/>
                </a:lnTo>
                <a:lnTo>
                  <a:pt x="3329940" y="1839468"/>
                </a:lnTo>
                <a:close/>
              </a:path>
              <a:path w="4544695" h="1839595">
                <a:moveTo>
                  <a:pt x="3262884" y="1839468"/>
                </a:moveTo>
                <a:lnTo>
                  <a:pt x="3262884" y="1828800"/>
                </a:lnTo>
                <a:lnTo>
                  <a:pt x="3224784" y="1828800"/>
                </a:lnTo>
                <a:lnTo>
                  <a:pt x="3224784" y="1839468"/>
                </a:lnTo>
                <a:lnTo>
                  <a:pt x="3262884" y="1839468"/>
                </a:lnTo>
                <a:close/>
              </a:path>
              <a:path w="4544695" h="1839595">
                <a:moveTo>
                  <a:pt x="3195828" y="1839468"/>
                </a:moveTo>
                <a:lnTo>
                  <a:pt x="3195828" y="1828800"/>
                </a:lnTo>
                <a:lnTo>
                  <a:pt x="3157728" y="1828800"/>
                </a:lnTo>
                <a:lnTo>
                  <a:pt x="3157728" y="1839468"/>
                </a:lnTo>
                <a:lnTo>
                  <a:pt x="3195828" y="1839468"/>
                </a:lnTo>
                <a:close/>
              </a:path>
              <a:path w="4544695" h="1839595">
                <a:moveTo>
                  <a:pt x="3128772" y="1839468"/>
                </a:moveTo>
                <a:lnTo>
                  <a:pt x="3128772" y="1828800"/>
                </a:lnTo>
                <a:lnTo>
                  <a:pt x="3090672" y="1828800"/>
                </a:lnTo>
                <a:lnTo>
                  <a:pt x="3090672" y="1839468"/>
                </a:lnTo>
                <a:lnTo>
                  <a:pt x="3128772" y="1839468"/>
                </a:lnTo>
                <a:close/>
              </a:path>
              <a:path w="4544695" h="1839595">
                <a:moveTo>
                  <a:pt x="3063240" y="1839468"/>
                </a:moveTo>
                <a:lnTo>
                  <a:pt x="3063240" y="1828800"/>
                </a:lnTo>
                <a:lnTo>
                  <a:pt x="3025140" y="1828800"/>
                </a:lnTo>
                <a:lnTo>
                  <a:pt x="3025140" y="1839468"/>
                </a:lnTo>
                <a:lnTo>
                  <a:pt x="3063240" y="1839468"/>
                </a:lnTo>
                <a:close/>
              </a:path>
              <a:path w="4544695" h="1839595">
                <a:moveTo>
                  <a:pt x="2996184" y="1839468"/>
                </a:moveTo>
                <a:lnTo>
                  <a:pt x="2996184" y="1828800"/>
                </a:lnTo>
                <a:lnTo>
                  <a:pt x="2958084" y="1828800"/>
                </a:lnTo>
                <a:lnTo>
                  <a:pt x="2958084" y="1839468"/>
                </a:lnTo>
                <a:lnTo>
                  <a:pt x="2996184" y="1839468"/>
                </a:lnTo>
                <a:close/>
              </a:path>
              <a:path w="4544695" h="1839595">
                <a:moveTo>
                  <a:pt x="2929128" y="1839468"/>
                </a:moveTo>
                <a:lnTo>
                  <a:pt x="2929128" y="1828800"/>
                </a:lnTo>
                <a:lnTo>
                  <a:pt x="2891028" y="1828800"/>
                </a:lnTo>
                <a:lnTo>
                  <a:pt x="2891028" y="1839468"/>
                </a:lnTo>
                <a:lnTo>
                  <a:pt x="2929128" y="1839468"/>
                </a:lnTo>
                <a:close/>
              </a:path>
              <a:path w="4544695" h="1839595">
                <a:moveTo>
                  <a:pt x="2862072" y="1839468"/>
                </a:moveTo>
                <a:lnTo>
                  <a:pt x="2862072" y="1828800"/>
                </a:lnTo>
                <a:lnTo>
                  <a:pt x="2823972" y="1828800"/>
                </a:lnTo>
                <a:lnTo>
                  <a:pt x="2823972" y="1839468"/>
                </a:lnTo>
                <a:lnTo>
                  <a:pt x="2862072" y="1839468"/>
                </a:lnTo>
                <a:close/>
              </a:path>
              <a:path w="4544695" h="1839595">
                <a:moveTo>
                  <a:pt x="2796540" y="1839468"/>
                </a:moveTo>
                <a:lnTo>
                  <a:pt x="2796540" y="1828800"/>
                </a:lnTo>
                <a:lnTo>
                  <a:pt x="2758440" y="1828800"/>
                </a:lnTo>
                <a:lnTo>
                  <a:pt x="2758440" y="1839468"/>
                </a:lnTo>
                <a:lnTo>
                  <a:pt x="2796540" y="1839468"/>
                </a:lnTo>
                <a:close/>
              </a:path>
              <a:path w="4544695" h="1839595">
                <a:moveTo>
                  <a:pt x="2729484" y="1839468"/>
                </a:moveTo>
                <a:lnTo>
                  <a:pt x="2729484" y="1828800"/>
                </a:lnTo>
                <a:lnTo>
                  <a:pt x="2691384" y="1828800"/>
                </a:lnTo>
                <a:lnTo>
                  <a:pt x="2691384" y="1839468"/>
                </a:lnTo>
                <a:lnTo>
                  <a:pt x="2729484" y="1839468"/>
                </a:lnTo>
                <a:close/>
              </a:path>
              <a:path w="4544695" h="1839595">
                <a:moveTo>
                  <a:pt x="2662428" y="1839468"/>
                </a:moveTo>
                <a:lnTo>
                  <a:pt x="2662428" y="1828800"/>
                </a:lnTo>
                <a:lnTo>
                  <a:pt x="2624328" y="1828800"/>
                </a:lnTo>
                <a:lnTo>
                  <a:pt x="2624328" y="1839468"/>
                </a:lnTo>
                <a:lnTo>
                  <a:pt x="2662428" y="1839468"/>
                </a:lnTo>
                <a:close/>
              </a:path>
              <a:path w="4544695" h="1839595">
                <a:moveTo>
                  <a:pt x="2595372" y="1839468"/>
                </a:moveTo>
                <a:lnTo>
                  <a:pt x="2595372" y="1828800"/>
                </a:lnTo>
                <a:lnTo>
                  <a:pt x="2557272" y="1828800"/>
                </a:lnTo>
                <a:lnTo>
                  <a:pt x="2557272" y="1839468"/>
                </a:lnTo>
                <a:lnTo>
                  <a:pt x="2595372" y="1839468"/>
                </a:lnTo>
                <a:close/>
              </a:path>
              <a:path w="4544695" h="1839595">
                <a:moveTo>
                  <a:pt x="2529840" y="1839468"/>
                </a:moveTo>
                <a:lnTo>
                  <a:pt x="2529840" y="1828800"/>
                </a:lnTo>
                <a:lnTo>
                  <a:pt x="2491740" y="1828800"/>
                </a:lnTo>
                <a:lnTo>
                  <a:pt x="2491740" y="1839468"/>
                </a:lnTo>
                <a:lnTo>
                  <a:pt x="2529840" y="1839468"/>
                </a:lnTo>
                <a:close/>
              </a:path>
              <a:path w="4544695" h="1839595">
                <a:moveTo>
                  <a:pt x="2462784" y="1839468"/>
                </a:moveTo>
                <a:lnTo>
                  <a:pt x="2462784" y="1828800"/>
                </a:lnTo>
                <a:lnTo>
                  <a:pt x="2424684" y="1828800"/>
                </a:lnTo>
                <a:lnTo>
                  <a:pt x="2424684" y="1839468"/>
                </a:lnTo>
                <a:lnTo>
                  <a:pt x="2462784" y="1839468"/>
                </a:lnTo>
                <a:close/>
              </a:path>
              <a:path w="4544695" h="1839595">
                <a:moveTo>
                  <a:pt x="2395728" y="1839468"/>
                </a:moveTo>
                <a:lnTo>
                  <a:pt x="2395728" y="1828800"/>
                </a:lnTo>
                <a:lnTo>
                  <a:pt x="2357628" y="1828800"/>
                </a:lnTo>
                <a:lnTo>
                  <a:pt x="2357628" y="1839468"/>
                </a:lnTo>
                <a:lnTo>
                  <a:pt x="2395728" y="1839468"/>
                </a:lnTo>
                <a:close/>
              </a:path>
              <a:path w="4544695" h="1839595">
                <a:moveTo>
                  <a:pt x="2328672" y="1839468"/>
                </a:moveTo>
                <a:lnTo>
                  <a:pt x="2328672" y="1828800"/>
                </a:lnTo>
                <a:lnTo>
                  <a:pt x="2290572" y="1828800"/>
                </a:lnTo>
                <a:lnTo>
                  <a:pt x="2290572" y="1839468"/>
                </a:lnTo>
                <a:lnTo>
                  <a:pt x="2328672" y="1839468"/>
                </a:lnTo>
                <a:close/>
              </a:path>
              <a:path w="4544695" h="1839595">
                <a:moveTo>
                  <a:pt x="2263140" y="1839468"/>
                </a:moveTo>
                <a:lnTo>
                  <a:pt x="2263140" y="1828800"/>
                </a:lnTo>
                <a:lnTo>
                  <a:pt x="2225040" y="1828800"/>
                </a:lnTo>
                <a:lnTo>
                  <a:pt x="2225040" y="1839468"/>
                </a:lnTo>
                <a:lnTo>
                  <a:pt x="2263140" y="1839468"/>
                </a:lnTo>
                <a:close/>
              </a:path>
              <a:path w="4544695" h="1839595">
                <a:moveTo>
                  <a:pt x="2196084" y="1839468"/>
                </a:moveTo>
                <a:lnTo>
                  <a:pt x="2196084" y="1828800"/>
                </a:lnTo>
                <a:lnTo>
                  <a:pt x="2157984" y="1828800"/>
                </a:lnTo>
                <a:lnTo>
                  <a:pt x="2157984" y="1839468"/>
                </a:lnTo>
                <a:lnTo>
                  <a:pt x="2196084" y="1839468"/>
                </a:lnTo>
                <a:close/>
              </a:path>
              <a:path w="4544695" h="1839595">
                <a:moveTo>
                  <a:pt x="2129028" y="1839468"/>
                </a:moveTo>
                <a:lnTo>
                  <a:pt x="2129028" y="1828800"/>
                </a:lnTo>
                <a:lnTo>
                  <a:pt x="2090928" y="1828800"/>
                </a:lnTo>
                <a:lnTo>
                  <a:pt x="2090928" y="1839468"/>
                </a:lnTo>
                <a:lnTo>
                  <a:pt x="2129028" y="1839468"/>
                </a:lnTo>
                <a:close/>
              </a:path>
              <a:path w="4544695" h="1839595">
                <a:moveTo>
                  <a:pt x="2061972" y="1839468"/>
                </a:moveTo>
                <a:lnTo>
                  <a:pt x="2061972" y="1828800"/>
                </a:lnTo>
                <a:lnTo>
                  <a:pt x="2023872" y="1828800"/>
                </a:lnTo>
                <a:lnTo>
                  <a:pt x="2023872" y="1839468"/>
                </a:lnTo>
                <a:lnTo>
                  <a:pt x="2061972" y="1839468"/>
                </a:lnTo>
                <a:close/>
              </a:path>
              <a:path w="4544695" h="1839595">
                <a:moveTo>
                  <a:pt x="1996440" y="1839468"/>
                </a:moveTo>
                <a:lnTo>
                  <a:pt x="1996440" y="1828800"/>
                </a:lnTo>
                <a:lnTo>
                  <a:pt x="1958340" y="1828800"/>
                </a:lnTo>
                <a:lnTo>
                  <a:pt x="1958340" y="1839468"/>
                </a:lnTo>
                <a:lnTo>
                  <a:pt x="1996440" y="1839468"/>
                </a:lnTo>
                <a:close/>
              </a:path>
              <a:path w="4544695" h="1839595">
                <a:moveTo>
                  <a:pt x="1929384" y="1839468"/>
                </a:moveTo>
                <a:lnTo>
                  <a:pt x="1929384" y="1828800"/>
                </a:lnTo>
                <a:lnTo>
                  <a:pt x="1891284" y="1828800"/>
                </a:lnTo>
                <a:lnTo>
                  <a:pt x="1891284" y="1839468"/>
                </a:lnTo>
                <a:lnTo>
                  <a:pt x="1929384" y="1839468"/>
                </a:lnTo>
                <a:close/>
              </a:path>
              <a:path w="4544695" h="1839595">
                <a:moveTo>
                  <a:pt x="1862328" y="1839468"/>
                </a:moveTo>
                <a:lnTo>
                  <a:pt x="1862328" y="1828800"/>
                </a:lnTo>
                <a:lnTo>
                  <a:pt x="1824228" y="1828800"/>
                </a:lnTo>
                <a:lnTo>
                  <a:pt x="1824228" y="1839468"/>
                </a:lnTo>
                <a:lnTo>
                  <a:pt x="1862328" y="1839468"/>
                </a:lnTo>
                <a:close/>
              </a:path>
              <a:path w="4544695" h="1839595">
                <a:moveTo>
                  <a:pt x="1795272" y="1839468"/>
                </a:moveTo>
                <a:lnTo>
                  <a:pt x="1795272" y="1828800"/>
                </a:lnTo>
                <a:lnTo>
                  <a:pt x="1757172" y="1828800"/>
                </a:lnTo>
                <a:lnTo>
                  <a:pt x="1757172" y="1839468"/>
                </a:lnTo>
                <a:lnTo>
                  <a:pt x="1795272" y="1839468"/>
                </a:lnTo>
                <a:close/>
              </a:path>
              <a:path w="4544695" h="1839595">
                <a:moveTo>
                  <a:pt x="1729740" y="1839468"/>
                </a:moveTo>
                <a:lnTo>
                  <a:pt x="1729740" y="1828800"/>
                </a:lnTo>
                <a:lnTo>
                  <a:pt x="1691640" y="1828800"/>
                </a:lnTo>
                <a:lnTo>
                  <a:pt x="1691640" y="1839468"/>
                </a:lnTo>
                <a:lnTo>
                  <a:pt x="1729740" y="1839468"/>
                </a:lnTo>
                <a:close/>
              </a:path>
              <a:path w="4544695" h="1839595">
                <a:moveTo>
                  <a:pt x="1662684" y="1839468"/>
                </a:moveTo>
                <a:lnTo>
                  <a:pt x="1662684" y="1828800"/>
                </a:lnTo>
                <a:lnTo>
                  <a:pt x="1624584" y="1828800"/>
                </a:lnTo>
                <a:lnTo>
                  <a:pt x="1624584" y="1839468"/>
                </a:lnTo>
                <a:lnTo>
                  <a:pt x="1662684" y="1839468"/>
                </a:lnTo>
                <a:close/>
              </a:path>
              <a:path w="4544695" h="1839595">
                <a:moveTo>
                  <a:pt x="1595628" y="1839468"/>
                </a:moveTo>
                <a:lnTo>
                  <a:pt x="1595628" y="1828800"/>
                </a:lnTo>
                <a:lnTo>
                  <a:pt x="1557528" y="1828800"/>
                </a:lnTo>
                <a:lnTo>
                  <a:pt x="1557528" y="1839468"/>
                </a:lnTo>
                <a:lnTo>
                  <a:pt x="1595628" y="1839468"/>
                </a:lnTo>
                <a:close/>
              </a:path>
              <a:path w="4544695" h="1839595">
                <a:moveTo>
                  <a:pt x="1528572" y="1839468"/>
                </a:moveTo>
                <a:lnTo>
                  <a:pt x="1528572" y="1828800"/>
                </a:lnTo>
                <a:lnTo>
                  <a:pt x="1490472" y="1828800"/>
                </a:lnTo>
                <a:lnTo>
                  <a:pt x="1490472" y="1839468"/>
                </a:lnTo>
                <a:lnTo>
                  <a:pt x="1528572" y="1839468"/>
                </a:lnTo>
                <a:close/>
              </a:path>
              <a:path w="4544695" h="1839595">
                <a:moveTo>
                  <a:pt x="1463040" y="1839468"/>
                </a:moveTo>
                <a:lnTo>
                  <a:pt x="1463040" y="1828800"/>
                </a:lnTo>
                <a:lnTo>
                  <a:pt x="1424940" y="1828800"/>
                </a:lnTo>
                <a:lnTo>
                  <a:pt x="1424940" y="1839468"/>
                </a:lnTo>
                <a:lnTo>
                  <a:pt x="1463040" y="1839468"/>
                </a:lnTo>
                <a:close/>
              </a:path>
              <a:path w="4544695" h="1839595">
                <a:moveTo>
                  <a:pt x="1395984" y="1839468"/>
                </a:moveTo>
                <a:lnTo>
                  <a:pt x="1395984" y="1828800"/>
                </a:lnTo>
                <a:lnTo>
                  <a:pt x="1357884" y="1828800"/>
                </a:lnTo>
                <a:lnTo>
                  <a:pt x="1357884" y="1839468"/>
                </a:lnTo>
                <a:lnTo>
                  <a:pt x="1395984" y="1839468"/>
                </a:lnTo>
                <a:close/>
              </a:path>
              <a:path w="4544695" h="1839595">
                <a:moveTo>
                  <a:pt x="1328928" y="1839468"/>
                </a:moveTo>
                <a:lnTo>
                  <a:pt x="1328928" y="1828800"/>
                </a:lnTo>
                <a:lnTo>
                  <a:pt x="1290828" y="1828800"/>
                </a:lnTo>
                <a:lnTo>
                  <a:pt x="1290828" y="1839468"/>
                </a:lnTo>
                <a:lnTo>
                  <a:pt x="1328928" y="1839468"/>
                </a:lnTo>
                <a:close/>
              </a:path>
              <a:path w="4544695" h="1839595">
                <a:moveTo>
                  <a:pt x="1261872" y="1839468"/>
                </a:moveTo>
                <a:lnTo>
                  <a:pt x="1261872" y="1828800"/>
                </a:lnTo>
                <a:lnTo>
                  <a:pt x="1223772" y="1828800"/>
                </a:lnTo>
                <a:lnTo>
                  <a:pt x="1223772" y="1839468"/>
                </a:lnTo>
                <a:lnTo>
                  <a:pt x="1261872" y="1839468"/>
                </a:lnTo>
                <a:close/>
              </a:path>
              <a:path w="4544695" h="1839595">
                <a:moveTo>
                  <a:pt x="1196340" y="1839468"/>
                </a:moveTo>
                <a:lnTo>
                  <a:pt x="1196340" y="1828800"/>
                </a:lnTo>
                <a:lnTo>
                  <a:pt x="1158240" y="1828800"/>
                </a:lnTo>
                <a:lnTo>
                  <a:pt x="1158240" y="1839468"/>
                </a:lnTo>
                <a:lnTo>
                  <a:pt x="1196340" y="1839468"/>
                </a:lnTo>
                <a:close/>
              </a:path>
              <a:path w="4544695" h="1839595">
                <a:moveTo>
                  <a:pt x="1129284" y="1839468"/>
                </a:moveTo>
                <a:lnTo>
                  <a:pt x="1129284" y="1828800"/>
                </a:lnTo>
                <a:lnTo>
                  <a:pt x="1091184" y="1828800"/>
                </a:lnTo>
                <a:lnTo>
                  <a:pt x="1091184" y="1839468"/>
                </a:lnTo>
                <a:lnTo>
                  <a:pt x="1129284" y="1839468"/>
                </a:lnTo>
                <a:close/>
              </a:path>
              <a:path w="4544695" h="1839595">
                <a:moveTo>
                  <a:pt x="1062228" y="1839468"/>
                </a:moveTo>
                <a:lnTo>
                  <a:pt x="1062228" y="1828800"/>
                </a:lnTo>
                <a:lnTo>
                  <a:pt x="1024128" y="1828800"/>
                </a:lnTo>
                <a:lnTo>
                  <a:pt x="1024128" y="1839468"/>
                </a:lnTo>
                <a:lnTo>
                  <a:pt x="1062228" y="1839468"/>
                </a:lnTo>
                <a:close/>
              </a:path>
              <a:path w="4544695" h="1839595">
                <a:moveTo>
                  <a:pt x="995172" y="1839468"/>
                </a:moveTo>
                <a:lnTo>
                  <a:pt x="995172" y="1828800"/>
                </a:lnTo>
                <a:lnTo>
                  <a:pt x="957072" y="1828800"/>
                </a:lnTo>
                <a:lnTo>
                  <a:pt x="957072" y="1839468"/>
                </a:lnTo>
                <a:lnTo>
                  <a:pt x="995172" y="1839468"/>
                </a:lnTo>
                <a:close/>
              </a:path>
              <a:path w="4544695" h="1839595">
                <a:moveTo>
                  <a:pt x="929640" y="1839468"/>
                </a:moveTo>
                <a:lnTo>
                  <a:pt x="929640" y="1828800"/>
                </a:lnTo>
                <a:lnTo>
                  <a:pt x="891540" y="1828800"/>
                </a:lnTo>
                <a:lnTo>
                  <a:pt x="891540" y="1839468"/>
                </a:lnTo>
                <a:lnTo>
                  <a:pt x="929640" y="1839468"/>
                </a:lnTo>
                <a:close/>
              </a:path>
              <a:path w="4544695" h="1839595">
                <a:moveTo>
                  <a:pt x="862584" y="1839468"/>
                </a:moveTo>
                <a:lnTo>
                  <a:pt x="862584" y="1828800"/>
                </a:lnTo>
                <a:lnTo>
                  <a:pt x="824484" y="1828800"/>
                </a:lnTo>
                <a:lnTo>
                  <a:pt x="824484" y="1839468"/>
                </a:lnTo>
                <a:lnTo>
                  <a:pt x="862584" y="1839468"/>
                </a:lnTo>
                <a:close/>
              </a:path>
              <a:path w="4544695" h="1839595">
                <a:moveTo>
                  <a:pt x="795528" y="1839468"/>
                </a:moveTo>
                <a:lnTo>
                  <a:pt x="795528" y="1828800"/>
                </a:lnTo>
                <a:lnTo>
                  <a:pt x="757428" y="1828800"/>
                </a:lnTo>
                <a:lnTo>
                  <a:pt x="757428" y="1839468"/>
                </a:lnTo>
                <a:lnTo>
                  <a:pt x="795528" y="1839468"/>
                </a:lnTo>
                <a:close/>
              </a:path>
              <a:path w="4544695" h="1839595">
                <a:moveTo>
                  <a:pt x="728472" y="1839468"/>
                </a:moveTo>
                <a:lnTo>
                  <a:pt x="728472" y="1828800"/>
                </a:lnTo>
                <a:lnTo>
                  <a:pt x="690372" y="1828800"/>
                </a:lnTo>
                <a:lnTo>
                  <a:pt x="690372" y="1839468"/>
                </a:lnTo>
                <a:lnTo>
                  <a:pt x="728472" y="1839468"/>
                </a:lnTo>
                <a:close/>
              </a:path>
              <a:path w="4544695" h="1839595">
                <a:moveTo>
                  <a:pt x="662940" y="1839468"/>
                </a:moveTo>
                <a:lnTo>
                  <a:pt x="662940" y="1828800"/>
                </a:lnTo>
                <a:lnTo>
                  <a:pt x="624840" y="1828800"/>
                </a:lnTo>
                <a:lnTo>
                  <a:pt x="624840" y="1839468"/>
                </a:lnTo>
                <a:lnTo>
                  <a:pt x="662940" y="1839468"/>
                </a:lnTo>
                <a:close/>
              </a:path>
              <a:path w="4544695" h="1839595">
                <a:moveTo>
                  <a:pt x="595884" y="1839468"/>
                </a:moveTo>
                <a:lnTo>
                  <a:pt x="595884" y="1828800"/>
                </a:lnTo>
                <a:lnTo>
                  <a:pt x="557784" y="1828800"/>
                </a:lnTo>
                <a:lnTo>
                  <a:pt x="557784" y="1839468"/>
                </a:lnTo>
                <a:lnTo>
                  <a:pt x="595884" y="1839468"/>
                </a:lnTo>
                <a:close/>
              </a:path>
              <a:path w="4544695" h="1839595">
                <a:moveTo>
                  <a:pt x="528828" y="1839468"/>
                </a:moveTo>
                <a:lnTo>
                  <a:pt x="528828" y="1828800"/>
                </a:lnTo>
                <a:lnTo>
                  <a:pt x="490728" y="1828800"/>
                </a:lnTo>
                <a:lnTo>
                  <a:pt x="490728" y="1839468"/>
                </a:lnTo>
                <a:lnTo>
                  <a:pt x="528828" y="1839468"/>
                </a:lnTo>
                <a:close/>
              </a:path>
              <a:path w="4544695" h="1839595">
                <a:moveTo>
                  <a:pt x="461772" y="1839468"/>
                </a:moveTo>
                <a:lnTo>
                  <a:pt x="461772" y="1828800"/>
                </a:lnTo>
                <a:lnTo>
                  <a:pt x="423672" y="1828800"/>
                </a:lnTo>
                <a:lnTo>
                  <a:pt x="423672" y="1839468"/>
                </a:lnTo>
                <a:lnTo>
                  <a:pt x="461772" y="1839468"/>
                </a:lnTo>
                <a:close/>
              </a:path>
              <a:path w="4544695" h="1839595">
                <a:moveTo>
                  <a:pt x="396240" y="1839468"/>
                </a:moveTo>
                <a:lnTo>
                  <a:pt x="396240" y="1828800"/>
                </a:lnTo>
                <a:lnTo>
                  <a:pt x="358140" y="1828800"/>
                </a:lnTo>
                <a:lnTo>
                  <a:pt x="358140" y="1839468"/>
                </a:lnTo>
                <a:lnTo>
                  <a:pt x="396240" y="1839468"/>
                </a:lnTo>
                <a:close/>
              </a:path>
              <a:path w="4544695" h="1839595">
                <a:moveTo>
                  <a:pt x="329184" y="1839468"/>
                </a:moveTo>
                <a:lnTo>
                  <a:pt x="329184" y="1828800"/>
                </a:lnTo>
                <a:lnTo>
                  <a:pt x="291084" y="1828800"/>
                </a:lnTo>
                <a:lnTo>
                  <a:pt x="291084" y="1839468"/>
                </a:lnTo>
                <a:lnTo>
                  <a:pt x="329184" y="1839468"/>
                </a:lnTo>
                <a:close/>
              </a:path>
              <a:path w="4544695" h="1839595">
                <a:moveTo>
                  <a:pt x="262128" y="1839468"/>
                </a:moveTo>
                <a:lnTo>
                  <a:pt x="262128" y="1828800"/>
                </a:lnTo>
                <a:lnTo>
                  <a:pt x="224028" y="1828800"/>
                </a:lnTo>
                <a:lnTo>
                  <a:pt x="224028" y="1839468"/>
                </a:lnTo>
                <a:lnTo>
                  <a:pt x="262128" y="1839468"/>
                </a:lnTo>
                <a:close/>
              </a:path>
              <a:path w="4544695" h="1839595">
                <a:moveTo>
                  <a:pt x="195072" y="1839468"/>
                </a:moveTo>
                <a:lnTo>
                  <a:pt x="195072" y="1828800"/>
                </a:lnTo>
                <a:lnTo>
                  <a:pt x="156972" y="1828800"/>
                </a:lnTo>
                <a:lnTo>
                  <a:pt x="156972" y="1839468"/>
                </a:lnTo>
                <a:lnTo>
                  <a:pt x="195072" y="1839468"/>
                </a:lnTo>
                <a:close/>
              </a:path>
              <a:path w="4544695" h="1839595">
                <a:moveTo>
                  <a:pt x="129540" y="1839468"/>
                </a:moveTo>
                <a:lnTo>
                  <a:pt x="129540" y="1828800"/>
                </a:lnTo>
                <a:lnTo>
                  <a:pt x="91440" y="1828800"/>
                </a:lnTo>
                <a:lnTo>
                  <a:pt x="91440" y="1839468"/>
                </a:lnTo>
                <a:lnTo>
                  <a:pt x="129540" y="1839468"/>
                </a:lnTo>
                <a:close/>
              </a:path>
              <a:path w="4544695" h="1839595">
                <a:moveTo>
                  <a:pt x="62484" y="1839468"/>
                </a:moveTo>
                <a:lnTo>
                  <a:pt x="62484" y="1828800"/>
                </a:lnTo>
                <a:lnTo>
                  <a:pt x="24384" y="1828800"/>
                </a:lnTo>
                <a:lnTo>
                  <a:pt x="24384" y="1839468"/>
                </a:lnTo>
                <a:lnTo>
                  <a:pt x="62484" y="1839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290709" y="1374648"/>
            <a:ext cx="4236720" cy="4002404"/>
            <a:chOff x="1290709" y="1374648"/>
            <a:chExt cx="4236720" cy="4002404"/>
          </a:xfrm>
        </p:grpSpPr>
        <p:sp>
          <p:nvSpPr>
            <p:cNvPr id="4" name="object 4"/>
            <p:cNvSpPr/>
            <p:nvPr/>
          </p:nvSpPr>
          <p:spPr>
            <a:xfrm>
              <a:off x="2802514" y="4262628"/>
              <a:ext cx="457200" cy="734695"/>
            </a:xfrm>
            <a:custGeom>
              <a:avLst/>
              <a:gdLst/>
              <a:ahLst/>
              <a:cxnLst/>
              <a:rect l="l" t="t" r="r" b="b"/>
              <a:pathLst>
                <a:path w="457200" h="734695">
                  <a:moveTo>
                    <a:pt x="441960" y="676702"/>
                  </a:moveTo>
                  <a:lnTo>
                    <a:pt x="441960" y="659892"/>
                  </a:lnTo>
                  <a:lnTo>
                    <a:pt x="399288" y="685800"/>
                  </a:lnTo>
                  <a:lnTo>
                    <a:pt x="397649" y="579274"/>
                  </a:lnTo>
                  <a:lnTo>
                    <a:pt x="48768" y="0"/>
                  </a:lnTo>
                  <a:lnTo>
                    <a:pt x="0" y="28956"/>
                  </a:lnTo>
                  <a:lnTo>
                    <a:pt x="347519" y="608154"/>
                  </a:lnTo>
                  <a:lnTo>
                    <a:pt x="398406" y="636032"/>
                  </a:lnTo>
                  <a:lnTo>
                    <a:pt x="398406" y="692967"/>
                  </a:lnTo>
                  <a:lnTo>
                    <a:pt x="402336" y="699516"/>
                  </a:lnTo>
                  <a:lnTo>
                    <a:pt x="441960" y="676702"/>
                  </a:lnTo>
                  <a:close/>
                </a:path>
                <a:path w="457200" h="734695">
                  <a:moveTo>
                    <a:pt x="452628" y="732042"/>
                  </a:moveTo>
                  <a:lnTo>
                    <a:pt x="452628" y="670560"/>
                  </a:lnTo>
                  <a:lnTo>
                    <a:pt x="402336" y="699516"/>
                  </a:lnTo>
                  <a:lnTo>
                    <a:pt x="347519" y="608154"/>
                  </a:lnTo>
                  <a:lnTo>
                    <a:pt x="266700" y="563880"/>
                  </a:lnTo>
                  <a:lnTo>
                    <a:pt x="256032" y="561284"/>
                  </a:lnTo>
                  <a:lnTo>
                    <a:pt x="245364" y="562546"/>
                  </a:lnTo>
                  <a:lnTo>
                    <a:pt x="235839" y="567523"/>
                  </a:lnTo>
                  <a:lnTo>
                    <a:pt x="228600" y="576072"/>
                  </a:lnTo>
                  <a:lnTo>
                    <a:pt x="225123" y="586740"/>
                  </a:lnTo>
                  <a:lnTo>
                    <a:pt x="225933" y="597408"/>
                  </a:lnTo>
                  <a:lnTo>
                    <a:pt x="230743" y="606933"/>
                  </a:lnTo>
                  <a:lnTo>
                    <a:pt x="239268" y="614172"/>
                  </a:lnTo>
                  <a:lnTo>
                    <a:pt x="452628" y="732042"/>
                  </a:lnTo>
                  <a:close/>
                </a:path>
                <a:path w="457200" h="734695">
                  <a:moveTo>
                    <a:pt x="398406" y="692967"/>
                  </a:moveTo>
                  <a:lnTo>
                    <a:pt x="398406" y="636032"/>
                  </a:lnTo>
                  <a:lnTo>
                    <a:pt x="347519" y="608154"/>
                  </a:lnTo>
                  <a:lnTo>
                    <a:pt x="398406" y="692967"/>
                  </a:lnTo>
                  <a:close/>
                </a:path>
                <a:path w="457200" h="734695">
                  <a:moveTo>
                    <a:pt x="457200" y="734568"/>
                  </a:moveTo>
                  <a:lnTo>
                    <a:pt x="454152" y="486156"/>
                  </a:lnTo>
                  <a:lnTo>
                    <a:pt x="425196" y="458724"/>
                  </a:lnTo>
                  <a:lnTo>
                    <a:pt x="413599" y="460890"/>
                  </a:lnTo>
                  <a:lnTo>
                    <a:pt x="404431" y="466915"/>
                  </a:lnTo>
                  <a:lnTo>
                    <a:pt x="398406" y="476083"/>
                  </a:lnTo>
                  <a:lnTo>
                    <a:pt x="396240" y="487680"/>
                  </a:lnTo>
                  <a:lnTo>
                    <a:pt x="397649" y="579274"/>
                  </a:lnTo>
                  <a:lnTo>
                    <a:pt x="452628" y="670560"/>
                  </a:lnTo>
                  <a:lnTo>
                    <a:pt x="452628" y="732042"/>
                  </a:lnTo>
                  <a:lnTo>
                    <a:pt x="457200" y="734568"/>
                  </a:lnTo>
                  <a:close/>
                </a:path>
                <a:path w="457200" h="734695">
                  <a:moveTo>
                    <a:pt x="452628" y="670560"/>
                  </a:moveTo>
                  <a:lnTo>
                    <a:pt x="397649" y="579274"/>
                  </a:lnTo>
                  <a:lnTo>
                    <a:pt x="398406" y="628530"/>
                  </a:lnTo>
                  <a:lnTo>
                    <a:pt x="398406" y="636032"/>
                  </a:lnTo>
                  <a:lnTo>
                    <a:pt x="441960" y="659892"/>
                  </a:lnTo>
                  <a:lnTo>
                    <a:pt x="441960" y="676702"/>
                  </a:lnTo>
                  <a:lnTo>
                    <a:pt x="452628" y="670560"/>
                  </a:lnTo>
                  <a:close/>
                </a:path>
                <a:path w="457200" h="734695">
                  <a:moveTo>
                    <a:pt x="441960" y="659892"/>
                  </a:moveTo>
                  <a:lnTo>
                    <a:pt x="398406" y="636032"/>
                  </a:lnTo>
                  <a:lnTo>
                    <a:pt x="398406" y="628530"/>
                  </a:lnTo>
                  <a:lnTo>
                    <a:pt x="399288" y="685800"/>
                  </a:lnTo>
                  <a:lnTo>
                    <a:pt x="441960" y="659892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6045" y="1536204"/>
              <a:ext cx="4151629" cy="3840479"/>
            </a:xfrm>
            <a:custGeom>
              <a:avLst/>
              <a:gdLst/>
              <a:ahLst/>
              <a:cxnLst/>
              <a:rect l="l" t="t" r="r" b="b"/>
              <a:pathLst>
                <a:path w="4151629" h="3840479">
                  <a:moveTo>
                    <a:pt x="381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8100" y="9144"/>
                  </a:lnTo>
                  <a:lnTo>
                    <a:pt x="38100" y="0"/>
                  </a:lnTo>
                  <a:close/>
                </a:path>
                <a:path w="4151629" h="3840479">
                  <a:moveTo>
                    <a:pt x="105156" y="0"/>
                  </a:moveTo>
                  <a:lnTo>
                    <a:pt x="67056" y="0"/>
                  </a:lnTo>
                  <a:lnTo>
                    <a:pt x="67056" y="9144"/>
                  </a:lnTo>
                  <a:lnTo>
                    <a:pt x="105156" y="9144"/>
                  </a:lnTo>
                  <a:lnTo>
                    <a:pt x="105156" y="0"/>
                  </a:lnTo>
                  <a:close/>
                </a:path>
                <a:path w="4151629" h="3840479">
                  <a:moveTo>
                    <a:pt x="172212" y="0"/>
                  </a:moveTo>
                  <a:lnTo>
                    <a:pt x="134112" y="0"/>
                  </a:lnTo>
                  <a:lnTo>
                    <a:pt x="134112" y="9144"/>
                  </a:lnTo>
                  <a:lnTo>
                    <a:pt x="172212" y="9144"/>
                  </a:lnTo>
                  <a:lnTo>
                    <a:pt x="172212" y="0"/>
                  </a:lnTo>
                  <a:close/>
                </a:path>
                <a:path w="4151629" h="3840479">
                  <a:moveTo>
                    <a:pt x="239268" y="0"/>
                  </a:moveTo>
                  <a:lnTo>
                    <a:pt x="201168" y="0"/>
                  </a:lnTo>
                  <a:lnTo>
                    <a:pt x="201168" y="9144"/>
                  </a:lnTo>
                  <a:lnTo>
                    <a:pt x="239268" y="9144"/>
                  </a:lnTo>
                  <a:lnTo>
                    <a:pt x="239268" y="0"/>
                  </a:lnTo>
                  <a:close/>
                </a:path>
                <a:path w="4151629" h="3840479">
                  <a:moveTo>
                    <a:pt x="304800" y="0"/>
                  </a:moveTo>
                  <a:lnTo>
                    <a:pt x="266700" y="0"/>
                  </a:lnTo>
                  <a:lnTo>
                    <a:pt x="266700" y="9144"/>
                  </a:lnTo>
                  <a:lnTo>
                    <a:pt x="304800" y="9144"/>
                  </a:lnTo>
                  <a:lnTo>
                    <a:pt x="304800" y="0"/>
                  </a:lnTo>
                  <a:close/>
                </a:path>
                <a:path w="4151629" h="3840479">
                  <a:moveTo>
                    <a:pt x="371856" y="0"/>
                  </a:moveTo>
                  <a:lnTo>
                    <a:pt x="333756" y="0"/>
                  </a:lnTo>
                  <a:lnTo>
                    <a:pt x="333756" y="9144"/>
                  </a:lnTo>
                  <a:lnTo>
                    <a:pt x="371856" y="9144"/>
                  </a:lnTo>
                  <a:lnTo>
                    <a:pt x="371856" y="0"/>
                  </a:lnTo>
                  <a:close/>
                </a:path>
                <a:path w="4151629" h="3840479">
                  <a:moveTo>
                    <a:pt x="438912" y="0"/>
                  </a:moveTo>
                  <a:lnTo>
                    <a:pt x="400812" y="0"/>
                  </a:lnTo>
                  <a:lnTo>
                    <a:pt x="400812" y="9144"/>
                  </a:lnTo>
                  <a:lnTo>
                    <a:pt x="438912" y="9144"/>
                  </a:lnTo>
                  <a:lnTo>
                    <a:pt x="438912" y="0"/>
                  </a:lnTo>
                  <a:close/>
                </a:path>
                <a:path w="4151629" h="3840479">
                  <a:moveTo>
                    <a:pt x="505968" y="0"/>
                  </a:moveTo>
                  <a:lnTo>
                    <a:pt x="467868" y="0"/>
                  </a:lnTo>
                  <a:lnTo>
                    <a:pt x="467868" y="9144"/>
                  </a:lnTo>
                  <a:lnTo>
                    <a:pt x="505968" y="9144"/>
                  </a:lnTo>
                  <a:lnTo>
                    <a:pt x="505968" y="0"/>
                  </a:lnTo>
                  <a:close/>
                </a:path>
                <a:path w="4151629" h="3840479">
                  <a:moveTo>
                    <a:pt x="571500" y="0"/>
                  </a:moveTo>
                  <a:lnTo>
                    <a:pt x="533400" y="0"/>
                  </a:lnTo>
                  <a:lnTo>
                    <a:pt x="533400" y="9144"/>
                  </a:lnTo>
                  <a:lnTo>
                    <a:pt x="571500" y="9144"/>
                  </a:lnTo>
                  <a:lnTo>
                    <a:pt x="571500" y="0"/>
                  </a:lnTo>
                  <a:close/>
                </a:path>
                <a:path w="4151629" h="3840479">
                  <a:moveTo>
                    <a:pt x="638556" y="0"/>
                  </a:moveTo>
                  <a:lnTo>
                    <a:pt x="600456" y="0"/>
                  </a:lnTo>
                  <a:lnTo>
                    <a:pt x="600456" y="9144"/>
                  </a:lnTo>
                  <a:lnTo>
                    <a:pt x="638556" y="9144"/>
                  </a:lnTo>
                  <a:lnTo>
                    <a:pt x="638556" y="0"/>
                  </a:lnTo>
                  <a:close/>
                </a:path>
                <a:path w="4151629" h="3840479">
                  <a:moveTo>
                    <a:pt x="705612" y="0"/>
                  </a:moveTo>
                  <a:lnTo>
                    <a:pt x="667512" y="0"/>
                  </a:lnTo>
                  <a:lnTo>
                    <a:pt x="667512" y="9144"/>
                  </a:lnTo>
                  <a:lnTo>
                    <a:pt x="705612" y="9144"/>
                  </a:lnTo>
                  <a:lnTo>
                    <a:pt x="705612" y="0"/>
                  </a:lnTo>
                  <a:close/>
                </a:path>
                <a:path w="4151629" h="3840479">
                  <a:moveTo>
                    <a:pt x="772668" y="0"/>
                  </a:moveTo>
                  <a:lnTo>
                    <a:pt x="734568" y="0"/>
                  </a:lnTo>
                  <a:lnTo>
                    <a:pt x="734568" y="9144"/>
                  </a:lnTo>
                  <a:lnTo>
                    <a:pt x="772668" y="9144"/>
                  </a:lnTo>
                  <a:lnTo>
                    <a:pt x="772668" y="0"/>
                  </a:lnTo>
                  <a:close/>
                </a:path>
                <a:path w="4151629" h="3840479">
                  <a:moveTo>
                    <a:pt x="838200" y="0"/>
                  </a:moveTo>
                  <a:lnTo>
                    <a:pt x="800100" y="0"/>
                  </a:lnTo>
                  <a:lnTo>
                    <a:pt x="800100" y="9144"/>
                  </a:lnTo>
                  <a:lnTo>
                    <a:pt x="838200" y="9144"/>
                  </a:lnTo>
                  <a:lnTo>
                    <a:pt x="838200" y="0"/>
                  </a:lnTo>
                  <a:close/>
                </a:path>
                <a:path w="4151629" h="3840479">
                  <a:moveTo>
                    <a:pt x="905256" y="0"/>
                  </a:moveTo>
                  <a:lnTo>
                    <a:pt x="867156" y="0"/>
                  </a:lnTo>
                  <a:lnTo>
                    <a:pt x="867156" y="9144"/>
                  </a:lnTo>
                  <a:lnTo>
                    <a:pt x="905256" y="9144"/>
                  </a:lnTo>
                  <a:lnTo>
                    <a:pt x="905256" y="0"/>
                  </a:lnTo>
                  <a:close/>
                </a:path>
                <a:path w="4151629" h="3840479">
                  <a:moveTo>
                    <a:pt x="972312" y="0"/>
                  </a:moveTo>
                  <a:lnTo>
                    <a:pt x="934212" y="0"/>
                  </a:lnTo>
                  <a:lnTo>
                    <a:pt x="934212" y="9144"/>
                  </a:lnTo>
                  <a:lnTo>
                    <a:pt x="972312" y="9144"/>
                  </a:lnTo>
                  <a:lnTo>
                    <a:pt x="972312" y="0"/>
                  </a:lnTo>
                  <a:close/>
                </a:path>
                <a:path w="4151629" h="3840479">
                  <a:moveTo>
                    <a:pt x="1039368" y="0"/>
                  </a:moveTo>
                  <a:lnTo>
                    <a:pt x="1001268" y="0"/>
                  </a:lnTo>
                  <a:lnTo>
                    <a:pt x="1001268" y="9144"/>
                  </a:lnTo>
                  <a:lnTo>
                    <a:pt x="1039368" y="9144"/>
                  </a:lnTo>
                  <a:lnTo>
                    <a:pt x="1039368" y="0"/>
                  </a:lnTo>
                  <a:close/>
                </a:path>
                <a:path w="4151629" h="3840479">
                  <a:moveTo>
                    <a:pt x="1104900" y="0"/>
                  </a:moveTo>
                  <a:lnTo>
                    <a:pt x="1066800" y="0"/>
                  </a:lnTo>
                  <a:lnTo>
                    <a:pt x="1066800" y="9144"/>
                  </a:lnTo>
                  <a:lnTo>
                    <a:pt x="1104900" y="9144"/>
                  </a:lnTo>
                  <a:lnTo>
                    <a:pt x="1104900" y="0"/>
                  </a:lnTo>
                  <a:close/>
                </a:path>
                <a:path w="4151629" h="3840479">
                  <a:moveTo>
                    <a:pt x="1171956" y="0"/>
                  </a:moveTo>
                  <a:lnTo>
                    <a:pt x="1133856" y="0"/>
                  </a:lnTo>
                  <a:lnTo>
                    <a:pt x="1133856" y="9144"/>
                  </a:lnTo>
                  <a:lnTo>
                    <a:pt x="1171956" y="9144"/>
                  </a:lnTo>
                  <a:lnTo>
                    <a:pt x="1171956" y="0"/>
                  </a:lnTo>
                  <a:close/>
                </a:path>
                <a:path w="4151629" h="3840479">
                  <a:moveTo>
                    <a:pt x="1239012" y="0"/>
                  </a:moveTo>
                  <a:lnTo>
                    <a:pt x="1200912" y="0"/>
                  </a:lnTo>
                  <a:lnTo>
                    <a:pt x="1200912" y="9144"/>
                  </a:lnTo>
                  <a:lnTo>
                    <a:pt x="1239012" y="9144"/>
                  </a:lnTo>
                  <a:lnTo>
                    <a:pt x="1239012" y="0"/>
                  </a:lnTo>
                  <a:close/>
                </a:path>
                <a:path w="4151629" h="3840479">
                  <a:moveTo>
                    <a:pt x="1306068" y="0"/>
                  </a:moveTo>
                  <a:lnTo>
                    <a:pt x="1267968" y="0"/>
                  </a:lnTo>
                  <a:lnTo>
                    <a:pt x="1267968" y="9144"/>
                  </a:lnTo>
                  <a:lnTo>
                    <a:pt x="1306068" y="9144"/>
                  </a:lnTo>
                  <a:lnTo>
                    <a:pt x="1306068" y="0"/>
                  </a:lnTo>
                  <a:close/>
                </a:path>
                <a:path w="4151629" h="3840479">
                  <a:moveTo>
                    <a:pt x="1371600" y="0"/>
                  </a:moveTo>
                  <a:lnTo>
                    <a:pt x="1333500" y="0"/>
                  </a:lnTo>
                  <a:lnTo>
                    <a:pt x="1333500" y="9144"/>
                  </a:lnTo>
                  <a:lnTo>
                    <a:pt x="1371600" y="9144"/>
                  </a:lnTo>
                  <a:lnTo>
                    <a:pt x="1371600" y="0"/>
                  </a:lnTo>
                  <a:close/>
                </a:path>
                <a:path w="4151629" h="3840479">
                  <a:moveTo>
                    <a:pt x="1382268" y="3802380"/>
                  </a:moveTo>
                  <a:lnTo>
                    <a:pt x="1371600" y="3802380"/>
                  </a:lnTo>
                  <a:lnTo>
                    <a:pt x="1371600" y="3840480"/>
                  </a:lnTo>
                  <a:lnTo>
                    <a:pt x="1382268" y="3840480"/>
                  </a:lnTo>
                  <a:lnTo>
                    <a:pt x="1382268" y="3802380"/>
                  </a:lnTo>
                  <a:close/>
                </a:path>
                <a:path w="4151629" h="3840479">
                  <a:moveTo>
                    <a:pt x="1382268" y="3736848"/>
                  </a:moveTo>
                  <a:lnTo>
                    <a:pt x="1371600" y="3736848"/>
                  </a:lnTo>
                  <a:lnTo>
                    <a:pt x="1371600" y="3774948"/>
                  </a:lnTo>
                  <a:lnTo>
                    <a:pt x="1382268" y="3774948"/>
                  </a:lnTo>
                  <a:lnTo>
                    <a:pt x="1382268" y="3736848"/>
                  </a:lnTo>
                  <a:close/>
                </a:path>
                <a:path w="4151629" h="3840479">
                  <a:moveTo>
                    <a:pt x="1382268" y="3669792"/>
                  </a:moveTo>
                  <a:lnTo>
                    <a:pt x="1371600" y="3669792"/>
                  </a:lnTo>
                  <a:lnTo>
                    <a:pt x="1371600" y="3707892"/>
                  </a:lnTo>
                  <a:lnTo>
                    <a:pt x="1382268" y="3707892"/>
                  </a:lnTo>
                  <a:lnTo>
                    <a:pt x="1382268" y="3669792"/>
                  </a:lnTo>
                  <a:close/>
                </a:path>
                <a:path w="4151629" h="3840479">
                  <a:moveTo>
                    <a:pt x="1382268" y="3602736"/>
                  </a:moveTo>
                  <a:lnTo>
                    <a:pt x="1371600" y="3602736"/>
                  </a:lnTo>
                  <a:lnTo>
                    <a:pt x="1371600" y="3640836"/>
                  </a:lnTo>
                  <a:lnTo>
                    <a:pt x="1382268" y="3640836"/>
                  </a:lnTo>
                  <a:lnTo>
                    <a:pt x="1382268" y="3602736"/>
                  </a:lnTo>
                  <a:close/>
                </a:path>
                <a:path w="4151629" h="3840479">
                  <a:moveTo>
                    <a:pt x="1382268" y="3535680"/>
                  </a:moveTo>
                  <a:lnTo>
                    <a:pt x="1373124" y="3535680"/>
                  </a:lnTo>
                  <a:lnTo>
                    <a:pt x="1373124" y="3573780"/>
                  </a:lnTo>
                  <a:lnTo>
                    <a:pt x="1382268" y="3573780"/>
                  </a:lnTo>
                  <a:lnTo>
                    <a:pt x="1382268" y="3535680"/>
                  </a:lnTo>
                  <a:close/>
                </a:path>
                <a:path w="4151629" h="3840479">
                  <a:moveTo>
                    <a:pt x="1382268" y="3470148"/>
                  </a:moveTo>
                  <a:lnTo>
                    <a:pt x="1373124" y="3470148"/>
                  </a:lnTo>
                  <a:lnTo>
                    <a:pt x="1373124" y="3508248"/>
                  </a:lnTo>
                  <a:lnTo>
                    <a:pt x="1382268" y="3508248"/>
                  </a:lnTo>
                  <a:lnTo>
                    <a:pt x="1382268" y="3470148"/>
                  </a:lnTo>
                  <a:close/>
                </a:path>
                <a:path w="4151629" h="3840479">
                  <a:moveTo>
                    <a:pt x="1382268" y="3403092"/>
                  </a:moveTo>
                  <a:lnTo>
                    <a:pt x="1373124" y="3403092"/>
                  </a:lnTo>
                  <a:lnTo>
                    <a:pt x="1373124" y="3441192"/>
                  </a:lnTo>
                  <a:lnTo>
                    <a:pt x="1382268" y="3441192"/>
                  </a:lnTo>
                  <a:lnTo>
                    <a:pt x="1382268" y="3403092"/>
                  </a:lnTo>
                  <a:close/>
                </a:path>
                <a:path w="4151629" h="3840479">
                  <a:moveTo>
                    <a:pt x="1382268" y="3336036"/>
                  </a:moveTo>
                  <a:lnTo>
                    <a:pt x="1373124" y="3336036"/>
                  </a:lnTo>
                  <a:lnTo>
                    <a:pt x="1373124" y="3374136"/>
                  </a:lnTo>
                  <a:lnTo>
                    <a:pt x="1382268" y="3374136"/>
                  </a:lnTo>
                  <a:lnTo>
                    <a:pt x="1382268" y="3336036"/>
                  </a:lnTo>
                  <a:close/>
                </a:path>
                <a:path w="4151629" h="3840479">
                  <a:moveTo>
                    <a:pt x="1382268" y="3268980"/>
                  </a:moveTo>
                  <a:lnTo>
                    <a:pt x="1373124" y="3268980"/>
                  </a:lnTo>
                  <a:lnTo>
                    <a:pt x="1373124" y="3307080"/>
                  </a:lnTo>
                  <a:lnTo>
                    <a:pt x="1382268" y="3307080"/>
                  </a:lnTo>
                  <a:lnTo>
                    <a:pt x="1382268" y="3268980"/>
                  </a:lnTo>
                  <a:close/>
                </a:path>
                <a:path w="4151629" h="3840479">
                  <a:moveTo>
                    <a:pt x="1382268" y="3203448"/>
                  </a:moveTo>
                  <a:lnTo>
                    <a:pt x="1373124" y="3203448"/>
                  </a:lnTo>
                  <a:lnTo>
                    <a:pt x="1373124" y="3241548"/>
                  </a:lnTo>
                  <a:lnTo>
                    <a:pt x="1382268" y="3241548"/>
                  </a:lnTo>
                  <a:lnTo>
                    <a:pt x="1382268" y="3203448"/>
                  </a:lnTo>
                  <a:close/>
                </a:path>
                <a:path w="4151629" h="3840479">
                  <a:moveTo>
                    <a:pt x="1382268" y="3136392"/>
                  </a:moveTo>
                  <a:lnTo>
                    <a:pt x="1373124" y="3136392"/>
                  </a:lnTo>
                  <a:lnTo>
                    <a:pt x="1373124" y="3174492"/>
                  </a:lnTo>
                  <a:lnTo>
                    <a:pt x="1382268" y="3174492"/>
                  </a:lnTo>
                  <a:lnTo>
                    <a:pt x="1382268" y="3136392"/>
                  </a:lnTo>
                  <a:close/>
                </a:path>
                <a:path w="4151629" h="3840479">
                  <a:moveTo>
                    <a:pt x="1382268" y="3069336"/>
                  </a:moveTo>
                  <a:lnTo>
                    <a:pt x="1373124" y="3069336"/>
                  </a:lnTo>
                  <a:lnTo>
                    <a:pt x="1373124" y="3107436"/>
                  </a:lnTo>
                  <a:lnTo>
                    <a:pt x="1382268" y="3107436"/>
                  </a:lnTo>
                  <a:lnTo>
                    <a:pt x="1382268" y="3069336"/>
                  </a:lnTo>
                  <a:close/>
                </a:path>
                <a:path w="4151629" h="3840479">
                  <a:moveTo>
                    <a:pt x="1382268" y="3002280"/>
                  </a:moveTo>
                  <a:lnTo>
                    <a:pt x="1373124" y="3002280"/>
                  </a:lnTo>
                  <a:lnTo>
                    <a:pt x="1373124" y="3040380"/>
                  </a:lnTo>
                  <a:lnTo>
                    <a:pt x="1382268" y="3040380"/>
                  </a:lnTo>
                  <a:lnTo>
                    <a:pt x="1382268" y="3002280"/>
                  </a:lnTo>
                  <a:close/>
                </a:path>
                <a:path w="4151629" h="3840479">
                  <a:moveTo>
                    <a:pt x="1382268" y="2936748"/>
                  </a:moveTo>
                  <a:lnTo>
                    <a:pt x="1373124" y="2936748"/>
                  </a:lnTo>
                  <a:lnTo>
                    <a:pt x="1373124" y="2974848"/>
                  </a:lnTo>
                  <a:lnTo>
                    <a:pt x="1382268" y="2974848"/>
                  </a:lnTo>
                  <a:lnTo>
                    <a:pt x="1382268" y="2936748"/>
                  </a:lnTo>
                  <a:close/>
                </a:path>
                <a:path w="4151629" h="3840479">
                  <a:moveTo>
                    <a:pt x="1382268" y="2869692"/>
                  </a:moveTo>
                  <a:lnTo>
                    <a:pt x="1373124" y="2869692"/>
                  </a:lnTo>
                  <a:lnTo>
                    <a:pt x="1373124" y="2907792"/>
                  </a:lnTo>
                  <a:lnTo>
                    <a:pt x="1382268" y="2907792"/>
                  </a:lnTo>
                  <a:lnTo>
                    <a:pt x="1382268" y="2869692"/>
                  </a:lnTo>
                  <a:close/>
                </a:path>
                <a:path w="4151629" h="3840479">
                  <a:moveTo>
                    <a:pt x="1382268" y="2802636"/>
                  </a:moveTo>
                  <a:lnTo>
                    <a:pt x="1373124" y="2802636"/>
                  </a:lnTo>
                  <a:lnTo>
                    <a:pt x="1373124" y="2840736"/>
                  </a:lnTo>
                  <a:lnTo>
                    <a:pt x="1382268" y="2840736"/>
                  </a:lnTo>
                  <a:lnTo>
                    <a:pt x="1382268" y="2802636"/>
                  </a:lnTo>
                  <a:close/>
                </a:path>
                <a:path w="4151629" h="3840479">
                  <a:moveTo>
                    <a:pt x="1382268" y="2735580"/>
                  </a:moveTo>
                  <a:lnTo>
                    <a:pt x="1373124" y="2735580"/>
                  </a:lnTo>
                  <a:lnTo>
                    <a:pt x="1373124" y="2773680"/>
                  </a:lnTo>
                  <a:lnTo>
                    <a:pt x="1382268" y="2773680"/>
                  </a:lnTo>
                  <a:lnTo>
                    <a:pt x="1382268" y="2735580"/>
                  </a:lnTo>
                  <a:close/>
                </a:path>
                <a:path w="4151629" h="3840479">
                  <a:moveTo>
                    <a:pt x="1383792" y="2670048"/>
                  </a:moveTo>
                  <a:lnTo>
                    <a:pt x="1373124" y="2670048"/>
                  </a:lnTo>
                  <a:lnTo>
                    <a:pt x="1373124" y="2708148"/>
                  </a:lnTo>
                  <a:lnTo>
                    <a:pt x="1383792" y="2708148"/>
                  </a:lnTo>
                  <a:lnTo>
                    <a:pt x="1383792" y="2670048"/>
                  </a:lnTo>
                  <a:close/>
                </a:path>
                <a:path w="4151629" h="3840479">
                  <a:moveTo>
                    <a:pt x="1438656" y="0"/>
                  </a:moveTo>
                  <a:lnTo>
                    <a:pt x="1400556" y="0"/>
                  </a:lnTo>
                  <a:lnTo>
                    <a:pt x="1400556" y="9144"/>
                  </a:lnTo>
                  <a:lnTo>
                    <a:pt x="1438656" y="9144"/>
                  </a:lnTo>
                  <a:lnTo>
                    <a:pt x="1438656" y="0"/>
                  </a:lnTo>
                  <a:close/>
                </a:path>
                <a:path w="4151629" h="3840479">
                  <a:moveTo>
                    <a:pt x="1505712" y="0"/>
                  </a:moveTo>
                  <a:lnTo>
                    <a:pt x="1467612" y="0"/>
                  </a:lnTo>
                  <a:lnTo>
                    <a:pt x="1467612" y="9144"/>
                  </a:lnTo>
                  <a:lnTo>
                    <a:pt x="1505712" y="9144"/>
                  </a:lnTo>
                  <a:lnTo>
                    <a:pt x="1505712" y="0"/>
                  </a:lnTo>
                  <a:close/>
                </a:path>
                <a:path w="4151629" h="3840479">
                  <a:moveTo>
                    <a:pt x="1572768" y="0"/>
                  </a:moveTo>
                  <a:lnTo>
                    <a:pt x="1534668" y="0"/>
                  </a:lnTo>
                  <a:lnTo>
                    <a:pt x="1534668" y="9144"/>
                  </a:lnTo>
                  <a:lnTo>
                    <a:pt x="1572768" y="9144"/>
                  </a:lnTo>
                  <a:lnTo>
                    <a:pt x="1572768" y="0"/>
                  </a:lnTo>
                  <a:close/>
                </a:path>
                <a:path w="4151629" h="3840479">
                  <a:moveTo>
                    <a:pt x="1638300" y="0"/>
                  </a:moveTo>
                  <a:lnTo>
                    <a:pt x="1600200" y="0"/>
                  </a:lnTo>
                  <a:lnTo>
                    <a:pt x="1600200" y="9144"/>
                  </a:lnTo>
                  <a:lnTo>
                    <a:pt x="1638300" y="9144"/>
                  </a:lnTo>
                  <a:lnTo>
                    <a:pt x="1638300" y="0"/>
                  </a:lnTo>
                  <a:close/>
                </a:path>
                <a:path w="4151629" h="3840479">
                  <a:moveTo>
                    <a:pt x="1705356" y="0"/>
                  </a:moveTo>
                  <a:lnTo>
                    <a:pt x="1667256" y="0"/>
                  </a:lnTo>
                  <a:lnTo>
                    <a:pt x="1667256" y="9144"/>
                  </a:lnTo>
                  <a:lnTo>
                    <a:pt x="1705356" y="9144"/>
                  </a:lnTo>
                  <a:lnTo>
                    <a:pt x="1705356" y="0"/>
                  </a:lnTo>
                  <a:close/>
                </a:path>
                <a:path w="4151629" h="3840479">
                  <a:moveTo>
                    <a:pt x="1772412" y="0"/>
                  </a:moveTo>
                  <a:lnTo>
                    <a:pt x="1734312" y="0"/>
                  </a:lnTo>
                  <a:lnTo>
                    <a:pt x="1734312" y="9144"/>
                  </a:lnTo>
                  <a:lnTo>
                    <a:pt x="1772412" y="9144"/>
                  </a:lnTo>
                  <a:lnTo>
                    <a:pt x="1772412" y="0"/>
                  </a:lnTo>
                  <a:close/>
                </a:path>
                <a:path w="4151629" h="3840479">
                  <a:moveTo>
                    <a:pt x="1839468" y="0"/>
                  </a:moveTo>
                  <a:lnTo>
                    <a:pt x="1801368" y="0"/>
                  </a:lnTo>
                  <a:lnTo>
                    <a:pt x="1801368" y="9144"/>
                  </a:lnTo>
                  <a:lnTo>
                    <a:pt x="1839468" y="9144"/>
                  </a:lnTo>
                  <a:lnTo>
                    <a:pt x="1839468" y="0"/>
                  </a:lnTo>
                  <a:close/>
                </a:path>
                <a:path w="4151629" h="3840479">
                  <a:moveTo>
                    <a:pt x="1905000" y="0"/>
                  </a:moveTo>
                  <a:lnTo>
                    <a:pt x="1866900" y="0"/>
                  </a:lnTo>
                  <a:lnTo>
                    <a:pt x="1866900" y="9144"/>
                  </a:lnTo>
                  <a:lnTo>
                    <a:pt x="1905000" y="9144"/>
                  </a:lnTo>
                  <a:lnTo>
                    <a:pt x="1905000" y="0"/>
                  </a:lnTo>
                  <a:close/>
                </a:path>
                <a:path w="4151629" h="3840479">
                  <a:moveTo>
                    <a:pt x="1972056" y="0"/>
                  </a:moveTo>
                  <a:lnTo>
                    <a:pt x="1933956" y="0"/>
                  </a:lnTo>
                  <a:lnTo>
                    <a:pt x="1933956" y="9144"/>
                  </a:lnTo>
                  <a:lnTo>
                    <a:pt x="1972056" y="9144"/>
                  </a:lnTo>
                  <a:lnTo>
                    <a:pt x="1972056" y="0"/>
                  </a:lnTo>
                  <a:close/>
                </a:path>
                <a:path w="4151629" h="3840479">
                  <a:moveTo>
                    <a:pt x="2039112" y="0"/>
                  </a:moveTo>
                  <a:lnTo>
                    <a:pt x="2001012" y="0"/>
                  </a:lnTo>
                  <a:lnTo>
                    <a:pt x="2001012" y="9144"/>
                  </a:lnTo>
                  <a:lnTo>
                    <a:pt x="2039112" y="9144"/>
                  </a:lnTo>
                  <a:lnTo>
                    <a:pt x="2039112" y="0"/>
                  </a:lnTo>
                  <a:close/>
                </a:path>
                <a:path w="4151629" h="3840479">
                  <a:moveTo>
                    <a:pt x="2106168" y="0"/>
                  </a:moveTo>
                  <a:lnTo>
                    <a:pt x="2068068" y="0"/>
                  </a:lnTo>
                  <a:lnTo>
                    <a:pt x="2068068" y="9144"/>
                  </a:lnTo>
                  <a:lnTo>
                    <a:pt x="2106168" y="9144"/>
                  </a:lnTo>
                  <a:lnTo>
                    <a:pt x="2106168" y="0"/>
                  </a:lnTo>
                  <a:close/>
                </a:path>
                <a:path w="4151629" h="3840479">
                  <a:moveTo>
                    <a:pt x="2171700" y="0"/>
                  </a:moveTo>
                  <a:lnTo>
                    <a:pt x="2133600" y="0"/>
                  </a:lnTo>
                  <a:lnTo>
                    <a:pt x="2133600" y="9144"/>
                  </a:lnTo>
                  <a:lnTo>
                    <a:pt x="2171700" y="9144"/>
                  </a:lnTo>
                  <a:lnTo>
                    <a:pt x="2171700" y="0"/>
                  </a:lnTo>
                  <a:close/>
                </a:path>
                <a:path w="4151629" h="3840479">
                  <a:moveTo>
                    <a:pt x="2238756" y="0"/>
                  </a:moveTo>
                  <a:lnTo>
                    <a:pt x="2200656" y="0"/>
                  </a:lnTo>
                  <a:lnTo>
                    <a:pt x="2200656" y="9144"/>
                  </a:lnTo>
                  <a:lnTo>
                    <a:pt x="2238756" y="9144"/>
                  </a:lnTo>
                  <a:lnTo>
                    <a:pt x="2238756" y="0"/>
                  </a:lnTo>
                  <a:close/>
                </a:path>
                <a:path w="4151629" h="3840479">
                  <a:moveTo>
                    <a:pt x="2305812" y="0"/>
                  </a:moveTo>
                  <a:lnTo>
                    <a:pt x="2267712" y="0"/>
                  </a:lnTo>
                  <a:lnTo>
                    <a:pt x="2267712" y="9144"/>
                  </a:lnTo>
                  <a:lnTo>
                    <a:pt x="2305812" y="9144"/>
                  </a:lnTo>
                  <a:lnTo>
                    <a:pt x="2305812" y="0"/>
                  </a:lnTo>
                  <a:close/>
                </a:path>
                <a:path w="4151629" h="3840479">
                  <a:moveTo>
                    <a:pt x="2372868" y="0"/>
                  </a:moveTo>
                  <a:lnTo>
                    <a:pt x="2334768" y="0"/>
                  </a:lnTo>
                  <a:lnTo>
                    <a:pt x="2334768" y="9144"/>
                  </a:lnTo>
                  <a:lnTo>
                    <a:pt x="2372868" y="9144"/>
                  </a:lnTo>
                  <a:lnTo>
                    <a:pt x="2372868" y="0"/>
                  </a:lnTo>
                  <a:close/>
                </a:path>
                <a:path w="4151629" h="3840479">
                  <a:moveTo>
                    <a:pt x="2438400" y="0"/>
                  </a:moveTo>
                  <a:lnTo>
                    <a:pt x="2400300" y="0"/>
                  </a:lnTo>
                  <a:lnTo>
                    <a:pt x="2400300" y="9144"/>
                  </a:lnTo>
                  <a:lnTo>
                    <a:pt x="2438400" y="9144"/>
                  </a:lnTo>
                  <a:lnTo>
                    <a:pt x="2438400" y="0"/>
                  </a:lnTo>
                  <a:close/>
                </a:path>
                <a:path w="4151629" h="3840479">
                  <a:moveTo>
                    <a:pt x="2505456" y="0"/>
                  </a:moveTo>
                  <a:lnTo>
                    <a:pt x="2467356" y="0"/>
                  </a:lnTo>
                  <a:lnTo>
                    <a:pt x="2467356" y="9144"/>
                  </a:lnTo>
                  <a:lnTo>
                    <a:pt x="2505456" y="9144"/>
                  </a:lnTo>
                  <a:lnTo>
                    <a:pt x="2505456" y="0"/>
                  </a:lnTo>
                  <a:close/>
                </a:path>
                <a:path w="4151629" h="3840479">
                  <a:moveTo>
                    <a:pt x="2572512" y="0"/>
                  </a:moveTo>
                  <a:lnTo>
                    <a:pt x="2534412" y="0"/>
                  </a:lnTo>
                  <a:lnTo>
                    <a:pt x="2534412" y="9144"/>
                  </a:lnTo>
                  <a:lnTo>
                    <a:pt x="2572512" y="9144"/>
                  </a:lnTo>
                  <a:lnTo>
                    <a:pt x="2572512" y="0"/>
                  </a:lnTo>
                  <a:close/>
                </a:path>
                <a:path w="4151629" h="3840479">
                  <a:moveTo>
                    <a:pt x="2639568" y="0"/>
                  </a:moveTo>
                  <a:lnTo>
                    <a:pt x="2601468" y="0"/>
                  </a:lnTo>
                  <a:lnTo>
                    <a:pt x="2601468" y="9144"/>
                  </a:lnTo>
                  <a:lnTo>
                    <a:pt x="2639568" y="9144"/>
                  </a:lnTo>
                  <a:lnTo>
                    <a:pt x="2639568" y="0"/>
                  </a:lnTo>
                  <a:close/>
                </a:path>
                <a:path w="4151629" h="3840479">
                  <a:moveTo>
                    <a:pt x="3351276" y="1368552"/>
                  </a:moveTo>
                  <a:lnTo>
                    <a:pt x="3313176" y="1368552"/>
                  </a:lnTo>
                  <a:lnTo>
                    <a:pt x="3313176" y="1377696"/>
                  </a:lnTo>
                  <a:lnTo>
                    <a:pt x="3351276" y="1377696"/>
                  </a:lnTo>
                  <a:lnTo>
                    <a:pt x="3351276" y="1368552"/>
                  </a:lnTo>
                  <a:close/>
                </a:path>
                <a:path w="4151629" h="3840479">
                  <a:moveTo>
                    <a:pt x="3418332" y="1368552"/>
                  </a:moveTo>
                  <a:lnTo>
                    <a:pt x="3380232" y="1368552"/>
                  </a:lnTo>
                  <a:lnTo>
                    <a:pt x="3380232" y="1377696"/>
                  </a:lnTo>
                  <a:lnTo>
                    <a:pt x="3418332" y="1377696"/>
                  </a:lnTo>
                  <a:lnTo>
                    <a:pt x="3418332" y="1368552"/>
                  </a:lnTo>
                  <a:close/>
                </a:path>
                <a:path w="4151629" h="3840479">
                  <a:moveTo>
                    <a:pt x="3485388" y="1368552"/>
                  </a:moveTo>
                  <a:lnTo>
                    <a:pt x="3447288" y="1368552"/>
                  </a:lnTo>
                  <a:lnTo>
                    <a:pt x="3447288" y="1377696"/>
                  </a:lnTo>
                  <a:lnTo>
                    <a:pt x="3485388" y="1377696"/>
                  </a:lnTo>
                  <a:lnTo>
                    <a:pt x="3485388" y="1368552"/>
                  </a:lnTo>
                  <a:close/>
                </a:path>
                <a:path w="4151629" h="3840479">
                  <a:moveTo>
                    <a:pt x="3550920" y="1368552"/>
                  </a:moveTo>
                  <a:lnTo>
                    <a:pt x="3512820" y="1368552"/>
                  </a:lnTo>
                  <a:lnTo>
                    <a:pt x="3512820" y="1377696"/>
                  </a:lnTo>
                  <a:lnTo>
                    <a:pt x="3550920" y="1377696"/>
                  </a:lnTo>
                  <a:lnTo>
                    <a:pt x="3550920" y="1368552"/>
                  </a:lnTo>
                  <a:close/>
                </a:path>
                <a:path w="4151629" h="3840479">
                  <a:moveTo>
                    <a:pt x="3617976" y="1368552"/>
                  </a:moveTo>
                  <a:lnTo>
                    <a:pt x="3579876" y="1368552"/>
                  </a:lnTo>
                  <a:lnTo>
                    <a:pt x="3579876" y="1377696"/>
                  </a:lnTo>
                  <a:lnTo>
                    <a:pt x="3617976" y="1377696"/>
                  </a:lnTo>
                  <a:lnTo>
                    <a:pt x="3617976" y="1368552"/>
                  </a:lnTo>
                  <a:close/>
                </a:path>
                <a:path w="4151629" h="3840479">
                  <a:moveTo>
                    <a:pt x="3685032" y="1368552"/>
                  </a:moveTo>
                  <a:lnTo>
                    <a:pt x="3646932" y="1368552"/>
                  </a:lnTo>
                  <a:lnTo>
                    <a:pt x="3646932" y="1377696"/>
                  </a:lnTo>
                  <a:lnTo>
                    <a:pt x="3685032" y="1377696"/>
                  </a:lnTo>
                  <a:lnTo>
                    <a:pt x="3685032" y="1368552"/>
                  </a:lnTo>
                  <a:close/>
                </a:path>
                <a:path w="4151629" h="3840479">
                  <a:moveTo>
                    <a:pt x="3752088" y="1368552"/>
                  </a:moveTo>
                  <a:lnTo>
                    <a:pt x="3713988" y="1368552"/>
                  </a:lnTo>
                  <a:lnTo>
                    <a:pt x="3713988" y="1377696"/>
                  </a:lnTo>
                  <a:lnTo>
                    <a:pt x="3752088" y="1377696"/>
                  </a:lnTo>
                  <a:lnTo>
                    <a:pt x="3752088" y="1368552"/>
                  </a:lnTo>
                  <a:close/>
                </a:path>
                <a:path w="4151629" h="3840479">
                  <a:moveTo>
                    <a:pt x="3817620" y="1368552"/>
                  </a:moveTo>
                  <a:lnTo>
                    <a:pt x="3779520" y="1368552"/>
                  </a:lnTo>
                  <a:lnTo>
                    <a:pt x="3779520" y="1377696"/>
                  </a:lnTo>
                  <a:lnTo>
                    <a:pt x="3817620" y="1377696"/>
                  </a:lnTo>
                  <a:lnTo>
                    <a:pt x="3817620" y="1368552"/>
                  </a:lnTo>
                  <a:close/>
                </a:path>
                <a:path w="4151629" h="3840479">
                  <a:moveTo>
                    <a:pt x="3884676" y="1368552"/>
                  </a:moveTo>
                  <a:lnTo>
                    <a:pt x="3846576" y="1368552"/>
                  </a:lnTo>
                  <a:lnTo>
                    <a:pt x="3846576" y="1377696"/>
                  </a:lnTo>
                  <a:lnTo>
                    <a:pt x="3884676" y="1377696"/>
                  </a:lnTo>
                  <a:lnTo>
                    <a:pt x="3884676" y="1368552"/>
                  </a:lnTo>
                  <a:close/>
                </a:path>
                <a:path w="4151629" h="3840479">
                  <a:moveTo>
                    <a:pt x="3951732" y="1368552"/>
                  </a:moveTo>
                  <a:lnTo>
                    <a:pt x="3913632" y="1368552"/>
                  </a:lnTo>
                  <a:lnTo>
                    <a:pt x="3913632" y="1377696"/>
                  </a:lnTo>
                  <a:lnTo>
                    <a:pt x="3951732" y="1377696"/>
                  </a:lnTo>
                  <a:lnTo>
                    <a:pt x="3951732" y="1368552"/>
                  </a:lnTo>
                  <a:close/>
                </a:path>
                <a:path w="4151629" h="3840479">
                  <a:moveTo>
                    <a:pt x="4018788" y="1368552"/>
                  </a:moveTo>
                  <a:lnTo>
                    <a:pt x="3980688" y="1368552"/>
                  </a:lnTo>
                  <a:lnTo>
                    <a:pt x="3980688" y="1377696"/>
                  </a:lnTo>
                  <a:lnTo>
                    <a:pt x="4018788" y="1377696"/>
                  </a:lnTo>
                  <a:lnTo>
                    <a:pt x="4018788" y="1368552"/>
                  </a:lnTo>
                  <a:close/>
                </a:path>
                <a:path w="4151629" h="3840479">
                  <a:moveTo>
                    <a:pt x="4084320" y="1368552"/>
                  </a:moveTo>
                  <a:lnTo>
                    <a:pt x="4046220" y="1368552"/>
                  </a:lnTo>
                  <a:lnTo>
                    <a:pt x="4046220" y="1377696"/>
                  </a:lnTo>
                  <a:lnTo>
                    <a:pt x="4084320" y="1377696"/>
                  </a:lnTo>
                  <a:lnTo>
                    <a:pt x="4084320" y="1368552"/>
                  </a:lnTo>
                  <a:close/>
                </a:path>
                <a:path w="4151629" h="3840479">
                  <a:moveTo>
                    <a:pt x="4151376" y="1368552"/>
                  </a:moveTo>
                  <a:lnTo>
                    <a:pt x="4113276" y="1368552"/>
                  </a:lnTo>
                  <a:lnTo>
                    <a:pt x="4113276" y="1377696"/>
                  </a:lnTo>
                  <a:lnTo>
                    <a:pt x="4151376" y="1377696"/>
                  </a:lnTo>
                  <a:lnTo>
                    <a:pt x="4151376" y="1368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56233" y="2904756"/>
              <a:ext cx="3371215" cy="9525"/>
            </a:xfrm>
            <a:custGeom>
              <a:avLst/>
              <a:gdLst/>
              <a:ahLst/>
              <a:cxnLst/>
              <a:rect l="l" t="t" r="r" b="b"/>
              <a:pathLst>
                <a:path w="3371215" h="9525">
                  <a:moveTo>
                    <a:pt x="381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8100" y="9144"/>
                  </a:lnTo>
                  <a:lnTo>
                    <a:pt x="38100" y="0"/>
                  </a:lnTo>
                  <a:close/>
                </a:path>
                <a:path w="3371215" h="9525">
                  <a:moveTo>
                    <a:pt x="103632" y="0"/>
                  </a:moveTo>
                  <a:lnTo>
                    <a:pt x="65532" y="0"/>
                  </a:lnTo>
                  <a:lnTo>
                    <a:pt x="65532" y="9144"/>
                  </a:lnTo>
                  <a:lnTo>
                    <a:pt x="103632" y="9144"/>
                  </a:lnTo>
                  <a:lnTo>
                    <a:pt x="103632" y="0"/>
                  </a:lnTo>
                  <a:close/>
                </a:path>
                <a:path w="3371215" h="9525">
                  <a:moveTo>
                    <a:pt x="170688" y="0"/>
                  </a:moveTo>
                  <a:lnTo>
                    <a:pt x="132588" y="0"/>
                  </a:lnTo>
                  <a:lnTo>
                    <a:pt x="132588" y="9144"/>
                  </a:lnTo>
                  <a:lnTo>
                    <a:pt x="170688" y="9144"/>
                  </a:lnTo>
                  <a:lnTo>
                    <a:pt x="170688" y="0"/>
                  </a:lnTo>
                  <a:close/>
                </a:path>
                <a:path w="3371215" h="9525">
                  <a:moveTo>
                    <a:pt x="237744" y="0"/>
                  </a:moveTo>
                  <a:lnTo>
                    <a:pt x="199644" y="0"/>
                  </a:lnTo>
                  <a:lnTo>
                    <a:pt x="199644" y="9144"/>
                  </a:lnTo>
                  <a:lnTo>
                    <a:pt x="237744" y="9144"/>
                  </a:lnTo>
                  <a:lnTo>
                    <a:pt x="237744" y="0"/>
                  </a:lnTo>
                  <a:close/>
                </a:path>
                <a:path w="3371215" h="9525">
                  <a:moveTo>
                    <a:pt x="304800" y="0"/>
                  </a:moveTo>
                  <a:lnTo>
                    <a:pt x="266700" y="0"/>
                  </a:lnTo>
                  <a:lnTo>
                    <a:pt x="266700" y="9144"/>
                  </a:lnTo>
                  <a:lnTo>
                    <a:pt x="304800" y="9144"/>
                  </a:lnTo>
                  <a:lnTo>
                    <a:pt x="304800" y="0"/>
                  </a:lnTo>
                  <a:close/>
                </a:path>
                <a:path w="3371215" h="9525">
                  <a:moveTo>
                    <a:pt x="370332" y="0"/>
                  </a:moveTo>
                  <a:lnTo>
                    <a:pt x="332232" y="0"/>
                  </a:lnTo>
                  <a:lnTo>
                    <a:pt x="332232" y="9144"/>
                  </a:lnTo>
                  <a:lnTo>
                    <a:pt x="370332" y="9144"/>
                  </a:lnTo>
                  <a:lnTo>
                    <a:pt x="370332" y="0"/>
                  </a:lnTo>
                  <a:close/>
                </a:path>
                <a:path w="3371215" h="9525">
                  <a:moveTo>
                    <a:pt x="437388" y="0"/>
                  </a:moveTo>
                  <a:lnTo>
                    <a:pt x="399288" y="0"/>
                  </a:lnTo>
                  <a:lnTo>
                    <a:pt x="399288" y="9144"/>
                  </a:lnTo>
                  <a:lnTo>
                    <a:pt x="437388" y="9144"/>
                  </a:lnTo>
                  <a:lnTo>
                    <a:pt x="437388" y="0"/>
                  </a:lnTo>
                  <a:close/>
                </a:path>
                <a:path w="3371215" h="9525">
                  <a:moveTo>
                    <a:pt x="504444" y="0"/>
                  </a:moveTo>
                  <a:lnTo>
                    <a:pt x="466344" y="0"/>
                  </a:lnTo>
                  <a:lnTo>
                    <a:pt x="466344" y="9144"/>
                  </a:lnTo>
                  <a:lnTo>
                    <a:pt x="504444" y="9144"/>
                  </a:lnTo>
                  <a:lnTo>
                    <a:pt x="504444" y="0"/>
                  </a:lnTo>
                  <a:close/>
                </a:path>
                <a:path w="3371215" h="9525">
                  <a:moveTo>
                    <a:pt x="571500" y="0"/>
                  </a:moveTo>
                  <a:lnTo>
                    <a:pt x="533400" y="0"/>
                  </a:lnTo>
                  <a:lnTo>
                    <a:pt x="533400" y="9144"/>
                  </a:lnTo>
                  <a:lnTo>
                    <a:pt x="571500" y="9144"/>
                  </a:lnTo>
                  <a:lnTo>
                    <a:pt x="571500" y="0"/>
                  </a:lnTo>
                  <a:close/>
                </a:path>
                <a:path w="3371215" h="9525">
                  <a:moveTo>
                    <a:pt x="637032" y="0"/>
                  </a:moveTo>
                  <a:lnTo>
                    <a:pt x="598932" y="0"/>
                  </a:lnTo>
                  <a:lnTo>
                    <a:pt x="598932" y="9144"/>
                  </a:lnTo>
                  <a:lnTo>
                    <a:pt x="637032" y="9144"/>
                  </a:lnTo>
                  <a:lnTo>
                    <a:pt x="637032" y="0"/>
                  </a:lnTo>
                  <a:close/>
                </a:path>
                <a:path w="3371215" h="9525">
                  <a:moveTo>
                    <a:pt x="704088" y="0"/>
                  </a:moveTo>
                  <a:lnTo>
                    <a:pt x="665988" y="0"/>
                  </a:lnTo>
                  <a:lnTo>
                    <a:pt x="665988" y="9144"/>
                  </a:lnTo>
                  <a:lnTo>
                    <a:pt x="704088" y="9144"/>
                  </a:lnTo>
                  <a:lnTo>
                    <a:pt x="704088" y="0"/>
                  </a:lnTo>
                  <a:close/>
                </a:path>
                <a:path w="3371215" h="9525">
                  <a:moveTo>
                    <a:pt x="771144" y="0"/>
                  </a:moveTo>
                  <a:lnTo>
                    <a:pt x="733044" y="0"/>
                  </a:lnTo>
                  <a:lnTo>
                    <a:pt x="733044" y="9144"/>
                  </a:lnTo>
                  <a:lnTo>
                    <a:pt x="771144" y="9144"/>
                  </a:lnTo>
                  <a:lnTo>
                    <a:pt x="771144" y="0"/>
                  </a:lnTo>
                  <a:close/>
                </a:path>
                <a:path w="3371215" h="9525">
                  <a:moveTo>
                    <a:pt x="838200" y="0"/>
                  </a:moveTo>
                  <a:lnTo>
                    <a:pt x="800100" y="0"/>
                  </a:lnTo>
                  <a:lnTo>
                    <a:pt x="800100" y="9144"/>
                  </a:lnTo>
                  <a:lnTo>
                    <a:pt x="838200" y="9144"/>
                  </a:lnTo>
                  <a:lnTo>
                    <a:pt x="838200" y="0"/>
                  </a:lnTo>
                  <a:close/>
                </a:path>
                <a:path w="3371215" h="9525">
                  <a:moveTo>
                    <a:pt x="903732" y="0"/>
                  </a:moveTo>
                  <a:lnTo>
                    <a:pt x="865632" y="0"/>
                  </a:lnTo>
                  <a:lnTo>
                    <a:pt x="865632" y="9144"/>
                  </a:lnTo>
                  <a:lnTo>
                    <a:pt x="903732" y="9144"/>
                  </a:lnTo>
                  <a:lnTo>
                    <a:pt x="903732" y="0"/>
                  </a:lnTo>
                  <a:close/>
                </a:path>
                <a:path w="3371215" h="9525">
                  <a:moveTo>
                    <a:pt x="970788" y="0"/>
                  </a:moveTo>
                  <a:lnTo>
                    <a:pt x="932688" y="0"/>
                  </a:lnTo>
                  <a:lnTo>
                    <a:pt x="932688" y="9144"/>
                  </a:lnTo>
                  <a:lnTo>
                    <a:pt x="970788" y="9144"/>
                  </a:lnTo>
                  <a:lnTo>
                    <a:pt x="970788" y="0"/>
                  </a:lnTo>
                  <a:close/>
                </a:path>
                <a:path w="3371215" h="9525">
                  <a:moveTo>
                    <a:pt x="1037844" y="0"/>
                  </a:moveTo>
                  <a:lnTo>
                    <a:pt x="999744" y="0"/>
                  </a:lnTo>
                  <a:lnTo>
                    <a:pt x="999744" y="9144"/>
                  </a:lnTo>
                  <a:lnTo>
                    <a:pt x="1037844" y="9144"/>
                  </a:lnTo>
                  <a:lnTo>
                    <a:pt x="1037844" y="0"/>
                  </a:lnTo>
                  <a:close/>
                </a:path>
                <a:path w="3371215" h="9525">
                  <a:moveTo>
                    <a:pt x="1104900" y="0"/>
                  </a:moveTo>
                  <a:lnTo>
                    <a:pt x="1066800" y="0"/>
                  </a:lnTo>
                  <a:lnTo>
                    <a:pt x="1066800" y="9144"/>
                  </a:lnTo>
                  <a:lnTo>
                    <a:pt x="1104900" y="9144"/>
                  </a:lnTo>
                  <a:lnTo>
                    <a:pt x="1104900" y="0"/>
                  </a:lnTo>
                  <a:close/>
                </a:path>
                <a:path w="3371215" h="9525">
                  <a:moveTo>
                    <a:pt x="1170432" y="0"/>
                  </a:moveTo>
                  <a:lnTo>
                    <a:pt x="1132332" y="0"/>
                  </a:lnTo>
                  <a:lnTo>
                    <a:pt x="1132332" y="9144"/>
                  </a:lnTo>
                  <a:lnTo>
                    <a:pt x="1170432" y="9144"/>
                  </a:lnTo>
                  <a:lnTo>
                    <a:pt x="1170432" y="0"/>
                  </a:lnTo>
                  <a:close/>
                </a:path>
                <a:path w="3371215" h="9525">
                  <a:moveTo>
                    <a:pt x="1237488" y="0"/>
                  </a:moveTo>
                  <a:lnTo>
                    <a:pt x="1199388" y="0"/>
                  </a:lnTo>
                  <a:lnTo>
                    <a:pt x="1199388" y="9144"/>
                  </a:lnTo>
                  <a:lnTo>
                    <a:pt x="1237488" y="9144"/>
                  </a:lnTo>
                  <a:lnTo>
                    <a:pt x="1237488" y="0"/>
                  </a:lnTo>
                  <a:close/>
                </a:path>
                <a:path w="3371215" h="9525">
                  <a:moveTo>
                    <a:pt x="1304544" y="0"/>
                  </a:moveTo>
                  <a:lnTo>
                    <a:pt x="1266444" y="0"/>
                  </a:lnTo>
                  <a:lnTo>
                    <a:pt x="1266444" y="9144"/>
                  </a:lnTo>
                  <a:lnTo>
                    <a:pt x="1304544" y="9144"/>
                  </a:lnTo>
                  <a:lnTo>
                    <a:pt x="1304544" y="0"/>
                  </a:lnTo>
                  <a:close/>
                </a:path>
                <a:path w="3371215" h="9525">
                  <a:moveTo>
                    <a:pt x="1371600" y="0"/>
                  </a:moveTo>
                  <a:lnTo>
                    <a:pt x="1333500" y="0"/>
                  </a:lnTo>
                  <a:lnTo>
                    <a:pt x="1333500" y="9144"/>
                  </a:lnTo>
                  <a:lnTo>
                    <a:pt x="1371600" y="9144"/>
                  </a:lnTo>
                  <a:lnTo>
                    <a:pt x="1371600" y="0"/>
                  </a:lnTo>
                  <a:close/>
                </a:path>
                <a:path w="3371215" h="9525">
                  <a:moveTo>
                    <a:pt x="1437132" y="0"/>
                  </a:moveTo>
                  <a:lnTo>
                    <a:pt x="1399032" y="0"/>
                  </a:lnTo>
                  <a:lnTo>
                    <a:pt x="1399032" y="9144"/>
                  </a:lnTo>
                  <a:lnTo>
                    <a:pt x="1437132" y="9144"/>
                  </a:lnTo>
                  <a:lnTo>
                    <a:pt x="1437132" y="0"/>
                  </a:lnTo>
                  <a:close/>
                </a:path>
                <a:path w="3371215" h="9525">
                  <a:moveTo>
                    <a:pt x="1504188" y="0"/>
                  </a:moveTo>
                  <a:lnTo>
                    <a:pt x="1466088" y="0"/>
                  </a:lnTo>
                  <a:lnTo>
                    <a:pt x="1466088" y="9144"/>
                  </a:lnTo>
                  <a:lnTo>
                    <a:pt x="1504188" y="9144"/>
                  </a:lnTo>
                  <a:lnTo>
                    <a:pt x="1504188" y="0"/>
                  </a:lnTo>
                  <a:close/>
                </a:path>
                <a:path w="3371215" h="9525">
                  <a:moveTo>
                    <a:pt x="1571244" y="0"/>
                  </a:moveTo>
                  <a:lnTo>
                    <a:pt x="1533144" y="0"/>
                  </a:lnTo>
                  <a:lnTo>
                    <a:pt x="1533144" y="9144"/>
                  </a:lnTo>
                  <a:lnTo>
                    <a:pt x="1571244" y="9144"/>
                  </a:lnTo>
                  <a:lnTo>
                    <a:pt x="1571244" y="0"/>
                  </a:lnTo>
                  <a:close/>
                </a:path>
                <a:path w="3371215" h="9525">
                  <a:moveTo>
                    <a:pt x="1638300" y="0"/>
                  </a:moveTo>
                  <a:lnTo>
                    <a:pt x="1600200" y="0"/>
                  </a:lnTo>
                  <a:lnTo>
                    <a:pt x="1600200" y="9144"/>
                  </a:lnTo>
                  <a:lnTo>
                    <a:pt x="1638300" y="9144"/>
                  </a:lnTo>
                  <a:lnTo>
                    <a:pt x="1638300" y="0"/>
                  </a:lnTo>
                  <a:close/>
                </a:path>
                <a:path w="3371215" h="9525">
                  <a:moveTo>
                    <a:pt x="1703832" y="0"/>
                  </a:moveTo>
                  <a:lnTo>
                    <a:pt x="1665732" y="0"/>
                  </a:lnTo>
                  <a:lnTo>
                    <a:pt x="1665732" y="9144"/>
                  </a:lnTo>
                  <a:lnTo>
                    <a:pt x="1703832" y="9144"/>
                  </a:lnTo>
                  <a:lnTo>
                    <a:pt x="1703832" y="0"/>
                  </a:lnTo>
                  <a:close/>
                </a:path>
                <a:path w="3371215" h="9525">
                  <a:moveTo>
                    <a:pt x="1770888" y="0"/>
                  </a:moveTo>
                  <a:lnTo>
                    <a:pt x="1732788" y="0"/>
                  </a:lnTo>
                  <a:lnTo>
                    <a:pt x="1732788" y="9144"/>
                  </a:lnTo>
                  <a:lnTo>
                    <a:pt x="1770888" y="9144"/>
                  </a:lnTo>
                  <a:lnTo>
                    <a:pt x="1770888" y="0"/>
                  </a:lnTo>
                  <a:close/>
                </a:path>
                <a:path w="3371215" h="9525">
                  <a:moveTo>
                    <a:pt x="1837944" y="0"/>
                  </a:moveTo>
                  <a:lnTo>
                    <a:pt x="1799844" y="0"/>
                  </a:lnTo>
                  <a:lnTo>
                    <a:pt x="1799844" y="9144"/>
                  </a:lnTo>
                  <a:lnTo>
                    <a:pt x="1837944" y="9144"/>
                  </a:lnTo>
                  <a:lnTo>
                    <a:pt x="1837944" y="0"/>
                  </a:lnTo>
                  <a:close/>
                </a:path>
                <a:path w="3371215" h="9525">
                  <a:moveTo>
                    <a:pt x="1905000" y="0"/>
                  </a:moveTo>
                  <a:lnTo>
                    <a:pt x="1866900" y="0"/>
                  </a:lnTo>
                  <a:lnTo>
                    <a:pt x="1866900" y="9144"/>
                  </a:lnTo>
                  <a:lnTo>
                    <a:pt x="1905000" y="9144"/>
                  </a:lnTo>
                  <a:lnTo>
                    <a:pt x="1905000" y="0"/>
                  </a:lnTo>
                  <a:close/>
                </a:path>
                <a:path w="3371215" h="9525">
                  <a:moveTo>
                    <a:pt x="1970532" y="0"/>
                  </a:moveTo>
                  <a:lnTo>
                    <a:pt x="1932432" y="0"/>
                  </a:lnTo>
                  <a:lnTo>
                    <a:pt x="1932432" y="9144"/>
                  </a:lnTo>
                  <a:lnTo>
                    <a:pt x="1970532" y="9144"/>
                  </a:lnTo>
                  <a:lnTo>
                    <a:pt x="1970532" y="0"/>
                  </a:lnTo>
                  <a:close/>
                </a:path>
                <a:path w="3371215" h="9525">
                  <a:moveTo>
                    <a:pt x="2037588" y="0"/>
                  </a:moveTo>
                  <a:lnTo>
                    <a:pt x="1999488" y="0"/>
                  </a:lnTo>
                  <a:lnTo>
                    <a:pt x="1999488" y="9144"/>
                  </a:lnTo>
                  <a:lnTo>
                    <a:pt x="2037588" y="9144"/>
                  </a:lnTo>
                  <a:lnTo>
                    <a:pt x="2037588" y="0"/>
                  </a:lnTo>
                  <a:close/>
                </a:path>
                <a:path w="3371215" h="9525">
                  <a:moveTo>
                    <a:pt x="2104644" y="0"/>
                  </a:moveTo>
                  <a:lnTo>
                    <a:pt x="2066544" y="0"/>
                  </a:lnTo>
                  <a:lnTo>
                    <a:pt x="2066544" y="9144"/>
                  </a:lnTo>
                  <a:lnTo>
                    <a:pt x="2104644" y="9144"/>
                  </a:lnTo>
                  <a:lnTo>
                    <a:pt x="2104644" y="0"/>
                  </a:lnTo>
                  <a:close/>
                </a:path>
                <a:path w="3371215" h="9525">
                  <a:moveTo>
                    <a:pt x="2171700" y="0"/>
                  </a:moveTo>
                  <a:lnTo>
                    <a:pt x="2133600" y="0"/>
                  </a:lnTo>
                  <a:lnTo>
                    <a:pt x="2133600" y="9144"/>
                  </a:lnTo>
                  <a:lnTo>
                    <a:pt x="2171700" y="9144"/>
                  </a:lnTo>
                  <a:lnTo>
                    <a:pt x="2171700" y="0"/>
                  </a:lnTo>
                  <a:close/>
                </a:path>
                <a:path w="3371215" h="9525">
                  <a:moveTo>
                    <a:pt x="2237232" y="0"/>
                  </a:moveTo>
                  <a:lnTo>
                    <a:pt x="2199132" y="0"/>
                  </a:lnTo>
                  <a:lnTo>
                    <a:pt x="2199132" y="9144"/>
                  </a:lnTo>
                  <a:lnTo>
                    <a:pt x="2237232" y="9144"/>
                  </a:lnTo>
                  <a:lnTo>
                    <a:pt x="2237232" y="0"/>
                  </a:lnTo>
                  <a:close/>
                </a:path>
                <a:path w="3371215" h="9525">
                  <a:moveTo>
                    <a:pt x="2304288" y="0"/>
                  </a:moveTo>
                  <a:lnTo>
                    <a:pt x="2266188" y="0"/>
                  </a:lnTo>
                  <a:lnTo>
                    <a:pt x="2266188" y="9144"/>
                  </a:lnTo>
                  <a:lnTo>
                    <a:pt x="2304288" y="9144"/>
                  </a:lnTo>
                  <a:lnTo>
                    <a:pt x="2304288" y="0"/>
                  </a:lnTo>
                  <a:close/>
                </a:path>
                <a:path w="3371215" h="9525">
                  <a:moveTo>
                    <a:pt x="2371344" y="0"/>
                  </a:moveTo>
                  <a:lnTo>
                    <a:pt x="2333244" y="0"/>
                  </a:lnTo>
                  <a:lnTo>
                    <a:pt x="2333244" y="9144"/>
                  </a:lnTo>
                  <a:lnTo>
                    <a:pt x="2371344" y="9144"/>
                  </a:lnTo>
                  <a:lnTo>
                    <a:pt x="2371344" y="0"/>
                  </a:lnTo>
                  <a:close/>
                </a:path>
                <a:path w="3371215" h="9525">
                  <a:moveTo>
                    <a:pt x="2438400" y="0"/>
                  </a:moveTo>
                  <a:lnTo>
                    <a:pt x="2400300" y="0"/>
                  </a:lnTo>
                  <a:lnTo>
                    <a:pt x="2400300" y="9144"/>
                  </a:lnTo>
                  <a:lnTo>
                    <a:pt x="2438400" y="9144"/>
                  </a:lnTo>
                  <a:lnTo>
                    <a:pt x="2438400" y="0"/>
                  </a:lnTo>
                  <a:close/>
                </a:path>
                <a:path w="3371215" h="9525">
                  <a:moveTo>
                    <a:pt x="2503932" y="0"/>
                  </a:moveTo>
                  <a:lnTo>
                    <a:pt x="2465832" y="0"/>
                  </a:lnTo>
                  <a:lnTo>
                    <a:pt x="2465832" y="9144"/>
                  </a:lnTo>
                  <a:lnTo>
                    <a:pt x="2503932" y="9144"/>
                  </a:lnTo>
                  <a:lnTo>
                    <a:pt x="2503932" y="0"/>
                  </a:lnTo>
                  <a:close/>
                </a:path>
                <a:path w="3371215" h="9525">
                  <a:moveTo>
                    <a:pt x="2570988" y="0"/>
                  </a:moveTo>
                  <a:lnTo>
                    <a:pt x="2532888" y="0"/>
                  </a:lnTo>
                  <a:lnTo>
                    <a:pt x="2532888" y="9144"/>
                  </a:lnTo>
                  <a:lnTo>
                    <a:pt x="2570988" y="9144"/>
                  </a:lnTo>
                  <a:lnTo>
                    <a:pt x="2570988" y="0"/>
                  </a:lnTo>
                  <a:close/>
                </a:path>
                <a:path w="3371215" h="9525">
                  <a:moveTo>
                    <a:pt x="2638044" y="0"/>
                  </a:moveTo>
                  <a:lnTo>
                    <a:pt x="2599944" y="0"/>
                  </a:lnTo>
                  <a:lnTo>
                    <a:pt x="2599944" y="9144"/>
                  </a:lnTo>
                  <a:lnTo>
                    <a:pt x="2638044" y="9144"/>
                  </a:lnTo>
                  <a:lnTo>
                    <a:pt x="2638044" y="0"/>
                  </a:lnTo>
                  <a:close/>
                </a:path>
                <a:path w="3371215" h="9525">
                  <a:moveTo>
                    <a:pt x="2705100" y="0"/>
                  </a:moveTo>
                  <a:lnTo>
                    <a:pt x="2667000" y="0"/>
                  </a:lnTo>
                  <a:lnTo>
                    <a:pt x="2667000" y="9144"/>
                  </a:lnTo>
                  <a:lnTo>
                    <a:pt x="2705100" y="9144"/>
                  </a:lnTo>
                  <a:lnTo>
                    <a:pt x="2705100" y="0"/>
                  </a:lnTo>
                  <a:close/>
                </a:path>
                <a:path w="3371215" h="9525">
                  <a:moveTo>
                    <a:pt x="2770632" y="0"/>
                  </a:moveTo>
                  <a:lnTo>
                    <a:pt x="2732532" y="0"/>
                  </a:lnTo>
                  <a:lnTo>
                    <a:pt x="2732532" y="9144"/>
                  </a:lnTo>
                  <a:lnTo>
                    <a:pt x="2770632" y="9144"/>
                  </a:lnTo>
                  <a:lnTo>
                    <a:pt x="2770632" y="0"/>
                  </a:lnTo>
                  <a:close/>
                </a:path>
                <a:path w="3371215" h="9525">
                  <a:moveTo>
                    <a:pt x="2837688" y="0"/>
                  </a:moveTo>
                  <a:lnTo>
                    <a:pt x="2799588" y="0"/>
                  </a:lnTo>
                  <a:lnTo>
                    <a:pt x="2799588" y="9144"/>
                  </a:lnTo>
                  <a:lnTo>
                    <a:pt x="2837688" y="9144"/>
                  </a:lnTo>
                  <a:lnTo>
                    <a:pt x="2837688" y="0"/>
                  </a:lnTo>
                  <a:close/>
                </a:path>
                <a:path w="3371215" h="9525">
                  <a:moveTo>
                    <a:pt x="2904744" y="0"/>
                  </a:moveTo>
                  <a:lnTo>
                    <a:pt x="2866644" y="0"/>
                  </a:lnTo>
                  <a:lnTo>
                    <a:pt x="2866644" y="9144"/>
                  </a:lnTo>
                  <a:lnTo>
                    <a:pt x="2904744" y="9144"/>
                  </a:lnTo>
                  <a:lnTo>
                    <a:pt x="2904744" y="0"/>
                  </a:lnTo>
                  <a:close/>
                </a:path>
                <a:path w="3371215" h="9525">
                  <a:moveTo>
                    <a:pt x="2971800" y="0"/>
                  </a:moveTo>
                  <a:lnTo>
                    <a:pt x="2933700" y="0"/>
                  </a:lnTo>
                  <a:lnTo>
                    <a:pt x="2933700" y="9144"/>
                  </a:lnTo>
                  <a:lnTo>
                    <a:pt x="2971800" y="9144"/>
                  </a:lnTo>
                  <a:lnTo>
                    <a:pt x="2971800" y="0"/>
                  </a:lnTo>
                  <a:close/>
                </a:path>
                <a:path w="3371215" h="9525">
                  <a:moveTo>
                    <a:pt x="3037332" y="0"/>
                  </a:moveTo>
                  <a:lnTo>
                    <a:pt x="2999232" y="0"/>
                  </a:lnTo>
                  <a:lnTo>
                    <a:pt x="2999232" y="9144"/>
                  </a:lnTo>
                  <a:lnTo>
                    <a:pt x="3037332" y="9144"/>
                  </a:lnTo>
                  <a:lnTo>
                    <a:pt x="3037332" y="0"/>
                  </a:lnTo>
                  <a:close/>
                </a:path>
                <a:path w="3371215" h="9525">
                  <a:moveTo>
                    <a:pt x="3104388" y="0"/>
                  </a:moveTo>
                  <a:lnTo>
                    <a:pt x="3066288" y="0"/>
                  </a:lnTo>
                  <a:lnTo>
                    <a:pt x="3066288" y="9144"/>
                  </a:lnTo>
                  <a:lnTo>
                    <a:pt x="3104388" y="9144"/>
                  </a:lnTo>
                  <a:lnTo>
                    <a:pt x="3104388" y="0"/>
                  </a:lnTo>
                  <a:close/>
                </a:path>
                <a:path w="3371215" h="9525">
                  <a:moveTo>
                    <a:pt x="3171444" y="0"/>
                  </a:moveTo>
                  <a:lnTo>
                    <a:pt x="3133344" y="0"/>
                  </a:lnTo>
                  <a:lnTo>
                    <a:pt x="3133344" y="9144"/>
                  </a:lnTo>
                  <a:lnTo>
                    <a:pt x="3171444" y="9144"/>
                  </a:lnTo>
                  <a:lnTo>
                    <a:pt x="3171444" y="0"/>
                  </a:lnTo>
                  <a:close/>
                </a:path>
                <a:path w="3371215" h="9525">
                  <a:moveTo>
                    <a:pt x="3238500" y="0"/>
                  </a:moveTo>
                  <a:lnTo>
                    <a:pt x="3200400" y="0"/>
                  </a:lnTo>
                  <a:lnTo>
                    <a:pt x="3200400" y="9144"/>
                  </a:lnTo>
                  <a:lnTo>
                    <a:pt x="3238500" y="9144"/>
                  </a:lnTo>
                  <a:lnTo>
                    <a:pt x="3238500" y="0"/>
                  </a:lnTo>
                  <a:close/>
                </a:path>
                <a:path w="3371215" h="9525">
                  <a:moveTo>
                    <a:pt x="3304032" y="0"/>
                  </a:moveTo>
                  <a:lnTo>
                    <a:pt x="3265932" y="0"/>
                  </a:lnTo>
                  <a:lnTo>
                    <a:pt x="3265932" y="9144"/>
                  </a:lnTo>
                  <a:lnTo>
                    <a:pt x="3304032" y="9144"/>
                  </a:lnTo>
                  <a:lnTo>
                    <a:pt x="3304032" y="0"/>
                  </a:lnTo>
                  <a:close/>
                </a:path>
                <a:path w="3371215" h="9525">
                  <a:moveTo>
                    <a:pt x="3371088" y="0"/>
                  </a:moveTo>
                  <a:lnTo>
                    <a:pt x="3332988" y="0"/>
                  </a:lnTo>
                  <a:lnTo>
                    <a:pt x="3332988" y="9144"/>
                  </a:lnTo>
                  <a:lnTo>
                    <a:pt x="3371088" y="9144"/>
                  </a:lnTo>
                  <a:lnTo>
                    <a:pt x="3371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05334" y="1395983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19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585" y="279221"/>
                  </a:lnTo>
                  <a:lnTo>
                    <a:pt x="227917" y="258909"/>
                  </a:lnTo>
                  <a:lnTo>
                    <a:pt x="258909" y="227917"/>
                  </a:lnTo>
                  <a:lnTo>
                    <a:pt x="279221" y="188585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00762" y="1391412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80">
                  <a:moveTo>
                    <a:pt x="297180" y="147828"/>
                  </a:moveTo>
                  <a:lnTo>
                    <a:pt x="284988" y="89916"/>
                  </a:lnTo>
                  <a:lnTo>
                    <a:pt x="262128" y="53340"/>
                  </a:lnTo>
                  <a:lnTo>
                    <a:pt x="231648" y="24384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89916" y="12192"/>
                  </a:lnTo>
                  <a:lnTo>
                    <a:pt x="53340" y="33528"/>
                  </a:lnTo>
                  <a:lnTo>
                    <a:pt x="24384" y="65532"/>
                  </a:lnTo>
                  <a:lnTo>
                    <a:pt x="6096" y="103632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25908" y="82296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47828" y="9144"/>
                  </a:lnTo>
                  <a:lnTo>
                    <a:pt x="163068" y="10668"/>
                  </a:lnTo>
                  <a:lnTo>
                    <a:pt x="202692" y="19812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80" h="297180">
                  <a:moveTo>
                    <a:pt x="286512" y="201168"/>
                  </a:moveTo>
                  <a:lnTo>
                    <a:pt x="286512" y="163068"/>
                  </a:lnTo>
                  <a:lnTo>
                    <a:pt x="283464" y="176784"/>
                  </a:lnTo>
                  <a:lnTo>
                    <a:pt x="280416" y="188976"/>
                  </a:lnTo>
                  <a:lnTo>
                    <a:pt x="275844" y="202692"/>
                  </a:lnTo>
                  <a:lnTo>
                    <a:pt x="269748" y="214884"/>
                  </a:lnTo>
                  <a:lnTo>
                    <a:pt x="263652" y="225552"/>
                  </a:lnTo>
                  <a:lnTo>
                    <a:pt x="254508" y="236220"/>
                  </a:lnTo>
                  <a:lnTo>
                    <a:pt x="246888" y="246888"/>
                  </a:lnTo>
                  <a:lnTo>
                    <a:pt x="214884" y="269748"/>
                  </a:lnTo>
                  <a:lnTo>
                    <a:pt x="175260" y="284988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106680" y="280416"/>
                  </a:lnTo>
                  <a:lnTo>
                    <a:pt x="94488" y="275844"/>
                  </a:lnTo>
                  <a:lnTo>
                    <a:pt x="70104" y="263652"/>
                  </a:lnTo>
                  <a:lnTo>
                    <a:pt x="59436" y="254508"/>
                  </a:lnTo>
                  <a:lnTo>
                    <a:pt x="50292" y="246888"/>
                  </a:lnTo>
                  <a:lnTo>
                    <a:pt x="25908" y="214884"/>
                  </a:lnTo>
                  <a:lnTo>
                    <a:pt x="9144" y="161544"/>
                  </a:lnTo>
                  <a:lnTo>
                    <a:pt x="9144" y="198882"/>
                  </a:lnTo>
                  <a:lnTo>
                    <a:pt x="33528" y="242316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782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9456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95281" y="1380743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90" h="287019">
                  <a:moveTo>
                    <a:pt x="288032" y="143255"/>
                  </a:moveTo>
                  <a:lnTo>
                    <a:pt x="280583" y="97926"/>
                  </a:lnTo>
                  <a:lnTo>
                    <a:pt x="259894" y="58594"/>
                  </a:lnTo>
                  <a:lnTo>
                    <a:pt x="228452" y="27602"/>
                  </a:lnTo>
                  <a:lnTo>
                    <a:pt x="188744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744" y="279221"/>
                  </a:lnTo>
                  <a:lnTo>
                    <a:pt x="228452" y="258909"/>
                  </a:lnTo>
                  <a:lnTo>
                    <a:pt x="259894" y="227917"/>
                  </a:lnTo>
                  <a:lnTo>
                    <a:pt x="280583" y="188585"/>
                  </a:lnTo>
                  <a:lnTo>
                    <a:pt x="288032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90709" y="1374648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80">
                  <a:moveTo>
                    <a:pt x="297176" y="149352"/>
                  </a:moveTo>
                  <a:lnTo>
                    <a:pt x="284984" y="91440"/>
                  </a:lnTo>
                  <a:lnTo>
                    <a:pt x="263648" y="54864"/>
                  </a:lnTo>
                  <a:lnTo>
                    <a:pt x="231648" y="25908"/>
                  </a:lnTo>
                  <a:lnTo>
                    <a:pt x="178308" y="3048"/>
                  </a:lnTo>
                  <a:lnTo>
                    <a:pt x="147828" y="0"/>
                  </a:lnTo>
                  <a:lnTo>
                    <a:pt x="132588" y="1524"/>
                  </a:lnTo>
                  <a:lnTo>
                    <a:pt x="89916" y="12192"/>
                  </a:lnTo>
                  <a:lnTo>
                    <a:pt x="53340" y="35052"/>
                  </a:lnTo>
                  <a:lnTo>
                    <a:pt x="25908" y="65532"/>
                  </a:lnTo>
                  <a:lnTo>
                    <a:pt x="6096" y="105156"/>
                  </a:lnTo>
                  <a:lnTo>
                    <a:pt x="0" y="149352"/>
                  </a:lnTo>
                  <a:lnTo>
                    <a:pt x="3048" y="179832"/>
                  </a:lnTo>
                  <a:lnTo>
                    <a:pt x="6096" y="193548"/>
                  </a:lnTo>
                  <a:lnTo>
                    <a:pt x="9144" y="200406"/>
                  </a:lnTo>
                  <a:lnTo>
                    <a:pt x="9144" y="149352"/>
                  </a:lnTo>
                  <a:lnTo>
                    <a:pt x="10668" y="134112"/>
                  </a:lnTo>
                  <a:lnTo>
                    <a:pt x="12192" y="120396"/>
                  </a:lnTo>
                  <a:lnTo>
                    <a:pt x="15240" y="108204"/>
                  </a:lnTo>
                  <a:lnTo>
                    <a:pt x="21336" y="94488"/>
                  </a:lnTo>
                  <a:lnTo>
                    <a:pt x="25908" y="82296"/>
                  </a:lnTo>
                  <a:lnTo>
                    <a:pt x="50292" y="50292"/>
                  </a:lnTo>
                  <a:lnTo>
                    <a:pt x="82296" y="27432"/>
                  </a:lnTo>
                  <a:lnTo>
                    <a:pt x="120396" y="12192"/>
                  </a:lnTo>
                  <a:lnTo>
                    <a:pt x="134112" y="10668"/>
                  </a:lnTo>
                  <a:lnTo>
                    <a:pt x="163068" y="10668"/>
                  </a:lnTo>
                  <a:lnTo>
                    <a:pt x="190500" y="16764"/>
                  </a:lnTo>
                  <a:lnTo>
                    <a:pt x="202692" y="21336"/>
                  </a:lnTo>
                  <a:lnTo>
                    <a:pt x="227076" y="33528"/>
                  </a:lnTo>
                  <a:lnTo>
                    <a:pt x="237740" y="42672"/>
                  </a:lnTo>
                  <a:lnTo>
                    <a:pt x="246884" y="50292"/>
                  </a:lnTo>
                  <a:lnTo>
                    <a:pt x="271268" y="82296"/>
                  </a:lnTo>
                  <a:lnTo>
                    <a:pt x="284984" y="121920"/>
                  </a:lnTo>
                  <a:lnTo>
                    <a:pt x="288032" y="149352"/>
                  </a:lnTo>
                  <a:lnTo>
                    <a:pt x="288032" y="198120"/>
                  </a:lnTo>
                  <a:lnTo>
                    <a:pt x="289556" y="193548"/>
                  </a:lnTo>
                  <a:lnTo>
                    <a:pt x="294128" y="178308"/>
                  </a:lnTo>
                  <a:lnTo>
                    <a:pt x="295652" y="164592"/>
                  </a:lnTo>
                  <a:lnTo>
                    <a:pt x="297176" y="149352"/>
                  </a:lnTo>
                  <a:close/>
                </a:path>
                <a:path w="297180" h="297180">
                  <a:moveTo>
                    <a:pt x="288032" y="198120"/>
                  </a:moveTo>
                  <a:lnTo>
                    <a:pt x="288032" y="149352"/>
                  </a:lnTo>
                  <a:lnTo>
                    <a:pt x="284984" y="176784"/>
                  </a:lnTo>
                  <a:lnTo>
                    <a:pt x="280412" y="190500"/>
                  </a:lnTo>
                  <a:lnTo>
                    <a:pt x="263648" y="227076"/>
                  </a:lnTo>
                  <a:lnTo>
                    <a:pt x="225552" y="265176"/>
                  </a:lnTo>
                  <a:lnTo>
                    <a:pt x="188976" y="281940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41148" y="237744"/>
                  </a:lnTo>
                  <a:lnTo>
                    <a:pt x="19812" y="202692"/>
                  </a:lnTo>
                  <a:lnTo>
                    <a:pt x="9144" y="149352"/>
                  </a:lnTo>
                  <a:lnTo>
                    <a:pt x="9144" y="200406"/>
                  </a:lnTo>
                  <a:lnTo>
                    <a:pt x="33528" y="243840"/>
                  </a:lnTo>
                  <a:lnTo>
                    <a:pt x="65532" y="272796"/>
                  </a:lnTo>
                  <a:lnTo>
                    <a:pt x="105156" y="291084"/>
                  </a:lnTo>
                  <a:lnTo>
                    <a:pt x="134112" y="297180"/>
                  </a:lnTo>
                  <a:lnTo>
                    <a:pt x="164592" y="297180"/>
                  </a:lnTo>
                  <a:lnTo>
                    <a:pt x="178308" y="294132"/>
                  </a:lnTo>
                  <a:lnTo>
                    <a:pt x="193548" y="291084"/>
                  </a:lnTo>
                  <a:lnTo>
                    <a:pt x="205740" y="286512"/>
                  </a:lnTo>
                  <a:lnTo>
                    <a:pt x="219456" y="278892"/>
                  </a:lnTo>
                  <a:lnTo>
                    <a:pt x="231648" y="272796"/>
                  </a:lnTo>
                  <a:lnTo>
                    <a:pt x="252980" y="254508"/>
                  </a:lnTo>
                  <a:lnTo>
                    <a:pt x="263648" y="243840"/>
                  </a:lnTo>
                  <a:lnTo>
                    <a:pt x="278888" y="219456"/>
                  </a:lnTo>
                  <a:lnTo>
                    <a:pt x="284984" y="207264"/>
                  </a:lnTo>
                  <a:lnTo>
                    <a:pt x="288032" y="1981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20685" y="1343659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98398" y="1391412"/>
            <a:ext cx="297180" cy="297180"/>
            <a:chOff x="3398398" y="1391412"/>
            <a:chExt cx="297180" cy="297180"/>
          </a:xfrm>
        </p:grpSpPr>
        <p:sp>
          <p:nvSpPr>
            <p:cNvPr id="13" name="object 13"/>
            <p:cNvSpPr/>
            <p:nvPr/>
          </p:nvSpPr>
          <p:spPr>
            <a:xfrm>
              <a:off x="3402970" y="1395983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19">
                  <a:moveTo>
                    <a:pt x="288035" y="143255"/>
                  </a:moveTo>
                  <a:lnTo>
                    <a:pt x="280745" y="97926"/>
                  </a:lnTo>
                  <a:lnTo>
                    <a:pt x="260433" y="58594"/>
                  </a:lnTo>
                  <a:lnTo>
                    <a:pt x="229441" y="27602"/>
                  </a:lnTo>
                  <a:lnTo>
                    <a:pt x="190109" y="7290"/>
                  </a:lnTo>
                  <a:lnTo>
                    <a:pt x="144779" y="0"/>
                  </a:lnTo>
                  <a:lnTo>
                    <a:pt x="99291" y="7290"/>
                  </a:lnTo>
                  <a:lnTo>
                    <a:pt x="59582" y="27602"/>
                  </a:lnTo>
                  <a:lnTo>
                    <a:pt x="28139" y="58594"/>
                  </a:lnTo>
                  <a:lnTo>
                    <a:pt x="7449" y="97926"/>
                  </a:lnTo>
                  <a:lnTo>
                    <a:pt x="0" y="143255"/>
                  </a:lnTo>
                  <a:lnTo>
                    <a:pt x="7449" y="188585"/>
                  </a:lnTo>
                  <a:lnTo>
                    <a:pt x="28139" y="227917"/>
                  </a:lnTo>
                  <a:lnTo>
                    <a:pt x="59582" y="258909"/>
                  </a:lnTo>
                  <a:lnTo>
                    <a:pt x="99291" y="279221"/>
                  </a:lnTo>
                  <a:lnTo>
                    <a:pt x="144779" y="286511"/>
                  </a:lnTo>
                  <a:lnTo>
                    <a:pt x="190109" y="279221"/>
                  </a:lnTo>
                  <a:lnTo>
                    <a:pt x="229441" y="258909"/>
                  </a:lnTo>
                  <a:lnTo>
                    <a:pt x="260433" y="227917"/>
                  </a:lnTo>
                  <a:lnTo>
                    <a:pt x="280745" y="188585"/>
                  </a:lnTo>
                  <a:lnTo>
                    <a:pt x="288035" y="143255"/>
                  </a:lnTo>
                  <a:close/>
                </a:path>
              </a:pathLst>
            </a:custGeom>
            <a:solidFill>
              <a:srgbClr val="91D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98398" y="1391412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80">
                  <a:moveTo>
                    <a:pt x="297180" y="163068"/>
                  </a:moveTo>
                  <a:lnTo>
                    <a:pt x="297180" y="132588"/>
                  </a:lnTo>
                  <a:lnTo>
                    <a:pt x="294132" y="117348"/>
                  </a:lnTo>
                  <a:lnTo>
                    <a:pt x="278892" y="77724"/>
                  </a:lnTo>
                  <a:lnTo>
                    <a:pt x="254508" y="42672"/>
                  </a:lnTo>
                  <a:lnTo>
                    <a:pt x="219456" y="16764"/>
                  </a:lnTo>
                  <a:lnTo>
                    <a:pt x="178308" y="3048"/>
                  </a:lnTo>
                  <a:lnTo>
                    <a:pt x="164592" y="0"/>
                  </a:lnTo>
                  <a:lnTo>
                    <a:pt x="134112" y="0"/>
                  </a:lnTo>
                  <a:lnTo>
                    <a:pt x="118872" y="3048"/>
                  </a:lnTo>
                  <a:lnTo>
                    <a:pt x="77724" y="18288"/>
                  </a:lnTo>
                  <a:lnTo>
                    <a:pt x="44196" y="42672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10668" y="201168"/>
                  </a:lnTo>
                  <a:lnTo>
                    <a:pt x="10668" y="134112"/>
                  </a:lnTo>
                  <a:lnTo>
                    <a:pt x="12192" y="120396"/>
                  </a:lnTo>
                  <a:lnTo>
                    <a:pt x="16764" y="106680"/>
                  </a:lnTo>
                  <a:lnTo>
                    <a:pt x="21336" y="94488"/>
                  </a:lnTo>
                  <a:lnTo>
                    <a:pt x="33528" y="70104"/>
                  </a:lnTo>
                  <a:lnTo>
                    <a:pt x="42672" y="59436"/>
                  </a:lnTo>
                  <a:lnTo>
                    <a:pt x="50292" y="50292"/>
                  </a:lnTo>
                  <a:lnTo>
                    <a:pt x="82296" y="25908"/>
                  </a:lnTo>
                  <a:lnTo>
                    <a:pt x="121920" y="12192"/>
                  </a:lnTo>
                  <a:lnTo>
                    <a:pt x="149352" y="9144"/>
                  </a:lnTo>
                  <a:lnTo>
                    <a:pt x="176784" y="12192"/>
                  </a:lnTo>
                  <a:lnTo>
                    <a:pt x="214884" y="25908"/>
                  </a:lnTo>
                  <a:lnTo>
                    <a:pt x="256032" y="59436"/>
                  </a:lnTo>
                  <a:lnTo>
                    <a:pt x="277368" y="94488"/>
                  </a:lnTo>
                  <a:lnTo>
                    <a:pt x="288036" y="147828"/>
                  </a:lnTo>
                  <a:lnTo>
                    <a:pt x="288036" y="201168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63068"/>
                  </a:lnTo>
                  <a:close/>
                </a:path>
                <a:path w="297179" h="297180">
                  <a:moveTo>
                    <a:pt x="288036" y="201168"/>
                  </a:moveTo>
                  <a:lnTo>
                    <a:pt x="288036" y="147828"/>
                  </a:lnTo>
                  <a:lnTo>
                    <a:pt x="286512" y="163068"/>
                  </a:lnTo>
                  <a:lnTo>
                    <a:pt x="284988" y="176784"/>
                  </a:lnTo>
                  <a:lnTo>
                    <a:pt x="271272" y="214884"/>
                  </a:lnTo>
                  <a:lnTo>
                    <a:pt x="246888" y="246888"/>
                  </a:lnTo>
                  <a:lnTo>
                    <a:pt x="202692" y="275844"/>
                  </a:lnTo>
                  <a:lnTo>
                    <a:pt x="163068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60960" y="254508"/>
                  </a:lnTo>
                  <a:lnTo>
                    <a:pt x="50292" y="246888"/>
                  </a:lnTo>
                  <a:lnTo>
                    <a:pt x="27432" y="214884"/>
                  </a:lnTo>
                  <a:lnTo>
                    <a:pt x="12192" y="175260"/>
                  </a:lnTo>
                  <a:lnTo>
                    <a:pt x="10668" y="161544"/>
                  </a:lnTo>
                  <a:lnTo>
                    <a:pt x="10668" y="201168"/>
                  </a:lnTo>
                  <a:lnTo>
                    <a:pt x="44196" y="252984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9352" y="297180"/>
                  </a:lnTo>
                  <a:lnTo>
                    <a:pt x="179832" y="294132"/>
                  </a:lnTo>
                  <a:lnTo>
                    <a:pt x="219456" y="278892"/>
                  </a:lnTo>
                  <a:lnTo>
                    <a:pt x="254508" y="252984"/>
                  </a:lnTo>
                  <a:lnTo>
                    <a:pt x="278892" y="219456"/>
                  </a:lnTo>
                  <a:lnTo>
                    <a:pt x="286512" y="205740"/>
                  </a:lnTo>
                  <a:lnTo>
                    <a:pt x="288036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81032" y="1313179"/>
            <a:ext cx="10661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1225" algn="l"/>
              </a:tabLst>
            </a:pPr>
            <a:r>
              <a:rPr sz="2000" spc="-50" dirty="0">
                <a:latin typeface="Arial MT"/>
                <a:cs typeface="Arial MT"/>
              </a:rPr>
              <a:t>p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18725" y="2759964"/>
            <a:ext cx="297180" cy="297180"/>
            <a:chOff x="1418725" y="2759964"/>
            <a:chExt cx="297180" cy="297180"/>
          </a:xfrm>
        </p:grpSpPr>
        <p:sp>
          <p:nvSpPr>
            <p:cNvPr id="17" name="object 17"/>
            <p:cNvSpPr/>
            <p:nvPr/>
          </p:nvSpPr>
          <p:spPr>
            <a:xfrm>
              <a:off x="1424821" y="2764535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19">
                  <a:moveTo>
                    <a:pt x="286508" y="143255"/>
                  </a:moveTo>
                  <a:lnTo>
                    <a:pt x="279218" y="97926"/>
                  </a:lnTo>
                  <a:lnTo>
                    <a:pt x="258906" y="58594"/>
                  </a:lnTo>
                  <a:lnTo>
                    <a:pt x="227914" y="27602"/>
                  </a:lnTo>
                  <a:lnTo>
                    <a:pt x="188582" y="7290"/>
                  </a:lnTo>
                  <a:lnTo>
                    <a:pt x="143252" y="0"/>
                  </a:lnTo>
                  <a:lnTo>
                    <a:pt x="97924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4" y="279221"/>
                  </a:lnTo>
                  <a:lnTo>
                    <a:pt x="143252" y="286511"/>
                  </a:lnTo>
                  <a:lnTo>
                    <a:pt x="188582" y="279221"/>
                  </a:lnTo>
                  <a:lnTo>
                    <a:pt x="227914" y="258909"/>
                  </a:lnTo>
                  <a:lnTo>
                    <a:pt x="258906" y="227917"/>
                  </a:lnTo>
                  <a:lnTo>
                    <a:pt x="279218" y="188585"/>
                  </a:lnTo>
                  <a:lnTo>
                    <a:pt x="286508" y="1432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18725" y="275996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80">
                  <a:moveTo>
                    <a:pt x="297176" y="163068"/>
                  </a:moveTo>
                  <a:lnTo>
                    <a:pt x="297176" y="132588"/>
                  </a:lnTo>
                  <a:lnTo>
                    <a:pt x="294128" y="117348"/>
                  </a:lnTo>
                  <a:lnTo>
                    <a:pt x="291080" y="103632"/>
                  </a:lnTo>
                  <a:lnTo>
                    <a:pt x="286508" y="89916"/>
                  </a:lnTo>
                  <a:lnTo>
                    <a:pt x="278888" y="77724"/>
                  </a:lnTo>
                  <a:lnTo>
                    <a:pt x="272792" y="65532"/>
                  </a:lnTo>
                  <a:lnTo>
                    <a:pt x="243836" y="33528"/>
                  </a:lnTo>
                  <a:lnTo>
                    <a:pt x="207260" y="10668"/>
                  </a:lnTo>
                  <a:lnTo>
                    <a:pt x="178304" y="3048"/>
                  </a:lnTo>
                  <a:lnTo>
                    <a:pt x="164588" y="0"/>
                  </a:lnTo>
                  <a:lnTo>
                    <a:pt x="134108" y="0"/>
                  </a:lnTo>
                  <a:lnTo>
                    <a:pt x="118868" y="3048"/>
                  </a:lnTo>
                  <a:lnTo>
                    <a:pt x="105156" y="6096"/>
                  </a:lnTo>
                  <a:lnTo>
                    <a:pt x="91440" y="10668"/>
                  </a:lnTo>
                  <a:lnTo>
                    <a:pt x="77724" y="18288"/>
                  </a:lnTo>
                  <a:lnTo>
                    <a:pt x="65532" y="24384"/>
                  </a:lnTo>
                  <a:lnTo>
                    <a:pt x="35052" y="53340"/>
                  </a:lnTo>
                  <a:lnTo>
                    <a:pt x="12192" y="89916"/>
                  </a:lnTo>
                  <a:lnTo>
                    <a:pt x="1524" y="132588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10668" y="201168"/>
                  </a:lnTo>
                  <a:lnTo>
                    <a:pt x="10668" y="134112"/>
                  </a:lnTo>
                  <a:lnTo>
                    <a:pt x="16764" y="106680"/>
                  </a:lnTo>
                  <a:lnTo>
                    <a:pt x="21336" y="94488"/>
                  </a:lnTo>
                  <a:lnTo>
                    <a:pt x="33528" y="70104"/>
                  </a:lnTo>
                  <a:lnTo>
                    <a:pt x="42672" y="59436"/>
                  </a:lnTo>
                  <a:lnTo>
                    <a:pt x="50292" y="50292"/>
                  </a:lnTo>
                  <a:lnTo>
                    <a:pt x="71628" y="32004"/>
                  </a:lnTo>
                  <a:lnTo>
                    <a:pt x="83820" y="25908"/>
                  </a:lnTo>
                  <a:lnTo>
                    <a:pt x="94488" y="19812"/>
                  </a:lnTo>
                  <a:lnTo>
                    <a:pt x="108200" y="15240"/>
                  </a:lnTo>
                  <a:lnTo>
                    <a:pt x="135632" y="9144"/>
                  </a:lnTo>
                  <a:lnTo>
                    <a:pt x="163064" y="9144"/>
                  </a:lnTo>
                  <a:lnTo>
                    <a:pt x="202688" y="19812"/>
                  </a:lnTo>
                  <a:lnTo>
                    <a:pt x="237740" y="41148"/>
                  </a:lnTo>
                  <a:lnTo>
                    <a:pt x="265172" y="70104"/>
                  </a:lnTo>
                  <a:lnTo>
                    <a:pt x="281936" y="106680"/>
                  </a:lnTo>
                  <a:lnTo>
                    <a:pt x="288032" y="147828"/>
                  </a:lnTo>
                  <a:lnTo>
                    <a:pt x="288032" y="201168"/>
                  </a:lnTo>
                  <a:lnTo>
                    <a:pt x="291080" y="192024"/>
                  </a:lnTo>
                  <a:lnTo>
                    <a:pt x="294128" y="178308"/>
                  </a:lnTo>
                  <a:lnTo>
                    <a:pt x="297176" y="163068"/>
                  </a:lnTo>
                  <a:close/>
                </a:path>
                <a:path w="297180" h="297180">
                  <a:moveTo>
                    <a:pt x="288032" y="201168"/>
                  </a:moveTo>
                  <a:lnTo>
                    <a:pt x="288032" y="147828"/>
                  </a:lnTo>
                  <a:lnTo>
                    <a:pt x="286508" y="163068"/>
                  </a:lnTo>
                  <a:lnTo>
                    <a:pt x="284984" y="176784"/>
                  </a:lnTo>
                  <a:lnTo>
                    <a:pt x="271268" y="214884"/>
                  </a:lnTo>
                  <a:lnTo>
                    <a:pt x="246884" y="246888"/>
                  </a:lnTo>
                  <a:lnTo>
                    <a:pt x="202688" y="275844"/>
                  </a:lnTo>
                  <a:lnTo>
                    <a:pt x="163064" y="286512"/>
                  </a:lnTo>
                  <a:lnTo>
                    <a:pt x="134108" y="286512"/>
                  </a:lnTo>
                  <a:lnTo>
                    <a:pt x="94488" y="275844"/>
                  </a:lnTo>
                  <a:lnTo>
                    <a:pt x="50292" y="245364"/>
                  </a:lnTo>
                  <a:lnTo>
                    <a:pt x="21336" y="201168"/>
                  </a:lnTo>
                  <a:lnTo>
                    <a:pt x="10668" y="161544"/>
                  </a:lnTo>
                  <a:lnTo>
                    <a:pt x="10668" y="201168"/>
                  </a:lnTo>
                  <a:lnTo>
                    <a:pt x="44196" y="252984"/>
                  </a:lnTo>
                  <a:lnTo>
                    <a:pt x="79248" y="278892"/>
                  </a:lnTo>
                  <a:lnTo>
                    <a:pt x="118868" y="294132"/>
                  </a:lnTo>
                  <a:lnTo>
                    <a:pt x="149348" y="297180"/>
                  </a:lnTo>
                  <a:lnTo>
                    <a:pt x="164588" y="295656"/>
                  </a:lnTo>
                  <a:lnTo>
                    <a:pt x="207260" y="284988"/>
                  </a:lnTo>
                  <a:lnTo>
                    <a:pt x="243836" y="262128"/>
                  </a:lnTo>
                  <a:lnTo>
                    <a:pt x="272792" y="230124"/>
                  </a:lnTo>
                  <a:lnTo>
                    <a:pt x="286508" y="205740"/>
                  </a:lnTo>
                  <a:lnTo>
                    <a:pt x="28803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0517" y="2681731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22098" y="2743200"/>
            <a:ext cx="297180" cy="297180"/>
            <a:chOff x="2522098" y="2743200"/>
            <a:chExt cx="297180" cy="297180"/>
          </a:xfrm>
        </p:grpSpPr>
        <p:sp>
          <p:nvSpPr>
            <p:cNvPr id="21" name="object 21"/>
            <p:cNvSpPr/>
            <p:nvPr/>
          </p:nvSpPr>
          <p:spPr>
            <a:xfrm>
              <a:off x="2526670" y="274777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5" y="144779"/>
                  </a:moveTo>
                  <a:lnTo>
                    <a:pt x="280745" y="99291"/>
                  </a:lnTo>
                  <a:lnTo>
                    <a:pt x="260433" y="59582"/>
                  </a:lnTo>
                  <a:lnTo>
                    <a:pt x="229441" y="28139"/>
                  </a:lnTo>
                  <a:lnTo>
                    <a:pt x="190109" y="7449"/>
                  </a:lnTo>
                  <a:lnTo>
                    <a:pt x="144779" y="0"/>
                  </a:lnTo>
                  <a:lnTo>
                    <a:pt x="99291" y="7449"/>
                  </a:lnTo>
                  <a:lnTo>
                    <a:pt x="59582" y="28139"/>
                  </a:lnTo>
                  <a:lnTo>
                    <a:pt x="28139" y="59582"/>
                  </a:lnTo>
                  <a:lnTo>
                    <a:pt x="7449" y="99291"/>
                  </a:lnTo>
                  <a:lnTo>
                    <a:pt x="0" y="144779"/>
                  </a:lnTo>
                  <a:lnTo>
                    <a:pt x="7449" y="190109"/>
                  </a:lnTo>
                  <a:lnTo>
                    <a:pt x="28139" y="229441"/>
                  </a:lnTo>
                  <a:lnTo>
                    <a:pt x="59582" y="260433"/>
                  </a:lnTo>
                  <a:lnTo>
                    <a:pt x="99291" y="280745"/>
                  </a:lnTo>
                  <a:lnTo>
                    <a:pt x="144779" y="288035"/>
                  </a:lnTo>
                  <a:lnTo>
                    <a:pt x="190109" y="280745"/>
                  </a:lnTo>
                  <a:lnTo>
                    <a:pt x="229441" y="260433"/>
                  </a:lnTo>
                  <a:lnTo>
                    <a:pt x="260433" y="229441"/>
                  </a:lnTo>
                  <a:lnTo>
                    <a:pt x="280745" y="190109"/>
                  </a:lnTo>
                  <a:lnTo>
                    <a:pt x="288035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22098" y="274320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80">
                  <a:moveTo>
                    <a:pt x="297180" y="164592"/>
                  </a:moveTo>
                  <a:lnTo>
                    <a:pt x="297180" y="134112"/>
                  </a:lnTo>
                  <a:lnTo>
                    <a:pt x="294132" y="118872"/>
                  </a:lnTo>
                  <a:lnTo>
                    <a:pt x="278892" y="77724"/>
                  </a:lnTo>
                  <a:lnTo>
                    <a:pt x="254508" y="44196"/>
                  </a:lnTo>
                  <a:lnTo>
                    <a:pt x="219456" y="18288"/>
                  </a:lnTo>
                  <a:lnTo>
                    <a:pt x="178308" y="3048"/>
                  </a:lnTo>
                  <a:lnTo>
                    <a:pt x="149352" y="0"/>
                  </a:lnTo>
                  <a:lnTo>
                    <a:pt x="118872" y="3048"/>
                  </a:lnTo>
                  <a:lnTo>
                    <a:pt x="77724" y="18288"/>
                  </a:lnTo>
                  <a:lnTo>
                    <a:pt x="44196" y="44196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49352"/>
                  </a:lnTo>
                  <a:lnTo>
                    <a:pt x="3048" y="179832"/>
                  </a:lnTo>
                  <a:lnTo>
                    <a:pt x="10668" y="202692"/>
                  </a:lnTo>
                  <a:lnTo>
                    <a:pt x="10668" y="134112"/>
                  </a:lnTo>
                  <a:lnTo>
                    <a:pt x="12192" y="120396"/>
                  </a:lnTo>
                  <a:lnTo>
                    <a:pt x="27432" y="82296"/>
                  </a:lnTo>
                  <a:lnTo>
                    <a:pt x="42672" y="60960"/>
                  </a:lnTo>
                  <a:lnTo>
                    <a:pt x="50292" y="50292"/>
                  </a:lnTo>
                  <a:lnTo>
                    <a:pt x="82296" y="25908"/>
                  </a:lnTo>
                  <a:lnTo>
                    <a:pt x="121920" y="12192"/>
                  </a:lnTo>
                  <a:lnTo>
                    <a:pt x="135636" y="10668"/>
                  </a:lnTo>
                  <a:lnTo>
                    <a:pt x="163068" y="10668"/>
                  </a:lnTo>
                  <a:lnTo>
                    <a:pt x="202692" y="21336"/>
                  </a:lnTo>
                  <a:lnTo>
                    <a:pt x="237744" y="41148"/>
                  </a:lnTo>
                  <a:lnTo>
                    <a:pt x="271272" y="82296"/>
                  </a:lnTo>
                  <a:lnTo>
                    <a:pt x="284988" y="121920"/>
                  </a:lnTo>
                  <a:lnTo>
                    <a:pt x="288036" y="149352"/>
                  </a:lnTo>
                  <a:lnTo>
                    <a:pt x="288036" y="201676"/>
                  </a:lnTo>
                  <a:lnTo>
                    <a:pt x="291084" y="193548"/>
                  </a:lnTo>
                  <a:lnTo>
                    <a:pt x="294132" y="178308"/>
                  </a:lnTo>
                  <a:lnTo>
                    <a:pt x="297180" y="164592"/>
                  </a:lnTo>
                  <a:close/>
                </a:path>
                <a:path w="297180" h="297180">
                  <a:moveTo>
                    <a:pt x="288036" y="201676"/>
                  </a:moveTo>
                  <a:lnTo>
                    <a:pt x="288036" y="149352"/>
                  </a:lnTo>
                  <a:lnTo>
                    <a:pt x="284988" y="176784"/>
                  </a:lnTo>
                  <a:lnTo>
                    <a:pt x="281940" y="190500"/>
                  </a:lnTo>
                  <a:lnTo>
                    <a:pt x="263652" y="227076"/>
                  </a:lnTo>
                  <a:lnTo>
                    <a:pt x="237744" y="256032"/>
                  </a:lnTo>
                  <a:lnTo>
                    <a:pt x="202692" y="277368"/>
                  </a:lnTo>
                  <a:lnTo>
                    <a:pt x="149352" y="288036"/>
                  </a:lnTo>
                  <a:lnTo>
                    <a:pt x="134112" y="286512"/>
                  </a:lnTo>
                  <a:lnTo>
                    <a:pt x="94488" y="277368"/>
                  </a:lnTo>
                  <a:lnTo>
                    <a:pt x="60960" y="256032"/>
                  </a:lnTo>
                  <a:lnTo>
                    <a:pt x="33528" y="227076"/>
                  </a:lnTo>
                  <a:lnTo>
                    <a:pt x="16764" y="190500"/>
                  </a:lnTo>
                  <a:lnTo>
                    <a:pt x="10668" y="163068"/>
                  </a:lnTo>
                  <a:lnTo>
                    <a:pt x="10668" y="202692"/>
                  </a:lnTo>
                  <a:lnTo>
                    <a:pt x="35052" y="243840"/>
                  </a:lnTo>
                  <a:lnTo>
                    <a:pt x="65532" y="272796"/>
                  </a:lnTo>
                  <a:lnTo>
                    <a:pt x="77724" y="278892"/>
                  </a:lnTo>
                  <a:lnTo>
                    <a:pt x="91440" y="286512"/>
                  </a:lnTo>
                  <a:lnTo>
                    <a:pt x="105156" y="291084"/>
                  </a:lnTo>
                  <a:lnTo>
                    <a:pt x="118872" y="294132"/>
                  </a:lnTo>
                  <a:lnTo>
                    <a:pt x="134112" y="297180"/>
                  </a:lnTo>
                  <a:lnTo>
                    <a:pt x="164592" y="297180"/>
                  </a:lnTo>
                  <a:lnTo>
                    <a:pt x="207264" y="284988"/>
                  </a:lnTo>
                  <a:lnTo>
                    <a:pt x="243840" y="263652"/>
                  </a:lnTo>
                  <a:lnTo>
                    <a:pt x="272796" y="231648"/>
                  </a:lnTo>
                  <a:lnTo>
                    <a:pt x="278892" y="219456"/>
                  </a:lnTo>
                  <a:lnTo>
                    <a:pt x="286512" y="205740"/>
                  </a:lnTo>
                  <a:lnTo>
                    <a:pt x="288036" y="20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53600" y="2712210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657222" y="2759964"/>
            <a:ext cx="297180" cy="297180"/>
            <a:chOff x="4657222" y="2759964"/>
            <a:chExt cx="297180" cy="297180"/>
          </a:xfrm>
        </p:grpSpPr>
        <p:sp>
          <p:nvSpPr>
            <p:cNvPr id="25" name="object 25"/>
            <p:cNvSpPr/>
            <p:nvPr/>
          </p:nvSpPr>
          <p:spPr>
            <a:xfrm>
              <a:off x="4663318" y="2764535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511" y="143255"/>
                  </a:move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585" y="279221"/>
                  </a:lnTo>
                  <a:lnTo>
                    <a:pt x="227917" y="258909"/>
                  </a:lnTo>
                  <a:lnTo>
                    <a:pt x="258909" y="227917"/>
                  </a:lnTo>
                  <a:lnTo>
                    <a:pt x="279221" y="188585"/>
                  </a:lnTo>
                  <a:lnTo>
                    <a:pt x="286511" y="143255"/>
                  </a:lnTo>
                  <a:close/>
                </a:path>
              </a:pathLst>
            </a:custGeom>
            <a:solidFill>
              <a:srgbClr val="91D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57222" y="275996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80">
                  <a:moveTo>
                    <a:pt x="297180" y="163068"/>
                  </a:moveTo>
                  <a:lnTo>
                    <a:pt x="297180" y="132588"/>
                  </a:lnTo>
                  <a:lnTo>
                    <a:pt x="294132" y="117348"/>
                  </a:lnTo>
                  <a:lnTo>
                    <a:pt x="291084" y="103632"/>
                  </a:lnTo>
                  <a:lnTo>
                    <a:pt x="286512" y="89916"/>
                  </a:lnTo>
                  <a:lnTo>
                    <a:pt x="278892" y="77724"/>
                  </a:lnTo>
                  <a:lnTo>
                    <a:pt x="272796" y="65532"/>
                  </a:lnTo>
                  <a:lnTo>
                    <a:pt x="243840" y="33528"/>
                  </a:lnTo>
                  <a:lnTo>
                    <a:pt x="207264" y="10668"/>
                  </a:lnTo>
                  <a:lnTo>
                    <a:pt x="178308" y="3048"/>
                  </a:lnTo>
                  <a:lnTo>
                    <a:pt x="164592" y="0"/>
                  </a:lnTo>
                  <a:lnTo>
                    <a:pt x="134112" y="0"/>
                  </a:lnTo>
                  <a:lnTo>
                    <a:pt x="118872" y="3048"/>
                  </a:lnTo>
                  <a:lnTo>
                    <a:pt x="105156" y="6096"/>
                  </a:lnTo>
                  <a:lnTo>
                    <a:pt x="91440" y="10668"/>
                  </a:lnTo>
                  <a:lnTo>
                    <a:pt x="77724" y="18288"/>
                  </a:lnTo>
                  <a:lnTo>
                    <a:pt x="65532" y="24384"/>
                  </a:lnTo>
                  <a:lnTo>
                    <a:pt x="35052" y="53340"/>
                  </a:lnTo>
                  <a:lnTo>
                    <a:pt x="12192" y="89916"/>
                  </a:lnTo>
                  <a:lnTo>
                    <a:pt x="1524" y="132588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10668" y="201168"/>
                  </a:lnTo>
                  <a:lnTo>
                    <a:pt x="10668" y="134112"/>
                  </a:lnTo>
                  <a:lnTo>
                    <a:pt x="16764" y="106680"/>
                  </a:lnTo>
                  <a:lnTo>
                    <a:pt x="21336" y="94488"/>
                  </a:lnTo>
                  <a:lnTo>
                    <a:pt x="33528" y="70104"/>
                  </a:lnTo>
                  <a:lnTo>
                    <a:pt x="42672" y="59436"/>
                  </a:lnTo>
                  <a:lnTo>
                    <a:pt x="50292" y="50292"/>
                  </a:lnTo>
                  <a:lnTo>
                    <a:pt x="71628" y="32004"/>
                  </a:lnTo>
                  <a:lnTo>
                    <a:pt x="83820" y="25908"/>
                  </a:lnTo>
                  <a:lnTo>
                    <a:pt x="94488" y="19812"/>
                  </a:lnTo>
                  <a:lnTo>
                    <a:pt x="108204" y="15240"/>
                  </a:lnTo>
                  <a:lnTo>
                    <a:pt x="135636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37744" y="41148"/>
                  </a:lnTo>
                  <a:lnTo>
                    <a:pt x="265176" y="70104"/>
                  </a:lnTo>
                  <a:lnTo>
                    <a:pt x="281940" y="106680"/>
                  </a:lnTo>
                  <a:lnTo>
                    <a:pt x="288036" y="147828"/>
                  </a:lnTo>
                  <a:lnTo>
                    <a:pt x="288036" y="201168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63068"/>
                  </a:lnTo>
                  <a:close/>
                </a:path>
                <a:path w="297179" h="297180">
                  <a:moveTo>
                    <a:pt x="288036" y="201168"/>
                  </a:moveTo>
                  <a:lnTo>
                    <a:pt x="288036" y="147828"/>
                  </a:lnTo>
                  <a:lnTo>
                    <a:pt x="286512" y="163068"/>
                  </a:lnTo>
                  <a:lnTo>
                    <a:pt x="284988" y="176784"/>
                  </a:lnTo>
                  <a:lnTo>
                    <a:pt x="271272" y="214884"/>
                  </a:lnTo>
                  <a:lnTo>
                    <a:pt x="246888" y="246888"/>
                  </a:lnTo>
                  <a:lnTo>
                    <a:pt x="202692" y="275844"/>
                  </a:lnTo>
                  <a:lnTo>
                    <a:pt x="163068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50292" y="245364"/>
                  </a:lnTo>
                  <a:lnTo>
                    <a:pt x="21336" y="201168"/>
                  </a:lnTo>
                  <a:lnTo>
                    <a:pt x="10668" y="161544"/>
                  </a:lnTo>
                  <a:lnTo>
                    <a:pt x="10668" y="201168"/>
                  </a:lnTo>
                  <a:lnTo>
                    <a:pt x="44196" y="252984"/>
                  </a:lnTo>
                  <a:lnTo>
                    <a:pt x="79248" y="278892"/>
                  </a:lnTo>
                  <a:lnTo>
                    <a:pt x="118872" y="294132"/>
                  </a:lnTo>
                  <a:lnTo>
                    <a:pt x="149352" y="297180"/>
                  </a:lnTo>
                  <a:lnTo>
                    <a:pt x="164592" y="295656"/>
                  </a:lnTo>
                  <a:lnTo>
                    <a:pt x="207264" y="284988"/>
                  </a:lnTo>
                  <a:lnTo>
                    <a:pt x="243840" y="262128"/>
                  </a:lnTo>
                  <a:lnTo>
                    <a:pt x="272796" y="230124"/>
                  </a:lnTo>
                  <a:lnTo>
                    <a:pt x="286512" y="205740"/>
                  </a:lnTo>
                  <a:lnTo>
                    <a:pt x="288036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739015" y="2681731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593726" y="4038600"/>
            <a:ext cx="309880" cy="1513840"/>
            <a:chOff x="2593726" y="4038600"/>
            <a:chExt cx="309880" cy="1513840"/>
          </a:xfrm>
        </p:grpSpPr>
        <p:sp>
          <p:nvSpPr>
            <p:cNvPr id="29" name="object 29"/>
            <p:cNvSpPr/>
            <p:nvPr/>
          </p:nvSpPr>
          <p:spPr>
            <a:xfrm>
              <a:off x="2612014" y="5259323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19" h="288289">
                  <a:moveTo>
                    <a:pt x="286511" y="144779"/>
                  </a:move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07442" y="5254752"/>
              <a:ext cx="295910" cy="297180"/>
            </a:xfrm>
            <a:custGeom>
              <a:avLst/>
              <a:gdLst/>
              <a:ahLst/>
              <a:cxnLst/>
              <a:rect l="l" t="t" r="r" b="b"/>
              <a:pathLst>
                <a:path w="295910" h="297179">
                  <a:moveTo>
                    <a:pt x="295656" y="163068"/>
                  </a:moveTo>
                  <a:lnTo>
                    <a:pt x="295656" y="134112"/>
                  </a:lnTo>
                  <a:lnTo>
                    <a:pt x="292608" y="118872"/>
                  </a:lnTo>
                  <a:lnTo>
                    <a:pt x="278892" y="77724"/>
                  </a:lnTo>
                  <a:lnTo>
                    <a:pt x="252984" y="44196"/>
                  </a:lnTo>
                  <a:lnTo>
                    <a:pt x="217932" y="18288"/>
                  </a:lnTo>
                  <a:lnTo>
                    <a:pt x="176784" y="3048"/>
                  </a:lnTo>
                  <a:lnTo>
                    <a:pt x="147828" y="0"/>
                  </a:lnTo>
                  <a:lnTo>
                    <a:pt x="117348" y="3048"/>
                  </a:lnTo>
                  <a:lnTo>
                    <a:pt x="76200" y="18288"/>
                  </a:lnTo>
                  <a:lnTo>
                    <a:pt x="42672" y="44196"/>
                  </a:lnTo>
                  <a:lnTo>
                    <a:pt x="16764" y="77724"/>
                  </a:lnTo>
                  <a:lnTo>
                    <a:pt x="3048" y="118872"/>
                  </a:lnTo>
                  <a:lnTo>
                    <a:pt x="0" y="134112"/>
                  </a:lnTo>
                  <a:lnTo>
                    <a:pt x="0" y="164592"/>
                  </a:lnTo>
                  <a:lnTo>
                    <a:pt x="3048" y="178308"/>
                  </a:lnTo>
                  <a:lnTo>
                    <a:pt x="6096" y="193548"/>
                  </a:lnTo>
                  <a:lnTo>
                    <a:pt x="9144" y="202692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32004" y="71628"/>
                  </a:lnTo>
                  <a:lnTo>
                    <a:pt x="59436" y="41148"/>
                  </a:lnTo>
                  <a:lnTo>
                    <a:pt x="106680" y="16764"/>
                  </a:lnTo>
                  <a:lnTo>
                    <a:pt x="147828" y="9144"/>
                  </a:lnTo>
                  <a:lnTo>
                    <a:pt x="161544" y="10668"/>
                  </a:lnTo>
                  <a:lnTo>
                    <a:pt x="176784" y="12192"/>
                  </a:lnTo>
                  <a:lnTo>
                    <a:pt x="188976" y="16764"/>
                  </a:lnTo>
                  <a:lnTo>
                    <a:pt x="202692" y="21336"/>
                  </a:lnTo>
                  <a:lnTo>
                    <a:pt x="214884" y="27432"/>
                  </a:lnTo>
                  <a:lnTo>
                    <a:pt x="225552" y="33528"/>
                  </a:lnTo>
                  <a:lnTo>
                    <a:pt x="236220" y="41148"/>
                  </a:lnTo>
                  <a:lnTo>
                    <a:pt x="246888" y="50292"/>
                  </a:lnTo>
                  <a:lnTo>
                    <a:pt x="254508" y="60960"/>
                  </a:lnTo>
                  <a:lnTo>
                    <a:pt x="263652" y="71628"/>
                  </a:lnTo>
                  <a:lnTo>
                    <a:pt x="280416" y="108204"/>
                  </a:lnTo>
                  <a:lnTo>
                    <a:pt x="286512" y="135636"/>
                  </a:lnTo>
                  <a:lnTo>
                    <a:pt x="286512" y="201168"/>
                  </a:lnTo>
                  <a:lnTo>
                    <a:pt x="289560" y="192024"/>
                  </a:lnTo>
                  <a:lnTo>
                    <a:pt x="292608" y="178308"/>
                  </a:lnTo>
                  <a:lnTo>
                    <a:pt x="295656" y="163068"/>
                  </a:lnTo>
                  <a:close/>
                </a:path>
                <a:path w="295910" h="297179">
                  <a:moveTo>
                    <a:pt x="286512" y="201168"/>
                  </a:moveTo>
                  <a:lnTo>
                    <a:pt x="286512" y="163068"/>
                  </a:lnTo>
                  <a:lnTo>
                    <a:pt x="280416" y="190500"/>
                  </a:lnTo>
                  <a:lnTo>
                    <a:pt x="275844" y="202692"/>
                  </a:lnTo>
                  <a:lnTo>
                    <a:pt x="254508" y="237744"/>
                  </a:lnTo>
                  <a:lnTo>
                    <a:pt x="225552" y="263652"/>
                  </a:lnTo>
                  <a:lnTo>
                    <a:pt x="188976" y="281940"/>
                  </a:lnTo>
                  <a:lnTo>
                    <a:pt x="147828" y="288036"/>
                  </a:lnTo>
                  <a:lnTo>
                    <a:pt x="134112" y="286512"/>
                  </a:lnTo>
                  <a:lnTo>
                    <a:pt x="118872" y="284988"/>
                  </a:lnTo>
                  <a:lnTo>
                    <a:pt x="80772" y="271272"/>
                  </a:lnTo>
                  <a:lnTo>
                    <a:pt x="48768" y="246888"/>
                  </a:lnTo>
                  <a:lnTo>
                    <a:pt x="41148" y="236220"/>
                  </a:lnTo>
                  <a:lnTo>
                    <a:pt x="32004" y="225552"/>
                  </a:lnTo>
                  <a:lnTo>
                    <a:pt x="25908" y="214884"/>
                  </a:lnTo>
                  <a:lnTo>
                    <a:pt x="19812" y="202692"/>
                  </a:lnTo>
                  <a:lnTo>
                    <a:pt x="15240" y="190500"/>
                  </a:lnTo>
                  <a:lnTo>
                    <a:pt x="9144" y="163068"/>
                  </a:lnTo>
                  <a:lnTo>
                    <a:pt x="9144" y="202692"/>
                  </a:lnTo>
                  <a:lnTo>
                    <a:pt x="33528" y="243840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32588" y="297180"/>
                  </a:lnTo>
                  <a:lnTo>
                    <a:pt x="14782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9456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98298" y="404317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5" y="144779"/>
                  </a:moveTo>
                  <a:lnTo>
                    <a:pt x="280745" y="99291"/>
                  </a:lnTo>
                  <a:lnTo>
                    <a:pt x="260433" y="59582"/>
                  </a:lnTo>
                  <a:lnTo>
                    <a:pt x="229441" y="28139"/>
                  </a:lnTo>
                  <a:lnTo>
                    <a:pt x="190109" y="7449"/>
                  </a:lnTo>
                  <a:lnTo>
                    <a:pt x="144779" y="0"/>
                  </a:lnTo>
                  <a:lnTo>
                    <a:pt x="99291" y="7449"/>
                  </a:lnTo>
                  <a:lnTo>
                    <a:pt x="59582" y="28139"/>
                  </a:lnTo>
                  <a:lnTo>
                    <a:pt x="28139" y="59582"/>
                  </a:lnTo>
                  <a:lnTo>
                    <a:pt x="7449" y="99291"/>
                  </a:lnTo>
                  <a:lnTo>
                    <a:pt x="0" y="144779"/>
                  </a:lnTo>
                  <a:lnTo>
                    <a:pt x="7449" y="190109"/>
                  </a:lnTo>
                  <a:lnTo>
                    <a:pt x="28139" y="229441"/>
                  </a:lnTo>
                  <a:lnTo>
                    <a:pt x="59582" y="260433"/>
                  </a:lnTo>
                  <a:lnTo>
                    <a:pt x="99291" y="280745"/>
                  </a:lnTo>
                  <a:lnTo>
                    <a:pt x="144779" y="288035"/>
                  </a:lnTo>
                  <a:lnTo>
                    <a:pt x="190109" y="280745"/>
                  </a:lnTo>
                  <a:lnTo>
                    <a:pt x="229441" y="260433"/>
                  </a:lnTo>
                  <a:lnTo>
                    <a:pt x="260433" y="229441"/>
                  </a:lnTo>
                  <a:lnTo>
                    <a:pt x="280745" y="190109"/>
                  </a:lnTo>
                  <a:lnTo>
                    <a:pt x="288035" y="144779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93726" y="403860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79">
                  <a:moveTo>
                    <a:pt x="297180" y="164592"/>
                  </a:moveTo>
                  <a:lnTo>
                    <a:pt x="297180" y="149352"/>
                  </a:lnTo>
                  <a:lnTo>
                    <a:pt x="294132" y="118872"/>
                  </a:lnTo>
                  <a:lnTo>
                    <a:pt x="278892" y="77724"/>
                  </a:lnTo>
                  <a:lnTo>
                    <a:pt x="242316" y="33528"/>
                  </a:lnTo>
                  <a:lnTo>
                    <a:pt x="205740" y="12192"/>
                  </a:lnTo>
                  <a:lnTo>
                    <a:pt x="147828" y="0"/>
                  </a:lnTo>
                  <a:lnTo>
                    <a:pt x="134112" y="1524"/>
                  </a:lnTo>
                  <a:lnTo>
                    <a:pt x="118872" y="3048"/>
                  </a:lnTo>
                  <a:lnTo>
                    <a:pt x="77724" y="18288"/>
                  </a:lnTo>
                  <a:lnTo>
                    <a:pt x="44196" y="44196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49352"/>
                  </a:lnTo>
                  <a:lnTo>
                    <a:pt x="3048" y="179832"/>
                  </a:lnTo>
                  <a:lnTo>
                    <a:pt x="9144" y="198120"/>
                  </a:lnTo>
                  <a:lnTo>
                    <a:pt x="9144" y="149352"/>
                  </a:lnTo>
                  <a:lnTo>
                    <a:pt x="10668" y="134112"/>
                  </a:lnTo>
                  <a:lnTo>
                    <a:pt x="21336" y="94488"/>
                  </a:lnTo>
                  <a:lnTo>
                    <a:pt x="41148" y="60960"/>
                  </a:lnTo>
                  <a:lnTo>
                    <a:pt x="82296" y="25908"/>
                  </a:lnTo>
                  <a:lnTo>
                    <a:pt x="108204" y="16764"/>
                  </a:lnTo>
                  <a:lnTo>
                    <a:pt x="120396" y="12192"/>
                  </a:lnTo>
                  <a:lnTo>
                    <a:pt x="135636" y="10668"/>
                  </a:lnTo>
                  <a:lnTo>
                    <a:pt x="163068" y="10668"/>
                  </a:lnTo>
                  <a:lnTo>
                    <a:pt x="202692" y="21336"/>
                  </a:lnTo>
                  <a:lnTo>
                    <a:pt x="237744" y="41148"/>
                  </a:lnTo>
                  <a:lnTo>
                    <a:pt x="271272" y="82296"/>
                  </a:lnTo>
                  <a:lnTo>
                    <a:pt x="284988" y="121920"/>
                  </a:lnTo>
                  <a:lnTo>
                    <a:pt x="288036" y="149352"/>
                  </a:lnTo>
                  <a:lnTo>
                    <a:pt x="288036" y="199644"/>
                  </a:lnTo>
                  <a:lnTo>
                    <a:pt x="291084" y="193548"/>
                  </a:lnTo>
                  <a:lnTo>
                    <a:pt x="294132" y="178308"/>
                  </a:lnTo>
                  <a:lnTo>
                    <a:pt x="297180" y="164592"/>
                  </a:lnTo>
                  <a:close/>
                </a:path>
                <a:path w="297180" h="297179">
                  <a:moveTo>
                    <a:pt x="288036" y="199644"/>
                  </a:moveTo>
                  <a:lnTo>
                    <a:pt x="288036" y="149352"/>
                  </a:lnTo>
                  <a:lnTo>
                    <a:pt x="284988" y="176784"/>
                  </a:lnTo>
                  <a:lnTo>
                    <a:pt x="281940" y="190500"/>
                  </a:lnTo>
                  <a:lnTo>
                    <a:pt x="263652" y="227076"/>
                  </a:lnTo>
                  <a:lnTo>
                    <a:pt x="236220" y="256032"/>
                  </a:lnTo>
                  <a:lnTo>
                    <a:pt x="202692" y="277368"/>
                  </a:lnTo>
                  <a:lnTo>
                    <a:pt x="163068" y="286512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50292" y="246888"/>
                  </a:lnTo>
                  <a:lnTo>
                    <a:pt x="25908" y="214884"/>
                  </a:lnTo>
                  <a:lnTo>
                    <a:pt x="12192" y="176784"/>
                  </a:lnTo>
                  <a:lnTo>
                    <a:pt x="9144" y="149352"/>
                  </a:lnTo>
                  <a:lnTo>
                    <a:pt x="9144" y="198120"/>
                  </a:lnTo>
                  <a:lnTo>
                    <a:pt x="35052" y="243840"/>
                  </a:lnTo>
                  <a:lnTo>
                    <a:pt x="65532" y="272796"/>
                  </a:lnTo>
                  <a:lnTo>
                    <a:pt x="77724" y="278892"/>
                  </a:lnTo>
                  <a:lnTo>
                    <a:pt x="91440" y="286512"/>
                  </a:lnTo>
                  <a:lnTo>
                    <a:pt x="105156" y="291084"/>
                  </a:lnTo>
                  <a:lnTo>
                    <a:pt x="118872" y="294132"/>
                  </a:lnTo>
                  <a:lnTo>
                    <a:pt x="134112" y="297180"/>
                  </a:lnTo>
                  <a:lnTo>
                    <a:pt x="164592" y="297180"/>
                  </a:lnTo>
                  <a:lnTo>
                    <a:pt x="178308" y="294132"/>
                  </a:lnTo>
                  <a:lnTo>
                    <a:pt x="193548" y="291084"/>
                  </a:lnTo>
                  <a:lnTo>
                    <a:pt x="243840" y="263652"/>
                  </a:lnTo>
                  <a:lnTo>
                    <a:pt x="278892" y="219456"/>
                  </a:lnTo>
                  <a:lnTo>
                    <a:pt x="284988" y="205740"/>
                  </a:lnTo>
                  <a:lnTo>
                    <a:pt x="288036" y="199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625228" y="4007610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322454" y="4055364"/>
            <a:ext cx="3276600" cy="297180"/>
            <a:chOff x="2322454" y="4055364"/>
            <a:chExt cx="3276600" cy="297180"/>
          </a:xfrm>
        </p:grpSpPr>
        <p:sp>
          <p:nvSpPr>
            <p:cNvPr id="35" name="object 35"/>
            <p:cNvSpPr/>
            <p:nvPr/>
          </p:nvSpPr>
          <p:spPr>
            <a:xfrm>
              <a:off x="2322449" y="4200156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9144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44" y="9144"/>
                  </a:lnTo>
                  <a:lnTo>
                    <a:pt x="9144" y="0"/>
                  </a:lnTo>
                  <a:close/>
                </a:path>
                <a:path w="3276600" h="9525">
                  <a:moveTo>
                    <a:pt x="76200" y="0"/>
                  </a:moveTo>
                  <a:lnTo>
                    <a:pt x="38100" y="0"/>
                  </a:lnTo>
                  <a:lnTo>
                    <a:pt x="38100" y="9144"/>
                  </a:lnTo>
                  <a:lnTo>
                    <a:pt x="76200" y="9144"/>
                  </a:lnTo>
                  <a:lnTo>
                    <a:pt x="76200" y="0"/>
                  </a:lnTo>
                  <a:close/>
                </a:path>
                <a:path w="3276600" h="9525">
                  <a:moveTo>
                    <a:pt x="143256" y="0"/>
                  </a:moveTo>
                  <a:lnTo>
                    <a:pt x="105156" y="0"/>
                  </a:lnTo>
                  <a:lnTo>
                    <a:pt x="105156" y="9144"/>
                  </a:lnTo>
                  <a:lnTo>
                    <a:pt x="143256" y="9144"/>
                  </a:lnTo>
                  <a:lnTo>
                    <a:pt x="143256" y="0"/>
                  </a:lnTo>
                  <a:close/>
                </a:path>
                <a:path w="3276600" h="9525">
                  <a:moveTo>
                    <a:pt x="210312" y="0"/>
                  </a:moveTo>
                  <a:lnTo>
                    <a:pt x="172212" y="0"/>
                  </a:lnTo>
                  <a:lnTo>
                    <a:pt x="172212" y="9144"/>
                  </a:lnTo>
                  <a:lnTo>
                    <a:pt x="210312" y="9144"/>
                  </a:lnTo>
                  <a:lnTo>
                    <a:pt x="210312" y="0"/>
                  </a:lnTo>
                  <a:close/>
                </a:path>
                <a:path w="3276600" h="9525">
                  <a:moveTo>
                    <a:pt x="275844" y="0"/>
                  </a:moveTo>
                  <a:lnTo>
                    <a:pt x="237744" y="0"/>
                  </a:lnTo>
                  <a:lnTo>
                    <a:pt x="237744" y="9144"/>
                  </a:lnTo>
                  <a:lnTo>
                    <a:pt x="275844" y="9144"/>
                  </a:lnTo>
                  <a:lnTo>
                    <a:pt x="275844" y="0"/>
                  </a:lnTo>
                  <a:close/>
                </a:path>
                <a:path w="3276600" h="9525">
                  <a:moveTo>
                    <a:pt x="342900" y="0"/>
                  </a:moveTo>
                  <a:lnTo>
                    <a:pt x="304800" y="0"/>
                  </a:lnTo>
                  <a:lnTo>
                    <a:pt x="304800" y="9144"/>
                  </a:lnTo>
                  <a:lnTo>
                    <a:pt x="342900" y="9144"/>
                  </a:lnTo>
                  <a:lnTo>
                    <a:pt x="342900" y="0"/>
                  </a:lnTo>
                  <a:close/>
                </a:path>
                <a:path w="3276600" h="9525">
                  <a:moveTo>
                    <a:pt x="409956" y="0"/>
                  </a:moveTo>
                  <a:lnTo>
                    <a:pt x="371856" y="0"/>
                  </a:lnTo>
                  <a:lnTo>
                    <a:pt x="371856" y="9144"/>
                  </a:lnTo>
                  <a:lnTo>
                    <a:pt x="409956" y="9144"/>
                  </a:lnTo>
                  <a:lnTo>
                    <a:pt x="409956" y="0"/>
                  </a:lnTo>
                  <a:close/>
                </a:path>
                <a:path w="3276600" h="9525">
                  <a:moveTo>
                    <a:pt x="477012" y="0"/>
                  </a:moveTo>
                  <a:lnTo>
                    <a:pt x="438912" y="0"/>
                  </a:lnTo>
                  <a:lnTo>
                    <a:pt x="438912" y="9144"/>
                  </a:lnTo>
                  <a:lnTo>
                    <a:pt x="477012" y="9144"/>
                  </a:lnTo>
                  <a:lnTo>
                    <a:pt x="477012" y="0"/>
                  </a:lnTo>
                  <a:close/>
                </a:path>
                <a:path w="3276600" h="9525">
                  <a:moveTo>
                    <a:pt x="542544" y="0"/>
                  </a:moveTo>
                  <a:lnTo>
                    <a:pt x="504444" y="0"/>
                  </a:lnTo>
                  <a:lnTo>
                    <a:pt x="504444" y="9144"/>
                  </a:lnTo>
                  <a:lnTo>
                    <a:pt x="542544" y="9144"/>
                  </a:lnTo>
                  <a:lnTo>
                    <a:pt x="542544" y="0"/>
                  </a:lnTo>
                  <a:close/>
                </a:path>
                <a:path w="3276600" h="9525">
                  <a:moveTo>
                    <a:pt x="609600" y="0"/>
                  </a:moveTo>
                  <a:lnTo>
                    <a:pt x="571500" y="0"/>
                  </a:lnTo>
                  <a:lnTo>
                    <a:pt x="571500" y="9144"/>
                  </a:lnTo>
                  <a:lnTo>
                    <a:pt x="609600" y="9144"/>
                  </a:lnTo>
                  <a:lnTo>
                    <a:pt x="609600" y="0"/>
                  </a:lnTo>
                  <a:close/>
                </a:path>
                <a:path w="3276600" h="9525">
                  <a:moveTo>
                    <a:pt x="676656" y="0"/>
                  </a:moveTo>
                  <a:lnTo>
                    <a:pt x="638556" y="0"/>
                  </a:lnTo>
                  <a:lnTo>
                    <a:pt x="638556" y="9144"/>
                  </a:lnTo>
                  <a:lnTo>
                    <a:pt x="676656" y="9144"/>
                  </a:lnTo>
                  <a:lnTo>
                    <a:pt x="676656" y="0"/>
                  </a:lnTo>
                  <a:close/>
                </a:path>
                <a:path w="3276600" h="9525">
                  <a:moveTo>
                    <a:pt x="743712" y="0"/>
                  </a:moveTo>
                  <a:lnTo>
                    <a:pt x="705612" y="0"/>
                  </a:lnTo>
                  <a:lnTo>
                    <a:pt x="705612" y="9144"/>
                  </a:lnTo>
                  <a:lnTo>
                    <a:pt x="743712" y="9144"/>
                  </a:lnTo>
                  <a:lnTo>
                    <a:pt x="743712" y="0"/>
                  </a:lnTo>
                  <a:close/>
                </a:path>
                <a:path w="3276600" h="9525">
                  <a:moveTo>
                    <a:pt x="809244" y="0"/>
                  </a:moveTo>
                  <a:lnTo>
                    <a:pt x="771144" y="0"/>
                  </a:lnTo>
                  <a:lnTo>
                    <a:pt x="771144" y="9144"/>
                  </a:lnTo>
                  <a:lnTo>
                    <a:pt x="809244" y="9144"/>
                  </a:lnTo>
                  <a:lnTo>
                    <a:pt x="809244" y="0"/>
                  </a:lnTo>
                  <a:close/>
                </a:path>
                <a:path w="3276600" h="9525">
                  <a:moveTo>
                    <a:pt x="876300" y="0"/>
                  </a:moveTo>
                  <a:lnTo>
                    <a:pt x="838200" y="0"/>
                  </a:lnTo>
                  <a:lnTo>
                    <a:pt x="838200" y="9144"/>
                  </a:lnTo>
                  <a:lnTo>
                    <a:pt x="876300" y="9144"/>
                  </a:lnTo>
                  <a:lnTo>
                    <a:pt x="876300" y="0"/>
                  </a:lnTo>
                  <a:close/>
                </a:path>
                <a:path w="3276600" h="9525">
                  <a:moveTo>
                    <a:pt x="943356" y="0"/>
                  </a:moveTo>
                  <a:lnTo>
                    <a:pt x="905256" y="0"/>
                  </a:lnTo>
                  <a:lnTo>
                    <a:pt x="905256" y="9144"/>
                  </a:lnTo>
                  <a:lnTo>
                    <a:pt x="943356" y="9144"/>
                  </a:lnTo>
                  <a:lnTo>
                    <a:pt x="943356" y="0"/>
                  </a:lnTo>
                  <a:close/>
                </a:path>
                <a:path w="3276600" h="9525">
                  <a:moveTo>
                    <a:pt x="1010412" y="0"/>
                  </a:moveTo>
                  <a:lnTo>
                    <a:pt x="972312" y="0"/>
                  </a:lnTo>
                  <a:lnTo>
                    <a:pt x="972312" y="9144"/>
                  </a:lnTo>
                  <a:lnTo>
                    <a:pt x="1010412" y="9144"/>
                  </a:lnTo>
                  <a:lnTo>
                    <a:pt x="1010412" y="0"/>
                  </a:lnTo>
                  <a:close/>
                </a:path>
                <a:path w="3276600" h="9525">
                  <a:moveTo>
                    <a:pt x="1075944" y="0"/>
                  </a:moveTo>
                  <a:lnTo>
                    <a:pt x="1037844" y="0"/>
                  </a:lnTo>
                  <a:lnTo>
                    <a:pt x="1037844" y="9144"/>
                  </a:lnTo>
                  <a:lnTo>
                    <a:pt x="1075944" y="9144"/>
                  </a:lnTo>
                  <a:lnTo>
                    <a:pt x="1075944" y="0"/>
                  </a:lnTo>
                  <a:close/>
                </a:path>
                <a:path w="3276600" h="9525">
                  <a:moveTo>
                    <a:pt x="1143000" y="0"/>
                  </a:moveTo>
                  <a:lnTo>
                    <a:pt x="1104900" y="0"/>
                  </a:lnTo>
                  <a:lnTo>
                    <a:pt x="1104900" y="9144"/>
                  </a:lnTo>
                  <a:lnTo>
                    <a:pt x="1143000" y="9144"/>
                  </a:lnTo>
                  <a:lnTo>
                    <a:pt x="1143000" y="0"/>
                  </a:lnTo>
                  <a:close/>
                </a:path>
                <a:path w="3276600" h="9525">
                  <a:moveTo>
                    <a:pt x="1210056" y="0"/>
                  </a:moveTo>
                  <a:lnTo>
                    <a:pt x="1171956" y="0"/>
                  </a:lnTo>
                  <a:lnTo>
                    <a:pt x="1171956" y="9144"/>
                  </a:lnTo>
                  <a:lnTo>
                    <a:pt x="1210056" y="9144"/>
                  </a:lnTo>
                  <a:lnTo>
                    <a:pt x="1210056" y="0"/>
                  </a:lnTo>
                  <a:close/>
                </a:path>
                <a:path w="3276600" h="9525">
                  <a:moveTo>
                    <a:pt x="1277112" y="0"/>
                  </a:moveTo>
                  <a:lnTo>
                    <a:pt x="1239012" y="0"/>
                  </a:lnTo>
                  <a:lnTo>
                    <a:pt x="1239012" y="9144"/>
                  </a:lnTo>
                  <a:lnTo>
                    <a:pt x="1277112" y="9144"/>
                  </a:lnTo>
                  <a:lnTo>
                    <a:pt x="1277112" y="0"/>
                  </a:lnTo>
                  <a:close/>
                </a:path>
                <a:path w="3276600" h="9525">
                  <a:moveTo>
                    <a:pt x="1342644" y="0"/>
                  </a:moveTo>
                  <a:lnTo>
                    <a:pt x="1304544" y="0"/>
                  </a:lnTo>
                  <a:lnTo>
                    <a:pt x="1304544" y="9144"/>
                  </a:lnTo>
                  <a:lnTo>
                    <a:pt x="1342644" y="9144"/>
                  </a:lnTo>
                  <a:lnTo>
                    <a:pt x="1342644" y="0"/>
                  </a:lnTo>
                  <a:close/>
                </a:path>
                <a:path w="3276600" h="9525">
                  <a:moveTo>
                    <a:pt x="1409700" y="0"/>
                  </a:moveTo>
                  <a:lnTo>
                    <a:pt x="1371600" y="0"/>
                  </a:lnTo>
                  <a:lnTo>
                    <a:pt x="1371600" y="9144"/>
                  </a:lnTo>
                  <a:lnTo>
                    <a:pt x="1409700" y="9144"/>
                  </a:lnTo>
                  <a:lnTo>
                    <a:pt x="1409700" y="0"/>
                  </a:lnTo>
                  <a:close/>
                </a:path>
                <a:path w="3276600" h="9525">
                  <a:moveTo>
                    <a:pt x="1476756" y="0"/>
                  </a:moveTo>
                  <a:lnTo>
                    <a:pt x="1438656" y="0"/>
                  </a:lnTo>
                  <a:lnTo>
                    <a:pt x="1438656" y="9144"/>
                  </a:lnTo>
                  <a:lnTo>
                    <a:pt x="1476756" y="9144"/>
                  </a:lnTo>
                  <a:lnTo>
                    <a:pt x="1476756" y="0"/>
                  </a:lnTo>
                  <a:close/>
                </a:path>
                <a:path w="3276600" h="9525">
                  <a:moveTo>
                    <a:pt x="1543812" y="0"/>
                  </a:moveTo>
                  <a:lnTo>
                    <a:pt x="1505712" y="0"/>
                  </a:lnTo>
                  <a:lnTo>
                    <a:pt x="1505712" y="9144"/>
                  </a:lnTo>
                  <a:lnTo>
                    <a:pt x="1543812" y="9144"/>
                  </a:lnTo>
                  <a:lnTo>
                    <a:pt x="1543812" y="0"/>
                  </a:lnTo>
                  <a:close/>
                </a:path>
                <a:path w="3276600" h="9525">
                  <a:moveTo>
                    <a:pt x="1609344" y="0"/>
                  </a:moveTo>
                  <a:lnTo>
                    <a:pt x="1571244" y="0"/>
                  </a:lnTo>
                  <a:lnTo>
                    <a:pt x="1571244" y="9144"/>
                  </a:lnTo>
                  <a:lnTo>
                    <a:pt x="1609344" y="9144"/>
                  </a:lnTo>
                  <a:lnTo>
                    <a:pt x="1609344" y="0"/>
                  </a:lnTo>
                  <a:close/>
                </a:path>
                <a:path w="3276600" h="9525">
                  <a:moveTo>
                    <a:pt x="1676400" y="0"/>
                  </a:moveTo>
                  <a:lnTo>
                    <a:pt x="1638300" y="0"/>
                  </a:lnTo>
                  <a:lnTo>
                    <a:pt x="1638300" y="9144"/>
                  </a:lnTo>
                  <a:lnTo>
                    <a:pt x="1676400" y="9144"/>
                  </a:lnTo>
                  <a:lnTo>
                    <a:pt x="1676400" y="0"/>
                  </a:lnTo>
                  <a:close/>
                </a:path>
                <a:path w="3276600" h="9525">
                  <a:moveTo>
                    <a:pt x="1743456" y="0"/>
                  </a:moveTo>
                  <a:lnTo>
                    <a:pt x="1705356" y="0"/>
                  </a:lnTo>
                  <a:lnTo>
                    <a:pt x="1705356" y="9144"/>
                  </a:lnTo>
                  <a:lnTo>
                    <a:pt x="1743456" y="9144"/>
                  </a:lnTo>
                  <a:lnTo>
                    <a:pt x="1743456" y="0"/>
                  </a:lnTo>
                  <a:close/>
                </a:path>
                <a:path w="3276600" h="9525">
                  <a:moveTo>
                    <a:pt x="1810512" y="0"/>
                  </a:moveTo>
                  <a:lnTo>
                    <a:pt x="1772412" y="0"/>
                  </a:lnTo>
                  <a:lnTo>
                    <a:pt x="1772412" y="9144"/>
                  </a:lnTo>
                  <a:lnTo>
                    <a:pt x="1810512" y="9144"/>
                  </a:lnTo>
                  <a:lnTo>
                    <a:pt x="1810512" y="0"/>
                  </a:lnTo>
                  <a:close/>
                </a:path>
                <a:path w="3276600" h="9525">
                  <a:moveTo>
                    <a:pt x="1876044" y="0"/>
                  </a:moveTo>
                  <a:lnTo>
                    <a:pt x="1837944" y="0"/>
                  </a:lnTo>
                  <a:lnTo>
                    <a:pt x="1837944" y="9144"/>
                  </a:lnTo>
                  <a:lnTo>
                    <a:pt x="1876044" y="9144"/>
                  </a:lnTo>
                  <a:lnTo>
                    <a:pt x="1876044" y="0"/>
                  </a:lnTo>
                  <a:close/>
                </a:path>
                <a:path w="3276600" h="9525">
                  <a:moveTo>
                    <a:pt x="1943100" y="0"/>
                  </a:moveTo>
                  <a:lnTo>
                    <a:pt x="1905000" y="0"/>
                  </a:lnTo>
                  <a:lnTo>
                    <a:pt x="1905000" y="9144"/>
                  </a:lnTo>
                  <a:lnTo>
                    <a:pt x="1943100" y="9144"/>
                  </a:lnTo>
                  <a:lnTo>
                    <a:pt x="1943100" y="0"/>
                  </a:lnTo>
                  <a:close/>
                </a:path>
                <a:path w="3276600" h="9525">
                  <a:moveTo>
                    <a:pt x="2010156" y="0"/>
                  </a:moveTo>
                  <a:lnTo>
                    <a:pt x="1972056" y="0"/>
                  </a:lnTo>
                  <a:lnTo>
                    <a:pt x="1972056" y="9144"/>
                  </a:lnTo>
                  <a:lnTo>
                    <a:pt x="2010156" y="9144"/>
                  </a:lnTo>
                  <a:lnTo>
                    <a:pt x="2010156" y="0"/>
                  </a:lnTo>
                  <a:close/>
                </a:path>
                <a:path w="3276600" h="9525">
                  <a:moveTo>
                    <a:pt x="2077212" y="0"/>
                  </a:moveTo>
                  <a:lnTo>
                    <a:pt x="2039112" y="0"/>
                  </a:lnTo>
                  <a:lnTo>
                    <a:pt x="2039112" y="9144"/>
                  </a:lnTo>
                  <a:lnTo>
                    <a:pt x="2077212" y="9144"/>
                  </a:lnTo>
                  <a:lnTo>
                    <a:pt x="2077212" y="0"/>
                  </a:lnTo>
                  <a:close/>
                </a:path>
                <a:path w="3276600" h="9525">
                  <a:moveTo>
                    <a:pt x="2142744" y="0"/>
                  </a:moveTo>
                  <a:lnTo>
                    <a:pt x="2104644" y="0"/>
                  </a:lnTo>
                  <a:lnTo>
                    <a:pt x="2104644" y="9144"/>
                  </a:lnTo>
                  <a:lnTo>
                    <a:pt x="2142744" y="9144"/>
                  </a:lnTo>
                  <a:lnTo>
                    <a:pt x="2142744" y="0"/>
                  </a:lnTo>
                  <a:close/>
                </a:path>
                <a:path w="3276600" h="9525">
                  <a:moveTo>
                    <a:pt x="2209800" y="0"/>
                  </a:moveTo>
                  <a:lnTo>
                    <a:pt x="2171700" y="0"/>
                  </a:lnTo>
                  <a:lnTo>
                    <a:pt x="2171700" y="9144"/>
                  </a:lnTo>
                  <a:lnTo>
                    <a:pt x="2209800" y="9144"/>
                  </a:lnTo>
                  <a:lnTo>
                    <a:pt x="2209800" y="0"/>
                  </a:lnTo>
                  <a:close/>
                </a:path>
                <a:path w="3276600" h="9525">
                  <a:moveTo>
                    <a:pt x="2276856" y="0"/>
                  </a:moveTo>
                  <a:lnTo>
                    <a:pt x="2238756" y="0"/>
                  </a:lnTo>
                  <a:lnTo>
                    <a:pt x="2238756" y="9144"/>
                  </a:lnTo>
                  <a:lnTo>
                    <a:pt x="2276856" y="9144"/>
                  </a:lnTo>
                  <a:lnTo>
                    <a:pt x="2276856" y="0"/>
                  </a:lnTo>
                  <a:close/>
                </a:path>
                <a:path w="3276600" h="9525">
                  <a:moveTo>
                    <a:pt x="2343912" y="0"/>
                  </a:moveTo>
                  <a:lnTo>
                    <a:pt x="2305812" y="0"/>
                  </a:lnTo>
                  <a:lnTo>
                    <a:pt x="2305812" y="9144"/>
                  </a:lnTo>
                  <a:lnTo>
                    <a:pt x="2343912" y="9144"/>
                  </a:lnTo>
                  <a:lnTo>
                    <a:pt x="2343912" y="0"/>
                  </a:lnTo>
                  <a:close/>
                </a:path>
                <a:path w="3276600" h="9525">
                  <a:moveTo>
                    <a:pt x="2409444" y="0"/>
                  </a:moveTo>
                  <a:lnTo>
                    <a:pt x="2371344" y="0"/>
                  </a:lnTo>
                  <a:lnTo>
                    <a:pt x="2371344" y="9144"/>
                  </a:lnTo>
                  <a:lnTo>
                    <a:pt x="2409444" y="9144"/>
                  </a:lnTo>
                  <a:lnTo>
                    <a:pt x="2409444" y="0"/>
                  </a:lnTo>
                  <a:close/>
                </a:path>
                <a:path w="3276600" h="9525">
                  <a:moveTo>
                    <a:pt x="2476500" y="0"/>
                  </a:moveTo>
                  <a:lnTo>
                    <a:pt x="2438400" y="0"/>
                  </a:lnTo>
                  <a:lnTo>
                    <a:pt x="2438400" y="9144"/>
                  </a:lnTo>
                  <a:lnTo>
                    <a:pt x="2476500" y="9144"/>
                  </a:lnTo>
                  <a:lnTo>
                    <a:pt x="2476500" y="0"/>
                  </a:lnTo>
                  <a:close/>
                </a:path>
                <a:path w="3276600" h="9525">
                  <a:moveTo>
                    <a:pt x="2543556" y="0"/>
                  </a:moveTo>
                  <a:lnTo>
                    <a:pt x="2505456" y="0"/>
                  </a:lnTo>
                  <a:lnTo>
                    <a:pt x="2505456" y="9144"/>
                  </a:lnTo>
                  <a:lnTo>
                    <a:pt x="2543556" y="9144"/>
                  </a:lnTo>
                  <a:lnTo>
                    <a:pt x="2543556" y="0"/>
                  </a:lnTo>
                  <a:close/>
                </a:path>
                <a:path w="3276600" h="9525">
                  <a:moveTo>
                    <a:pt x="2610612" y="0"/>
                  </a:moveTo>
                  <a:lnTo>
                    <a:pt x="2572512" y="0"/>
                  </a:lnTo>
                  <a:lnTo>
                    <a:pt x="2572512" y="9144"/>
                  </a:lnTo>
                  <a:lnTo>
                    <a:pt x="2610612" y="9144"/>
                  </a:lnTo>
                  <a:lnTo>
                    <a:pt x="2610612" y="0"/>
                  </a:lnTo>
                  <a:close/>
                </a:path>
                <a:path w="3276600" h="9525">
                  <a:moveTo>
                    <a:pt x="2676144" y="0"/>
                  </a:moveTo>
                  <a:lnTo>
                    <a:pt x="2638044" y="0"/>
                  </a:lnTo>
                  <a:lnTo>
                    <a:pt x="2638044" y="9144"/>
                  </a:lnTo>
                  <a:lnTo>
                    <a:pt x="2676144" y="9144"/>
                  </a:lnTo>
                  <a:lnTo>
                    <a:pt x="2676144" y="0"/>
                  </a:lnTo>
                  <a:close/>
                </a:path>
                <a:path w="3276600" h="9525">
                  <a:moveTo>
                    <a:pt x="2743200" y="0"/>
                  </a:moveTo>
                  <a:lnTo>
                    <a:pt x="2705100" y="0"/>
                  </a:lnTo>
                  <a:lnTo>
                    <a:pt x="2705100" y="9144"/>
                  </a:lnTo>
                  <a:lnTo>
                    <a:pt x="2743200" y="9144"/>
                  </a:lnTo>
                  <a:lnTo>
                    <a:pt x="2743200" y="0"/>
                  </a:lnTo>
                  <a:close/>
                </a:path>
                <a:path w="3276600" h="9525">
                  <a:moveTo>
                    <a:pt x="2810256" y="0"/>
                  </a:moveTo>
                  <a:lnTo>
                    <a:pt x="2772156" y="0"/>
                  </a:lnTo>
                  <a:lnTo>
                    <a:pt x="2772156" y="9144"/>
                  </a:lnTo>
                  <a:lnTo>
                    <a:pt x="2810256" y="9144"/>
                  </a:lnTo>
                  <a:lnTo>
                    <a:pt x="2810256" y="0"/>
                  </a:lnTo>
                  <a:close/>
                </a:path>
                <a:path w="3276600" h="9525">
                  <a:moveTo>
                    <a:pt x="2877312" y="0"/>
                  </a:moveTo>
                  <a:lnTo>
                    <a:pt x="2839212" y="0"/>
                  </a:lnTo>
                  <a:lnTo>
                    <a:pt x="2839212" y="9144"/>
                  </a:lnTo>
                  <a:lnTo>
                    <a:pt x="2877312" y="9144"/>
                  </a:lnTo>
                  <a:lnTo>
                    <a:pt x="2877312" y="0"/>
                  </a:lnTo>
                  <a:close/>
                </a:path>
                <a:path w="3276600" h="9525">
                  <a:moveTo>
                    <a:pt x="2942844" y="0"/>
                  </a:moveTo>
                  <a:lnTo>
                    <a:pt x="2904744" y="0"/>
                  </a:lnTo>
                  <a:lnTo>
                    <a:pt x="2904744" y="9144"/>
                  </a:lnTo>
                  <a:lnTo>
                    <a:pt x="2942844" y="9144"/>
                  </a:lnTo>
                  <a:lnTo>
                    <a:pt x="2942844" y="0"/>
                  </a:lnTo>
                  <a:close/>
                </a:path>
                <a:path w="3276600" h="9525">
                  <a:moveTo>
                    <a:pt x="3009900" y="0"/>
                  </a:moveTo>
                  <a:lnTo>
                    <a:pt x="2971800" y="0"/>
                  </a:lnTo>
                  <a:lnTo>
                    <a:pt x="2971800" y="9144"/>
                  </a:lnTo>
                  <a:lnTo>
                    <a:pt x="3009900" y="9144"/>
                  </a:lnTo>
                  <a:lnTo>
                    <a:pt x="3009900" y="0"/>
                  </a:lnTo>
                  <a:close/>
                </a:path>
                <a:path w="3276600" h="9525">
                  <a:moveTo>
                    <a:pt x="3076956" y="0"/>
                  </a:moveTo>
                  <a:lnTo>
                    <a:pt x="3038856" y="0"/>
                  </a:lnTo>
                  <a:lnTo>
                    <a:pt x="3038856" y="9144"/>
                  </a:lnTo>
                  <a:lnTo>
                    <a:pt x="3076956" y="9144"/>
                  </a:lnTo>
                  <a:lnTo>
                    <a:pt x="3076956" y="0"/>
                  </a:lnTo>
                  <a:close/>
                </a:path>
                <a:path w="3276600" h="9525">
                  <a:moveTo>
                    <a:pt x="3144012" y="0"/>
                  </a:moveTo>
                  <a:lnTo>
                    <a:pt x="3105912" y="0"/>
                  </a:lnTo>
                  <a:lnTo>
                    <a:pt x="3105912" y="9144"/>
                  </a:lnTo>
                  <a:lnTo>
                    <a:pt x="3144012" y="9144"/>
                  </a:lnTo>
                  <a:lnTo>
                    <a:pt x="3144012" y="0"/>
                  </a:lnTo>
                  <a:close/>
                </a:path>
                <a:path w="3276600" h="9525">
                  <a:moveTo>
                    <a:pt x="3209544" y="0"/>
                  </a:moveTo>
                  <a:lnTo>
                    <a:pt x="3171444" y="0"/>
                  </a:lnTo>
                  <a:lnTo>
                    <a:pt x="3171444" y="9144"/>
                  </a:lnTo>
                  <a:lnTo>
                    <a:pt x="3209544" y="9144"/>
                  </a:lnTo>
                  <a:lnTo>
                    <a:pt x="3209544" y="0"/>
                  </a:lnTo>
                  <a:close/>
                </a:path>
                <a:path w="3276600" h="9525">
                  <a:moveTo>
                    <a:pt x="3276600" y="0"/>
                  </a:moveTo>
                  <a:lnTo>
                    <a:pt x="3238500" y="0"/>
                  </a:lnTo>
                  <a:lnTo>
                    <a:pt x="3238500" y="9144"/>
                  </a:lnTo>
                  <a:lnTo>
                    <a:pt x="3276600" y="9144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80081" y="4059935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20">
                  <a:moveTo>
                    <a:pt x="288035" y="143255"/>
                  </a:moveTo>
                  <a:lnTo>
                    <a:pt x="280586" y="97926"/>
                  </a:lnTo>
                  <a:lnTo>
                    <a:pt x="259896" y="58594"/>
                  </a:lnTo>
                  <a:lnTo>
                    <a:pt x="228453" y="27602"/>
                  </a:lnTo>
                  <a:lnTo>
                    <a:pt x="188744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744" y="279221"/>
                  </a:lnTo>
                  <a:lnTo>
                    <a:pt x="228453" y="258909"/>
                  </a:lnTo>
                  <a:lnTo>
                    <a:pt x="259896" y="227917"/>
                  </a:lnTo>
                  <a:lnTo>
                    <a:pt x="280586" y="188585"/>
                  </a:lnTo>
                  <a:lnTo>
                    <a:pt x="288035" y="143255"/>
                  </a:lnTo>
                  <a:close/>
                </a:path>
              </a:pathLst>
            </a:custGeom>
            <a:solidFill>
              <a:srgbClr val="91D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75510" y="405536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47828"/>
                  </a:moveTo>
                  <a:lnTo>
                    <a:pt x="284988" y="89916"/>
                  </a:lnTo>
                  <a:lnTo>
                    <a:pt x="262128" y="53340"/>
                  </a:lnTo>
                  <a:lnTo>
                    <a:pt x="231648" y="24384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89916" y="10668"/>
                  </a:lnTo>
                  <a:lnTo>
                    <a:pt x="77724" y="18288"/>
                  </a:lnTo>
                  <a:lnTo>
                    <a:pt x="65532" y="24384"/>
                  </a:lnTo>
                  <a:lnTo>
                    <a:pt x="33528" y="53340"/>
                  </a:lnTo>
                  <a:lnTo>
                    <a:pt x="18288" y="77724"/>
                  </a:lnTo>
                  <a:lnTo>
                    <a:pt x="10668" y="89916"/>
                  </a:lnTo>
                  <a:lnTo>
                    <a:pt x="6096" y="103632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25908" y="82296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79" h="297179">
                  <a:moveTo>
                    <a:pt x="286512" y="201168"/>
                  </a:moveTo>
                  <a:lnTo>
                    <a:pt x="286512" y="163068"/>
                  </a:lnTo>
                  <a:lnTo>
                    <a:pt x="284988" y="176784"/>
                  </a:lnTo>
                  <a:lnTo>
                    <a:pt x="280416" y="188976"/>
                  </a:lnTo>
                  <a:lnTo>
                    <a:pt x="263652" y="225552"/>
                  </a:lnTo>
                  <a:lnTo>
                    <a:pt x="236220" y="256032"/>
                  </a:lnTo>
                  <a:lnTo>
                    <a:pt x="202692" y="275844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59436" y="254508"/>
                  </a:lnTo>
                  <a:lnTo>
                    <a:pt x="33528" y="225552"/>
                  </a:lnTo>
                  <a:lnTo>
                    <a:pt x="15240" y="188976"/>
                  </a:lnTo>
                  <a:lnTo>
                    <a:pt x="9144" y="147828"/>
                  </a:lnTo>
                  <a:lnTo>
                    <a:pt x="9144" y="198882"/>
                  </a:lnTo>
                  <a:lnTo>
                    <a:pt x="33528" y="242316"/>
                  </a:lnTo>
                  <a:lnTo>
                    <a:pt x="65532" y="271272"/>
                  </a:lnTo>
                  <a:lnTo>
                    <a:pt x="103632" y="289560"/>
                  </a:lnTo>
                  <a:lnTo>
                    <a:pt x="147828" y="297180"/>
                  </a:lnTo>
                  <a:lnTo>
                    <a:pt x="163068" y="295656"/>
                  </a:lnTo>
                  <a:lnTo>
                    <a:pt x="205740" y="284988"/>
                  </a:lnTo>
                  <a:lnTo>
                    <a:pt x="252984" y="252984"/>
                  </a:lnTo>
                  <a:lnTo>
                    <a:pt x="278892" y="217932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755779" y="3977130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52381" y="1106424"/>
            <a:ext cx="8789035" cy="4581525"/>
          </a:xfrm>
          <a:custGeom>
            <a:avLst/>
            <a:gdLst/>
            <a:ahLst/>
            <a:cxnLst/>
            <a:rect l="l" t="t" r="r" b="b"/>
            <a:pathLst>
              <a:path w="8789035" h="4581525">
                <a:moveTo>
                  <a:pt x="8788905" y="4581144"/>
                </a:moveTo>
                <a:lnTo>
                  <a:pt x="8788905" y="0"/>
                </a:lnTo>
                <a:lnTo>
                  <a:pt x="0" y="0"/>
                </a:lnTo>
                <a:lnTo>
                  <a:pt x="0" y="4581144"/>
                </a:lnTo>
                <a:lnTo>
                  <a:pt x="4572" y="4581144"/>
                </a:ln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lnTo>
                  <a:pt x="8779761" y="10668"/>
                </a:lnTo>
                <a:lnTo>
                  <a:pt x="8779761" y="4572"/>
                </a:lnTo>
                <a:lnTo>
                  <a:pt x="8784333" y="10668"/>
                </a:lnTo>
                <a:lnTo>
                  <a:pt x="8784333" y="4581144"/>
                </a:lnTo>
                <a:lnTo>
                  <a:pt x="8788905" y="4581144"/>
                </a:lnTo>
                <a:close/>
              </a:path>
              <a:path w="8789035" h="4581525">
                <a:moveTo>
                  <a:pt x="9144" y="10668"/>
                </a:move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8789035" h="4581525">
                <a:moveTo>
                  <a:pt x="9144" y="4570476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4570476"/>
                </a:lnTo>
                <a:lnTo>
                  <a:pt x="9144" y="4570476"/>
                </a:lnTo>
                <a:close/>
              </a:path>
              <a:path w="8789035" h="4581525">
                <a:moveTo>
                  <a:pt x="8784333" y="4570476"/>
                </a:moveTo>
                <a:lnTo>
                  <a:pt x="4572" y="4570476"/>
                </a:lnTo>
                <a:lnTo>
                  <a:pt x="9144" y="4575048"/>
                </a:lnTo>
                <a:lnTo>
                  <a:pt x="9144" y="4581144"/>
                </a:lnTo>
                <a:lnTo>
                  <a:pt x="8779761" y="4581144"/>
                </a:lnTo>
                <a:lnTo>
                  <a:pt x="8779761" y="4575048"/>
                </a:lnTo>
                <a:lnTo>
                  <a:pt x="8784333" y="4570476"/>
                </a:lnTo>
                <a:close/>
              </a:path>
              <a:path w="8789035" h="4581525">
                <a:moveTo>
                  <a:pt x="9144" y="4581144"/>
                </a:moveTo>
                <a:lnTo>
                  <a:pt x="9144" y="4575048"/>
                </a:lnTo>
                <a:lnTo>
                  <a:pt x="4572" y="4570476"/>
                </a:lnTo>
                <a:lnTo>
                  <a:pt x="4572" y="4581144"/>
                </a:lnTo>
                <a:lnTo>
                  <a:pt x="9144" y="4581144"/>
                </a:lnTo>
                <a:close/>
              </a:path>
              <a:path w="8789035" h="4581525">
                <a:moveTo>
                  <a:pt x="8784333" y="10668"/>
                </a:moveTo>
                <a:lnTo>
                  <a:pt x="8779761" y="4572"/>
                </a:lnTo>
                <a:lnTo>
                  <a:pt x="8779761" y="10668"/>
                </a:lnTo>
                <a:lnTo>
                  <a:pt x="8784333" y="10668"/>
                </a:lnTo>
                <a:close/>
              </a:path>
              <a:path w="8789035" h="4581525">
                <a:moveTo>
                  <a:pt x="8784333" y="4570476"/>
                </a:moveTo>
                <a:lnTo>
                  <a:pt x="8784333" y="10668"/>
                </a:lnTo>
                <a:lnTo>
                  <a:pt x="8779761" y="10668"/>
                </a:lnTo>
                <a:lnTo>
                  <a:pt x="8779761" y="4570476"/>
                </a:lnTo>
                <a:lnTo>
                  <a:pt x="8784333" y="4570476"/>
                </a:lnTo>
                <a:close/>
              </a:path>
              <a:path w="8789035" h="4581525">
                <a:moveTo>
                  <a:pt x="8784333" y="4581144"/>
                </a:moveTo>
                <a:lnTo>
                  <a:pt x="8784333" y="4570476"/>
                </a:lnTo>
                <a:lnTo>
                  <a:pt x="8779761" y="4575048"/>
                </a:lnTo>
                <a:lnTo>
                  <a:pt x="8779761" y="4581144"/>
                </a:lnTo>
                <a:lnTo>
                  <a:pt x="8784333" y="4581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462915" y="1169923"/>
            <a:ext cx="405511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AutoNum type="alphaLcParenBoth"/>
              <a:tabLst>
                <a:tab pos="354965" algn="l"/>
                <a:tab pos="431800" algn="l"/>
              </a:tabLst>
            </a:pPr>
            <a:r>
              <a:rPr sz="2200" dirty="0">
                <a:latin typeface="Arial MT"/>
                <a:cs typeface="Arial MT"/>
              </a:rPr>
              <a:t>	Rank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arrangement </a:t>
            </a:r>
            <a:r>
              <a:rPr sz="2200" dirty="0">
                <a:latin typeface="Arial MT"/>
                <a:cs typeface="Arial MT"/>
              </a:rPr>
              <a:t>according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magnitude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force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electron </a:t>
            </a:r>
            <a:r>
              <a:rPr sz="2200" dirty="0">
                <a:latin typeface="Arial MT"/>
                <a:cs typeface="Arial MT"/>
              </a:rPr>
              <a:t>due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protons.</a:t>
            </a:r>
            <a:endParaRPr sz="2200">
              <a:latin typeface="Arial MT"/>
              <a:cs typeface="Arial MT"/>
            </a:endParaRPr>
          </a:p>
          <a:p>
            <a:pPr marL="432434" indent="-419734">
              <a:lnSpc>
                <a:spcPct val="100000"/>
              </a:lnSpc>
              <a:buAutoNum type="alphaLcParenBoth"/>
              <a:tabLst>
                <a:tab pos="432434" algn="l"/>
              </a:tabLst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last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arrangement,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is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80415" y="2846322"/>
            <a:ext cx="3821429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angle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force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electron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x-axis </a:t>
            </a:r>
            <a:r>
              <a:rPr sz="2200" dirty="0">
                <a:latin typeface="Arial MT"/>
                <a:cs typeface="Arial MT"/>
              </a:rPr>
              <a:t>less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45</a:t>
            </a:r>
            <a:r>
              <a:rPr sz="2175" spc="-30" baseline="24904" dirty="0">
                <a:latin typeface="Arial MT"/>
                <a:cs typeface="Arial MT"/>
              </a:rPr>
              <a:t>0</a:t>
            </a:r>
            <a:r>
              <a:rPr sz="2200" spc="-20" dirty="0">
                <a:latin typeface="Arial MT"/>
                <a:cs typeface="Arial MT"/>
              </a:rPr>
              <a:t>?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30612" y="5174993"/>
            <a:ext cx="3430904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9414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1549400">
              <a:lnSpc>
                <a:spcPct val="100000"/>
              </a:lnSpc>
              <a:spcBef>
                <a:spcPts val="1190"/>
              </a:spcBef>
            </a:pP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45</a:t>
            </a:r>
            <a:r>
              <a:rPr sz="2175" spc="-30" baseline="24904" dirty="0">
                <a:latin typeface="Arial MT"/>
                <a:cs typeface="Arial MT"/>
              </a:rPr>
              <a:t>0</a:t>
            </a:r>
            <a:r>
              <a:rPr sz="2200" spc="-20" dirty="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151254" y="1642872"/>
            <a:ext cx="393700" cy="447040"/>
          </a:xfrm>
          <a:custGeom>
            <a:avLst/>
            <a:gdLst/>
            <a:ahLst/>
            <a:cxnLst/>
            <a:rect l="l" t="t" r="r" b="b"/>
            <a:pathLst>
              <a:path w="393700" h="447039">
                <a:moveTo>
                  <a:pt x="393192" y="446532"/>
                </a:moveTo>
                <a:lnTo>
                  <a:pt x="393192" y="0"/>
                </a:lnTo>
                <a:lnTo>
                  <a:pt x="0" y="0"/>
                </a:lnTo>
                <a:lnTo>
                  <a:pt x="0" y="446532"/>
                </a:lnTo>
                <a:lnTo>
                  <a:pt x="4572" y="446532"/>
                </a:lnTo>
                <a:lnTo>
                  <a:pt x="4572" y="10668"/>
                </a:lnTo>
                <a:lnTo>
                  <a:pt x="9144" y="6096"/>
                </a:lnTo>
                <a:lnTo>
                  <a:pt x="9144" y="10668"/>
                </a:lnTo>
                <a:lnTo>
                  <a:pt x="384048" y="10668"/>
                </a:lnTo>
                <a:lnTo>
                  <a:pt x="384048" y="6096"/>
                </a:lnTo>
                <a:lnTo>
                  <a:pt x="388620" y="10668"/>
                </a:lnTo>
                <a:lnTo>
                  <a:pt x="388620" y="446532"/>
                </a:lnTo>
                <a:lnTo>
                  <a:pt x="393192" y="446532"/>
                </a:lnTo>
                <a:close/>
              </a:path>
              <a:path w="393700" h="447039">
                <a:moveTo>
                  <a:pt x="9144" y="10668"/>
                </a:moveTo>
                <a:lnTo>
                  <a:pt x="9144" y="6096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393700" h="447039">
                <a:moveTo>
                  <a:pt x="9144" y="437388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437388"/>
                </a:lnTo>
                <a:lnTo>
                  <a:pt x="9144" y="437388"/>
                </a:lnTo>
                <a:close/>
              </a:path>
              <a:path w="393700" h="447039">
                <a:moveTo>
                  <a:pt x="388620" y="437388"/>
                </a:moveTo>
                <a:lnTo>
                  <a:pt x="4572" y="437388"/>
                </a:lnTo>
                <a:lnTo>
                  <a:pt x="9144" y="441960"/>
                </a:lnTo>
                <a:lnTo>
                  <a:pt x="9144" y="446532"/>
                </a:lnTo>
                <a:lnTo>
                  <a:pt x="384048" y="446532"/>
                </a:lnTo>
                <a:lnTo>
                  <a:pt x="384048" y="441960"/>
                </a:lnTo>
                <a:lnTo>
                  <a:pt x="388620" y="437388"/>
                </a:lnTo>
                <a:close/>
              </a:path>
              <a:path w="393700" h="447039">
                <a:moveTo>
                  <a:pt x="9144" y="446532"/>
                </a:moveTo>
                <a:lnTo>
                  <a:pt x="9144" y="441960"/>
                </a:lnTo>
                <a:lnTo>
                  <a:pt x="4572" y="437388"/>
                </a:lnTo>
                <a:lnTo>
                  <a:pt x="4572" y="446532"/>
                </a:lnTo>
                <a:lnTo>
                  <a:pt x="9144" y="446532"/>
                </a:lnTo>
                <a:close/>
              </a:path>
              <a:path w="393700" h="447039">
                <a:moveTo>
                  <a:pt x="388620" y="10668"/>
                </a:moveTo>
                <a:lnTo>
                  <a:pt x="384048" y="6096"/>
                </a:lnTo>
                <a:lnTo>
                  <a:pt x="384048" y="10668"/>
                </a:lnTo>
                <a:lnTo>
                  <a:pt x="388620" y="10668"/>
                </a:lnTo>
                <a:close/>
              </a:path>
              <a:path w="393700" h="447039">
                <a:moveTo>
                  <a:pt x="388620" y="437388"/>
                </a:moveTo>
                <a:lnTo>
                  <a:pt x="388620" y="10668"/>
                </a:lnTo>
                <a:lnTo>
                  <a:pt x="384048" y="10668"/>
                </a:lnTo>
                <a:lnTo>
                  <a:pt x="384048" y="437388"/>
                </a:lnTo>
                <a:lnTo>
                  <a:pt x="388620" y="437388"/>
                </a:lnTo>
                <a:close/>
              </a:path>
              <a:path w="393700" h="447039">
                <a:moveTo>
                  <a:pt x="388620" y="446532"/>
                </a:moveTo>
                <a:lnTo>
                  <a:pt x="388620" y="437388"/>
                </a:lnTo>
                <a:lnTo>
                  <a:pt x="384048" y="441960"/>
                </a:lnTo>
                <a:lnTo>
                  <a:pt x="384048" y="446532"/>
                </a:lnTo>
                <a:lnTo>
                  <a:pt x="388620" y="44653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234572" y="1672843"/>
            <a:ext cx="180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0" dirty="0">
                <a:solidFill>
                  <a:srgbClr val="FF3200"/>
                </a:solidFill>
                <a:latin typeface="Arial MT"/>
                <a:cs typeface="Arial MT"/>
              </a:rPr>
              <a:t>1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151254" y="4485132"/>
            <a:ext cx="393700" cy="447040"/>
          </a:xfrm>
          <a:custGeom>
            <a:avLst/>
            <a:gdLst/>
            <a:ahLst/>
            <a:cxnLst/>
            <a:rect l="l" t="t" r="r" b="b"/>
            <a:pathLst>
              <a:path w="393700" h="447039">
                <a:moveTo>
                  <a:pt x="393192" y="446532"/>
                </a:moveTo>
                <a:lnTo>
                  <a:pt x="393192" y="0"/>
                </a:lnTo>
                <a:lnTo>
                  <a:pt x="0" y="0"/>
                </a:lnTo>
                <a:lnTo>
                  <a:pt x="0" y="446532"/>
                </a:lnTo>
                <a:lnTo>
                  <a:pt x="4572" y="446532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384048" y="9144"/>
                </a:lnTo>
                <a:lnTo>
                  <a:pt x="384048" y="4572"/>
                </a:lnTo>
                <a:lnTo>
                  <a:pt x="388620" y="9144"/>
                </a:lnTo>
                <a:lnTo>
                  <a:pt x="388620" y="446532"/>
                </a:lnTo>
                <a:lnTo>
                  <a:pt x="393192" y="446532"/>
                </a:lnTo>
                <a:close/>
              </a:path>
              <a:path w="393700" h="447039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393700" h="447039">
                <a:moveTo>
                  <a:pt x="9144" y="435864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35864"/>
                </a:lnTo>
                <a:lnTo>
                  <a:pt x="9144" y="435864"/>
                </a:lnTo>
                <a:close/>
              </a:path>
              <a:path w="393700" h="447039">
                <a:moveTo>
                  <a:pt x="388620" y="435864"/>
                </a:moveTo>
                <a:lnTo>
                  <a:pt x="4572" y="435864"/>
                </a:lnTo>
                <a:lnTo>
                  <a:pt x="9144" y="441960"/>
                </a:lnTo>
                <a:lnTo>
                  <a:pt x="9144" y="446532"/>
                </a:lnTo>
                <a:lnTo>
                  <a:pt x="384048" y="446532"/>
                </a:lnTo>
                <a:lnTo>
                  <a:pt x="384048" y="441960"/>
                </a:lnTo>
                <a:lnTo>
                  <a:pt x="388620" y="435864"/>
                </a:lnTo>
                <a:close/>
              </a:path>
              <a:path w="393700" h="447039">
                <a:moveTo>
                  <a:pt x="9144" y="446532"/>
                </a:moveTo>
                <a:lnTo>
                  <a:pt x="9144" y="441960"/>
                </a:lnTo>
                <a:lnTo>
                  <a:pt x="4572" y="435864"/>
                </a:lnTo>
                <a:lnTo>
                  <a:pt x="4572" y="446532"/>
                </a:lnTo>
                <a:lnTo>
                  <a:pt x="9144" y="446532"/>
                </a:lnTo>
                <a:close/>
              </a:path>
              <a:path w="393700" h="447039">
                <a:moveTo>
                  <a:pt x="388620" y="9144"/>
                </a:moveTo>
                <a:lnTo>
                  <a:pt x="384048" y="4572"/>
                </a:lnTo>
                <a:lnTo>
                  <a:pt x="384048" y="9144"/>
                </a:lnTo>
                <a:lnTo>
                  <a:pt x="388620" y="9144"/>
                </a:lnTo>
                <a:close/>
              </a:path>
              <a:path w="393700" h="447039">
                <a:moveTo>
                  <a:pt x="388620" y="435864"/>
                </a:moveTo>
                <a:lnTo>
                  <a:pt x="388620" y="9144"/>
                </a:lnTo>
                <a:lnTo>
                  <a:pt x="384048" y="9144"/>
                </a:lnTo>
                <a:lnTo>
                  <a:pt x="384048" y="435864"/>
                </a:lnTo>
                <a:lnTo>
                  <a:pt x="388620" y="435864"/>
                </a:lnTo>
                <a:close/>
              </a:path>
              <a:path w="393700" h="447039">
                <a:moveTo>
                  <a:pt x="388620" y="446532"/>
                </a:moveTo>
                <a:lnTo>
                  <a:pt x="388620" y="435864"/>
                </a:lnTo>
                <a:lnTo>
                  <a:pt x="384048" y="441960"/>
                </a:lnTo>
                <a:lnTo>
                  <a:pt x="384048" y="446532"/>
                </a:lnTo>
                <a:lnTo>
                  <a:pt x="388620" y="44653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234572" y="4515102"/>
            <a:ext cx="180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0" dirty="0">
                <a:solidFill>
                  <a:srgbClr val="FF3200"/>
                </a:solidFill>
                <a:latin typeface="Arial MT"/>
                <a:cs typeface="Arial MT"/>
              </a:rPr>
              <a:t>2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151254" y="3104388"/>
            <a:ext cx="393700" cy="445134"/>
          </a:xfrm>
          <a:custGeom>
            <a:avLst/>
            <a:gdLst/>
            <a:ahLst/>
            <a:cxnLst/>
            <a:rect l="l" t="t" r="r" b="b"/>
            <a:pathLst>
              <a:path w="393700" h="445135">
                <a:moveTo>
                  <a:pt x="393192" y="445008"/>
                </a:moveTo>
                <a:lnTo>
                  <a:pt x="393192" y="0"/>
                </a:lnTo>
                <a:lnTo>
                  <a:pt x="0" y="0"/>
                </a:lnTo>
                <a:lnTo>
                  <a:pt x="0" y="445008"/>
                </a:lnTo>
                <a:lnTo>
                  <a:pt x="4572" y="445008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384048" y="9144"/>
                </a:lnTo>
                <a:lnTo>
                  <a:pt x="384048" y="4572"/>
                </a:lnTo>
                <a:lnTo>
                  <a:pt x="388620" y="9144"/>
                </a:lnTo>
                <a:lnTo>
                  <a:pt x="388620" y="445008"/>
                </a:lnTo>
                <a:lnTo>
                  <a:pt x="393192" y="445008"/>
                </a:lnTo>
                <a:close/>
              </a:path>
              <a:path w="393700" h="445135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393700" h="445135">
                <a:moveTo>
                  <a:pt x="9144" y="435864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35864"/>
                </a:lnTo>
                <a:lnTo>
                  <a:pt x="9144" y="435864"/>
                </a:lnTo>
                <a:close/>
              </a:path>
              <a:path w="393700" h="445135">
                <a:moveTo>
                  <a:pt x="388620" y="435864"/>
                </a:moveTo>
                <a:lnTo>
                  <a:pt x="4572" y="435864"/>
                </a:lnTo>
                <a:lnTo>
                  <a:pt x="9144" y="440436"/>
                </a:lnTo>
                <a:lnTo>
                  <a:pt x="9144" y="445008"/>
                </a:lnTo>
                <a:lnTo>
                  <a:pt x="384048" y="445008"/>
                </a:lnTo>
                <a:lnTo>
                  <a:pt x="384048" y="440436"/>
                </a:lnTo>
                <a:lnTo>
                  <a:pt x="388620" y="435864"/>
                </a:lnTo>
                <a:close/>
              </a:path>
              <a:path w="393700" h="445135">
                <a:moveTo>
                  <a:pt x="9144" y="445008"/>
                </a:moveTo>
                <a:lnTo>
                  <a:pt x="9144" y="440436"/>
                </a:lnTo>
                <a:lnTo>
                  <a:pt x="4572" y="435864"/>
                </a:lnTo>
                <a:lnTo>
                  <a:pt x="4572" y="445008"/>
                </a:lnTo>
                <a:lnTo>
                  <a:pt x="9144" y="445008"/>
                </a:lnTo>
                <a:close/>
              </a:path>
              <a:path w="393700" h="445135">
                <a:moveTo>
                  <a:pt x="388620" y="9144"/>
                </a:moveTo>
                <a:lnTo>
                  <a:pt x="384048" y="4572"/>
                </a:lnTo>
                <a:lnTo>
                  <a:pt x="384048" y="9144"/>
                </a:lnTo>
                <a:lnTo>
                  <a:pt x="388620" y="9144"/>
                </a:lnTo>
                <a:close/>
              </a:path>
              <a:path w="393700" h="445135">
                <a:moveTo>
                  <a:pt x="388620" y="435864"/>
                </a:moveTo>
                <a:lnTo>
                  <a:pt x="388620" y="9144"/>
                </a:lnTo>
                <a:lnTo>
                  <a:pt x="384048" y="9144"/>
                </a:lnTo>
                <a:lnTo>
                  <a:pt x="384048" y="435864"/>
                </a:lnTo>
                <a:lnTo>
                  <a:pt x="388620" y="435864"/>
                </a:lnTo>
                <a:close/>
              </a:path>
              <a:path w="393700" h="445135">
                <a:moveTo>
                  <a:pt x="388620" y="445008"/>
                </a:moveTo>
                <a:lnTo>
                  <a:pt x="388620" y="435864"/>
                </a:lnTo>
                <a:lnTo>
                  <a:pt x="384048" y="440436"/>
                </a:lnTo>
                <a:lnTo>
                  <a:pt x="384048" y="445008"/>
                </a:lnTo>
                <a:lnTo>
                  <a:pt x="388620" y="445008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234572" y="3132834"/>
            <a:ext cx="180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0" dirty="0">
                <a:solidFill>
                  <a:srgbClr val="FF3200"/>
                </a:solidFill>
                <a:latin typeface="Arial MT"/>
                <a:cs typeface="Arial MT"/>
              </a:rPr>
              <a:t>3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9" name="object 4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4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Coulomb's</a:t>
            </a:r>
            <a:r>
              <a:rPr spc="-25" dirty="0">
                <a:solidFill>
                  <a:srgbClr val="0000FF"/>
                </a:solidFill>
              </a:rPr>
              <a:t> Law</a:t>
            </a:r>
          </a:p>
          <a:p>
            <a:pPr marL="12700">
              <a:lnSpc>
                <a:spcPts val="2315"/>
              </a:lnSpc>
            </a:pPr>
            <a:r>
              <a:rPr dirty="0"/>
              <a:t>Checkpoint</a:t>
            </a:r>
            <a:r>
              <a:rPr spc="-95" dirty="0"/>
              <a:t> </a:t>
            </a:r>
            <a:r>
              <a:rPr spc="-50" dirty="0"/>
              <a:t>3</a:t>
            </a:r>
          </a:p>
        </p:txBody>
      </p:sp>
      <p:grpSp>
        <p:nvGrpSpPr>
          <p:cNvPr id="50" name="object 50"/>
          <p:cNvGrpSpPr/>
          <p:nvPr/>
        </p:nvGrpSpPr>
        <p:grpSpPr>
          <a:xfrm>
            <a:off x="793885" y="368808"/>
            <a:ext cx="9105900" cy="6819900"/>
            <a:chOff x="793885" y="368808"/>
            <a:chExt cx="9105900" cy="6819900"/>
          </a:xfrm>
        </p:grpSpPr>
        <p:sp>
          <p:nvSpPr>
            <p:cNvPr id="51" name="object 51"/>
            <p:cNvSpPr/>
            <p:nvPr/>
          </p:nvSpPr>
          <p:spPr>
            <a:xfrm>
              <a:off x="793877" y="368820"/>
              <a:ext cx="9105900" cy="6819900"/>
            </a:xfrm>
            <a:custGeom>
              <a:avLst/>
              <a:gdLst/>
              <a:ahLst/>
              <a:cxnLst/>
              <a:rect l="l" t="t" r="r" b="b"/>
              <a:pathLst>
                <a:path w="9105900" h="6819900">
                  <a:moveTo>
                    <a:pt x="8947404" y="5347716"/>
                  </a:moveTo>
                  <a:lnTo>
                    <a:pt x="8938260" y="5347716"/>
                  </a:lnTo>
                  <a:lnTo>
                    <a:pt x="8938260" y="5358384"/>
                  </a:lnTo>
                  <a:lnTo>
                    <a:pt x="8938260" y="6719316"/>
                  </a:lnTo>
                  <a:lnTo>
                    <a:pt x="167640" y="6719316"/>
                  </a:lnTo>
                  <a:lnTo>
                    <a:pt x="167640" y="5358384"/>
                  </a:lnTo>
                  <a:lnTo>
                    <a:pt x="8938260" y="5358384"/>
                  </a:lnTo>
                  <a:lnTo>
                    <a:pt x="8938260" y="5347716"/>
                  </a:lnTo>
                  <a:lnTo>
                    <a:pt x="158496" y="5347716"/>
                  </a:lnTo>
                  <a:lnTo>
                    <a:pt x="158496" y="6729984"/>
                  </a:lnTo>
                  <a:lnTo>
                    <a:pt x="163068" y="6729984"/>
                  </a:lnTo>
                  <a:lnTo>
                    <a:pt x="167640" y="6729984"/>
                  </a:lnTo>
                  <a:lnTo>
                    <a:pt x="8938260" y="6729984"/>
                  </a:lnTo>
                  <a:lnTo>
                    <a:pt x="8942832" y="6729984"/>
                  </a:lnTo>
                  <a:lnTo>
                    <a:pt x="8947404" y="6729984"/>
                  </a:lnTo>
                  <a:lnTo>
                    <a:pt x="8947404" y="5347716"/>
                  </a:lnTo>
                  <a:close/>
                </a:path>
                <a:path w="9105900" h="6819900">
                  <a:moveTo>
                    <a:pt x="9105900" y="0"/>
                  </a:moveTo>
                  <a:lnTo>
                    <a:pt x="9093708" y="0"/>
                  </a:lnTo>
                  <a:lnTo>
                    <a:pt x="9093708" y="12192"/>
                  </a:lnTo>
                  <a:lnTo>
                    <a:pt x="9093708" y="6807708"/>
                  </a:lnTo>
                  <a:lnTo>
                    <a:pt x="12192" y="6807708"/>
                  </a:lnTo>
                  <a:lnTo>
                    <a:pt x="12192" y="12192"/>
                  </a:lnTo>
                  <a:lnTo>
                    <a:pt x="9093708" y="12192"/>
                  </a:lnTo>
                  <a:lnTo>
                    <a:pt x="9093708" y="0"/>
                  </a:lnTo>
                  <a:lnTo>
                    <a:pt x="0" y="0"/>
                  </a:lnTo>
                  <a:lnTo>
                    <a:pt x="0" y="6819900"/>
                  </a:lnTo>
                  <a:lnTo>
                    <a:pt x="6096" y="6819900"/>
                  </a:lnTo>
                  <a:lnTo>
                    <a:pt x="12192" y="6819900"/>
                  </a:lnTo>
                  <a:lnTo>
                    <a:pt x="9093708" y="6819900"/>
                  </a:lnTo>
                  <a:lnTo>
                    <a:pt x="9099804" y="6819900"/>
                  </a:lnTo>
                  <a:lnTo>
                    <a:pt x="9105900" y="6819900"/>
                  </a:lnTo>
                  <a:lnTo>
                    <a:pt x="9105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26893" y="2780880"/>
              <a:ext cx="512445" cy="1551940"/>
            </a:xfrm>
            <a:custGeom>
              <a:avLst/>
              <a:gdLst/>
              <a:ahLst/>
              <a:cxnLst/>
              <a:rect l="l" t="t" r="r" b="b"/>
              <a:pathLst>
                <a:path w="512445" h="1551939">
                  <a:moveTo>
                    <a:pt x="469392" y="128447"/>
                  </a:moveTo>
                  <a:lnTo>
                    <a:pt x="254508" y="3479"/>
                  </a:lnTo>
                  <a:lnTo>
                    <a:pt x="244487" y="0"/>
                  </a:lnTo>
                  <a:lnTo>
                    <a:pt x="233743" y="812"/>
                  </a:lnTo>
                  <a:lnTo>
                    <a:pt x="223862" y="5613"/>
                  </a:lnTo>
                  <a:lnTo>
                    <a:pt x="216408" y="14147"/>
                  </a:lnTo>
                  <a:lnTo>
                    <a:pt x="212928" y="24815"/>
                  </a:lnTo>
                  <a:lnTo>
                    <a:pt x="213741" y="35483"/>
                  </a:lnTo>
                  <a:lnTo>
                    <a:pt x="218554" y="45008"/>
                  </a:lnTo>
                  <a:lnTo>
                    <a:pt x="227076" y="52247"/>
                  </a:lnTo>
                  <a:lnTo>
                    <a:pt x="307251" y="99491"/>
                  </a:lnTo>
                  <a:lnTo>
                    <a:pt x="0" y="99491"/>
                  </a:lnTo>
                  <a:lnTo>
                    <a:pt x="0" y="155879"/>
                  </a:lnTo>
                  <a:lnTo>
                    <a:pt x="307251" y="155879"/>
                  </a:lnTo>
                  <a:lnTo>
                    <a:pt x="227076" y="203123"/>
                  </a:lnTo>
                  <a:lnTo>
                    <a:pt x="218554" y="210591"/>
                  </a:lnTo>
                  <a:lnTo>
                    <a:pt x="213741" y="220649"/>
                  </a:lnTo>
                  <a:lnTo>
                    <a:pt x="212928" y="231838"/>
                  </a:lnTo>
                  <a:lnTo>
                    <a:pt x="216408" y="242747"/>
                  </a:lnTo>
                  <a:lnTo>
                    <a:pt x="223862" y="251244"/>
                  </a:lnTo>
                  <a:lnTo>
                    <a:pt x="233743" y="255892"/>
                  </a:lnTo>
                  <a:lnTo>
                    <a:pt x="244487" y="256247"/>
                  </a:lnTo>
                  <a:lnTo>
                    <a:pt x="254508" y="251891"/>
                  </a:lnTo>
                  <a:lnTo>
                    <a:pt x="413004" y="160832"/>
                  </a:lnTo>
                  <a:lnTo>
                    <a:pt x="469392" y="128447"/>
                  </a:lnTo>
                  <a:close/>
                </a:path>
                <a:path w="512445" h="1551939">
                  <a:moveTo>
                    <a:pt x="512064" y="1423847"/>
                  </a:moveTo>
                  <a:lnTo>
                    <a:pt x="298704" y="1298879"/>
                  </a:lnTo>
                  <a:lnTo>
                    <a:pt x="287794" y="1295400"/>
                  </a:lnTo>
                  <a:lnTo>
                    <a:pt x="276606" y="1296212"/>
                  </a:lnTo>
                  <a:lnTo>
                    <a:pt x="266560" y="1301013"/>
                  </a:lnTo>
                  <a:lnTo>
                    <a:pt x="259080" y="1309547"/>
                  </a:lnTo>
                  <a:lnTo>
                    <a:pt x="255600" y="1320215"/>
                  </a:lnTo>
                  <a:lnTo>
                    <a:pt x="256413" y="1330883"/>
                  </a:lnTo>
                  <a:lnTo>
                    <a:pt x="261226" y="1340408"/>
                  </a:lnTo>
                  <a:lnTo>
                    <a:pt x="269748" y="1347647"/>
                  </a:lnTo>
                  <a:lnTo>
                    <a:pt x="349923" y="1394891"/>
                  </a:lnTo>
                  <a:lnTo>
                    <a:pt x="42672" y="1394891"/>
                  </a:lnTo>
                  <a:lnTo>
                    <a:pt x="42672" y="1451279"/>
                  </a:lnTo>
                  <a:lnTo>
                    <a:pt x="349923" y="1451279"/>
                  </a:lnTo>
                  <a:lnTo>
                    <a:pt x="269748" y="1498523"/>
                  </a:lnTo>
                  <a:lnTo>
                    <a:pt x="261226" y="1505991"/>
                  </a:lnTo>
                  <a:lnTo>
                    <a:pt x="256413" y="1516049"/>
                  </a:lnTo>
                  <a:lnTo>
                    <a:pt x="255600" y="1527238"/>
                  </a:lnTo>
                  <a:lnTo>
                    <a:pt x="259080" y="1538147"/>
                  </a:lnTo>
                  <a:lnTo>
                    <a:pt x="266560" y="1546644"/>
                  </a:lnTo>
                  <a:lnTo>
                    <a:pt x="276606" y="1551292"/>
                  </a:lnTo>
                  <a:lnTo>
                    <a:pt x="287794" y="1551647"/>
                  </a:lnTo>
                  <a:lnTo>
                    <a:pt x="298704" y="1547291"/>
                  </a:lnTo>
                  <a:lnTo>
                    <a:pt x="455676" y="1456461"/>
                  </a:lnTo>
                  <a:lnTo>
                    <a:pt x="512064" y="1423847"/>
                  </a:lnTo>
                  <a:close/>
                </a:path>
              </a:pathLst>
            </a:custGeom>
            <a:solidFill>
              <a:srgbClr val="91D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03126" y="1426035"/>
              <a:ext cx="719455" cy="257175"/>
            </a:xfrm>
            <a:custGeom>
              <a:avLst/>
              <a:gdLst/>
              <a:ahLst/>
              <a:cxnLst/>
              <a:rect l="l" t="t" r="r" b="b"/>
              <a:pathLst>
                <a:path w="719455" h="257175">
                  <a:moveTo>
                    <a:pt x="607156" y="128630"/>
                  </a:moveTo>
                  <a:lnTo>
                    <a:pt x="556494" y="99488"/>
                  </a:lnTo>
                  <a:lnTo>
                    <a:pt x="0" y="99488"/>
                  </a:lnTo>
                  <a:lnTo>
                    <a:pt x="0" y="157400"/>
                  </a:lnTo>
                  <a:lnTo>
                    <a:pt x="557899" y="157400"/>
                  </a:lnTo>
                  <a:lnTo>
                    <a:pt x="607156" y="128630"/>
                  </a:lnTo>
                  <a:close/>
                </a:path>
                <a:path w="719455" h="257175">
                  <a:moveTo>
                    <a:pt x="719328" y="128444"/>
                  </a:moveTo>
                  <a:lnTo>
                    <a:pt x="505968" y="3476"/>
                  </a:lnTo>
                  <a:lnTo>
                    <a:pt x="495061" y="0"/>
                  </a:lnTo>
                  <a:lnTo>
                    <a:pt x="483870" y="809"/>
                  </a:lnTo>
                  <a:lnTo>
                    <a:pt x="473821" y="5619"/>
                  </a:lnTo>
                  <a:lnTo>
                    <a:pt x="466344" y="14144"/>
                  </a:lnTo>
                  <a:lnTo>
                    <a:pt x="462867" y="24836"/>
                  </a:lnTo>
                  <a:lnTo>
                    <a:pt x="463677" y="35671"/>
                  </a:lnTo>
                  <a:lnTo>
                    <a:pt x="468487" y="45648"/>
                  </a:lnTo>
                  <a:lnTo>
                    <a:pt x="477012" y="53768"/>
                  </a:lnTo>
                  <a:lnTo>
                    <a:pt x="556494" y="99488"/>
                  </a:lnTo>
                  <a:lnTo>
                    <a:pt x="662940" y="99488"/>
                  </a:lnTo>
                  <a:lnTo>
                    <a:pt x="662940" y="161471"/>
                  </a:lnTo>
                  <a:lnTo>
                    <a:pt x="719328" y="128444"/>
                  </a:lnTo>
                  <a:close/>
                </a:path>
                <a:path w="719455" h="257175">
                  <a:moveTo>
                    <a:pt x="662940" y="161471"/>
                  </a:moveTo>
                  <a:lnTo>
                    <a:pt x="662940" y="157400"/>
                  </a:lnTo>
                  <a:lnTo>
                    <a:pt x="557899" y="157400"/>
                  </a:lnTo>
                  <a:lnTo>
                    <a:pt x="477012" y="204644"/>
                  </a:lnTo>
                  <a:lnTo>
                    <a:pt x="468487" y="211883"/>
                  </a:lnTo>
                  <a:lnTo>
                    <a:pt x="463677" y="221408"/>
                  </a:lnTo>
                  <a:lnTo>
                    <a:pt x="462867" y="232076"/>
                  </a:lnTo>
                  <a:lnTo>
                    <a:pt x="466344" y="242744"/>
                  </a:lnTo>
                  <a:lnTo>
                    <a:pt x="473821" y="251269"/>
                  </a:lnTo>
                  <a:lnTo>
                    <a:pt x="483870" y="256079"/>
                  </a:lnTo>
                  <a:lnTo>
                    <a:pt x="495061" y="256889"/>
                  </a:lnTo>
                  <a:lnTo>
                    <a:pt x="505968" y="253412"/>
                  </a:lnTo>
                  <a:lnTo>
                    <a:pt x="662940" y="161471"/>
                  </a:lnTo>
                  <a:close/>
                </a:path>
                <a:path w="719455" h="257175">
                  <a:moveTo>
                    <a:pt x="662940" y="157400"/>
                  </a:moveTo>
                  <a:lnTo>
                    <a:pt x="662940" y="99488"/>
                  </a:lnTo>
                  <a:lnTo>
                    <a:pt x="556494" y="99488"/>
                  </a:lnTo>
                  <a:lnTo>
                    <a:pt x="607156" y="128630"/>
                  </a:lnTo>
                  <a:lnTo>
                    <a:pt x="649224" y="104060"/>
                  </a:lnTo>
                  <a:lnTo>
                    <a:pt x="649224" y="157400"/>
                  </a:lnTo>
                  <a:lnTo>
                    <a:pt x="662940" y="157400"/>
                  </a:lnTo>
                  <a:close/>
                </a:path>
                <a:path w="719455" h="257175">
                  <a:moveTo>
                    <a:pt x="649224" y="157400"/>
                  </a:moveTo>
                  <a:lnTo>
                    <a:pt x="649224" y="152828"/>
                  </a:lnTo>
                  <a:lnTo>
                    <a:pt x="607156" y="128630"/>
                  </a:lnTo>
                  <a:lnTo>
                    <a:pt x="557899" y="157400"/>
                  </a:lnTo>
                  <a:lnTo>
                    <a:pt x="649224" y="157400"/>
                  </a:lnTo>
                  <a:close/>
                </a:path>
                <a:path w="719455" h="257175">
                  <a:moveTo>
                    <a:pt x="649224" y="152828"/>
                  </a:moveTo>
                  <a:lnTo>
                    <a:pt x="649224" y="104060"/>
                  </a:lnTo>
                  <a:lnTo>
                    <a:pt x="607156" y="128630"/>
                  </a:lnTo>
                  <a:lnTo>
                    <a:pt x="649224" y="152828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66550" y="1369647"/>
              <a:ext cx="469900" cy="256540"/>
            </a:xfrm>
            <a:custGeom>
              <a:avLst/>
              <a:gdLst/>
              <a:ahLst/>
              <a:cxnLst/>
              <a:rect l="l" t="t" r="r" b="b"/>
              <a:pathLst>
                <a:path w="469900" h="256539">
                  <a:moveTo>
                    <a:pt x="354711" y="127682"/>
                  </a:moveTo>
                  <a:lnTo>
                    <a:pt x="306439" y="99488"/>
                  </a:lnTo>
                  <a:lnTo>
                    <a:pt x="0" y="99488"/>
                  </a:lnTo>
                  <a:lnTo>
                    <a:pt x="0" y="155876"/>
                  </a:lnTo>
                  <a:lnTo>
                    <a:pt x="306439" y="155876"/>
                  </a:lnTo>
                  <a:lnTo>
                    <a:pt x="354711" y="127682"/>
                  </a:lnTo>
                  <a:close/>
                </a:path>
                <a:path w="469900" h="256539">
                  <a:moveTo>
                    <a:pt x="469392" y="128444"/>
                  </a:moveTo>
                  <a:lnTo>
                    <a:pt x="254508" y="3476"/>
                  </a:lnTo>
                  <a:lnTo>
                    <a:pt x="243840" y="0"/>
                  </a:lnTo>
                  <a:lnTo>
                    <a:pt x="233172" y="809"/>
                  </a:lnTo>
                  <a:lnTo>
                    <a:pt x="223647" y="5619"/>
                  </a:lnTo>
                  <a:lnTo>
                    <a:pt x="216408" y="14144"/>
                  </a:lnTo>
                  <a:lnTo>
                    <a:pt x="212907" y="24169"/>
                  </a:lnTo>
                  <a:lnTo>
                    <a:pt x="213550" y="34909"/>
                  </a:lnTo>
                  <a:lnTo>
                    <a:pt x="217908" y="44791"/>
                  </a:lnTo>
                  <a:lnTo>
                    <a:pt x="225552" y="52244"/>
                  </a:lnTo>
                  <a:lnTo>
                    <a:pt x="306439" y="99488"/>
                  </a:lnTo>
                  <a:lnTo>
                    <a:pt x="411480" y="99488"/>
                  </a:lnTo>
                  <a:lnTo>
                    <a:pt x="411480" y="161713"/>
                  </a:lnTo>
                  <a:lnTo>
                    <a:pt x="469392" y="128444"/>
                  </a:lnTo>
                  <a:close/>
                </a:path>
                <a:path w="469900" h="256539">
                  <a:moveTo>
                    <a:pt x="411480" y="161713"/>
                  </a:moveTo>
                  <a:lnTo>
                    <a:pt x="411480" y="155876"/>
                  </a:lnTo>
                  <a:lnTo>
                    <a:pt x="306439" y="155876"/>
                  </a:lnTo>
                  <a:lnTo>
                    <a:pt x="225552" y="203120"/>
                  </a:lnTo>
                  <a:lnTo>
                    <a:pt x="217908" y="210597"/>
                  </a:lnTo>
                  <a:lnTo>
                    <a:pt x="213550" y="220646"/>
                  </a:lnTo>
                  <a:lnTo>
                    <a:pt x="212907" y="231838"/>
                  </a:lnTo>
                  <a:lnTo>
                    <a:pt x="216408" y="242744"/>
                  </a:lnTo>
                  <a:lnTo>
                    <a:pt x="223647" y="251245"/>
                  </a:lnTo>
                  <a:lnTo>
                    <a:pt x="233172" y="255889"/>
                  </a:lnTo>
                  <a:lnTo>
                    <a:pt x="243840" y="256246"/>
                  </a:lnTo>
                  <a:lnTo>
                    <a:pt x="254508" y="251888"/>
                  </a:lnTo>
                  <a:lnTo>
                    <a:pt x="411480" y="161713"/>
                  </a:lnTo>
                  <a:close/>
                </a:path>
                <a:path w="469900" h="256539">
                  <a:moveTo>
                    <a:pt x="411480" y="155876"/>
                  </a:moveTo>
                  <a:lnTo>
                    <a:pt x="411480" y="99488"/>
                  </a:lnTo>
                  <a:lnTo>
                    <a:pt x="306439" y="99488"/>
                  </a:lnTo>
                  <a:lnTo>
                    <a:pt x="354711" y="127682"/>
                  </a:lnTo>
                  <a:lnTo>
                    <a:pt x="397764" y="102536"/>
                  </a:lnTo>
                  <a:lnTo>
                    <a:pt x="397764" y="155876"/>
                  </a:lnTo>
                  <a:lnTo>
                    <a:pt x="411480" y="155876"/>
                  </a:lnTo>
                  <a:close/>
                </a:path>
                <a:path w="469900" h="256539">
                  <a:moveTo>
                    <a:pt x="397764" y="155876"/>
                  </a:moveTo>
                  <a:lnTo>
                    <a:pt x="397764" y="152828"/>
                  </a:lnTo>
                  <a:lnTo>
                    <a:pt x="354711" y="127682"/>
                  </a:lnTo>
                  <a:lnTo>
                    <a:pt x="306439" y="155876"/>
                  </a:lnTo>
                  <a:lnTo>
                    <a:pt x="397764" y="155876"/>
                  </a:lnTo>
                  <a:close/>
                </a:path>
                <a:path w="469900" h="256539">
                  <a:moveTo>
                    <a:pt x="397764" y="152828"/>
                  </a:moveTo>
                  <a:lnTo>
                    <a:pt x="397764" y="102536"/>
                  </a:lnTo>
                  <a:lnTo>
                    <a:pt x="354711" y="127682"/>
                  </a:lnTo>
                  <a:lnTo>
                    <a:pt x="397764" y="152828"/>
                  </a:lnTo>
                  <a:close/>
                </a:path>
              </a:pathLst>
            </a:custGeom>
            <a:solidFill>
              <a:srgbClr val="91D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421765" y="1708416"/>
              <a:ext cx="2105025" cy="368935"/>
            </a:xfrm>
            <a:custGeom>
              <a:avLst/>
              <a:gdLst/>
              <a:ahLst/>
              <a:cxnLst/>
              <a:rect l="l" t="t" r="r" b="b"/>
              <a:pathLst>
                <a:path w="2105025" h="368935">
                  <a:moveTo>
                    <a:pt x="1203960" y="316992"/>
                  </a:moveTo>
                  <a:lnTo>
                    <a:pt x="1118616" y="268224"/>
                  </a:lnTo>
                  <a:lnTo>
                    <a:pt x="1115568" y="266700"/>
                  </a:lnTo>
                  <a:lnTo>
                    <a:pt x="1110996" y="266700"/>
                  </a:lnTo>
                  <a:lnTo>
                    <a:pt x="1107948" y="272796"/>
                  </a:lnTo>
                  <a:lnTo>
                    <a:pt x="1109472" y="277368"/>
                  </a:lnTo>
                  <a:lnTo>
                    <a:pt x="1112520" y="278892"/>
                  </a:lnTo>
                  <a:lnTo>
                    <a:pt x="1167701" y="310896"/>
                  </a:lnTo>
                  <a:lnTo>
                    <a:pt x="53022" y="310896"/>
                  </a:lnTo>
                  <a:lnTo>
                    <a:pt x="108204" y="278892"/>
                  </a:lnTo>
                  <a:lnTo>
                    <a:pt x="111252" y="277368"/>
                  </a:lnTo>
                  <a:lnTo>
                    <a:pt x="112776" y="272796"/>
                  </a:lnTo>
                  <a:lnTo>
                    <a:pt x="109728" y="266700"/>
                  </a:lnTo>
                  <a:lnTo>
                    <a:pt x="105156" y="266700"/>
                  </a:lnTo>
                  <a:lnTo>
                    <a:pt x="102108" y="268224"/>
                  </a:lnTo>
                  <a:lnTo>
                    <a:pt x="16764" y="316992"/>
                  </a:lnTo>
                  <a:lnTo>
                    <a:pt x="28956" y="324167"/>
                  </a:lnTo>
                  <a:lnTo>
                    <a:pt x="28956" y="324612"/>
                  </a:lnTo>
                  <a:lnTo>
                    <a:pt x="29692" y="324612"/>
                  </a:lnTo>
                  <a:lnTo>
                    <a:pt x="102108" y="367284"/>
                  </a:lnTo>
                  <a:lnTo>
                    <a:pt x="105156" y="368808"/>
                  </a:lnTo>
                  <a:lnTo>
                    <a:pt x="109728" y="368808"/>
                  </a:lnTo>
                  <a:lnTo>
                    <a:pt x="112776" y="362712"/>
                  </a:lnTo>
                  <a:lnTo>
                    <a:pt x="111252" y="358140"/>
                  </a:lnTo>
                  <a:lnTo>
                    <a:pt x="108204" y="356616"/>
                  </a:lnTo>
                  <a:lnTo>
                    <a:pt x="53022" y="324612"/>
                  </a:lnTo>
                  <a:lnTo>
                    <a:pt x="1167701" y="324612"/>
                  </a:lnTo>
                  <a:lnTo>
                    <a:pt x="1112520" y="356616"/>
                  </a:lnTo>
                  <a:lnTo>
                    <a:pt x="1109472" y="358140"/>
                  </a:lnTo>
                  <a:lnTo>
                    <a:pt x="1107948" y="362712"/>
                  </a:lnTo>
                  <a:lnTo>
                    <a:pt x="1110996" y="368808"/>
                  </a:lnTo>
                  <a:lnTo>
                    <a:pt x="1115568" y="368808"/>
                  </a:lnTo>
                  <a:lnTo>
                    <a:pt x="1118616" y="367284"/>
                  </a:lnTo>
                  <a:lnTo>
                    <a:pt x="1191031" y="324612"/>
                  </a:lnTo>
                  <a:lnTo>
                    <a:pt x="1191768" y="324612"/>
                  </a:lnTo>
                  <a:lnTo>
                    <a:pt x="1191768" y="324167"/>
                  </a:lnTo>
                  <a:lnTo>
                    <a:pt x="1203960" y="316992"/>
                  </a:lnTo>
                  <a:close/>
                </a:path>
                <a:path w="2105025" h="368935">
                  <a:moveTo>
                    <a:pt x="2104644" y="50292"/>
                  </a:moveTo>
                  <a:lnTo>
                    <a:pt x="2019300" y="1524"/>
                  </a:lnTo>
                  <a:lnTo>
                    <a:pt x="2016252" y="0"/>
                  </a:lnTo>
                  <a:lnTo>
                    <a:pt x="2011680" y="0"/>
                  </a:lnTo>
                  <a:lnTo>
                    <a:pt x="2008632" y="6096"/>
                  </a:lnTo>
                  <a:lnTo>
                    <a:pt x="2008632" y="10668"/>
                  </a:lnTo>
                  <a:lnTo>
                    <a:pt x="2011680" y="12192"/>
                  </a:lnTo>
                  <a:lnTo>
                    <a:pt x="2066861" y="44196"/>
                  </a:lnTo>
                  <a:lnTo>
                    <a:pt x="37782" y="44196"/>
                  </a:lnTo>
                  <a:lnTo>
                    <a:pt x="92964" y="12192"/>
                  </a:lnTo>
                  <a:lnTo>
                    <a:pt x="96012" y="10668"/>
                  </a:lnTo>
                  <a:lnTo>
                    <a:pt x="96012" y="6096"/>
                  </a:lnTo>
                  <a:lnTo>
                    <a:pt x="92964" y="0"/>
                  </a:lnTo>
                  <a:lnTo>
                    <a:pt x="89916" y="0"/>
                  </a:lnTo>
                  <a:lnTo>
                    <a:pt x="86868" y="1524"/>
                  </a:lnTo>
                  <a:lnTo>
                    <a:pt x="0" y="50292"/>
                  </a:lnTo>
                  <a:lnTo>
                    <a:pt x="13716" y="58229"/>
                  </a:lnTo>
                  <a:lnTo>
                    <a:pt x="86868" y="100584"/>
                  </a:lnTo>
                  <a:lnTo>
                    <a:pt x="89916" y="102108"/>
                  </a:lnTo>
                  <a:lnTo>
                    <a:pt x="92964" y="102108"/>
                  </a:lnTo>
                  <a:lnTo>
                    <a:pt x="96012" y="96012"/>
                  </a:lnTo>
                  <a:lnTo>
                    <a:pt x="96012" y="91440"/>
                  </a:lnTo>
                  <a:lnTo>
                    <a:pt x="92964" y="89916"/>
                  </a:lnTo>
                  <a:lnTo>
                    <a:pt x="37782" y="57912"/>
                  </a:lnTo>
                  <a:lnTo>
                    <a:pt x="2066861" y="57912"/>
                  </a:lnTo>
                  <a:lnTo>
                    <a:pt x="2011680" y="89916"/>
                  </a:lnTo>
                  <a:lnTo>
                    <a:pt x="2008632" y="91440"/>
                  </a:lnTo>
                  <a:lnTo>
                    <a:pt x="2008632" y="96012"/>
                  </a:lnTo>
                  <a:lnTo>
                    <a:pt x="2011680" y="102108"/>
                  </a:lnTo>
                  <a:lnTo>
                    <a:pt x="2016252" y="102108"/>
                  </a:lnTo>
                  <a:lnTo>
                    <a:pt x="2019300" y="100584"/>
                  </a:lnTo>
                  <a:lnTo>
                    <a:pt x="2090928" y="58369"/>
                  </a:lnTo>
                  <a:lnTo>
                    <a:pt x="2104644" y="50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831469" y="1606295"/>
            <a:ext cx="424180" cy="4013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21367" dirty="0">
                <a:latin typeface="Arial MT"/>
                <a:cs typeface="Arial MT"/>
              </a:rPr>
              <a:t>1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802769" y="1854707"/>
            <a:ext cx="424180" cy="3994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21367" dirty="0">
                <a:latin typeface="Arial MT"/>
                <a:cs typeface="Arial MT"/>
              </a:rPr>
              <a:t>2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536065" y="2622816"/>
            <a:ext cx="3276600" cy="102235"/>
          </a:xfrm>
          <a:custGeom>
            <a:avLst/>
            <a:gdLst/>
            <a:ahLst/>
            <a:cxnLst/>
            <a:rect l="l" t="t" r="r" b="b"/>
            <a:pathLst>
              <a:path w="3276600" h="102235">
                <a:moveTo>
                  <a:pt x="3276600" y="50292"/>
                </a:moveTo>
                <a:lnTo>
                  <a:pt x="3191256" y="1524"/>
                </a:lnTo>
                <a:lnTo>
                  <a:pt x="3188208" y="0"/>
                </a:lnTo>
                <a:lnTo>
                  <a:pt x="3185160" y="0"/>
                </a:lnTo>
                <a:lnTo>
                  <a:pt x="3183636" y="3048"/>
                </a:lnTo>
                <a:lnTo>
                  <a:pt x="3180588" y="6096"/>
                </a:lnTo>
                <a:lnTo>
                  <a:pt x="3182112" y="10668"/>
                </a:lnTo>
                <a:lnTo>
                  <a:pt x="3185160" y="12192"/>
                </a:lnTo>
                <a:lnTo>
                  <a:pt x="3240341" y="44196"/>
                </a:lnTo>
                <a:lnTo>
                  <a:pt x="1211262" y="44196"/>
                </a:lnTo>
                <a:lnTo>
                  <a:pt x="1266444" y="12192"/>
                </a:lnTo>
                <a:lnTo>
                  <a:pt x="1269492" y="10668"/>
                </a:lnTo>
                <a:lnTo>
                  <a:pt x="1269492" y="6096"/>
                </a:lnTo>
                <a:lnTo>
                  <a:pt x="1266444" y="0"/>
                </a:lnTo>
                <a:lnTo>
                  <a:pt x="1261872" y="0"/>
                </a:lnTo>
                <a:lnTo>
                  <a:pt x="1258824" y="1524"/>
                </a:lnTo>
                <a:lnTo>
                  <a:pt x="1181862" y="45504"/>
                </a:lnTo>
                <a:lnTo>
                  <a:pt x="1104900" y="1524"/>
                </a:lnTo>
                <a:lnTo>
                  <a:pt x="1101852" y="0"/>
                </a:lnTo>
                <a:lnTo>
                  <a:pt x="1097280" y="0"/>
                </a:lnTo>
                <a:lnTo>
                  <a:pt x="1094232" y="6096"/>
                </a:lnTo>
                <a:lnTo>
                  <a:pt x="1094232" y="10668"/>
                </a:lnTo>
                <a:lnTo>
                  <a:pt x="1097280" y="12192"/>
                </a:lnTo>
                <a:lnTo>
                  <a:pt x="1152461" y="44196"/>
                </a:lnTo>
                <a:lnTo>
                  <a:pt x="37782" y="44196"/>
                </a:lnTo>
                <a:lnTo>
                  <a:pt x="92964" y="12192"/>
                </a:lnTo>
                <a:lnTo>
                  <a:pt x="96012" y="10668"/>
                </a:lnTo>
                <a:lnTo>
                  <a:pt x="96012" y="6096"/>
                </a:lnTo>
                <a:lnTo>
                  <a:pt x="92964" y="0"/>
                </a:lnTo>
                <a:lnTo>
                  <a:pt x="89916" y="0"/>
                </a:lnTo>
                <a:lnTo>
                  <a:pt x="86868" y="1524"/>
                </a:lnTo>
                <a:lnTo>
                  <a:pt x="0" y="50292"/>
                </a:lnTo>
                <a:lnTo>
                  <a:pt x="13716" y="58229"/>
                </a:lnTo>
                <a:lnTo>
                  <a:pt x="86868" y="100584"/>
                </a:lnTo>
                <a:lnTo>
                  <a:pt x="89916" y="102108"/>
                </a:lnTo>
                <a:lnTo>
                  <a:pt x="92964" y="102108"/>
                </a:lnTo>
                <a:lnTo>
                  <a:pt x="96012" y="96012"/>
                </a:lnTo>
                <a:lnTo>
                  <a:pt x="96012" y="91440"/>
                </a:lnTo>
                <a:lnTo>
                  <a:pt x="92964" y="89916"/>
                </a:lnTo>
                <a:lnTo>
                  <a:pt x="37782" y="57912"/>
                </a:lnTo>
                <a:lnTo>
                  <a:pt x="1152461" y="57912"/>
                </a:lnTo>
                <a:lnTo>
                  <a:pt x="1097280" y="89916"/>
                </a:lnTo>
                <a:lnTo>
                  <a:pt x="1094232" y="91440"/>
                </a:lnTo>
                <a:lnTo>
                  <a:pt x="1094232" y="96012"/>
                </a:lnTo>
                <a:lnTo>
                  <a:pt x="1097280" y="102108"/>
                </a:lnTo>
                <a:lnTo>
                  <a:pt x="1101852" y="102108"/>
                </a:lnTo>
                <a:lnTo>
                  <a:pt x="1104900" y="100584"/>
                </a:lnTo>
                <a:lnTo>
                  <a:pt x="1176528" y="58369"/>
                </a:lnTo>
                <a:lnTo>
                  <a:pt x="1181862" y="55232"/>
                </a:lnTo>
                <a:lnTo>
                  <a:pt x="1187196" y="58369"/>
                </a:lnTo>
                <a:lnTo>
                  <a:pt x="1258824" y="100584"/>
                </a:lnTo>
                <a:lnTo>
                  <a:pt x="1261872" y="102108"/>
                </a:lnTo>
                <a:lnTo>
                  <a:pt x="1266444" y="102108"/>
                </a:lnTo>
                <a:lnTo>
                  <a:pt x="1269492" y="96012"/>
                </a:lnTo>
                <a:lnTo>
                  <a:pt x="1269492" y="91440"/>
                </a:lnTo>
                <a:lnTo>
                  <a:pt x="1266444" y="89916"/>
                </a:lnTo>
                <a:lnTo>
                  <a:pt x="1211262" y="57912"/>
                </a:lnTo>
                <a:lnTo>
                  <a:pt x="3240341" y="57912"/>
                </a:lnTo>
                <a:lnTo>
                  <a:pt x="3185160" y="89916"/>
                </a:lnTo>
                <a:lnTo>
                  <a:pt x="3182112" y="91440"/>
                </a:lnTo>
                <a:lnTo>
                  <a:pt x="3180588" y="96012"/>
                </a:lnTo>
                <a:lnTo>
                  <a:pt x="3183636" y="99060"/>
                </a:lnTo>
                <a:lnTo>
                  <a:pt x="3185160" y="102108"/>
                </a:lnTo>
                <a:lnTo>
                  <a:pt x="3188208" y="102108"/>
                </a:lnTo>
                <a:lnTo>
                  <a:pt x="3191256" y="100584"/>
                </a:lnTo>
                <a:lnTo>
                  <a:pt x="3263671" y="57912"/>
                </a:lnTo>
                <a:lnTo>
                  <a:pt x="3264408" y="57912"/>
                </a:lnTo>
                <a:lnTo>
                  <a:pt x="3264408" y="57467"/>
                </a:lnTo>
                <a:lnTo>
                  <a:pt x="3276600" y="5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550797" y="2444495"/>
            <a:ext cx="421005" cy="4013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21367" dirty="0">
                <a:latin typeface="Arial MT"/>
                <a:cs typeface="Arial MT"/>
              </a:rPr>
              <a:t>1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921642" y="2444495"/>
            <a:ext cx="421005" cy="401320"/>
          </a:xfrm>
          <a:custGeom>
            <a:avLst/>
            <a:gdLst/>
            <a:ahLst/>
            <a:cxnLst/>
            <a:rect l="l" t="t" r="r" b="b"/>
            <a:pathLst>
              <a:path w="421005" h="401319">
                <a:moveTo>
                  <a:pt x="420623" y="400811"/>
                </a:moveTo>
                <a:lnTo>
                  <a:pt x="420623" y="0"/>
                </a:lnTo>
                <a:lnTo>
                  <a:pt x="0" y="0"/>
                </a:lnTo>
                <a:lnTo>
                  <a:pt x="0" y="400811"/>
                </a:lnTo>
                <a:lnTo>
                  <a:pt x="420623" y="4008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921642" y="2444495"/>
            <a:ext cx="421005" cy="4013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00"/>
              </a:spcBef>
            </a:pP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21367" dirty="0">
                <a:latin typeface="Arial MT"/>
                <a:cs typeface="Arial MT"/>
              </a:rPr>
              <a:t>2</a:t>
            </a:r>
            <a:endParaRPr sz="1950" baseline="-21367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819534" y="2780871"/>
            <a:ext cx="2993390" cy="1221740"/>
            <a:chOff x="1819534" y="2780871"/>
            <a:chExt cx="2993390" cy="1221740"/>
          </a:xfrm>
        </p:grpSpPr>
        <p:sp>
          <p:nvSpPr>
            <p:cNvPr id="63" name="object 63"/>
            <p:cNvSpPr/>
            <p:nvPr/>
          </p:nvSpPr>
          <p:spPr>
            <a:xfrm>
              <a:off x="1819534" y="2780871"/>
              <a:ext cx="719455" cy="256540"/>
            </a:xfrm>
            <a:custGeom>
              <a:avLst/>
              <a:gdLst/>
              <a:ahLst/>
              <a:cxnLst/>
              <a:rect l="l" t="t" r="r" b="b"/>
              <a:pathLst>
                <a:path w="719455" h="256539">
                  <a:moveTo>
                    <a:pt x="256460" y="24812"/>
                  </a:moveTo>
                  <a:lnTo>
                    <a:pt x="252984" y="14144"/>
                  </a:lnTo>
                  <a:lnTo>
                    <a:pt x="244863" y="5619"/>
                  </a:lnTo>
                  <a:lnTo>
                    <a:pt x="234886" y="809"/>
                  </a:lnTo>
                  <a:lnTo>
                    <a:pt x="224051" y="0"/>
                  </a:lnTo>
                  <a:lnTo>
                    <a:pt x="213360" y="3476"/>
                  </a:lnTo>
                  <a:lnTo>
                    <a:pt x="0" y="128444"/>
                  </a:lnTo>
                  <a:lnTo>
                    <a:pt x="56388" y="161069"/>
                  </a:lnTo>
                  <a:lnTo>
                    <a:pt x="56388" y="99488"/>
                  </a:lnTo>
                  <a:lnTo>
                    <a:pt x="161428" y="99488"/>
                  </a:lnTo>
                  <a:lnTo>
                    <a:pt x="242316" y="52244"/>
                  </a:lnTo>
                  <a:lnTo>
                    <a:pt x="250840" y="45005"/>
                  </a:lnTo>
                  <a:lnTo>
                    <a:pt x="255651" y="35480"/>
                  </a:lnTo>
                  <a:lnTo>
                    <a:pt x="256460" y="24812"/>
                  </a:lnTo>
                  <a:close/>
                </a:path>
                <a:path w="719455" h="256539">
                  <a:moveTo>
                    <a:pt x="161428" y="99488"/>
                  </a:moveTo>
                  <a:lnTo>
                    <a:pt x="56388" y="99488"/>
                  </a:lnTo>
                  <a:lnTo>
                    <a:pt x="56388" y="155876"/>
                  </a:lnTo>
                  <a:lnTo>
                    <a:pt x="70104" y="155876"/>
                  </a:lnTo>
                  <a:lnTo>
                    <a:pt x="70104" y="102536"/>
                  </a:lnTo>
                  <a:lnTo>
                    <a:pt x="113157" y="127682"/>
                  </a:lnTo>
                  <a:lnTo>
                    <a:pt x="161428" y="99488"/>
                  </a:lnTo>
                  <a:close/>
                </a:path>
                <a:path w="719455" h="256539">
                  <a:moveTo>
                    <a:pt x="256460" y="231838"/>
                  </a:moveTo>
                  <a:lnTo>
                    <a:pt x="255651" y="220646"/>
                  </a:lnTo>
                  <a:lnTo>
                    <a:pt x="250840" y="210597"/>
                  </a:lnTo>
                  <a:lnTo>
                    <a:pt x="242316" y="203120"/>
                  </a:lnTo>
                  <a:lnTo>
                    <a:pt x="161428" y="155876"/>
                  </a:lnTo>
                  <a:lnTo>
                    <a:pt x="56388" y="155876"/>
                  </a:lnTo>
                  <a:lnTo>
                    <a:pt x="56388" y="161069"/>
                  </a:lnTo>
                  <a:lnTo>
                    <a:pt x="213360" y="251888"/>
                  </a:lnTo>
                  <a:lnTo>
                    <a:pt x="224051" y="256246"/>
                  </a:lnTo>
                  <a:lnTo>
                    <a:pt x="234886" y="255889"/>
                  </a:lnTo>
                  <a:lnTo>
                    <a:pt x="244863" y="251245"/>
                  </a:lnTo>
                  <a:lnTo>
                    <a:pt x="252984" y="242744"/>
                  </a:lnTo>
                  <a:lnTo>
                    <a:pt x="256460" y="231838"/>
                  </a:lnTo>
                  <a:close/>
                </a:path>
                <a:path w="719455" h="256539">
                  <a:moveTo>
                    <a:pt x="113157" y="127682"/>
                  </a:moveTo>
                  <a:lnTo>
                    <a:pt x="70104" y="102536"/>
                  </a:lnTo>
                  <a:lnTo>
                    <a:pt x="70104" y="152828"/>
                  </a:lnTo>
                  <a:lnTo>
                    <a:pt x="113157" y="127682"/>
                  </a:lnTo>
                  <a:close/>
                </a:path>
                <a:path w="719455" h="256539">
                  <a:moveTo>
                    <a:pt x="161428" y="155876"/>
                  </a:moveTo>
                  <a:lnTo>
                    <a:pt x="113157" y="127682"/>
                  </a:lnTo>
                  <a:lnTo>
                    <a:pt x="70104" y="152828"/>
                  </a:lnTo>
                  <a:lnTo>
                    <a:pt x="70104" y="155876"/>
                  </a:lnTo>
                  <a:lnTo>
                    <a:pt x="161428" y="155876"/>
                  </a:lnTo>
                  <a:close/>
                </a:path>
                <a:path w="719455" h="256539">
                  <a:moveTo>
                    <a:pt x="719328" y="155876"/>
                  </a:moveTo>
                  <a:lnTo>
                    <a:pt x="719328" y="99488"/>
                  </a:lnTo>
                  <a:lnTo>
                    <a:pt x="161428" y="99488"/>
                  </a:lnTo>
                  <a:lnTo>
                    <a:pt x="113157" y="127682"/>
                  </a:lnTo>
                  <a:lnTo>
                    <a:pt x="161428" y="155876"/>
                  </a:lnTo>
                  <a:lnTo>
                    <a:pt x="719328" y="155876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09550" y="3898392"/>
              <a:ext cx="2103120" cy="104139"/>
            </a:xfrm>
            <a:custGeom>
              <a:avLst/>
              <a:gdLst/>
              <a:ahLst/>
              <a:cxnLst/>
              <a:rect l="l" t="t" r="r" b="b"/>
              <a:pathLst>
                <a:path w="2103120" h="104139">
                  <a:moveTo>
                    <a:pt x="96012" y="10668"/>
                  </a:moveTo>
                  <a:lnTo>
                    <a:pt x="96012" y="7620"/>
                  </a:lnTo>
                  <a:lnTo>
                    <a:pt x="92964" y="1524"/>
                  </a:lnTo>
                  <a:lnTo>
                    <a:pt x="88392" y="0"/>
                  </a:lnTo>
                  <a:lnTo>
                    <a:pt x="85344" y="1524"/>
                  </a:lnTo>
                  <a:lnTo>
                    <a:pt x="0" y="51816"/>
                  </a:lnTo>
                  <a:lnTo>
                    <a:pt x="13716" y="59898"/>
                  </a:lnTo>
                  <a:lnTo>
                    <a:pt x="13716" y="45720"/>
                  </a:lnTo>
                  <a:lnTo>
                    <a:pt x="37084" y="45720"/>
                  </a:lnTo>
                  <a:lnTo>
                    <a:pt x="92964" y="12192"/>
                  </a:lnTo>
                  <a:lnTo>
                    <a:pt x="96012" y="10668"/>
                  </a:lnTo>
                  <a:close/>
                </a:path>
                <a:path w="2103120" h="104139">
                  <a:moveTo>
                    <a:pt x="26924" y="51816"/>
                  </a:moveTo>
                  <a:lnTo>
                    <a:pt x="16764" y="45720"/>
                  </a:lnTo>
                  <a:lnTo>
                    <a:pt x="13716" y="45720"/>
                  </a:lnTo>
                  <a:lnTo>
                    <a:pt x="13716" y="57912"/>
                  </a:lnTo>
                  <a:lnTo>
                    <a:pt x="16764" y="57912"/>
                  </a:lnTo>
                  <a:lnTo>
                    <a:pt x="26924" y="51816"/>
                  </a:lnTo>
                  <a:close/>
                </a:path>
                <a:path w="2103120" h="104139">
                  <a:moveTo>
                    <a:pt x="96012" y="96012"/>
                  </a:moveTo>
                  <a:lnTo>
                    <a:pt x="96012" y="92964"/>
                  </a:lnTo>
                  <a:lnTo>
                    <a:pt x="92964" y="91440"/>
                  </a:lnTo>
                  <a:lnTo>
                    <a:pt x="37084" y="57912"/>
                  </a:lnTo>
                  <a:lnTo>
                    <a:pt x="13716" y="57912"/>
                  </a:lnTo>
                  <a:lnTo>
                    <a:pt x="13716" y="59898"/>
                  </a:lnTo>
                  <a:lnTo>
                    <a:pt x="85344" y="102108"/>
                  </a:lnTo>
                  <a:lnTo>
                    <a:pt x="88392" y="103632"/>
                  </a:lnTo>
                  <a:lnTo>
                    <a:pt x="92964" y="102108"/>
                  </a:lnTo>
                  <a:lnTo>
                    <a:pt x="96012" y="96012"/>
                  </a:lnTo>
                  <a:close/>
                </a:path>
                <a:path w="2103120" h="104139">
                  <a:moveTo>
                    <a:pt x="37084" y="45720"/>
                  </a:moveTo>
                  <a:lnTo>
                    <a:pt x="16764" y="45720"/>
                  </a:lnTo>
                  <a:lnTo>
                    <a:pt x="26924" y="51816"/>
                  </a:lnTo>
                  <a:lnTo>
                    <a:pt x="37084" y="45720"/>
                  </a:lnTo>
                  <a:close/>
                </a:path>
                <a:path w="2103120" h="104139">
                  <a:moveTo>
                    <a:pt x="37084" y="57912"/>
                  </a:moveTo>
                  <a:lnTo>
                    <a:pt x="26924" y="51816"/>
                  </a:lnTo>
                  <a:lnTo>
                    <a:pt x="16764" y="57912"/>
                  </a:lnTo>
                  <a:lnTo>
                    <a:pt x="37084" y="57912"/>
                  </a:lnTo>
                  <a:close/>
                </a:path>
                <a:path w="2103120" h="104139">
                  <a:moveTo>
                    <a:pt x="2077720" y="51816"/>
                  </a:moveTo>
                  <a:lnTo>
                    <a:pt x="2067560" y="45720"/>
                  </a:lnTo>
                  <a:lnTo>
                    <a:pt x="37084" y="45720"/>
                  </a:lnTo>
                  <a:lnTo>
                    <a:pt x="26924" y="51816"/>
                  </a:lnTo>
                  <a:lnTo>
                    <a:pt x="37084" y="57912"/>
                  </a:lnTo>
                  <a:lnTo>
                    <a:pt x="2067560" y="57912"/>
                  </a:lnTo>
                  <a:lnTo>
                    <a:pt x="2077720" y="51816"/>
                  </a:lnTo>
                  <a:close/>
                </a:path>
                <a:path w="2103120" h="104139">
                  <a:moveTo>
                    <a:pt x="2103120" y="51816"/>
                  </a:moveTo>
                  <a:lnTo>
                    <a:pt x="2017776" y="1524"/>
                  </a:lnTo>
                  <a:lnTo>
                    <a:pt x="2014728" y="0"/>
                  </a:lnTo>
                  <a:lnTo>
                    <a:pt x="2011680" y="1524"/>
                  </a:lnTo>
                  <a:lnTo>
                    <a:pt x="2010156" y="4572"/>
                  </a:lnTo>
                  <a:lnTo>
                    <a:pt x="2007108" y="7620"/>
                  </a:lnTo>
                  <a:lnTo>
                    <a:pt x="2008632" y="10668"/>
                  </a:lnTo>
                  <a:lnTo>
                    <a:pt x="2011680" y="12192"/>
                  </a:lnTo>
                  <a:lnTo>
                    <a:pt x="2067560" y="45720"/>
                  </a:lnTo>
                  <a:lnTo>
                    <a:pt x="2090928" y="45720"/>
                  </a:lnTo>
                  <a:lnTo>
                    <a:pt x="2090928" y="59000"/>
                  </a:lnTo>
                  <a:lnTo>
                    <a:pt x="2103120" y="51816"/>
                  </a:lnTo>
                  <a:close/>
                </a:path>
                <a:path w="2103120" h="104139">
                  <a:moveTo>
                    <a:pt x="2090928" y="59000"/>
                  </a:moveTo>
                  <a:lnTo>
                    <a:pt x="2090928" y="57912"/>
                  </a:lnTo>
                  <a:lnTo>
                    <a:pt x="2067560" y="57912"/>
                  </a:lnTo>
                  <a:lnTo>
                    <a:pt x="2011680" y="91440"/>
                  </a:lnTo>
                  <a:lnTo>
                    <a:pt x="2008632" y="92964"/>
                  </a:lnTo>
                  <a:lnTo>
                    <a:pt x="2007108" y="96012"/>
                  </a:lnTo>
                  <a:lnTo>
                    <a:pt x="2010156" y="99060"/>
                  </a:lnTo>
                  <a:lnTo>
                    <a:pt x="2011680" y="102108"/>
                  </a:lnTo>
                  <a:lnTo>
                    <a:pt x="2014728" y="103632"/>
                  </a:lnTo>
                  <a:lnTo>
                    <a:pt x="2017776" y="102108"/>
                  </a:lnTo>
                  <a:lnTo>
                    <a:pt x="2090928" y="59000"/>
                  </a:lnTo>
                  <a:close/>
                </a:path>
                <a:path w="2103120" h="104139">
                  <a:moveTo>
                    <a:pt x="2087880" y="45720"/>
                  </a:moveTo>
                  <a:lnTo>
                    <a:pt x="2067560" y="45720"/>
                  </a:lnTo>
                  <a:lnTo>
                    <a:pt x="2077720" y="51816"/>
                  </a:lnTo>
                  <a:lnTo>
                    <a:pt x="2087880" y="45720"/>
                  </a:lnTo>
                  <a:close/>
                </a:path>
                <a:path w="2103120" h="104139">
                  <a:moveTo>
                    <a:pt x="2087880" y="57912"/>
                  </a:moveTo>
                  <a:lnTo>
                    <a:pt x="2077720" y="51816"/>
                  </a:lnTo>
                  <a:lnTo>
                    <a:pt x="2067560" y="57912"/>
                  </a:lnTo>
                  <a:lnTo>
                    <a:pt x="2087880" y="57912"/>
                  </a:lnTo>
                  <a:close/>
                </a:path>
                <a:path w="2103120" h="104139">
                  <a:moveTo>
                    <a:pt x="2090928" y="57912"/>
                  </a:moveTo>
                  <a:lnTo>
                    <a:pt x="2090928" y="45720"/>
                  </a:lnTo>
                  <a:lnTo>
                    <a:pt x="2087880" y="45720"/>
                  </a:lnTo>
                  <a:lnTo>
                    <a:pt x="2077720" y="51816"/>
                  </a:lnTo>
                  <a:lnTo>
                    <a:pt x="2087880" y="57912"/>
                  </a:lnTo>
                  <a:lnTo>
                    <a:pt x="2090928" y="57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550797" y="3721608"/>
            <a:ext cx="421005" cy="3994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21367" dirty="0">
                <a:latin typeface="Arial MT"/>
                <a:cs typeface="Arial MT"/>
              </a:rPr>
              <a:t>1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362078" y="4216908"/>
            <a:ext cx="102235" cy="1188720"/>
          </a:xfrm>
          <a:custGeom>
            <a:avLst/>
            <a:gdLst/>
            <a:ahLst/>
            <a:cxnLst/>
            <a:rect l="l" t="t" r="r" b="b"/>
            <a:pathLst>
              <a:path w="102235" h="1188720">
                <a:moveTo>
                  <a:pt x="57476" y="12192"/>
                </a:moveTo>
                <a:lnTo>
                  <a:pt x="50292" y="0"/>
                </a:lnTo>
                <a:lnTo>
                  <a:pt x="1524" y="85344"/>
                </a:lnTo>
                <a:lnTo>
                  <a:pt x="0" y="88392"/>
                </a:lnTo>
                <a:lnTo>
                  <a:pt x="0" y="92964"/>
                </a:lnTo>
                <a:lnTo>
                  <a:pt x="6096" y="96012"/>
                </a:lnTo>
                <a:lnTo>
                  <a:pt x="10668" y="94488"/>
                </a:lnTo>
                <a:lnTo>
                  <a:pt x="12192" y="91440"/>
                </a:lnTo>
                <a:lnTo>
                  <a:pt x="44196" y="36260"/>
                </a:lnTo>
                <a:lnTo>
                  <a:pt x="44196" y="12192"/>
                </a:lnTo>
                <a:lnTo>
                  <a:pt x="57476" y="12192"/>
                </a:lnTo>
                <a:close/>
              </a:path>
              <a:path w="102235" h="1188720">
                <a:moveTo>
                  <a:pt x="51054" y="1164283"/>
                </a:moveTo>
                <a:lnTo>
                  <a:pt x="12192" y="1097280"/>
                </a:lnTo>
                <a:lnTo>
                  <a:pt x="10668" y="1094232"/>
                </a:lnTo>
                <a:lnTo>
                  <a:pt x="6096" y="1092708"/>
                </a:lnTo>
                <a:lnTo>
                  <a:pt x="0" y="1095756"/>
                </a:lnTo>
                <a:lnTo>
                  <a:pt x="0" y="1100328"/>
                </a:lnTo>
                <a:lnTo>
                  <a:pt x="1524" y="1103376"/>
                </a:lnTo>
                <a:lnTo>
                  <a:pt x="44196" y="1178052"/>
                </a:lnTo>
                <a:lnTo>
                  <a:pt x="44196" y="1176528"/>
                </a:lnTo>
                <a:lnTo>
                  <a:pt x="45720" y="1176528"/>
                </a:lnTo>
                <a:lnTo>
                  <a:pt x="45720" y="1173480"/>
                </a:lnTo>
                <a:lnTo>
                  <a:pt x="51054" y="1164283"/>
                </a:lnTo>
                <a:close/>
              </a:path>
              <a:path w="102235" h="1188720">
                <a:moveTo>
                  <a:pt x="102108" y="92964"/>
                </a:moveTo>
                <a:lnTo>
                  <a:pt x="102108" y="88392"/>
                </a:lnTo>
                <a:lnTo>
                  <a:pt x="100584" y="85344"/>
                </a:lnTo>
                <a:lnTo>
                  <a:pt x="57476" y="12192"/>
                </a:lnTo>
                <a:lnTo>
                  <a:pt x="44196" y="12192"/>
                </a:lnTo>
                <a:lnTo>
                  <a:pt x="44196" y="36260"/>
                </a:lnTo>
                <a:lnTo>
                  <a:pt x="45720" y="33633"/>
                </a:lnTo>
                <a:lnTo>
                  <a:pt x="45720" y="15240"/>
                </a:lnTo>
                <a:lnTo>
                  <a:pt x="56388" y="15240"/>
                </a:lnTo>
                <a:lnTo>
                  <a:pt x="56388" y="33633"/>
                </a:lnTo>
                <a:lnTo>
                  <a:pt x="89916" y="91440"/>
                </a:lnTo>
                <a:lnTo>
                  <a:pt x="91440" y="94488"/>
                </a:lnTo>
                <a:lnTo>
                  <a:pt x="96012" y="96012"/>
                </a:lnTo>
                <a:lnTo>
                  <a:pt x="102108" y="92964"/>
                </a:lnTo>
                <a:close/>
              </a:path>
              <a:path w="102235" h="1188720">
                <a:moveTo>
                  <a:pt x="57912" y="1152459"/>
                </a:moveTo>
                <a:lnTo>
                  <a:pt x="57912" y="36260"/>
                </a:lnTo>
                <a:lnTo>
                  <a:pt x="51054" y="24436"/>
                </a:lnTo>
                <a:lnTo>
                  <a:pt x="44196" y="36260"/>
                </a:lnTo>
                <a:lnTo>
                  <a:pt x="44196" y="1152459"/>
                </a:lnTo>
                <a:lnTo>
                  <a:pt x="51054" y="1164283"/>
                </a:lnTo>
                <a:lnTo>
                  <a:pt x="57912" y="1152459"/>
                </a:lnTo>
                <a:close/>
              </a:path>
              <a:path w="102235" h="1188720">
                <a:moveTo>
                  <a:pt x="57476" y="1176528"/>
                </a:moveTo>
                <a:lnTo>
                  <a:pt x="44196" y="1176528"/>
                </a:lnTo>
                <a:lnTo>
                  <a:pt x="44196" y="1178052"/>
                </a:lnTo>
                <a:lnTo>
                  <a:pt x="50292" y="1188720"/>
                </a:lnTo>
                <a:lnTo>
                  <a:pt x="57476" y="1176528"/>
                </a:lnTo>
                <a:close/>
              </a:path>
              <a:path w="102235" h="1188720">
                <a:moveTo>
                  <a:pt x="56388" y="15240"/>
                </a:moveTo>
                <a:lnTo>
                  <a:pt x="45720" y="15240"/>
                </a:lnTo>
                <a:lnTo>
                  <a:pt x="51054" y="24436"/>
                </a:lnTo>
                <a:lnTo>
                  <a:pt x="56388" y="15240"/>
                </a:lnTo>
                <a:close/>
              </a:path>
              <a:path w="102235" h="1188720">
                <a:moveTo>
                  <a:pt x="51054" y="24436"/>
                </a:moveTo>
                <a:lnTo>
                  <a:pt x="45720" y="15240"/>
                </a:lnTo>
                <a:lnTo>
                  <a:pt x="45720" y="33633"/>
                </a:lnTo>
                <a:lnTo>
                  <a:pt x="51054" y="24436"/>
                </a:lnTo>
                <a:close/>
              </a:path>
              <a:path w="102235" h="1188720">
                <a:moveTo>
                  <a:pt x="56388" y="1173480"/>
                </a:moveTo>
                <a:lnTo>
                  <a:pt x="51054" y="1164283"/>
                </a:lnTo>
                <a:lnTo>
                  <a:pt x="45720" y="1173480"/>
                </a:lnTo>
                <a:lnTo>
                  <a:pt x="56388" y="1173480"/>
                </a:lnTo>
                <a:close/>
              </a:path>
              <a:path w="102235" h="1188720">
                <a:moveTo>
                  <a:pt x="56388" y="1176528"/>
                </a:moveTo>
                <a:lnTo>
                  <a:pt x="56388" y="1173480"/>
                </a:lnTo>
                <a:lnTo>
                  <a:pt x="45720" y="1173480"/>
                </a:lnTo>
                <a:lnTo>
                  <a:pt x="45720" y="1176528"/>
                </a:lnTo>
                <a:lnTo>
                  <a:pt x="56388" y="1176528"/>
                </a:lnTo>
                <a:close/>
              </a:path>
              <a:path w="102235" h="1188720">
                <a:moveTo>
                  <a:pt x="56388" y="33633"/>
                </a:moveTo>
                <a:lnTo>
                  <a:pt x="56388" y="15240"/>
                </a:lnTo>
                <a:lnTo>
                  <a:pt x="51054" y="24436"/>
                </a:lnTo>
                <a:lnTo>
                  <a:pt x="56388" y="33633"/>
                </a:lnTo>
                <a:close/>
              </a:path>
              <a:path w="102235" h="1188720">
                <a:moveTo>
                  <a:pt x="102108" y="1100328"/>
                </a:moveTo>
                <a:lnTo>
                  <a:pt x="102108" y="1095756"/>
                </a:lnTo>
                <a:lnTo>
                  <a:pt x="96012" y="1092708"/>
                </a:lnTo>
                <a:lnTo>
                  <a:pt x="91440" y="1094232"/>
                </a:lnTo>
                <a:lnTo>
                  <a:pt x="89916" y="1097280"/>
                </a:lnTo>
                <a:lnTo>
                  <a:pt x="51054" y="1164283"/>
                </a:lnTo>
                <a:lnTo>
                  <a:pt x="56388" y="1173480"/>
                </a:lnTo>
                <a:lnTo>
                  <a:pt x="56388" y="1176528"/>
                </a:lnTo>
                <a:lnTo>
                  <a:pt x="57476" y="1176528"/>
                </a:lnTo>
                <a:lnTo>
                  <a:pt x="100584" y="1103376"/>
                </a:lnTo>
                <a:lnTo>
                  <a:pt x="102108" y="1100328"/>
                </a:lnTo>
                <a:close/>
              </a:path>
              <a:path w="102235" h="1188720">
                <a:moveTo>
                  <a:pt x="57912" y="12930"/>
                </a:moveTo>
                <a:lnTo>
                  <a:pt x="57912" y="12192"/>
                </a:lnTo>
                <a:lnTo>
                  <a:pt x="57476" y="12192"/>
                </a:lnTo>
                <a:lnTo>
                  <a:pt x="57912" y="12930"/>
                </a:lnTo>
                <a:close/>
              </a:path>
              <a:path w="102235" h="1188720">
                <a:moveTo>
                  <a:pt x="57912" y="1176528"/>
                </a:moveTo>
                <a:lnTo>
                  <a:pt x="57912" y="1175789"/>
                </a:lnTo>
                <a:lnTo>
                  <a:pt x="57476" y="1176528"/>
                </a:lnTo>
                <a:lnTo>
                  <a:pt x="57912" y="1176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218822" y="4610100"/>
            <a:ext cx="422275" cy="4013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21367" dirty="0">
                <a:latin typeface="Arial MT"/>
                <a:cs typeface="Arial MT"/>
              </a:rPr>
              <a:t>2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55073" y="3473195"/>
            <a:ext cx="949960" cy="4013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r>
              <a:rPr sz="1950" baseline="-21367" dirty="0">
                <a:latin typeface="Arial MT"/>
                <a:cs typeface="Arial MT"/>
              </a:rPr>
              <a:t>2</a:t>
            </a:r>
            <a:r>
              <a:rPr sz="1950" spc="277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&lt;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</a:t>
            </a:r>
            <a:r>
              <a:rPr sz="1950" spc="-37" baseline="-21367" dirty="0">
                <a:latin typeface="Arial MT"/>
                <a:cs typeface="Arial MT"/>
              </a:rPr>
              <a:t>1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625944" y="4314444"/>
            <a:ext cx="256540" cy="718185"/>
          </a:xfrm>
          <a:custGeom>
            <a:avLst/>
            <a:gdLst/>
            <a:ahLst/>
            <a:cxnLst/>
            <a:rect l="l" t="t" r="r" b="b"/>
            <a:pathLst>
              <a:path w="256539" h="718185">
                <a:moveTo>
                  <a:pt x="128563" y="604647"/>
                </a:moveTo>
                <a:lnTo>
                  <a:pt x="53125" y="475488"/>
                </a:lnTo>
                <a:lnTo>
                  <a:pt x="45648" y="466986"/>
                </a:lnTo>
                <a:lnTo>
                  <a:pt x="35599" y="462343"/>
                </a:lnTo>
                <a:lnTo>
                  <a:pt x="24407" y="461986"/>
                </a:lnTo>
                <a:lnTo>
                  <a:pt x="13501" y="466344"/>
                </a:lnTo>
                <a:lnTo>
                  <a:pt x="5000" y="473583"/>
                </a:lnTo>
                <a:lnTo>
                  <a:pt x="357" y="483108"/>
                </a:lnTo>
                <a:lnTo>
                  <a:pt x="0" y="493776"/>
                </a:lnTo>
                <a:lnTo>
                  <a:pt x="4357" y="504444"/>
                </a:lnTo>
                <a:lnTo>
                  <a:pt x="100369" y="670390"/>
                </a:lnTo>
                <a:lnTo>
                  <a:pt x="100369" y="661416"/>
                </a:lnTo>
                <a:lnTo>
                  <a:pt x="103417" y="661416"/>
                </a:lnTo>
                <a:lnTo>
                  <a:pt x="103417" y="647700"/>
                </a:lnTo>
                <a:lnTo>
                  <a:pt x="128563" y="604647"/>
                </a:lnTo>
                <a:close/>
              </a:path>
              <a:path w="256539" h="718185">
                <a:moveTo>
                  <a:pt x="156757" y="556375"/>
                </a:moveTo>
                <a:lnTo>
                  <a:pt x="156757" y="0"/>
                </a:lnTo>
                <a:lnTo>
                  <a:pt x="100369" y="0"/>
                </a:lnTo>
                <a:lnTo>
                  <a:pt x="100369" y="556375"/>
                </a:lnTo>
                <a:lnTo>
                  <a:pt x="128563" y="604647"/>
                </a:lnTo>
                <a:lnTo>
                  <a:pt x="156757" y="556375"/>
                </a:lnTo>
                <a:close/>
              </a:path>
              <a:path w="256539" h="718185">
                <a:moveTo>
                  <a:pt x="156757" y="668366"/>
                </a:moveTo>
                <a:lnTo>
                  <a:pt x="156757" y="661416"/>
                </a:lnTo>
                <a:lnTo>
                  <a:pt x="100369" y="661416"/>
                </a:lnTo>
                <a:lnTo>
                  <a:pt x="100369" y="670390"/>
                </a:lnTo>
                <a:lnTo>
                  <a:pt x="127801" y="717804"/>
                </a:lnTo>
                <a:lnTo>
                  <a:pt x="156757" y="668366"/>
                </a:lnTo>
                <a:close/>
              </a:path>
              <a:path w="256539" h="718185">
                <a:moveTo>
                  <a:pt x="153709" y="647700"/>
                </a:moveTo>
                <a:lnTo>
                  <a:pt x="128563" y="604647"/>
                </a:lnTo>
                <a:lnTo>
                  <a:pt x="103417" y="647700"/>
                </a:lnTo>
                <a:lnTo>
                  <a:pt x="153709" y="647700"/>
                </a:lnTo>
                <a:close/>
              </a:path>
              <a:path w="256539" h="718185">
                <a:moveTo>
                  <a:pt x="153709" y="661416"/>
                </a:moveTo>
                <a:lnTo>
                  <a:pt x="153709" y="647700"/>
                </a:lnTo>
                <a:lnTo>
                  <a:pt x="103417" y="647700"/>
                </a:lnTo>
                <a:lnTo>
                  <a:pt x="103417" y="661416"/>
                </a:lnTo>
                <a:lnTo>
                  <a:pt x="153709" y="661416"/>
                </a:lnTo>
                <a:close/>
              </a:path>
              <a:path w="256539" h="718185">
                <a:moveTo>
                  <a:pt x="256270" y="493776"/>
                </a:moveTo>
                <a:lnTo>
                  <a:pt x="255627" y="483108"/>
                </a:lnTo>
                <a:lnTo>
                  <a:pt x="251269" y="473583"/>
                </a:lnTo>
                <a:lnTo>
                  <a:pt x="243625" y="466344"/>
                </a:lnTo>
                <a:lnTo>
                  <a:pt x="232719" y="461986"/>
                </a:lnTo>
                <a:lnTo>
                  <a:pt x="221527" y="462343"/>
                </a:lnTo>
                <a:lnTo>
                  <a:pt x="211478" y="466986"/>
                </a:lnTo>
                <a:lnTo>
                  <a:pt x="204001" y="475488"/>
                </a:lnTo>
                <a:lnTo>
                  <a:pt x="128563" y="604647"/>
                </a:lnTo>
                <a:lnTo>
                  <a:pt x="153709" y="647700"/>
                </a:lnTo>
                <a:lnTo>
                  <a:pt x="153709" y="661416"/>
                </a:lnTo>
                <a:lnTo>
                  <a:pt x="156757" y="661416"/>
                </a:lnTo>
                <a:lnTo>
                  <a:pt x="156757" y="668366"/>
                </a:lnTo>
                <a:lnTo>
                  <a:pt x="252769" y="504444"/>
                </a:lnTo>
                <a:lnTo>
                  <a:pt x="256270" y="493776"/>
                </a:lnTo>
                <a:close/>
              </a:path>
            </a:pathLst>
          </a:custGeom>
          <a:solidFill>
            <a:srgbClr val="FAC1F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005462" y="1549908"/>
            <a:ext cx="7073265" cy="5236845"/>
            <a:chOff x="2005462" y="1549908"/>
            <a:chExt cx="7073265" cy="5236845"/>
          </a:xfrm>
        </p:grpSpPr>
        <p:sp>
          <p:nvSpPr>
            <p:cNvPr id="4" name="object 4"/>
            <p:cNvSpPr/>
            <p:nvPr/>
          </p:nvSpPr>
          <p:spPr>
            <a:xfrm>
              <a:off x="2005457" y="1714512"/>
              <a:ext cx="7073265" cy="5072380"/>
            </a:xfrm>
            <a:custGeom>
              <a:avLst/>
              <a:gdLst/>
              <a:ahLst/>
              <a:cxnLst/>
              <a:rect l="l" t="t" r="r" b="b"/>
              <a:pathLst>
                <a:path w="7073265" h="5072380">
                  <a:moveTo>
                    <a:pt x="6912864" y="3639312"/>
                  </a:moveTo>
                  <a:lnTo>
                    <a:pt x="6822948" y="3585972"/>
                  </a:lnTo>
                  <a:lnTo>
                    <a:pt x="6818376" y="3582924"/>
                  </a:lnTo>
                  <a:lnTo>
                    <a:pt x="6812280" y="3585972"/>
                  </a:lnTo>
                  <a:lnTo>
                    <a:pt x="6809232" y="3589020"/>
                  </a:lnTo>
                  <a:lnTo>
                    <a:pt x="6807708" y="3593592"/>
                  </a:lnTo>
                  <a:lnTo>
                    <a:pt x="6809232" y="3599688"/>
                  </a:lnTo>
                  <a:lnTo>
                    <a:pt x="6813804" y="3602736"/>
                  </a:lnTo>
                  <a:lnTo>
                    <a:pt x="6861099" y="3630168"/>
                  </a:lnTo>
                  <a:lnTo>
                    <a:pt x="115824" y="3630168"/>
                  </a:lnTo>
                  <a:lnTo>
                    <a:pt x="115824" y="3648456"/>
                  </a:lnTo>
                  <a:lnTo>
                    <a:pt x="6859524" y="3648456"/>
                  </a:lnTo>
                  <a:lnTo>
                    <a:pt x="6813804" y="3675888"/>
                  </a:lnTo>
                  <a:lnTo>
                    <a:pt x="6809232" y="3677412"/>
                  </a:lnTo>
                  <a:lnTo>
                    <a:pt x="6807708" y="3683508"/>
                  </a:lnTo>
                  <a:lnTo>
                    <a:pt x="6809232" y="3688080"/>
                  </a:lnTo>
                  <a:lnTo>
                    <a:pt x="6812280" y="3692652"/>
                  </a:lnTo>
                  <a:lnTo>
                    <a:pt x="6818376" y="3694176"/>
                  </a:lnTo>
                  <a:lnTo>
                    <a:pt x="6822948" y="3691128"/>
                  </a:lnTo>
                  <a:lnTo>
                    <a:pt x="6894576" y="3649840"/>
                  </a:lnTo>
                  <a:lnTo>
                    <a:pt x="6912864" y="3639312"/>
                  </a:lnTo>
                  <a:close/>
                </a:path>
                <a:path w="7073265" h="5072380">
                  <a:moveTo>
                    <a:pt x="6912864" y="2525268"/>
                  </a:moveTo>
                  <a:lnTo>
                    <a:pt x="6822948" y="2471928"/>
                  </a:lnTo>
                  <a:lnTo>
                    <a:pt x="6818376" y="2468880"/>
                  </a:lnTo>
                  <a:lnTo>
                    <a:pt x="6812280" y="2470404"/>
                  </a:lnTo>
                  <a:lnTo>
                    <a:pt x="6809232" y="2474976"/>
                  </a:lnTo>
                  <a:lnTo>
                    <a:pt x="6807708" y="2479548"/>
                  </a:lnTo>
                  <a:lnTo>
                    <a:pt x="6809232" y="2485644"/>
                  </a:lnTo>
                  <a:lnTo>
                    <a:pt x="6813804" y="2488692"/>
                  </a:lnTo>
                  <a:lnTo>
                    <a:pt x="6858470" y="2514600"/>
                  </a:lnTo>
                  <a:lnTo>
                    <a:pt x="0" y="2514600"/>
                  </a:lnTo>
                  <a:lnTo>
                    <a:pt x="0" y="2534412"/>
                  </a:lnTo>
                  <a:lnTo>
                    <a:pt x="6858470" y="2534412"/>
                  </a:lnTo>
                  <a:lnTo>
                    <a:pt x="6813804" y="2560320"/>
                  </a:lnTo>
                  <a:lnTo>
                    <a:pt x="6809232" y="2563368"/>
                  </a:lnTo>
                  <a:lnTo>
                    <a:pt x="6807708" y="2569464"/>
                  </a:lnTo>
                  <a:lnTo>
                    <a:pt x="6809232" y="2574036"/>
                  </a:lnTo>
                  <a:lnTo>
                    <a:pt x="6812280" y="2578608"/>
                  </a:lnTo>
                  <a:lnTo>
                    <a:pt x="6818376" y="2580132"/>
                  </a:lnTo>
                  <a:lnTo>
                    <a:pt x="6822948" y="2577084"/>
                  </a:lnTo>
                  <a:lnTo>
                    <a:pt x="6894576" y="2535796"/>
                  </a:lnTo>
                  <a:lnTo>
                    <a:pt x="6912864" y="2525268"/>
                  </a:lnTo>
                  <a:close/>
                </a:path>
                <a:path w="7073265" h="5072380">
                  <a:moveTo>
                    <a:pt x="6941820" y="5017008"/>
                  </a:moveTo>
                  <a:lnTo>
                    <a:pt x="6851904" y="4963668"/>
                  </a:lnTo>
                  <a:lnTo>
                    <a:pt x="6847332" y="4962144"/>
                  </a:lnTo>
                  <a:lnTo>
                    <a:pt x="6841236" y="4963668"/>
                  </a:lnTo>
                  <a:lnTo>
                    <a:pt x="6835140" y="4972812"/>
                  </a:lnTo>
                  <a:lnTo>
                    <a:pt x="6836664" y="4978908"/>
                  </a:lnTo>
                  <a:lnTo>
                    <a:pt x="6841236" y="4980432"/>
                  </a:lnTo>
                  <a:lnTo>
                    <a:pt x="6888493" y="5007838"/>
                  </a:lnTo>
                  <a:lnTo>
                    <a:pt x="6923532" y="5007864"/>
                  </a:lnTo>
                  <a:lnTo>
                    <a:pt x="6888493" y="5007876"/>
                  </a:lnTo>
                  <a:lnTo>
                    <a:pt x="115824" y="5012436"/>
                  </a:lnTo>
                  <a:lnTo>
                    <a:pt x="115824" y="5030724"/>
                  </a:lnTo>
                  <a:lnTo>
                    <a:pt x="6835140" y="5026203"/>
                  </a:lnTo>
                  <a:lnTo>
                    <a:pt x="6888493" y="5026164"/>
                  </a:lnTo>
                  <a:lnTo>
                    <a:pt x="6917436" y="5026152"/>
                  </a:lnTo>
                  <a:lnTo>
                    <a:pt x="6923532" y="5026152"/>
                  </a:lnTo>
                  <a:lnTo>
                    <a:pt x="6888493" y="5026164"/>
                  </a:lnTo>
                  <a:lnTo>
                    <a:pt x="6841236" y="5053584"/>
                  </a:lnTo>
                  <a:lnTo>
                    <a:pt x="6836664" y="5056632"/>
                  </a:lnTo>
                  <a:lnTo>
                    <a:pt x="6835140" y="5061204"/>
                  </a:lnTo>
                  <a:lnTo>
                    <a:pt x="6841236" y="5070348"/>
                  </a:lnTo>
                  <a:lnTo>
                    <a:pt x="6847332" y="5071872"/>
                  </a:lnTo>
                  <a:lnTo>
                    <a:pt x="6851904" y="5070348"/>
                  </a:lnTo>
                  <a:lnTo>
                    <a:pt x="6923532" y="5027854"/>
                  </a:lnTo>
                  <a:lnTo>
                    <a:pt x="6941820" y="5017008"/>
                  </a:lnTo>
                  <a:close/>
                </a:path>
                <a:path w="7073265" h="5072380">
                  <a:moveTo>
                    <a:pt x="7072884" y="56388"/>
                  </a:moveTo>
                  <a:lnTo>
                    <a:pt x="6982968" y="3048"/>
                  </a:lnTo>
                  <a:lnTo>
                    <a:pt x="6978396" y="0"/>
                  </a:lnTo>
                  <a:lnTo>
                    <a:pt x="6972300" y="1524"/>
                  </a:lnTo>
                  <a:lnTo>
                    <a:pt x="6970776" y="6096"/>
                  </a:lnTo>
                  <a:lnTo>
                    <a:pt x="6967728" y="10668"/>
                  </a:lnTo>
                  <a:lnTo>
                    <a:pt x="6969252" y="16764"/>
                  </a:lnTo>
                  <a:lnTo>
                    <a:pt x="6973824" y="19812"/>
                  </a:lnTo>
                  <a:lnTo>
                    <a:pt x="7021119" y="47244"/>
                  </a:lnTo>
                  <a:lnTo>
                    <a:pt x="2356104" y="47244"/>
                  </a:lnTo>
                  <a:lnTo>
                    <a:pt x="2356104" y="65532"/>
                  </a:lnTo>
                  <a:lnTo>
                    <a:pt x="7019544" y="65532"/>
                  </a:lnTo>
                  <a:lnTo>
                    <a:pt x="6973824" y="92964"/>
                  </a:lnTo>
                  <a:lnTo>
                    <a:pt x="6969252" y="94488"/>
                  </a:lnTo>
                  <a:lnTo>
                    <a:pt x="6967728" y="100584"/>
                  </a:lnTo>
                  <a:lnTo>
                    <a:pt x="6970776" y="105156"/>
                  </a:lnTo>
                  <a:lnTo>
                    <a:pt x="6972300" y="109728"/>
                  </a:lnTo>
                  <a:lnTo>
                    <a:pt x="6978396" y="111252"/>
                  </a:lnTo>
                  <a:lnTo>
                    <a:pt x="6982968" y="108204"/>
                  </a:lnTo>
                  <a:lnTo>
                    <a:pt x="7054596" y="66916"/>
                  </a:lnTo>
                  <a:lnTo>
                    <a:pt x="7072884" y="56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66537" y="155447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6407"/>
                  </a:moveTo>
                  <a:lnTo>
                    <a:pt x="425622" y="166991"/>
                  </a:lnTo>
                  <a:lnTo>
                    <a:pt x="409449" y="121520"/>
                  </a:lnTo>
                  <a:lnTo>
                    <a:pt x="384025" y="81327"/>
                  </a:lnTo>
                  <a:lnTo>
                    <a:pt x="350604" y="47746"/>
                  </a:lnTo>
                  <a:lnTo>
                    <a:pt x="310438" y="22109"/>
                  </a:lnTo>
                  <a:lnTo>
                    <a:pt x="264780" y="5749"/>
                  </a:lnTo>
                  <a:lnTo>
                    <a:pt x="214883" y="0"/>
                  </a:lnTo>
                  <a:lnTo>
                    <a:pt x="165551" y="5749"/>
                  </a:lnTo>
                  <a:lnTo>
                    <a:pt x="120298" y="22109"/>
                  </a:lnTo>
                  <a:lnTo>
                    <a:pt x="80403" y="47746"/>
                  </a:lnTo>
                  <a:lnTo>
                    <a:pt x="47146" y="81327"/>
                  </a:lnTo>
                  <a:lnTo>
                    <a:pt x="21806" y="121520"/>
                  </a:lnTo>
                  <a:lnTo>
                    <a:pt x="5665" y="166991"/>
                  </a:lnTo>
                  <a:lnTo>
                    <a:pt x="0" y="216407"/>
                  </a:lnTo>
                  <a:lnTo>
                    <a:pt x="5665" y="265740"/>
                  </a:lnTo>
                  <a:lnTo>
                    <a:pt x="21806" y="310993"/>
                  </a:lnTo>
                  <a:lnTo>
                    <a:pt x="47146" y="350888"/>
                  </a:lnTo>
                  <a:lnTo>
                    <a:pt x="80403" y="384145"/>
                  </a:lnTo>
                  <a:lnTo>
                    <a:pt x="120298" y="409485"/>
                  </a:lnTo>
                  <a:lnTo>
                    <a:pt x="165551" y="425626"/>
                  </a:lnTo>
                  <a:lnTo>
                    <a:pt x="214883" y="431291"/>
                  </a:lnTo>
                  <a:lnTo>
                    <a:pt x="264780" y="425626"/>
                  </a:lnTo>
                  <a:lnTo>
                    <a:pt x="310438" y="409485"/>
                  </a:lnTo>
                  <a:lnTo>
                    <a:pt x="350604" y="384145"/>
                  </a:lnTo>
                  <a:lnTo>
                    <a:pt x="384025" y="350888"/>
                  </a:lnTo>
                  <a:lnTo>
                    <a:pt x="409449" y="310993"/>
                  </a:lnTo>
                  <a:lnTo>
                    <a:pt x="425622" y="265740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61966" y="1549908"/>
              <a:ext cx="440690" cy="441959"/>
            </a:xfrm>
            <a:custGeom>
              <a:avLst/>
              <a:gdLst/>
              <a:ahLst/>
              <a:cxnLst/>
              <a:rect l="l" t="t" r="r" b="b"/>
              <a:pathLst>
                <a:path w="440690" h="441960">
                  <a:moveTo>
                    <a:pt x="440436" y="220980"/>
                  </a:moveTo>
                  <a:lnTo>
                    <a:pt x="435864" y="175260"/>
                  </a:lnTo>
                  <a:lnTo>
                    <a:pt x="423672" y="134112"/>
                  </a:lnTo>
                  <a:lnTo>
                    <a:pt x="402336" y="97536"/>
                  </a:lnTo>
                  <a:lnTo>
                    <a:pt x="376428" y="64008"/>
                  </a:lnTo>
                  <a:lnTo>
                    <a:pt x="342900" y="38100"/>
                  </a:lnTo>
                  <a:lnTo>
                    <a:pt x="306324" y="16764"/>
                  </a:lnTo>
                  <a:lnTo>
                    <a:pt x="263652" y="4572"/>
                  </a:lnTo>
                  <a:lnTo>
                    <a:pt x="220980" y="101"/>
                  </a:lnTo>
                  <a:lnTo>
                    <a:pt x="219456" y="0"/>
                  </a:lnTo>
                  <a:lnTo>
                    <a:pt x="198120" y="1422"/>
                  </a:lnTo>
                  <a:lnTo>
                    <a:pt x="196596" y="1524"/>
                  </a:lnTo>
                  <a:lnTo>
                    <a:pt x="153924" y="10668"/>
                  </a:lnTo>
                  <a:lnTo>
                    <a:pt x="114300" y="27432"/>
                  </a:lnTo>
                  <a:lnTo>
                    <a:pt x="79248" y="50292"/>
                  </a:lnTo>
                  <a:lnTo>
                    <a:pt x="36576" y="97536"/>
                  </a:lnTo>
                  <a:lnTo>
                    <a:pt x="16764" y="135636"/>
                  </a:lnTo>
                  <a:lnTo>
                    <a:pt x="0" y="198120"/>
                  </a:lnTo>
                  <a:lnTo>
                    <a:pt x="0" y="243840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5344" y="57912"/>
                  </a:lnTo>
                  <a:lnTo>
                    <a:pt x="118872" y="35052"/>
                  </a:lnTo>
                  <a:lnTo>
                    <a:pt x="156972" y="18288"/>
                  </a:lnTo>
                  <a:lnTo>
                    <a:pt x="198120" y="10668"/>
                  </a:lnTo>
                  <a:lnTo>
                    <a:pt x="219456" y="9245"/>
                  </a:lnTo>
                  <a:lnTo>
                    <a:pt x="220980" y="9144"/>
                  </a:lnTo>
                  <a:lnTo>
                    <a:pt x="240792" y="10559"/>
                  </a:lnTo>
                  <a:lnTo>
                    <a:pt x="242316" y="10668"/>
                  </a:lnTo>
                  <a:lnTo>
                    <a:pt x="263652" y="13716"/>
                  </a:lnTo>
                  <a:lnTo>
                    <a:pt x="301752" y="25908"/>
                  </a:lnTo>
                  <a:lnTo>
                    <a:pt x="338328" y="45720"/>
                  </a:lnTo>
                  <a:lnTo>
                    <a:pt x="368808" y="71628"/>
                  </a:lnTo>
                  <a:lnTo>
                    <a:pt x="394716" y="102108"/>
                  </a:lnTo>
                  <a:lnTo>
                    <a:pt x="414528" y="138684"/>
                  </a:lnTo>
                  <a:lnTo>
                    <a:pt x="426720" y="178308"/>
                  </a:lnTo>
                  <a:lnTo>
                    <a:pt x="431292" y="220980"/>
                  </a:lnTo>
                  <a:lnTo>
                    <a:pt x="431292" y="286512"/>
                  </a:lnTo>
                  <a:lnTo>
                    <a:pt x="435864" y="265176"/>
                  </a:lnTo>
                  <a:lnTo>
                    <a:pt x="438912" y="242316"/>
                  </a:lnTo>
                  <a:lnTo>
                    <a:pt x="440436" y="220980"/>
                  </a:lnTo>
                  <a:close/>
                </a:path>
                <a:path w="440690" h="441960">
                  <a:moveTo>
                    <a:pt x="431292" y="286512"/>
                  </a:moveTo>
                  <a:lnTo>
                    <a:pt x="431292" y="220980"/>
                  </a:lnTo>
                  <a:lnTo>
                    <a:pt x="429768" y="242316"/>
                  </a:lnTo>
                  <a:lnTo>
                    <a:pt x="426720" y="263652"/>
                  </a:lnTo>
                  <a:lnTo>
                    <a:pt x="414528" y="303276"/>
                  </a:lnTo>
                  <a:lnTo>
                    <a:pt x="394716" y="338328"/>
                  </a:lnTo>
                  <a:lnTo>
                    <a:pt x="368808" y="370332"/>
                  </a:lnTo>
                  <a:lnTo>
                    <a:pt x="338328" y="396240"/>
                  </a:lnTo>
                  <a:lnTo>
                    <a:pt x="301752" y="416052"/>
                  </a:lnTo>
                  <a:lnTo>
                    <a:pt x="262128" y="428244"/>
                  </a:lnTo>
                  <a:lnTo>
                    <a:pt x="240792" y="431292"/>
                  </a:lnTo>
                  <a:lnTo>
                    <a:pt x="198120" y="431292"/>
                  </a:lnTo>
                  <a:lnTo>
                    <a:pt x="156972" y="422148"/>
                  </a:lnTo>
                  <a:lnTo>
                    <a:pt x="118872" y="406908"/>
                  </a:lnTo>
                  <a:lnTo>
                    <a:pt x="85344" y="384048"/>
                  </a:lnTo>
                  <a:lnTo>
                    <a:pt x="56388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79248" y="391668"/>
                  </a:lnTo>
                  <a:lnTo>
                    <a:pt x="114300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0792" y="440544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0144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67533" y="155447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6407"/>
                  </a:moveTo>
                  <a:lnTo>
                    <a:pt x="425626" y="166991"/>
                  </a:lnTo>
                  <a:lnTo>
                    <a:pt x="409485" y="121520"/>
                  </a:lnTo>
                  <a:lnTo>
                    <a:pt x="384145" y="81327"/>
                  </a:lnTo>
                  <a:lnTo>
                    <a:pt x="350888" y="47746"/>
                  </a:lnTo>
                  <a:lnTo>
                    <a:pt x="310993" y="22109"/>
                  </a:lnTo>
                  <a:lnTo>
                    <a:pt x="265740" y="5749"/>
                  </a:lnTo>
                  <a:lnTo>
                    <a:pt x="216407" y="0"/>
                  </a:lnTo>
                  <a:lnTo>
                    <a:pt x="166511" y="5749"/>
                  </a:lnTo>
                  <a:lnTo>
                    <a:pt x="120853" y="22109"/>
                  </a:lnTo>
                  <a:lnTo>
                    <a:pt x="80687" y="47746"/>
                  </a:lnTo>
                  <a:lnTo>
                    <a:pt x="47266" y="81327"/>
                  </a:lnTo>
                  <a:lnTo>
                    <a:pt x="21842" y="121520"/>
                  </a:lnTo>
                  <a:lnTo>
                    <a:pt x="5669" y="166991"/>
                  </a:lnTo>
                  <a:lnTo>
                    <a:pt x="0" y="216407"/>
                  </a:lnTo>
                  <a:lnTo>
                    <a:pt x="5669" y="265740"/>
                  </a:lnTo>
                  <a:lnTo>
                    <a:pt x="21842" y="310993"/>
                  </a:lnTo>
                  <a:lnTo>
                    <a:pt x="47266" y="350888"/>
                  </a:lnTo>
                  <a:lnTo>
                    <a:pt x="80687" y="384145"/>
                  </a:lnTo>
                  <a:lnTo>
                    <a:pt x="120853" y="409485"/>
                  </a:lnTo>
                  <a:lnTo>
                    <a:pt x="166511" y="425626"/>
                  </a:lnTo>
                  <a:lnTo>
                    <a:pt x="216407" y="431291"/>
                  </a:lnTo>
                  <a:lnTo>
                    <a:pt x="265740" y="425626"/>
                  </a:lnTo>
                  <a:lnTo>
                    <a:pt x="310993" y="409485"/>
                  </a:lnTo>
                  <a:lnTo>
                    <a:pt x="350888" y="384145"/>
                  </a:lnTo>
                  <a:lnTo>
                    <a:pt x="384145" y="350888"/>
                  </a:lnTo>
                  <a:lnTo>
                    <a:pt x="409485" y="310993"/>
                  </a:lnTo>
                  <a:lnTo>
                    <a:pt x="425626" y="265740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2962" y="1549908"/>
              <a:ext cx="440690" cy="441959"/>
            </a:xfrm>
            <a:custGeom>
              <a:avLst/>
              <a:gdLst/>
              <a:ahLst/>
              <a:cxnLst/>
              <a:rect l="l" t="t" r="r" b="b"/>
              <a:pathLst>
                <a:path w="440689" h="441960">
                  <a:moveTo>
                    <a:pt x="440436" y="242316"/>
                  </a:moveTo>
                  <a:lnTo>
                    <a:pt x="440436" y="198120"/>
                  </a:lnTo>
                  <a:lnTo>
                    <a:pt x="435864" y="175260"/>
                  </a:lnTo>
                  <a:lnTo>
                    <a:pt x="423672" y="134112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24612" y="25908"/>
                  </a:lnTo>
                  <a:lnTo>
                    <a:pt x="284988" y="9144"/>
                  </a:lnTo>
                  <a:lnTo>
                    <a:pt x="242316" y="1524"/>
                  </a:lnTo>
                  <a:lnTo>
                    <a:pt x="219456" y="0"/>
                  </a:lnTo>
                  <a:lnTo>
                    <a:pt x="199644" y="1415"/>
                  </a:lnTo>
                  <a:lnTo>
                    <a:pt x="153924" y="10668"/>
                  </a:lnTo>
                  <a:lnTo>
                    <a:pt x="114300" y="27432"/>
                  </a:lnTo>
                  <a:lnTo>
                    <a:pt x="79248" y="50292"/>
                  </a:lnTo>
                  <a:lnTo>
                    <a:pt x="36576" y="97536"/>
                  </a:lnTo>
                  <a:lnTo>
                    <a:pt x="16764" y="135636"/>
                  </a:lnTo>
                  <a:lnTo>
                    <a:pt x="4572" y="17678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19456" y="9252"/>
                  </a:lnTo>
                  <a:lnTo>
                    <a:pt x="220980" y="9144"/>
                  </a:lnTo>
                  <a:lnTo>
                    <a:pt x="263652" y="13716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2108"/>
                  </a:lnTo>
                  <a:lnTo>
                    <a:pt x="414528" y="138684"/>
                  </a:lnTo>
                  <a:lnTo>
                    <a:pt x="426720" y="178308"/>
                  </a:lnTo>
                  <a:lnTo>
                    <a:pt x="431292" y="220980"/>
                  </a:lnTo>
                  <a:lnTo>
                    <a:pt x="431292" y="286512"/>
                  </a:lnTo>
                  <a:lnTo>
                    <a:pt x="435864" y="265176"/>
                  </a:lnTo>
                  <a:lnTo>
                    <a:pt x="440436" y="242316"/>
                  </a:lnTo>
                  <a:close/>
                </a:path>
                <a:path w="440689" h="441960">
                  <a:moveTo>
                    <a:pt x="431292" y="286512"/>
                  </a:moveTo>
                  <a:lnTo>
                    <a:pt x="431292" y="220980"/>
                  </a:lnTo>
                  <a:lnTo>
                    <a:pt x="429768" y="242316"/>
                  </a:lnTo>
                  <a:lnTo>
                    <a:pt x="426720" y="263652"/>
                  </a:lnTo>
                  <a:lnTo>
                    <a:pt x="414528" y="303276"/>
                  </a:lnTo>
                  <a:lnTo>
                    <a:pt x="394716" y="338328"/>
                  </a:lnTo>
                  <a:lnTo>
                    <a:pt x="368808" y="370332"/>
                  </a:lnTo>
                  <a:lnTo>
                    <a:pt x="338328" y="396240"/>
                  </a:lnTo>
                  <a:lnTo>
                    <a:pt x="301752" y="416052"/>
                  </a:lnTo>
                  <a:lnTo>
                    <a:pt x="262128" y="428244"/>
                  </a:lnTo>
                  <a:lnTo>
                    <a:pt x="242316" y="431292"/>
                  </a:lnTo>
                  <a:lnTo>
                    <a:pt x="198120" y="431292"/>
                  </a:lnTo>
                  <a:lnTo>
                    <a:pt x="176784" y="428244"/>
                  </a:lnTo>
                  <a:lnTo>
                    <a:pt x="156972" y="422148"/>
                  </a:lnTo>
                  <a:lnTo>
                    <a:pt x="138684" y="414528"/>
                  </a:lnTo>
                  <a:lnTo>
                    <a:pt x="118872" y="406908"/>
                  </a:lnTo>
                  <a:lnTo>
                    <a:pt x="85344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0144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76317" y="2022347"/>
              <a:ext cx="2741930" cy="361315"/>
            </a:xfrm>
            <a:custGeom>
              <a:avLst/>
              <a:gdLst/>
              <a:ahLst/>
              <a:cxnLst/>
              <a:rect l="l" t="t" r="r" b="b"/>
              <a:pathLst>
                <a:path w="2741929" h="361314">
                  <a:moveTo>
                    <a:pt x="2741676" y="252996"/>
                  </a:moveTo>
                  <a:lnTo>
                    <a:pt x="2708148" y="233172"/>
                  </a:lnTo>
                  <a:lnTo>
                    <a:pt x="2708148" y="0"/>
                  </a:lnTo>
                  <a:lnTo>
                    <a:pt x="2699004" y="0"/>
                  </a:lnTo>
                  <a:lnTo>
                    <a:pt x="2699004" y="227761"/>
                  </a:lnTo>
                  <a:lnTo>
                    <a:pt x="2599944" y="169176"/>
                  </a:lnTo>
                  <a:lnTo>
                    <a:pt x="2592679" y="167144"/>
                  </a:lnTo>
                  <a:lnTo>
                    <a:pt x="2585275" y="167843"/>
                  </a:lnTo>
                  <a:lnTo>
                    <a:pt x="2578722" y="171094"/>
                  </a:lnTo>
                  <a:lnTo>
                    <a:pt x="2574036" y="176796"/>
                  </a:lnTo>
                  <a:lnTo>
                    <a:pt x="2571127" y="184048"/>
                  </a:lnTo>
                  <a:lnTo>
                    <a:pt x="2571369" y="191465"/>
                  </a:lnTo>
                  <a:lnTo>
                    <a:pt x="2574467" y="198005"/>
                  </a:lnTo>
                  <a:lnTo>
                    <a:pt x="2580132" y="202704"/>
                  </a:lnTo>
                  <a:lnTo>
                    <a:pt x="2634678" y="234708"/>
                  </a:lnTo>
                  <a:lnTo>
                    <a:pt x="113080" y="234708"/>
                  </a:lnTo>
                  <a:lnTo>
                    <a:pt x="167640" y="202704"/>
                  </a:lnTo>
                  <a:lnTo>
                    <a:pt x="173304" y="198005"/>
                  </a:lnTo>
                  <a:lnTo>
                    <a:pt x="176403" y="191465"/>
                  </a:lnTo>
                  <a:lnTo>
                    <a:pt x="176644" y="184048"/>
                  </a:lnTo>
                  <a:lnTo>
                    <a:pt x="173736" y="176796"/>
                  </a:lnTo>
                  <a:lnTo>
                    <a:pt x="169049" y="171094"/>
                  </a:lnTo>
                  <a:lnTo>
                    <a:pt x="162496" y="167843"/>
                  </a:lnTo>
                  <a:lnTo>
                    <a:pt x="155092" y="167144"/>
                  </a:lnTo>
                  <a:lnTo>
                    <a:pt x="147828" y="169176"/>
                  </a:lnTo>
                  <a:lnTo>
                    <a:pt x="10668" y="249440"/>
                  </a:lnTo>
                  <a:lnTo>
                    <a:pt x="10668" y="0"/>
                  </a:lnTo>
                  <a:lnTo>
                    <a:pt x="0" y="0"/>
                  </a:lnTo>
                  <a:lnTo>
                    <a:pt x="0" y="361188"/>
                  </a:lnTo>
                  <a:lnTo>
                    <a:pt x="10668" y="361188"/>
                  </a:lnTo>
                  <a:lnTo>
                    <a:pt x="10668" y="256565"/>
                  </a:lnTo>
                  <a:lnTo>
                    <a:pt x="42672" y="275285"/>
                  </a:lnTo>
                  <a:lnTo>
                    <a:pt x="147828" y="336816"/>
                  </a:lnTo>
                  <a:lnTo>
                    <a:pt x="155092" y="338836"/>
                  </a:lnTo>
                  <a:lnTo>
                    <a:pt x="162496" y="338150"/>
                  </a:lnTo>
                  <a:lnTo>
                    <a:pt x="169049" y="334886"/>
                  </a:lnTo>
                  <a:lnTo>
                    <a:pt x="173736" y="329196"/>
                  </a:lnTo>
                  <a:lnTo>
                    <a:pt x="176644" y="321932"/>
                  </a:lnTo>
                  <a:lnTo>
                    <a:pt x="176403" y="314528"/>
                  </a:lnTo>
                  <a:lnTo>
                    <a:pt x="173304" y="307975"/>
                  </a:lnTo>
                  <a:lnTo>
                    <a:pt x="167640" y="303288"/>
                  </a:lnTo>
                  <a:lnTo>
                    <a:pt x="115684" y="272808"/>
                  </a:lnTo>
                  <a:lnTo>
                    <a:pt x="2632087" y="272808"/>
                  </a:lnTo>
                  <a:lnTo>
                    <a:pt x="2580132" y="303288"/>
                  </a:lnTo>
                  <a:lnTo>
                    <a:pt x="2574467" y="307975"/>
                  </a:lnTo>
                  <a:lnTo>
                    <a:pt x="2571369" y="314528"/>
                  </a:lnTo>
                  <a:lnTo>
                    <a:pt x="2571127" y="321932"/>
                  </a:lnTo>
                  <a:lnTo>
                    <a:pt x="2574036" y="329196"/>
                  </a:lnTo>
                  <a:lnTo>
                    <a:pt x="2578722" y="334886"/>
                  </a:lnTo>
                  <a:lnTo>
                    <a:pt x="2585275" y="338150"/>
                  </a:lnTo>
                  <a:lnTo>
                    <a:pt x="2592679" y="338836"/>
                  </a:lnTo>
                  <a:lnTo>
                    <a:pt x="2599944" y="336816"/>
                  </a:lnTo>
                  <a:lnTo>
                    <a:pt x="2699004" y="278231"/>
                  </a:lnTo>
                  <a:lnTo>
                    <a:pt x="2699004" y="326136"/>
                  </a:lnTo>
                  <a:lnTo>
                    <a:pt x="2708148" y="326136"/>
                  </a:lnTo>
                  <a:lnTo>
                    <a:pt x="2708148" y="272834"/>
                  </a:lnTo>
                  <a:lnTo>
                    <a:pt x="2741676" y="2529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629795" y="1087627"/>
            <a:ext cx="1223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+8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7986" y="2022347"/>
            <a:ext cx="466725" cy="457200"/>
          </a:xfrm>
          <a:custGeom>
            <a:avLst/>
            <a:gdLst/>
            <a:ahLst/>
            <a:cxnLst/>
            <a:rect l="l" t="t" r="r" b="b"/>
            <a:pathLst>
              <a:path w="466725" h="457200">
                <a:moveTo>
                  <a:pt x="466343" y="457199"/>
                </a:moveTo>
                <a:lnTo>
                  <a:pt x="466343" y="0"/>
                </a:lnTo>
                <a:lnTo>
                  <a:pt x="0" y="0"/>
                </a:lnTo>
                <a:lnTo>
                  <a:pt x="0" y="457199"/>
                </a:lnTo>
                <a:lnTo>
                  <a:pt x="466343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33119" y="2047747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74209" y="1662683"/>
            <a:ext cx="215265" cy="216535"/>
          </a:xfrm>
          <a:custGeom>
            <a:avLst/>
            <a:gdLst/>
            <a:ahLst/>
            <a:cxnLst/>
            <a:rect l="l" t="t" r="r" b="b"/>
            <a:pathLst>
              <a:path w="215264" h="216535">
                <a:moveTo>
                  <a:pt x="214884" y="79248"/>
                </a:moveTo>
                <a:lnTo>
                  <a:pt x="135636" y="79248"/>
                </a:lnTo>
                <a:lnTo>
                  <a:pt x="135636" y="0"/>
                </a:lnTo>
                <a:lnTo>
                  <a:pt x="79248" y="0"/>
                </a:lnTo>
                <a:lnTo>
                  <a:pt x="79248" y="79248"/>
                </a:lnTo>
                <a:lnTo>
                  <a:pt x="0" y="79248"/>
                </a:lnTo>
                <a:lnTo>
                  <a:pt x="0" y="137160"/>
                </a:lnTo>
                <a:lnTo>
                  <a:pt x="79248" y="137160"/>
                </a:lnTo>
                <a:lnTo>
                  <a:pt x="79248" y="216408"/>
                </a:lnTo>
                <a:lnTo>
                  <a:pt x="135636" y="216408"/>
                </a:lnTo>
                <a:lnTo>
                  <a:pt x="135636" y="137160"/>
                </a:lnTo>
                <a:lnTo>
                  <a:pt x="214884" y="137160"/>
                </a:lnTo>
                <a:lnTo>
                  <a:pt x="214884" y="79248"/>
                </a:lnTo>
                <a:close/>
              </a:path>
            </a:pathLst>
          </a:custGeom>
          <a:solidFill>
            <a:srgbClr val="CC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22622" y="15798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74741" y="1741932"/>
            <a:ext cx="215265" cy="58419"/>
          </a:xfrm>
          <a:custGeom>
            <a:avLst/>
            <a:gdLst/>
            <a:ahLst/>
            <a:cxnLst/>
            <a:rect l="l" t="t" r="r" b="b"/>
            <a:pathLst>
              <a:path w="215265" h="58419">
                <a:moveTo>
                  <a:pt x="214883" y="57911"/>
                </a:moveTo>
                <a:lnTo>
                  <a:pt x="214883" y="0"/>
                </a:lnTo>
                <a:lnTo>
                  <a:pt x="0" y="0"/>
                </a:lnTo>
                <a:lnTo>
                  <a:pt x="0" y="57911"/>
                </a:lnTo>
                <a:lnTo>
                  <a:pt x="214883" y="57911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98902" y="1075435"/>
            <a:ext cx="1230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3312" y="1415287"/>
            <a:ext cx="3564254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At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what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point</a:t>
            </a:r>
            <a:r>
              <a:rPr sz="2000" spc="-3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(not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infinity)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can</a:t>
            </a:r>
            <a:r>
              <a:rPr sz="20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3200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proton</a:t>
            </a:r>
            <a:r>
              <a:rPr sz="20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be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placed</a:t>
            </a:r>
            <a:r>
              <a:rPr sz="20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so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that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it’s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in 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equilibrium?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93798" y="4015740"/>
            <a:ext cx="1231900" cy="440690"/>
            <a:chOff x="4693798" y="4015740"/>
            <a:chExt cx="1231900" cy="440690"/>
          </a:xfrm>
        </p:grpSpPr>
        <p:sp>
          <p:nvSpPr>
            <p:cNvPr id="19" name="object 19"/>
            <p:cNvSpPr/>
            <p:nvPr/>
          </p:nvSpPr>
          <p:spPr>
            <a:xfrm>
              <a:off x="5094610" y="4070818"/>
              <a:ext cx="830580" cy="257175"/>
            </a:xfrm>
            <a:custGeom>
              <a:avLst/>
              <a:gdLst/>
              <a:ahLst/>
              <a:cxnLst/>
              <a:rect l="l" t="t" r="r" b="b"/>
              <a:pathLst>
                <a:path w="830579" h="257175">
                  <a:moveTo>
                    <a:pt x="716280" y="128563"/>
                  </a:moveTo>
                  <a:lnTo>
                    <a:pt x="668435" y="100369"/>
                  </a:lnTo>
                  <a:lnTo>
                    <a:pt x="0" y="100369"/>
                  </a:lnTo>
                  <a:lnTo>
                    <a:pt x="0" y="156757"/>
                  </a:lnTo>
                  <a:lnTo>
                    <a:pt x="668435" y="156757"/>
                  </a:lnTo>
                  <a:lnTo>
                    <a:pt x="716280" y="128563"/>
                  </a:lnTo>
                  <a:close/>
                </a:path>
                <a:path w="830579" h="257175">
                  <a:moveTo>
                    <a:pt x="830580" y="129325"/>
                  </a:moveTo>
                  <a:lnTo>
                    <a:pt x="615696" y="4357"/>
                  </a:lnTo>
                  <a:lnTo>
                    <a:pt x="605670" y="0"/>
                  </a:lnTo>
                  <a:lnTo>
                    <a:pt x="594931" y="357"/>
                  </a:lnTo>
                  <a:lnTo>
                    <a:pt x="585049" y="5000"/>
                  </a:lnTo>
                  <a:lnTo>
                    <a:pt x="577596" y="13501"/>
                  </a:lnTo>
                  <a:lnTo>
                    <a:pt x="574119" y="24407"/>
                  </a:lnTo>
                  <a:lnTo>
                    <a:pt x="574929" y="35599"/>
                  </a:lnTo>
                  <a:lnTo>
                    <a:pt x="579739" y="45648"/>
                  </a:lnTo>
                  <a:lnTo>
                    <a:pt x="588264" y="53125"/>
                  </a:lnTo>
                  <a:lnTo>
                    <a:pt x="668435" y="100369"/>
                  </a:lnTo>
                  <a:lnTo>
                    <a:pt x="774192" y="100369"/>
                  </a:lnTo>
                  <a:lnTo>
                    <a:pt x="774192" y="161718"/>
                  </a:lnTo>
                  <a:lnTo>
                    <a:pt x="830580" y="129325"/>
                  </a:lnTo>
                  <a:close/>
                </a:path>
                <a:path w="830579" h="257175">
                  <a:moveTo>
                    <a:pt x="774192" y="161718"/>
                  </a:moveTo>
                  <a:lnTo>
                    <a:pt x="774192" y="156757"/>
                  </a:lnTo>
                  <a:lnTo>
                    <a:pt x="668435" y="156757"/>
                  </a:lnTo>
                  <a:lnTo>
                    <a:pt x="588264" y="204001"/>
                  </a:lnTo>
                  <a:lnTo>
                    <a:pt x="579739" y="211478"/>
                  </a:lnTo>
                  <a:lnTo>
                    <a:pt x="574929" y="221527"/>
                  </a:lnTo>
                  <a:lnTo>
                    <a:pt x="574119" y="232719"/>
                  </a:lnTo>
                  <a:lnTo>
                    <a:pt x="577596" y="243625"/>
                  </a:lnTo>
                  <a:lnTo>
                    <a:pt x="585049" y="252126"/>
                  </a:lnTo>
                  <a:lnTo>
                    <a:pt x="594931" y="256770"/>
                  </a:lnTo>
                  <a:lnTo>
                    <a:pt x="605670" y="257127"/>
                  </a:lnTo>
                  <a:lnTo>
                    <a:pt x="615696" y="252769"/>
                  </a:lnTo>
                  <a:lnTo>
                    <a:pt x="774192" y="161718"/>
                  </a:lnTo>
                  <a:close/>
                </a:path>
                <a:path w="830579" h="257175">
                  <a:moveTo>
                    <a:pt x="774192" y="156757"/>
                  </a:moveTo>
                  <a:lnTo>
                    <a:pt x="774192" y="100369"/>
                  </a:lnTo>
                  <a:lnTo>
                    <a:pt x="668435" y="100369"/>
                  </a:lnTo>
                  <a:lnTo>
                    <a:pt x="716280" y="128563"/>
                  </a:lnTo>
                  <a:lnTo>
                    <a:pt x="758952" y="103417"/>
                  </a:lnTo>
                  <a:lnTo>
                    <a:pt x="758952" y="156757"/>
                  </a:lnTo>
                  <a:lnTo>
                    <a:pt x="774192" y="156757"/>
                  </a:lnTo>
                  <a:close/>
                </a:path>
                <a:path w="830579" h="257175">
                  <a:moveTo>
                    <a:pt x="758952" y="156757"/>
                  </a:moveTo>
                  <a:lnTo>
                    <a:pt x="758952" y="153709"/>
                  </a:lnTo>
                  <a:lnTo>
                    <a:pt x="716280" y="128563"/>
                  </a:lnTo>
                  <a:lnTo>
                    <a:pt x="668435" y="156757"/>
                  </a:lnTo>
                  <a:lnTo>
                    <a:pt x="758952" y="156757"/>
                  </a:lnTo>
                  <a:close/>
                </a:path>
                <a:path w="830579" h="257175">
                  <a:moveTo>
                    <a:pt x="758952" y="153709"/>
                  </a:moveTo>
                  <a:lnTo>
                    <a:pt x="758952" y="103417"/>
                  </a:lnTo>
                  <a:lnTo>
                    <a:pt x="716280" y="128563"/>
                  </a:lnTo>
                  <a:lnTo>
                    <a:pt x="758952" y="153709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8370" y="4020311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432815" y="214883"/>
                  </a:moveTo>
                  <a:lnTo>
                    <a:pt x="427066" y="165551"/>
                  </a:lnTo>
                  <a:lnTo>
                    <a:pt x="410706" y="120298"/>
                  </a:lnTo>
                  <a:lnTo>
                    <a:pt x="385069" y="80403"/>
                  </a:lnTo>
                  <a:lnTo>
                    <a:pt x="351488" y="47146"/>
                  </a:lnTo>
                  <a:lnTo>
                    <a:pt x="311295" y="21806"/>
                  </a:lnTo>
                  <a:lnTo>
                    <a:pt x="265824" y="5665"/>
                  </a:lnTo>
                  <a:lnTo>
                    <a:pt x="216407" y="0"/>
                  </a:lnTo>
                  <a:lnTo>
                    <a:pt x="166991" y="5665"/>
                  </a:lnTo>
                  <a:lnTo>
                    <a:pt x="121520" y="21806"/>
                  </a:lnTo>
                  <a:lnTo>
                    <a:pt x="81327" y="47146"/>
                  </a:lnTo>
                  <a:lnTo>
                    <a:pt x="47746" y="80403"/>
                  </a:lnTo>
                  <a:lnTo>
                    <a:pt x="22109" y="120298"/>
                  </a:lnTo>
                  <a:lnTo>
                    <a:pt x="5749" y="165551"/>
                  </a:lnTo>
                  <a:lnTo>
                    <a:pt x="0" y="214883"/>
                  </a:lnTo>
                  <a:lnTo>
                    <a:pt x="5749" y="264780"/>
                  </a:lnTo>
                  <a:lnTo>
                    <a:pt x="22109" y="310438"/>
                  </a:lnTo>
                  <a:lnTo>
                    <a:pt x="47746" y="350604"/>
                  </a:lnTo>
                  <a:lnTo>
                    <a:pt x="81327" y="384025"/>
                  </a:lnTo>
                  <a:lnTo>
                    <a:pt x="121520" y="409449"/>
                  </a:lnTo>
                  <a:lnTo>
                    <a:pt x="166991" y="425622"/>
                  </a:lnTo>
                  <a:lnTo>
                    <a:pt x="216407" y="431291"/>
                  </a:lnTo>
                  <a:lnTo>
                    <a:pt x="265824" y="425622"/>
                  </a:lnTo>
                  <a:lnTo>
                    <a:pt x="311295" y="409449"/>
                  </a:lnTo>
                  <a:lnTo>
                    <a:pt x="351488" y="384025"/>
                  </a:lnTo>
                  <a:lnTo>
                    <a:pt x="385069" y="350604"/>
                  </a:lnTo>
                  <a:lnTo>
                    <a:pt x="410706" y="310438"/>
                  </a:lnTo>
                  <a:lnTo>
                    <a:pt x="427066" y="264780"/>
                  </a:lnTo>
                  <a:lnTo>
                    <a:pt x="432815" y="214883"/>
                  </a:lnTo>
                  <a:close/>
                </a:path>
              </a:pathLst>
            </a:custGeom>
            <a:solidFill>
              <a:srgbClr val="F4A9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93798" y="4015740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5196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43840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80772" y="50292"/>
                  </a:lnTo>
                  <a:lnTo>
                    <a:pt x="50292" y="79248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10668" y="286512"/>
                  </a:lnTo>
                  <a:lnTo>
                    <a:pt x="10668" y="198120"/>
                  </a:lnTo>
                  <a:lnTo>
                    <a:pt x="13716" y="176784"/>
                  </a:lnTo>
                  <a:lnTo>
                    <a:pt x="27432" y="137160"/>
                  </a:lnTo>
                  <a:lnTo>
                    <a:pt x="45720" y="102108"/>
                  </a:lnTo>
                  <a:lnTo>
                    <a:pt x="71628" y="70104"/>
                  </a:lnTo>
                  <a:lnTo>
                    <a:pt x="103632" y="44196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4988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5344"/>
                  </a:lnTo>
                  <a:lnTo>
                    <a:pt x="406908" y="120396"/>
                  </a:lnTo>
                  <a:lnTo>
                    <a:pt x="423672" y="156972"/>
                  </a:lnTo>
                  <a:lnTo>
                    <a:pt x="431292" y="198120"/>
                  </a:lnTo>
                  <a:lnTo>
                    <a:pt x="432816" y="220980"/>
                  </a:lnTo>
                  <a:lnTo>
                    <a:pt x="432816" y="280035"/>
                  </a:lnTo>
                  <a:lnTo>
                    <a:pt x="437388" y="265176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2816" y="280035"/>
                  </a:moveTo>
                  <a:lnTo>
                    <a:pt x="432816" y="220980"/>
                  </a:ln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8328"/>
                  </a:lnTo>
                  <a:lnTo>
                    <a:pt x="370332" y="370332"/>
                  </a:lnTo>
                  <a:lnTo>
                    <a:pt x="338328" y="394716"/>
                  </a:lnTo>
                  <a:lnTo>
                    <a:pt x="303276" y="414528"/>
                  </a:lnTo>
                  <a:lnTo>
                    <a:pt x="263652" y="426720"/>
                  </a:lnTo>
                  <a:lnTo>
                    <a:pt x="220980" y="431292"/>
                  </a:lnTo>
                  <a:lnTo>
                    <a:pt x="199644" y="429768"/>
                  </a:lnTo>
                  <a:lnTo>
                    <a:pt x="158496" y="422148"/>
                  </a:lnTo>
                  <a:lnTo>
                    <a:pt x="120396" y="405384"/>
                  </a:lnTo>
                  <a:lnTo>
                    <a:pt x="86868" y="382524"/>
                  </a:lnTo>
                  <a:lnTo>
                    <a:pt x="57912" y="355092"/>
                  </a:lnTo>
                  <a:lnTo>
                    <a:pt x="35052" y="320040"/>
                  </a:lnTo>
                  <a:lnTo>
                    <a:pt x="19812" y="283464"/>
                  </a:lnTo>
                  <a:lnTo>
                    <a:pt x="10668" y="242316"/>
                  </a:lnTo>
                  <a:lnTo>
                    <a:pt x="10668" y="286512"/>
                  </a:lnTo>
                  <a:lnTo>
                    <a:pt x="27432" y="326136"/>
                  </a:lnTo>
                  <a:lnTo>
                    <a:pt x="51816" y="361188"/>
                  </a:lnTo>
                  <a:lnTo>
                    <a:pt x="80772" y="390144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16052" y="324612"/>
                  </a:lnTo>
                  <a:lnTo>
                    <a:pt x="431292" y="284988"/>
                  </a:lnTo>
                  <a:lnTo>
                    <a:pt x="432816" y="280035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35027" y="397103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58349" y="4142446"/>
            <a:ext cx="4140835" cy="1432560"/>
            <a:chOff x="1458349" y="4142446"/>
            <a:chExt cx="4140835" cy="1432560"/>
          </a:xfrm>
        </p:grpSpPr>
        <p:sp>
          <p:nvSpPr>
            <p:cNvPr id="24" name="object 24"/>
            <p:cNvSpPr/>
            <p:nvPr/>
          </p:nvSpPr>
          <p:spPr>
            <a:xfrm>
              <a:off x="5131186" y="4142446"/>
              <a:ext cx="467995" cy="256540"/>
            </a:xfrm>
            <a:custGeom>
              <a:avLst/>
              <a:gdLst/>
              <a:ahLst/>
              <a:cxnLst/>
              <a:rect l="l" t="t" r="r" b="b"/>
              <a:pathLst>
                <a:path w="467995" h="256539">
                  <a:moveTo>
                    <a:pt x="354711" y="128563"/>
                  </a:moveTo>
                  <a:lnTo>
                    <a:pt x="306439" y="100369"/>
                  </a:lnTo>
                  <a:lnTo>
                    <a:pt x="0" y="100369"/>
                  </a:lnTo>
                  <a:lnTo>
                    <a:pt x="0" y="156757"/>
                  </a:lnTo>
                  <a:lnTo>
                    <a:pt x="306439" y="156757"/>
                  </a:lnTo>
                  <a:lnTo>
                    <a:pt x="354711" y="128563"/>
                  </a:lnTo>
                  <a:close/>
                </a:path>
                <a:path w="467995" h="256539">
                  <a:moveTo>
                    <a:pt x="467868" y="127801"/>
                  </a:moveTo>
                  <a:lnTo>
                    <a:pt x="254508" y="4357"/>
                  </a:lnTo>
                  <a:lnTo>
                    <a:pt x="243601" y="0"/>
                  </a:lnTo>
                  <a:lnTo>
                    <a:pt x="232410" y="357"/>
                  </a:lnTo>
                  <a:lnTo>
                    <a:pt x="222361" y="5000"/>
                  </a:lnTo>
                  <a:lnTo>
                    <a:pt x="214884" y="13501"/>
                  </a:lnTo>
                  <a:lnTo>
                    <a:pt x="211407" y="24407"/>
                  </a:lnTo>
                  <a:lnTo>
                    <a:pt x="212217" y="35599"/>
                  </a:lnTo>
                  <a:lnTo>
                    <a:pt x="217027" y="45648"/>
                  </a:lnTo>
                  <a:lnTo>
                    <a:pt x="225552" y="53125"/>
                  </a:lnTo>
                  <a:lnTo>
                    <a:pt x="306439" y="100369"/>
                  </a:lnTo>
                  <a:lnTo>
                    <a:pt x="411480" y="100369"/>
                  </a:lnTo>
                  <a:lnTo>
                    <a:pt x="411480" y="160828"/>
                  </a:lnTo>
                  <a:lnTo>
                    <a:pt x="467868" y="127801"/>
                  </a:lnTo>
                  <a:close/>
                </a:path>
                <a:path w="467995" h="256539">
                  <a:moveTo>
                    <a:pt x="411480" y="160828"/>
                  </a:moveTo>
                  <a:lnTo>
                    <a:pt x="411480" y="156757"/>
                  </a:lnTo>
                  <a:lnTo>
                    <a:pt x="306439" y="156757"/>
                  </a:lnTo>
                  <a:lnTo>
                    <a:pt x="225552" y="204001"/>
                  </a:lnTo>
                  <a:lnTo>
                    <a:pt x="217027" y="211455"/>
                  </a:lnTo>
                  <a:lnTo>
                    <a:pt x="212217" y="221337"/>
                  </a:lnTo>
                  <a:lnTo>
                    <a:pt x="211407" y="232076"/>
                  </a:lnTo>
                  <a:lnTo>
                    <a:pt x="214884" y="242101"/>
                  </a:lnTo>
                  <a:lnTo>
                    <a:pt x="222361" y="250626"/>
                  </a:lnTo>
                  <a:lnTo>
                    <a:pt x="232410" y="255436"/>
                  </a:lnTo>
                  <a:lnTo>
                    <a:pt x="243601" y="256246"/>
                  </a:lnTo>
                  <a:lnTo>
                    <a:pt x="254508" y="252769"/>
                  </a:lnTo>
                  <a:lnTo>
                    <a:pt x="411480" y="160828"/>
                  </a:lnTo>
                  <a:close/>
                </a:path>
                <a:path w="467995" h="256539">
                  <a:moveTo>
                    <a:pt x="411480" y="156757"/>
                  </a:moveTo>
                  <a:lnTo>
                    <a:pt x="411480" y="100369"/>
                  </a:lnTo>
                  <a:lnTo>
                    <a:pt x="306439" y="100369"/>
                  </a:lnTo>
                  <a:lnTo>
                    <a:pt x="354711" y="128563"/>
                  </a:lnTo>
                  <a:lnTo>
                    <a:pt x="397764" y="103417"/>
                  </a:lnTo>
                  <a:lnTo>
                    <a:pt x="397764" y="156757"/>
                  </a:lnTo>
                  <a:lnTo>
                    <a:pt x="411480" y="156757"/>
                  </a:lnTo>
                  <a:close/>
                </a:path>
                <a:path w="467995" h="256539">
                  <a:moveTo>
                    <a:pt x="397764" y="156757"/>
                  </a:moveTo>
                  <a:lnTo>
                    <a:pt x="397764" y="153709"/>
                  </a:lnTo>
                  <a:lnTo>
                    <a:pt x="354711" y="128563"/>
                  </a:lnTo>
                  <a:lnTo>
                    <a:pt x="306439" y="156757"/>
                  </a:lnTo>
                  <a:lnTo>
                    <a:pt x="397764" y="156757"/>
                  </a:lnTo>
                  <a:close/>
                </a:path>
                <a:path w="467995" h="256539">
                  <a:moveTo>
                    <a:pt x="397764" y="153709"/>
                  </a:moveTo>
                  <a:lnTo>
                    <a:pt x="397764" y="103417"/>
                  </a:lnTo>
                  <a:lnTo>
                    <a:pt x="354711" y="128563"/>
                  </a:lnTo>
                  <a:lnTo>
                    <a:pt x="397764" y="153709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58349" y="5234511"/>
              <a:ext cx="830580" cy="257175"/>
            </a:xfrm>
            <a:custGeom>
              <a:avLst/>
              <a:gdLst/>
              <a:ahLst/>
              <a:cxnLst/>
              <a:rect l="l" t="t" r="r" b="b"/>
              <a:pathLst>
                <a:path w="830580" h="257175">
                  <a:moveTo>
                    <a:pt x="256457" y="25237"/>
                  </a:moveTo>
                  <a:lnTo>
                    <a:pt x="256457" y="24763"/>
                  </a:lnTo>
                  <a:lnTo>
                    <a:pt x="252980" y="14144"/>
                  </a:lnTo>
                  <a:lnTo>
                    <a:pt x="245741" y="5619"/>
                  </a:lnTo>
                  <a:lnTo>
                    <a:pt x="236216" y="809"/>
                  </a:lnTo>
                  <a:lnTo>
                    <a:pt x="225548" y="0"/>
                  </a:lnTo>
                  <a:lnTo>
                    <a:pt x="214880" y="3476"/>
                  </a:lnTo>
                  <a:lnTo>
                    <a:pt x="0" y="128444"/>
                  </a:lnTo>
                  <a:lnTo>
                    <a:pt x="57912" y="162124"/>
                  </a:lnTo>
                  <a:lnTo>
                    <a:pt x="57912" y="99488"/>
                  </a:lnTo>
                  <a:lnTo>
                    <a:pt x="164354" y="99488"/>
                  </a:lnTo>
                  <a:lnTo>
                    <a:pt x="243836" y="53768"/>
                  </a:lnTo>
                  <a:lnTo>
                    <a:pt x="251480" y="45648"/>
                  </a:lnTo>
                  <a:lnTo>
                    <a:pt x="255838" y="35671"/>
                  </a:lnTo>
                  <a:lnTo>
                    <a:pt x="256457" y="25237"/>
                  </a:lnTo>
                  <a:close/>
                </a:path>
                <a:path w="830580" h="257175">
                  <a:moveTo>
                    <a:pt x="164354" y="99488"/>
                  </a:moveTo>
                  <a:lnTo>
                    <a:pt x="57912" y="99488"/>
                  </a:lnTo>
                  <a:lnTo>
                    <a:pt x="57912" y="157400"/>
                  </a:lnTo>
                  <a:lnTo>
                    <a:pt x="71624" y="157400"/>
                  </a:lnTo>
                  <a:lnTo>
                    <a:pt x="71624" y="104060"/>
                  </a:lnTo>
                  <a:lnTo>
                    <a:pt x="113827" y="128553"/>
                  </a:lnTo>
                  <a:lnTo>
                    <a:pt x="164354" y="99488"/>
                  </a:lnTo>
                  <a:close/>
                </a:path>
                <a:path w="830580" h="257175">
                  <a:moveTo>
                    <a:pt x="256457" y="232052"/>
                  </a:moveTo>
                  <a:lnTo>
                    <a:pt x="255647" y="221218"/>
                  </a:lnTo>
                  <a:lnTo>
                    <a:pt x="250837" y="211240"/>
                  </a:lnTo>
                  <a:lnTo>
                    <a:pt x="242312" y="203120"/>
                  </a:lnTo>
                  <a:lnTo>
                    <a:pt x="163533" y="157400"/>
                  </a:lnTo>
                  <a:lnTo>
                    <a:pt x="57912" y="157400"/>
                  </a:lnTo>
                  <a:lnTo>
                    <a:pt x="57912" y="162124"/>
                  </a:lnTo>
                  <a:lnTo>
                    <a:pt x="214880" y="253412"/>
                  </a:lnTo>
                  <a:lnTo>
                    <a:pt x="225548" y="256889"/>
                  </a:lnTo>
                  <a:lnTo>
                    <a:pt x="236216" y="256079"/>
                  </a:lnTo>
                  <a:lnTo>
                    <a:pt x="245741" y="251269"/>
                  </a:lnTo>
                  <a:lnTo>
                    <a:pt x="252980" y="242744"/>
                  </a:lnTo>
                  <a:lnTo>
                    <a:pt x="256457" y="232052"/>
                  </a:lnTo>
                  <a:close/>
                </a:path>
                <a:path w="830580" h="257175">
                  <a:moveTo>
                    <a:pt x="113827" y="128553"/>
                  </a:moveTo>
                  <a:lnTo>
                    <a:pt x="71624" y="104060"/>
                  </a:lnTo>
                  <a:lnTo>
                    <a:pt x="71624" y="152828"/>
                  </a:lnTo>
                  <a:lnTo>
                    <a:pt x="113827" y="128553"/>
                  </a:lnTo>
                  <a:close/>
                </a:path>
                <a:path w="830580" h="257175">
                  <a:moveTo>
                    <a:pt x="163533" y="157400"/>
                  </a:moveTo>
                  <a:lnTo>
                    <a:pt x="113827" y="128553"/>
                  </a:lnTo>
                  <a:lnTo>
                    <a:pt x="71624" y="152828"/>
                  </a:lnTo>
                  <a:lnTo>
                    <a:pt x="71624" y="157400"/>
                  </a:lnTo>
                  <a:lnTo>
                    <a:pt x="163533" y="157400"/>
                  </a:lnTo>
                  <a:close/>
                </a:path>
                <a:path w="830580" h="257175">
                  <a:moveTo>
                    <a:pt x="830576" y="157400"/>
                  </a:moveTo>
                  <a:lnTo>
                    <a:pt x="830576" y="99488"/>
                  </a:lnTo>
                  <a:lnTo>
                    <a:pt x="164354" y="99488"/>
                  </a:lnTo>
                  <a:lnTo>
                    <a:pt x="113827" y="128553"/>
                  </a:lnTo>
                  <a:lnTo>
                    <a:pt x="163533" y="157400"/>
                  </a:lnTo>
                  <a:lnTo>
                    <a:pt x="830576" y="157400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88925" y="5137403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69" h="431800">
                  <a:moveTo>
                    <a:pt x="432815" y="216407"/>
                  </a:moveTo>
                  <a:lnTo>
                    <a:pt x="427066" y="166991"/>
                  </a:lnTo>
                  <a:lnTo>
                    <a:pt x="410706" y="121520"/>
                  </a:lnTo>
                  <a:lnTo>
                    <a:pt x="385069" y="81327"/>
                  </a:lnTo>
                  <a:lnTo>
                    <a:pt x="351488" y="47746"/>
                  </a:lnTo>
                  <a:lnTo>
                    <a:pt x="311295" y="22109"/>
                  </a:lnTo>
                  <a:lnTo>
                    <a:pt x="265824" y="5749"/>
                  </a:lnTo>
                  <a:lnTo>
                    <a:pt x="216407" y="0"/>
                  </a:lnTo>
                  <a:lnTo>
                    <a:pt x="166991" y="5749"/>
                  </a:lnTo>
                  <a:lnTo>
                    <a:pt x="121520" y="22109"/>
                  </a:lnTo>
                  <a:lnTo>
                    <a:pt x="81327" y="47746"/>
                  </a:lnTo>
                  <a:lnTo>
                    <a:pt x="47746" y="81327"/>
                  </a:lnTo>
                  <a:lnTo>
                    <a:pt x="22109" y="121520"/>
                  </a:lnTo>
                  <a:lnTo>
                    <a:pt x="5749" y="166991"/>
                  </a:lnTo>
                  <a:lnTo>
                    <a:pt x="0" y="216407"/>
                  </a:lnTo>
                  <a:lnTo>
                    <a:pt x="5749" y="265740"/>
                  </a:lnTo>
                  <a:lnTo>
                    <a:pt x="22109" y="310993"/>
                  </a:lnTo>
                  <a:lnTo>
                    <a:pt x="47746" y="350888"/>
                  </a:lnTo>
                  <a:lnTo>
                    <a:pt x="81327" y="384145"/>
                  </a:lnTo>
                  <a:lnTo>
                    <a:pt x="121520" y="409485"/>
                  </a:lnTo>
                  <a:lnTo>
                    <a:pt x="166991" y="425626"/>
                  </a:lnTo>
                  <a:lnTo>
                    <a:pt x="216407" y="431291"/>
                  </a:lnTo>
                  <a:lnTo>
                    <a:pt x="265824" y="425626"/>
                  </a:lnTo>
                  <a:lnTo>
                    <a:pt x="311295" y="409485"/>
                  </a:lnTo>
                  <a:lnTo>
                    <a:pt x="351488" y="384145"/>
                  </a:lnTo>
                  <a:lnTo>
                    <a:pt x="385069" y="350888"/>
                  </a:lnTo>
                  <a:lnTo>
                    <a:pt x="410706" y="310993"/>
                  </a:lnTo>
                  <a:lnTo>
                    <a:pt x="427066" y="265740"/>
                  </a:lnTo>
                  <a:lnTo>
                    <a:pt x="432815" y="216407"/>
                  </a:lnTo>
                  <a:close/>
                </a:path>
              </a:pathLst>
            </a:custGeom>
            <a:solidFill>
              <a:srgbClr val="F4A9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84354" y="5132832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60" h="441960">
                  <a:moveTo>
                    <a:pt x="441960" y="220980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44424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34112" y="16764"/>
                  </a:lnTo>
                  <a:lnTo>
                    <a:pt x="97536" y="38100"/>
                  </a:lnTo>
                  <a:lnTo>
                    <a:pt x="64008" y="65532"/>
                  </a:lnTo>
                  <a:lnTo>
                    <a:pt x="38100" y="97536"/>
                  </a:lnTo>
                  <a:lnTo>
                    <a:pt x="16764" y="135636"/>
                  </a:lnTo>
                  <a:lnTo>
                    <a:pt x="4572" y="17678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8120"/>
                  </a:lnTo>
                  <a:lnTo>
                    <a:pt x="19812" y="156972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2316"/>
                  </a:lnTo>
                  <a:lnTo>
                    <a:pt x="441960" y="220980"/>
                  </a:lnTo>
                  <a:close/>
                </a:path>
                <a:path w="441960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8328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42316" y="431292"/>
                  </a:lnTo>
                  <a:lnTo>
                    <a:pt x="199644" y="431292"/>
                  </a:lnTo>
                  <a:lnTo>
                    <a:pt x="158496" y="422148"/>
                  </a:lnTo>
                  <a:lnTo>
                    <a:pt x="120396" y="406908"/>
                  </a:lnTo>
                  <a:lnTo>
                    <a:pt x="86868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24060" y="5089649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721742" y="5234511"/>
            <a:ext cx="5474335" cy="1709420"/>
            <a:chOff x="2721742" y="5234511"/>
            <a:chExt cx="5474335" cy="1709420"/>
          </a:xfrm>
        </p:grpSpPr>
        <p:sp>
          <p:nvSpPr>
            <p:cNvPr id="30" name="object 30"/>
            <p:cNvSpPr/>
            <p:nvPr/>
          </p:nvSpPr>
          <p:spPr>
            <a:xfrm>
              <a:off x="2721737" y="5234520"/>
              <a:ext cx="5038725" cy="1625600"/>
            </a:xfrm>
            <a:custGeom>
              <a:avLst/>
              <a:gdLst/>
              <a:ahLst/>
              <a:cxnLst/>
              <a:rect l="l" t="t" r="r" b="b"/>
              <a:pathLst>
                <a:path w="5038725" h="1625600">
                  <a:moveTo>
                    <a:pt x="467868" y="128447"/>
                  </a:moveTo>
                  <a:lnTo>
                    <a:pt x="254508" y="3479"/>
                  </a:lnTo>
                  <a:lnTo>
                    <a:pt x="243598" y="0"/>
                  </a:lnTo>
                  <a:lnTo>
                    <a:pt x="232410" y="812"/>
                  </a:lnTo>
                  <a:lnTo>
                    <a:pt x="222364" y="5613"/>
                  </a:lnTo>
                  <a:lnTo>
                    <a:pt x="214884" y="14147"/>
                  </a:lnTo>
                  <a:lnTo>
                    <a:pt x="211404" y="24828"/>
                  </a:lnTo>
                  <a:lnTo>
                    <a:pt x="212217" y="35674"/>
                  </a:lnTo>
                  <a:lnTo>
                    <a:pt x="217030" y="45643"/>
                  </a:lnTo>
                  <a:lnTo>
                    <a:pt x="225552" y="53771"/>
                  </a:lnTo>
                  <a:lnTo>
                    <a:pt x="304330" y="99491"/>
                  </a:lnTo>
                  <a:lnTo>
                    <a:pt x="0" y="99491"/>
                  </a:lnTo>
                  <a:lnTo>
                    <a:pt x="0" y="157403"/>
                  </a:lnTo>
                  <a:lnTo>
                    <a:pt x="304330" y="157403"/>
                  </a:lnTo>
                  <a:lnTo>
                    <a:pt x="225552" y="203123"/>
                  </a:lnTo>
                  <a:lnTo>
                    <a:pt x="217030" y="211239"/>
                  </a:lnTo>
                  <a:lnTo>
                    <a:pt x="212217" y="221221"/>
                  </a:lnTo>
                  <a:lnTo>
                    <a:pt x="211404" y="232054"/>
                  </a:lnTo>
                  <a:lnTo>
                    <a:pt x="214884" y="242747"/>
                  </a:lnTo>
                  <a:lnTo>
                    <a:pt x="222364" y="251269"/>
                  </a:lnTo>
                  <a:lnTo>
                    <a:pt x="232410" y="256082"/>
                  </a:lnTo>
                  <a:lnTo>
                    <a:pt x="243598" y="256882"/>
                  </a:lnTo>
                  <a:lnTo>
                    <a:pt x="254508" y="253415"/>
                  </a:lnTo>
                  <a:lnTo>
                    <a:pt x="411480" y="161467"/>
                  </a:lnTo>
                  <a:lnTo>
                    <a:pt x="467868" y="128447"/>
                  </a:lnTo>
                  <a:close/>
                </a:path>
                <a:path w="5038725" h="1625600">
                  <a:moveTo>
                    <a:pt x="5038344" y="1468043"/>
                  </a:moveTo>
                  <a:lnTo>
                    <a:pt x="4371302" y="1468043"/>
                  </a:lnTo>
                  <a:lnTo>
                    <a:pt x="4450080" y="1422323"/>
                  </a:lnTo>
                  <a:lnTo>
                    <a:pt x="4458601" y="1414195"/>
                  </a:lnTo>
                  <a:lnTo>
                    <a:pt x="4463415" y="1404226"/>
                  </a:lnTo>
                  <a:lnTo>
                    <a:pt x="4464228" y="1393380"/>
                  </a:lnTo>
                  <a:lnTo>
                    <a:pt x="4460748" y="1382699"/>
                  </a:lnTo>
                  <a:lnTo>
                    <a:pt x="4453267" y="1374165"/>
                  </a:lnTo>
                  <a:lnTo>
                    <a:pt x="4443222" y="1369364"/>
                  </a:lnTo>
                  <a:lnTo>
                    <a:pt x="4432033" y="1368552"/>
                  </a:lnTo>
                  <a:lnTo>
                    <a:pt x="4421124" y="1372031"/>
                  </a:lnTo>
                  <a:lnTo>
                    <a:pt x="4207764" y="1496999"/>
                  </a:lnTo>
                  <a:lnTo>
                    <a:pt x="4264152" y="1530019"/>
                  </a:lnTo>
                  <a:lnTo>
                    <a:pt x="4421124" y="1621967"/>
                  </a:lnTo>
                  <a:lnTo>
                    <a:pt x="4432033" y="1625434"/>
                  </a:lnTo>
                  <a:lnTo>
                    <a:pt x="4443222" y="1624634"/>
                  </a:lnTo>
                  <a:lnTo>
                    <a:pt x="4453267" y="1619821"/>
                  </a:lnTo>
                  <a:lnTo>
                    <a:pt x="4460748" y="1611299"/>
                  </a:lnTo>
                  <a:lnTo>
                    <a:pt x="4464228" y="1600606"/>
                  </a:lnTo>
                  <a:lnTo>
                    <a:pt x="4463415" y="1589773"/>
                  </a:lnTo>
                  <a:lnTo>
                    <a:pt x="4458601" y="1579791"/>
                  </a:lnTo>
                  <a:lnTo>
                    <a:pt x="4450080" y="1571675"/>
                  </a:lnTo>
                  <a:lnTo>
                    <a:pt x="4371302" y="1525955"/>
                  </a:lnTo>
                  <a:lnTo>
                    <a:pt x="5038344" y="1525955"/>
                  </a:lnTo>
                  <a:lnTo>
                    <a:pt x="5038344" y="1468043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60085" y="650595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6407"/>
                  </a:moveTo>
                  <a:lnTo>
                    <a:pt x="425622" y="166511"/>
                  </a:lnTo>
                  <a:lnTo>
                    <a:pt x="409449" y="120853"/>
                  </a:lnTo>
                  <a:lnTo>
                    <a:pt x="384025" y="80687"/>
                  </a:lnTo>
                  <a:lnTo>
                    <a:pt x="350604" y="47266"/>
                  </a:lnTo>
                  <a:lnTo>
                    <a:pt x="310438" y="21842"/>
                  </a:lnTo>
                  <a:lnTo>
                    <a:pt x="264780" y="5669"/>
                  </a:lnTo>
                  <a:lnTo>
                    <a:pt x="214883" y="0"/>
                  </a:lnTo>
                  <a:lnTo>
                    <a:pt x="165551" y="5669"/>
                  </a:lnTo>
                  <a:lnTo>
                    <a:pt x="120298" y="21842"/>
                  </a:lnTo>
                  <a:lnTo>
                    <a:pt x="80403" y="47266"/>
                  </a:lnTo>
                  <a:lnTo>
                    <a:pt x="47146" y="80687"/>
                  </a:lnTo>
                  <a:lnTo>
                    <a:pt x="21806" y="120853"/>
                  </a:lnTo>
                  <a:lnTo>
                    <a:pt x="5665" y="166511"/>
                  </a:lnTo>
                  <a:lnTo>
                    <a:pt x="0" y="216407"/>
                  </a:lnTo>
                  <a:lnTo>
                    <a:pt x="5665" y="265740"/>
                  </a:lnTo>
                  <a:lnTo>
                    <a:pt x="21806" y="310993"/>
                  </a:lnTo>
                  <a:lnTo>
                    <a:pt x="47146" y="350888"/>
                  </a:lnTo>
                  <a:lnTo>
                    <a:pt x="80403" y="384145"/>
                  </a:lnTo>
                  <a:lnTo>
                    <a:pt x="120298" y="409485"/>
                  </a:lnTo>
                  <a:lnTo>
                    <a:pt x="165551" y="425626"/>
                  </a:lnTo>
                  <a:lnTo>
                    <a:pt x="214883" y="431291"/>
                  </a:lnTo>
                  <a:lnTo>
                    <a:pt x="264780" y="425626"/>
                  </a:lnTo>
                  <a:lnTo>
                    <a:pt x="310438" y="409485"/>
                  </a:lnTo>
                  <a:lnTo>
                    <a:pt x="350604" y="384145"/>
                  </a:lnTo>
                  <a:lnTo>
                    <a:pt x="384025" y="350888"/>
                  </a:lnTo>
                  <a:lnTo>
                    <a:pt x="409449" y="310993"/>
                  </a:lnTo>
                  <a:lnTo>
                    <a:pt x="425622" y="265740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4A9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55514" y="6501384"/>
              <a:ext cx="440690" cy="441959"/>
            </a:xfrm>
            <a:custGeom>
              <a:avLst/>
              <a:gdLst/>
              <a:ahLst/>
              <a:cxnLst/>
              <a:rect l="l" t="t" r="r" b="b"/>
              <a:pathLst>
                <a:path w="440690" h="441959">
                  <a:moveTo>
                    <a:pt x="440436" y="242316"/>
                  </a:moveTo>
                  <a:lnTo>
                    <a:pt x="440436" y="198120"/>
                  </a:lnTo>
                  <a:lnTo>
                    <a:pt x="435864" y="175260"/>
                  </a:lnTo>
                  <a:lnTo>
                    <a:pt x="423672" y="134112"/>
                  </a:lnTo>
                  <a:lnTo>
                    <a:pt x="402336" y="97536"/>
                  </a:lnTo>
                  <a:lnTo>
                    <a:pt x="376428" y="64008"/>
                  </a:lnTo>
                  <a:lnTo>
                    <a:pt x="342900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101"/>
                  </a:lnTo>
                  <a:lnTo>
                    <a:pt x="219456" y="0"/>
                  </a:lnTo>
                  <a:lnTo>
                    <a:pt x="175260" y="4572"/>
                  </a:lnTo>
                  <a:lnTo>
                    <a:pt x="134112" y="16764"/>
                  </a:lnTo>
                  <a:lnTo>
                    <a:pt x="96012" y="38100"/>
                  </a:lnTo>
                  <a:lnTo>
                    <a:pt x="64008" y="64008"/>
                  </a:lnTo>
                  <a:lnTo>
                    <a:pt x="36576" y="97536"/>
                  </a:lnTo>
                  <a:lnTo>
                    <a:pt x="16764" y="135636"/>
                  </a:lnTo>
                  <a:lnTo>
                    <a:pt x="0" y="198120"/>
                  </a:lnTo>
                  <a:lnTo>
                    <a:pt x="0" y="243840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20396"/>
                  </a:lnTo>
                  <a:lnTo>
                    <a:pt x="57912" y="85344"/>
                  </a:lnTo>
                  <a:lnTo>
                    <a:pt x="85344" y="57912"/>
                  </a:lnTo>
                  <a:lnTo>
                    <a:pt x="120396" y="35052"/>
                  </a:lnTo>
                  <a:lnTo>
                    <a:pt x="156972" y="18288"/>
                  </a:lnTo>
                  <a:lnTo>
                    <a:pt x="198120" y="10668"/>
                  </a:lnTo>
                  <a:lnTo>
                    <a:pt x="219456" y="9245"/>
                  </a:lnTo>
                  <a:lnTo>
                    <a:pt x="220980" y="9144"/>
                  </a:lnTo>
                  <a:lnTo>
                    <a:pt x="263652" y="13716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4716" y="102108"/>
                  </a:lnTo>
                  <a:lnTo>
                    <a:pt x="414528" y="138684"/>
                  </a:lnTo>
                  <a:lnTo>
                    <a:pt x="426720" y="178308"/>
                  </a:lnTo>
                  <a:lnTo>
                    <a:pt x="431292" y="220980"/>
                  </a:lnTo>
                  <a:lnTo>
                    <a:pt x="431292" y="286512"/>
                  </a:lnTo>
                  <a:lnTo>
                    <a:pt x="435864" y="265176"/>
                  </a:lnTo>
                  <a:lnTo>
                    <a:pt x="440436" y="242316"/>
                  </a:lnTo>
                  <a:close/>
                </a:path>
                <a:path w="440690" h="441959">
                  <a:moveTo>
                    <a:pt x="431292" y="286512"/>
                  </a:moveTo>
                  <a:lnTo>
                    <a:pt x="431292" y="220980"/>
                  </a:lnTo>
                  <a:lnTo>
                    <a:pt x="429768" y="242316"/>
                  </a:lnTo>
                  <a:lnTo>
                    <a:pt x="426720" y="263652"/>
                  </a:lnTo>
                  <a:lnTo>
                    <a:pt x="414528" y="303276"/>
                  </a:lnTo>
                  <a:lnTo>
                    <a:pt x="394716" y="338328"/>
                  </a:lnTo>
                  <a:lnTo>
                    <a:pt x="368808" y="370332"/>
                  </a:lnTo>
                  <a:lnTo>
                    <a:pt x="338328" y="396240"/>
                  </a:lnTo>
                  <a:lnTo>
                    <a:pt x="283464" y="422148"/>
                  </a:lnTo>
                  <a:lnTo>
                    <a:pt x="242316" y="431292"/>
                  </a:lnTo>
                  <a:lnTo>
                    <a:pt x="198120" y="431292"/>
                  </a:lnTo>
                  <a:lnTo>
                    <a:pt x="156972" y="422148"/>
                  </a:lnTo>
                  <a:lnTo>
                    <a:pt x="118872" y="405384"/>
                  </a:lnTo>
                  <a:lnTo>
                    <a:pt x="85344" y="384048"/>
                  </a:lnTo>
                  <a:lnTo>
                    <a:pt x="56388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79248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19456" y="441858"/>
                  </a:lnTo>
                  <a:lnTo>
                    <a:pt x="220980" y="441960"/>
                  </a:lnTo>
                  <a:lnTo>
                    <a:pt x="265176" y="437388"/>
                  </a:lnTo>
                  <a:lnTo>
                    <a:pt x="306324" y="423672"/>
                  </a:lnTo>
                  <a:lnTo>
                    <a:pt x="344424" y="403860"/>
                  </a:lnTo>
                  <a:lnTo>
                    <a:pt x="376428" y="376428"/>
                  </a:lnTo>
                  <a:lnTo>
                    <a:pt x="403860" y="344424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895218" y="645820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192902" y="6603063"/>
            <a:ext cx="792480" cy="257175"/>
          </a:xfrm>
          <a:custGeom>
            <a:avLst/>
            <a:gdLst/>
            <a:ahLst/>
            <a:cxnLst/>
            <a:rect l="l" t="t" r="r" b="b"/>
            <a:pathLst>
              <a:path w="792479" h="257175">
                <a:moveTo>
                  <a:pt x="678836" y="128444"/>
                </a:moveTo>
                <a:lnTo>
                  <a:pt x="628943" y="99488"/>
                </a:lnTo>
                <a:lnTo>
                  <a:pt x="0" y="99488"/>
                </a:lnTo>
                <a:lnTo>
                  <a:pt x="0" y="157400"/>
                </a:lnTo>
                <a:lnTo>
                  <a:pt x="628943" y="157400"/>
                </a:lnTo>
                <a:lnTo>
                  <a:pt x="678836" y="128444"/>
                </a:lnTo>
                <a:close/>
              </a:path>
              <a:path w="792479" h="257175">
                <a:moveTo>
                  <a:pt x="792480" y="128444"/>
                </a:moveTo>
                <a:lnTo>
                  <a:pt x="579120" y="3476"/>
                </a:lnTo>
                <a:lnTo>
                  <a:pt x="568213" y="0"/>
                </a:lnTo>
                <a:lnTo>
                  <a:pt x="557022" y="809"/>
                </a:lnTo>
                <a:lnTo>
                  <a:pt x="546973" y="5619"/>
                </a:lnTo>
                <a:lnTo>
                  <a:pt x="539496" y="14144"/>
                </a:lnTo>
                <a:lnTo>
                  <a:pt x="536019" y="24836"/>
                </a:lnTo>
                <a:lnTo>
                  <a:pt x="536829" y="35671"/>
                </a:lnTo>
                <a:lnTo>
                  <a:pt x="541639" y="45648"/>
                </a:lnTo>
                <a:lnTo>
                  <a:pt x="550164" y="53768"/>
                </a:lnTo>
                <a:lnTo>
                  <a:pt x="628943" y="99488"/>
                </a:lnTo>
                <a:lnTo>
                  <a:pt x="736092" y="99488"/>
                </a:lnTo>
                <a:lnTo>
                  <a:pt x="736092" y="161471"/>
                </a:lnTo>
                <a:lnTo>
                  <a:pt x="792480" y="128444"/>
                </a:lnTo>
                <a:close/>
              </a:path>
              <a:path w="792479" h="257175">
                <a:moveTo>
                  <a:pt x="736092" y="161471"/>
                </a:moveTo>
                <a:lnTo>
                  <a:pt x="736092" y="157400"/>
                </a:lnTo>
                <a:lnTo>
                  <a:pt x="628943" y="157400"/>
                </a:lnTo>
                <a:lnTo>
                  <a:pt x="550164" y="203120"/>
                </a:lnTo>
                <a:lnTo>
                  <a:pt x="541639" y="211240"/>
                </a:lnTo>
                <a:lnTo>
                  <a:pt x="536829" y="221218"/>
                </a:lnTo>
                <a:lnTo>
                  <a:pt x="536019" y="232052"/>
                </a:lnTo>
                <a:lnTo>
                  <a:pt x="539496" y="242744"/>
                </a:lnTo>
                <a:lnTo>
                  <a:pt x="546973" y="251269"/>
                </a:lnTo>
                <a:lnTo>
                  <a:pt x="557022" y="256079"/>
                </a:lnTo>
                <a:lnTo>
                  <a:pt x="568213" y="256889"/>
                </a:lnTo>
                <a:lnTo>
                  <a:pt x="579120" y="253412"/>
                </a:lnTo>
                <a:lnTo>
                  <a:pt x="736092" y="161471"/>
                </a:lnTo>
                <a:close/>
              </a:path>
              <a:path w="792479" h="257175">
                <a:moveTo>
                  <a:pt x="736092" y="157400"/>
                </a:moveTo>
                <a:lnTo>
                  <a:pt x="736092" y="99488"/>
                </a:lnTo>
                <a:lnTo>
                  <a:pt x="628943" y="99488"/>
                </a:lnTo>
                <a:lnTo>
                  <a:pt x="678836" y="128444"/>
                </a:lnTo>
                <a:lnTo>
                  <a:pt x="720852" y="104060"/>
                </a:lnTo>
                <a:lnTo>
                  <a:pt x="720852" y="157400"/>
                </a:lnTo>
                <a:lnTo>
                  <a:pt x="736092" y="157400"/>
                </a:lnTo>
                <a:close/>
              </a:path>
              <a:path w="792479" h="257175">
                <a:moveTo>
                  <a:pt x="720852" y="157400"/>
                </a:moveTo>
                <a:lnTo>
                  <a:pt x="720852" y="152828"/>
                </a:lnTo>
                <a:lnTo>
                  <a:pt x="678836" y="128444"/>
                </a:lnTo>
                <a:lnTo>
                  <a:pt x="628943" y="157400"/>
                </a:lnTo>
                <a:lnTo>
                  <a:pt x="720852" y="157400"/>
                </a:lnTo>
                <a:close/>
              </a:path>
              <a:path w="792479" h="257175">
                <a:moveTo>
                  <a:pt x="720852" y="152828"/>
                </a:moveTo>
                <a:lnTo>
                  <a:pt x="720852" y="104060"/>
                </a:lnTo>
                <a:lnTo>
                  <a:pt x="678836" y="128444"/>
                </a:lnTo>
                <a:lnTo>
                  <a:pt x="720852" y="152828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570359" y="4778754"/>
            <a:ext cx="15608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Not</a:t>
            </a:r>
            <a:r>
              <a:rPr sz="1800" spc="-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good</a:t>
            </a:r>
            <a:r>
              <a:rPr sz="1800" spc="-10" dirty="0">
                <a:latin typeface="Arial MT"/>
                <a:cs typeface="Arial MT"/>
              </a:rPr>
              <a:t>. </a:t>
            </a:r>
            <a:r>
              <a:rPr sz="1800" dirty="0">
                <a:latin typeface="Arial MT"/>
                <a:cs typeface="Arial MT"/>
              </a:rPr>
              <a:t>Force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q</a:t>
            </a:r>
            <a:r>
              <a:rPr sz="1800" spc="-37" baseline="-20833" dirty="0">
                <a:latin typeface="Arial MT"/>
                <a:cs typeface="Arial MT"/>
              </a:rPr>
              <a:t>1 </a:t>
            </a:r>
            <a:r>
              <a:rPr sz="1800" dirty="0">
                <a:latin typeface="Arial MT"/>
                <a:cs typeface="Arial MT"/>
              </a:rPr>
              <a:t>always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greater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506602" y="4024884"/>
            <a:ext cx="3141345" cy="441959"/>
            <a:chOff x="3506602" y="4024884"/>
            <a:chExt cx="3141345" cy="441959"/>
          </a:xfrm>
        </p:grpSpPr>
        <p:sp>
          <p:nvSpPr>
            <p:cNvPr id="37" name="object 37"/>
            <p:cNvSpPr/>
            <p:nvPr/>
          </p:nvSpPr>
          <p:spPr>
            <a:xfrm>
              <a:off x="6210177" y="402945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6407"/>
                  </a:moveTo>
                  <a:lnTo>
                    <a:pt x="425626" y="166511"/>
                  </a:lnTo>
                  <a:lnTo>
                    <a:pt x="409485" y="120853"/>
                  </a:lnTo>
                  <a:lnTo>
                    <a:pt x="384145" y="80687"/>
                  </a:lnTo>
                  <a:lnTo>
                    <a:pt x="350888" y="47266"/>
                  </a:lnTo>
                  <a:lnTo>
                    <a:pt x="310993" y="21842"/>
                  </a:lnTo>
                  <a:lnTo>
                    <a:pt x="265740" y="5669"/>
                  </a:lnTo>
                  <a:lnTo>
                    <a:pt x="216407" y="0"/>
                  </a:lnTo>
                  <a:lnTo>
                    <a:pt x="166991" y="5669"/>
                  </a:lnTo>
                  <a:lnTo>
                    <a:pt x="121520" y="21842"/>
                  </a:lnTo>
                  <a:lnTo>
                    <a:pt x="81327" y="47266"/>
                  </a:lnTo>
                  <a:lnTo>
                    <a:pt x="47746" y="80687"/>
                  </a:lnTo>
                  <a:lnTo>
                    <a:pt x="22109" y="120853"/>
                  </a:lnTo>
                  <a:lnTo>
                    <a:pt x="5749" y="166511"/>
                  </a:lnTo>
                  <a:lnTo>
                    <a:pt x="0" y="216407"/>
                  </a:lnTo>
                  <a:lnTo>
                    <a:pt x="5749" y="265740"/>
                  </a:lnTo>
                  <a:lnTo>
                    <a:pt x="22109" y="310993"/>
                  </a:lnTo>
                  <a:lnTo>
                    <a:pt x="47746" y="350888"/>
                  </a:lnTo>
                  <a:lnTo>
                    <a:pt x="81327" y="384145"/>
                  </a:lnTo>
                  <a:lnTo>
                    <a:pt x="121520" y="409485"/>
                  </a:lnTo>
                  <a:lnTo>
                    <a:pt x="166991" y="425626"/>
                  </a:lnTo>
                  <a:lnTo>
                    <a:pt x="216407" y="431291"/>
                  </a:lnTo>
                  <a:lnTo>
                    <a:pt x="265740" y="425626"/>
                  </a:lnTo>
                  <a:lnTo>
                    <a:pt x="310993" y="409485"/>
                  </a:lnTo>
                  <a:lnTo>
                    <a:pt x="350888" y="384145"/>
                  </a:lnTo>
                  <a:lnTo>
                    <a:pt x="384145" y="350888"/>
                  </a:lnTo>
                  <a:lnTo>
                    <a:pt x="409485" y="310993"/>
                  </a:lnTo>
                  <a:lnTo>
                    <a:pt x="425626" y="265740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05606" y="4024884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441960" y="220980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44424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9144"/>
                  </a:lnTo>
                  <a:lnTo>
                    <a:pt x="97536" y="38100"/>
                  </a:lnTo>
                  <a:lnTo>
                    <a:pt x="64008" y="64008"/>
                  </a:lnTo>
                  <a:lnTo>
                    <a:pt x="38100" y="97536"/>
                  </a:lnTo>
                  <a:lnTo>
                    <a:pt x="16764" y="135636"/>
                  </a:lnTo>
                  <a:lnTo>
                    <a:pt x="4572" y="17678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8120"/>
                  </a:lnTo>
                  <a:lnTo>
                    <a:pt x="19812" y="156972"/>
                  </a:lnTo>
                  <a:lnTo>
                    <a:pt x="35052" y="120396"/>
                  </a:lnTo>
                  <a:lnTo>
                    <a:pt x="57912" y="85344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2316"/>
                  </a:lnTo>
                  <a:lnTo>
                    <a:pt x="441960" y="220980"/>
                  </a:lnTo>
                  <a:close/>
                </a:path>
                <a:path w="441959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22148" y="283464"/>
                  </a:lnTo>
                  <a:lnTo>
                    <a:pt x="406908" y="321564"/>
                  </a:lnTo>
                  <a:lnTo>
                    <a:pt x="384048" y="355092"/>
                  </a:lnTo>
                  <a:lnTo>
                    <a:pt x="355092" y="384048"/>
                  </a:lnTo>
                  <a:lnTo>
                    <a:pt x="321564" y="406908"/>
                  </a:lnTo>
                  <a:lnTo>
                    <a:pt x="283464" y="422148"/>
                  </a:lnTo>
                  <a:lnTo>
                    <a:pt x="242316" y="431292"/>
                  </a:lnTo>
                  <a:lnTo>
                    <a:pt x="198120" y="431292"/>
                  </a:lnTo>
                  <a:lnTo>
                    <a:pt x="178308" y="426720"/>
                  </a:lnTo>
                  <a:lnTo>
                    <a:pt x="156972" y="422148"/>
                  </a:lnTo>
                  <a:lnTo>
                    <a:pt x="102108" y="396240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11174" y="4029455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432815" y="216407"/>
                  </a:moveTo>
                  <a:lnTo>
                    <a:pt x="427066" y="166511"/>
                  </a:lnTo>
                  <a:lnTo>
                    <a:pt x="410706" y="120853"/>
                  </a:lnTo>
                  <a:lnTo>
                    <a:pt x="385069" y="80687"/>
                  </a:lnTo>
                  <a:lnTo>
                    <a:pt x="351488" y="47266"/>
                  </a:lnTo>
                  <a:lnTo>
                    <a:pt x="311295" y="21842"/>
                  </a:lnTo>
                  <a:lnTo>
                    <a:pt x="265824" y="5669"/>
                  </a:lnTo>
                  <a:lnTo>
                    <a:pt x="216407" y="0"/>
                  </a:lnTo>
                  <a:lnTo>
                    <a:pt x="166991" y="5669"/>
                  </a:lnTo>
                  <a:lnTo>
                    <a:pt x="121520" y="21842"/>
                  </a:lnTo>
                  <a:lnTo>
                    <a:pt x="81327" y="47266"/>
                  </a:lnTo>
                  <a:lnTo>
                    <a:pt x="47746" y="80687"/>
                  </a:lnTo>
                  <a:lnTo>
                    <a:pt x="22109" y="120853"/>
                  </a:lnTo>
                  <a:lnTo>
                    <a:pt x="5749" y="166511"/>
                  </a:lnTo>
                  <a:lnTo>
                    <a:pt x="0" y="216407"/>
                  </a:lnTo>
                  <a:lnTo>
                    <a:pt x="5749" y="265740"/>
                  </a:lnTo>
                  <a:lnTo>
                    <a:pt x="22109" y="310993"/>
                  </a:lnTo>
                  <a:lnTo>
                    <a:pt x="47746" y="350888"/>
                  </a:lnTo>
                  <a:lnTo>
                    <a:pt x="81327" y="384145"/>
                  </a:lnTo>
                  <a:lnTo>
                    <a:pt x="121520" y="409485"/>
                  </a:lnTo>
                  <a:lnTo>
                    <a:pt x="166991" y="425626"/>
                  </a:lnTo>
                  <a:lnTo>
                    <a:pt x="216407" y="431291"/>
                  </a:lnTo>
                  <a:lnTo>
                    <a:pt x="265824" y="425626"/>
                  </a:lnTo>
                  <a:lnTo>
                    <a:pt x="311295" y="409485"/>
                  </a:lnTo>
                  <a:lnTo>
                    <a:pt x="351488" y="384145"/>
                  </a:lnTo>
                  <a:lnTo>
                    <a:pt x="385069" y="350888"/>
                  </a:lnTo>
                  <a:lnTo>
                    <a:pt x="410706" y="310993"/>
                  </a:lnTo>
                  <a:lnTo>
                    <a:pt x="427066" y="265740"/>
                  </a:lnTo>
                  <a:lnTo>
                    <a:pt x="432815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06602" y="4024884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60" h="441960">
                  <a:moveTo>
                    <a:pt x="441960" y="220980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44424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9144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8120"/>
                  </a:lnTo>
                  <a:lnTo>
                    <a:pt x="19812" y="156972"/>
                  </a:lnTo>
                  <a:lnTo>
                    <a:pt x="35052" y="120396"/>
                  </a:lnTo>
                  <a:lnTo>
                    <a:pt x="57912" y="85344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4048" y="86868"/>
                  </a:lnTo>
                  <a:lnTo>
                    <a:pt x="406908" y="120396"/>
                  </a:lnTo>
                  <a:lnTo>
                    <a:pt x="428244" y="178308"/>
                  </a:lnTo>
                  <a:lnTo>
                    <a:pt x="432816" y="220980"/>
                  </a:lnTo>
                  <a:lnTo>
                    <a:pt x="432816" y="281178"/>
                  </a:lnTo>
                  <a:lnTo>
                    <a:pt x="437388" y="265176"/>
                  </a:lnTo>
                  <a:lnTo>
                    <a:pt x="440436" y="242316"/>
                  </a:lnTo>
                  <a:lnTo>
                    <a:pt x="441960" y="220980"/>
                  </a:lnTo>
                  <a:close/>
                </a:path>
                <a:path w="441960" h="441960">
                  <a:moveTo>
                    <a:pt x="432816" y="281178"/>
                  </a:moveTo>
                  <a:lnTo>
                    <a:pt x="432816" y="220980"/>
                  </a:ln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8328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4528"/>
                  </a:lnTo>
                  <a:lnTo>
                    <a:pt x="263652" y="428244"/>
                  </a:lnTo>
                  <a:lnTo>
                    <a:pt x="242316" y="431292"/>
                  </a:lnTo>
                  <a:lnTo>
                    <a:pt x="199644" y="431292"/>
                  </a:lnTo>
                  <a:lnTo>
                    <a:pt x="158496" y="422148"/>
                  </a:lnTo>
                  <a:lnTo>
                    <a:pt x="102108" y="396240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31292" y="286512"/>
                  </a:lnTo>
                  <a:lnTo>
                    <a:pt x="432816" y="28117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17849" y="4137659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8" y="79248"/>
                  </a:moveTo>
                  <a:lnTo>
                    <a:pt x="137160" y="79248"/>
                  </a:lnTo>
                  <a:lnTo>
                    <a:pt x="137160" y="0"/>
                  </a:lnTo>
                  <a:lnTo>
                    <a:pt x="79248" y="0"/>
                  </a:lnTo>
                  <a:lnTo>
                    <a:pt x="79248" y="79248"/>
                  </a:lnTo>
                  <a:lnTo>
                    <a:pt x="0" y="79248"/>
                  </a:lnTo>
                  <a:lnTo>
                    <a:pt x="0" y="135636"/>
                  </a:lnTo>
                  <a:lnTo>
                    <a:pt x="79248" y="135636"/>
                  </a:lnTo>
                  <a:lnTo>
                    <a:pt x="79248" y="216408"/>
                  </a:lnTo>
                  <a:lnTo>
                    <a:pt x="137160" y="216408"/>
                  </a:lnTo>
                  <a:lnTo>
                    <a:pt x="137160" y="135636"/>
                  </a:lnTo>
                  <a:lnTo>
                    <a:pt x="216408" y="135636"/>
                  </a:lnTo>
                  <a:lnTo>
                    <a:pt x="216408" y="7924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18381" y="4216907"/>
              <a:ext cx="216535" cy="56515"/>
            </a:xfrm>
            <a:custGeom>
              <a:avLst/>
              <a:gdLst/>
              <a:ahLst/>
              <a:cxnLst/>
              <a:rect l="l" t="t" r="r" b="b"/>
              <a:pathLst>
                <a:path w="216534" h="56514">
                  <a:moveTo>
                    <a:pt x="216407" y="56387"/>
                  </a:moveTo>
                  <a:lnTo>
                    <a:pt x="216407" y="0"/>
                  </a:lnTo>
                  <a:lnTo>
                    <a:pt x="0" y="0"/>
                  </a:lnTo>
                  <a:lnTo>
                    <a:pt x="0" y="56387"/>
                  </a:lnTo>
                  <a:lnTo>
                    <a:pt x="216407" y="56387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019930" y="400761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310521" y="3558540"/>
            <a:ext cx="8109584" cy="2025650"/>
            <a:chOff x="1310521" y="3558540"/>
            <a:chExt cx="8109584" cy="2025650"/>
          </a:xfrm>
        </p:grpSpPr>
        <p:sp>
          <p:nvSpPr>
            <p:cNvPr id="45" name="object 45"/>
            <p:cNvSpPr/>
            <p:nvPr/>
          </p:nvSpPr>
          <p:spPr>
            <a:xfrm>
              <a:off x="1310521" y="3558540"/>
              <a:ext cx="8109584" cy="1053465"/>
            </a:xfrm>
            <a:custGeom>
              <a:avLst/>
              <a:gdLst/>
              <a:ahLst/>
              <a:cxnLst/>
              <a:rect l="l" t="t" r="r" b="b"/>
              <a:pathLst>
                <a:path w="8109584" h="1053464">
                  <a:moveTo>
                    <a:pt x="8109201" y="1053084"/>
                  </a:moveTo>
                  <a:lnTo>
                    <a:pt x="8109201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4572" y="1053084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8100057" y="9144"/>
                  </a:lnTo>
                  <a:lnTo>
                    <a:pt x="8100057" y="4572"/>
                  </a:lnTo>
                  <a:lnTo>
                    <a:pt x="8104629" y="9144"/>
                  </a:lnTo>
                  <a:lnTo>
                    <a:pt x="8104629" y="1053084"/>
                  </a:lnTo>
                  <a:lnTo>
                    <a:pt x="8109201" y="1053084"/>
                  </a:lnTo>
                  <a:close/>
                </a:path>
                <a:path w="8109584" h="1053464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8109584" h="1053464">
                  <a:moveTo>
                    <a:pt x="9144" y="1043940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1043940"/>
                  </a:lnTo>
                  <a:lnTo>
                    <a:pt x="9144" y="1043940"/>
                  </a:lnTo>
                  <a:close/>
                </a:path>
                <a:path w="8109584" h="1053464">
                  <a:moveTo>
                    <a:pt x="8104629" y="1043940"/>
                  </a:moveTo>
                  <a:lnTo>
                    <a:pt x="4572" y="1043940"/>
                  </a:lnTo>
                  <a:lnTo>
                    <a:pt x="9144" y="1048512"/>
                  </a:lnTo>
                  <a:lnTo>
                    <a:pt x="9144" y="1053084"/>
                  </a:lnTo>
                  <a:lnTo>
                    <a:pt x="8100057" y="1053084"/>
                  </a:lnTo>
                  <a:lnTo>
                    <a:pt x="8100057" y="1048512"/>
                  </a:lnTo>
                  <a:lnTo>
                    <a:pt x="8104629" y="1043940"/>
                  </a:lnTo>
                  <a:close/>
                </a:path>
                <a:path w="8109584" h="1053464">
                  <a:moveTo>
                    <a:pt x="9144" y="1053084"/>
                  </a:moveTo>
                  <a:lnTo>
                    <a:pt x="9144" y="1048512"/>
                  </a:lnTo>
                  <a:lnTo>
                    <a:pt x="4572" y="1043940"/>
                  </a:lnTo>
                  <a:lnTo>
                    <a:pt x="4572" y="1053084"/>
                  </a:lnTo>
                  <a:lnTo>
                    <a:pt x="9144" y="1053084"/>
                  </a:lnTo>
                  <a:close/>
                </a:path>
                <a:path w="8109584" h="1053464">
                  <a:moveTo>
                    <a:pt x="8104629" y="9144"/>
                  </a:moveTo>
                  <a:lnTo>
                    <a:pt x="8100057" y="4572"/>
                  </a:lnTo>
                  <a:lnTo>
                    <a:pt x="8100057" y="9144"/>
                  </a:lnTo>
                  <a:lnTo>
                    <a:pt x="8104629" y="9144"/>
                  </a:lnTo>
                  <a:close/>
                </a:path>
                <a:path w="8109584" h="1053464">
                  <a:moveTo>
                    <a:pt x="8104629" y="1043940"/>
                  </a:moveTo>
                  <a:lnTo>
                    <a:pt x="8104629" y="9144"/>
                  </a:lnTo>
                  <a:lnTo>
                    <a:pt x="8100057" y="9144"/>
                  </a:lnTo>
                  <a:lnTo>
                    <a:pt x="8100057" y="1043940"/>
                  </a:lnTo>
                  <a:lnTo>
                    <a:pt x="8104629" y="1043940"/>
                  </a:lnTo>
                  <a:close/>
                </a:path>
                <a:path w="8109584" h="1053464">
                  <a:moveTo>
                    <a:pt x="8104629" y="1053084"/>
                  </a:moveTo>
                  <a:lnTo>
                    <a:pt x="8104629" y="1043940"/>
                  </a:lnTo>
                  <a:lnTo>
                    <a:pt x="8100057" y="1048512"/>
                  </a:lnTo>
                  <a:lnTo>
                    <a:pt x="8100057" y="1053084"/>
                  </a:lnTo>
                  <a:lnTo>
                    <a:pt x="8104629" y="10530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3330" y="5146547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431291" y="216407"/>
                  </a:moveTo>
                  <a:lnTo>
                    <a:pt x="425626" y="166991"/>
                  </a:lnTo>
                  <a:lnTo>
                    <a:pt x="409485" y="121520"/>
                  </a:lnTo>
                  <a:lnTo>
                    <a:pt x="384145" y="81327"/>
                  </a:lnTo>
                  <a:lnTo>
                    <a:pt x="350888" y="47746"/>
                  </a:lnTo>
                  <a:lnTo>
                    <a:pt x="310993" y="22109"/>
                  </a:lnTo>
                  <a:lnTo>
                    <a:pt x="265740" y="5749"/>
                  </a:lnTo>
                  <a:lnTo>
                    <a:pt x="216407" y="0"/>
                  </a:lnTo>
                  <a:lnTo>
                    <a:pt x="166511" y="5749"/>
                  </a:lnTo>
                  <a:lnTo>
                    <a:pt x="120853" y="22109"/>
                  </a:lnTo>
                  <a:lnTo>
                    <a:pt x="80687" y="47746"/>
                  </a:lnTo>
                  <a:lnTo>
                    <a:pt x="47266" y="81327"/>
                  </a:lnTo>
                  <a:lnTo>
                    <a:pt x="21842" y="121520"/>
                  </a:lnTo>
                  <a:lnTo>
                    <a:pt x="5669" y="166991"/>
                  </a:lnTo>
                  <a:lnTo>
                    <a:pt x="0" y="216407"/>
                  </a:lnTo>
                  <a:lnTo>
                    <a:pt x="5669" y="265824"/>
                  </a:lnTo>
                  <a:lnTo>
                    <a:pt x="21842" y="311295"/>
                  </a:lnTo>
                  <a:lnTo>
                    <a:pt x="47266" y="351488"/>
                  </a:lnTo>
                  <a:lnTo>
                    <a:pt x="80687" y="385069"/>
                  </a:lnTo>
                  <a:lnTo>
                    <a:pt x="120853" y="410706"/>
                  </a:lnTo>
                  <a:lnTo>
                    <a:pt x="166511" y="427066"/>
                  </a:lnTo>
                  <a:lnTo>
                    <a:pt x="216407" y="432815"/>
                  </a:lnTo>
                  <a:lnTo>
                    <a:pt x="265740" y="427066"/>
                  </a:lnTo>
                  <a:lnTo>
                    <a:pt x="310993" y="410706"/>
                  </a:lnTo>
                  <a:lnTo>
                    <a:pt x="350888" y="385069"/>
                  </a:lnTo>
                  <a:lnTo>
                    <a:pt x="384145" y="351488"/>
                  </a:lnTo>
                  <a:lnTo>
                    <a:pt x="409485" y="311295"/>
                  </a:lnTo>
                  <a:lnTo>
                    <a:pt x="425626" y="265824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78758" y="5141976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76428" y="65532"/>
                  </a:lnTo>
                  <a:lnTo>
                    <a:pt x="344424" y="38100"/>
                  </a:lnTo>
                  <a:lnTo>
                    <a:pt x="306324" y="18288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18288" y="158496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4528" y="138684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59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6720" y="263652"/>
                  </a:lnTo>
                  <a:lnTo>
                    <a:pt x="422148" y="283464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20980" y="432816"/>
                  </a:lnTo>
                  <a:lnTo>
                    <a:pt x="199644" y="431393"/>
                  </a:lnTo>
                  <a:lnTo>
                    <a:pt x="156972" y="422148"/>
                  </a:lnTo>
                  <a:lnTo>
                    <a:pt x="120396" y="406908"/>
                  </a:lnTo>
                  <a:lnTo>
                    <a:pt x="85344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38100" y="344424"/>
                  </a:lnTo>
                  <a:lnTo>
                    <a:pt x="64008" y="377952"/>
                  </a:lnTo>
                  <a:lnTo>
                    <a:pt x="97536" y="403860"/>
                  </a:lnTo>
                  <a:lnTo>
                    <a:pt x="135636" y="425196"/>
                  </a:lnTo>
                  <a:lnTo>
                    <a:pt x="176784" y="437388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4325" y="5146547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432815" y="216407"/>
                  </a:moveTo>
                  <a:lnTo>
                    <a:pt x="427066" y="166991"/>
                  </a:lnTo>
                  <a:lnTo>
                    <a:pt x="410706" y="121520"/>
                  </a:lnTo>
                  <a:lnTo>
                    <a:pt x="385069" y="81327"/>
                  </a:lnTo>
                  <a:lnTo>
                    <a:pt x="351488" y="47746"/>
                  </a:lnTo>
                  <a:lnTo>
                    <a:pt x="311295" y="22109"/>
                  </a:lnTo>
                  <a:lnTo>
                    <a:pt x="265824" y="5749"/>
                  </a:lnTo>
                  <a:lnTo>
                    <a:pt x="216407" y="0"/>
                  </a:lnTo>
                  <a:lnTo>
                    <a:pt x="166991" y="5749"/>
                  </a:lnTo>
                  <a:lnTo>
                    <a:pt x="121520" y="22109"/>
                  </a:lnTo>
                  <a:lnTo>
                    <a:pt x="81327" y="47746"/>
                  </a:lnTo>
                  <a:lnTo>
                    <a:pt x="47746" y="81327"/>
                  </a:lnTo>
                  <a:lnTo>
                    <a:pt x="22109" y="121520"/>
                  </a:lnTo>
                  <a:lnTo>
                    <a:pt x="5749" y="166991"/>
                  </a:lnTo>
                  <a:lnTo>
                    <a:pt x="0" y="216407"/>
                  </a:lnTo>
                  <a:lnTo>
                    <a:pt x="5749" y="265824"/>
                  </a:lnTo>
                  <a:lnTo>
                    <a:pt x="22109" y="311295"/>
                  </a:lnTo>
                  <a:lnTo>
                    <a:pt x="47746" y="351488"/>
                  </a:lnTo>
                  <a:lnTo>
                    <a:pt x="81327" y="385069"/>
                  </a:lnTo>
                  <a:lnTo>
                    <a:pt x="121520" y="410706"/>
                  </a:lnTo>
                  <a:lnTo>
                    <a:pt x="166991" y="427066"/>
                  </a:lnTo>
                  <a:lnTo>
                    <a:pt x="216407" y="432815"/>
                  </a:lnTo>
                  <a:lnTo>
                    <a:pt x="265824" y="427066"/>
                  </a:lnTo>
                  <a:lnTo>
                    <a:pt x="311295" y="410706"/>
                  </a:lnTo>
                  <a:lnTo>
                    <a:pt x="351488" y="385069"/>
                  </a:lnTo>
                  <a:lnTo>
                    <a:pt x="385069" y="351488"/>
                  </a:lnTo>
                  <a:lnTo>
                    <a:pt x="410706" y="311295"/>
                  </a:lnTo>
                  <a:lnTo>
                    <a:pt x="427066" y="265824"/>
                  </a:lnTo>
                  <a:lnTo>
                    <a:pt x="432815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79754" y="5141976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60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61188" y="50292"/>
                  </a:lnTo>
                  <a:lnTo>
                    <a:pt x="326136" y="27432"/>
                  </a:lnTo>
                  <a:lnTo>
                    <a:pt x="286512" y="10668"/>
                  </a:lnTo>
                  <a:lnTo>
                    <a:pt x="243840" y="1524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3632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60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20980" y="432816"/>
                  </a:lnTo>
                  <a:lnTo>
                    <a:pt x="199644" y="431292"/>
                  </a:lnTo>
                  <a:lnTo>
                    <a:pt x="138684" y="416052"/>
                  </a:lnTo>
                  <a:lnTo>
                    <a:pt x="102108" y="396240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239908" y="4679694"/>
            <a:ext cx="1223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+8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691006" y="5254751"/>
            <a:ext cx="2917190" cy="216535"/>
            <a:chOff x="3691006" y="5254751"/>
            <a:chExt cx="2917190" cy="216535"/>
          </a:xfrm>
        </p:grpSpPr>
        <p:sp>
          <p:nvSpPr>
            <p:cNvPr id="52" name="object 52"/>
            <p:cNvSpPr/>
            <p:nvPr/>
          </p:nvSpPr>
          <p:spPr>
            <a:xfrm>
              <a:off x="3691001" y="5254751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8" y="79248"/>
                  </a:moveTo>
                  <a:lnTo>
                    <a:pt x="137160" y="79248"/>
                  </a:lnTo>
                  <a:lnTo>
                    <a:pt x="137160" y="0"/>
                  </a:lnTo>
                  <a:lnTo>
                    <a:pt x="79248" y="0"/>
                  </a:lnTo>
                  <a:lnTo>
                    <a:pt x="79248" y="79248"/>
                  </a:lnTo>
                  <a:lnTo>
                    <a:pt x="0" y="79248"/>
                  </a:lnTo>
                  <a:lnTo>
                    <a:pt x="0" y="137160"/>
                  </a:lnTo>
                  <a:lnTo>
                    <a:pt x="79248" y="137160"/>
                  </a:lnTo>
                  <a:lnTo>
                    <a:pt x="79248" y="216408"/>
                  </a:lnTo>
                  <a:lnTo>
                    <a:pt x="137160" y="216408"/>
                  </a:lnTo>
                  <a:lnTo>
                    <a:pt x="137160" y="137160"/>
                  </a:lnTo>
                  <a:lnTo>
                    <a:pt x="216408" y="137160"/>
                  </a:lnTo>
                  <a:lnTo>
                    <a:pt x="216408" y="7924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91534" y="5333999"/>
              <a:ext cx="216535" cy="58419"/>
            </a:xfrm>
            <a:custGeom>
              <a:avLst/>
              <a:gdLst/>
              <a:ahLst/>
              <a:cxnLst/>
              <a:rect l="l" t="t" r="r" b="b"/>
              <a:pathLst>
                <a:path w="216534" h="58420">
                  <a:moveTo>
                    <a:pt x="216407" y="57911"/>
                  </a:moveTo>
                  <a:lnTo>
                    <a:pt x="216407" y="0"/>
                  </a:lnTo>
                  <a:lnTo>
                    <a:pt x="0" y="0"/>
                  </a:lnTo>
                  <a:lnTo>
                    <a:pt x="0" y="57911"/>
                  </a:lnTo>
                  <a:lnTo>
                    <a:pt x="216407" y="57911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115695" y="4669026"/>
            <a:ext cx="1230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093082" y="512622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310521" y="4674108"/>
            <a:ext cx="8109584" cy="2278380"/>
            <a:chOff x="1310521" y="4674108"/>
            <a:chExt cx="8109584" cy="2278380"/>
          </a:xfrm>
        </p:grpSpPr>
        <p:sp>
          <p:nvSpPr>
            <p:cNvPr id="57" name="object 57"/>
            <p:cNvSpPr/>
            <p:nvPr/>
          </p:nvSpPr>
          <p:spPr>
            <a:xfrm>
              <a:off x="1310521" y="4674108"/>
              <a:ext cx="8109584" cy="1268095"/>
            </a:xfrm>
            <a:custGeom>
              <a:avLst/>
              <a:gdLst/>
              <a:ahLst/>
              <a:cxnLst/>
              <a:rect l="l" t="t" r="r" b="b"/>
              <a:pathLst>
                <a:path w="8109584" h="1268095">
                  <a:moveTo>
                    <a:pt x="8109201" y="1267968"/>
                  </a:moveTo>
                  <a:lnTo>
                    <a:pt x="8109201" y="0"/>
                  </a:lnTo>
                  <a:lnTo>
                    <a:pt x="0" y="0"/>
                  </a:lnTo>
                  <a:lnTo>
                    <a:pt x="0" y="1267968"/>
                  </a:lnTo>
                  <a:lnTo>
                    <a:pt x="4572" y="1267968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8100057" y="9144"/>
                  </a:lnTo>
                  <a:lnTo>
                    <a:pt x="8100057" y="4572"/>
                  </a:lnTo>
                  <a:lnTo>
                    <a:pt x="8104629" y="9144"/>
                  </a:lnTo>
                  <a:lnTo>
                    <a:pt x="8104629" y="1267968"/>
                  </a:lnTo>
                  <a:lnTo>
                    <a:pt x="8109201" y="1267968"/>
                  </a:lnTo>
                  <a:close/>
                </a:path>
                <a:path w="8109584" h="1268095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8109584" h="1268095">
                  <a:moveTo>
                    <a:pt x="9144" y="1258824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1258824"/>
                  </a:lnTo>
                  <a:lnTo>
                    <a:pt x="9144" y="1258824"/>
                  </a:lnTo>
                  <a:close/>
                </a:path>
                <a:path w="8109584" h="1268095">
                  <a:moveTo>
                    <a:pt x="8104629" y="1258824"/>
                  </a:moveTo>
                  <a:lnTo>
                    <a:pt x="4572" y="1258824"/>
                  </a:lnTo>
                  <a:lnTo>
                    <a:pt x="9144" y="1263396"/>
                  </a:lnTo>
                  <a:lnTo>
                    <a:pt x="9144" y="1267968"/>
                  </a:lnTo>
                  <a:lnTo>
                    <a:pt x="8100057" y="1267968"/>
                  </a:lnTo>
                  <a:lnTo>
                    <a:pt x="8100057" y="1263396"/>
                  </a:lnTo>
                  <a:lnTo>
                    <a:pt x="8104629" y="1258824"/>
                  </a:lnTo>
                  <a:close/>
                </a:path>
                <a:path w="8109584" h="1268095">
                  <a:moveTo>
                    <a:pt x="9144" y="1267968"/>
                  </a:moveTo>
                  <a:lnTo>
                    <a:pt x="9144" y="1263396"/>
                  </a:lnTo>
                  <a:lnTo>
                    <a:pt x="4572" y="1258824"/>
                  </a:lnTo>
                  <a:lnTo>
                    <a:pt x="4572" y="1267968"/>
                  </a:lnTo>
                  <a:lnTo>
                    <a:pt x="9144" y="1267968"/>
                  </a:lnTo>
                  <a:close/>
                </a:path>
                <a:path w="8109584" h="1268095">
                  <a:moveTo>
                    <a:pt x="8104629" y="9144"/>
                  </a:moveTo>
                  <a:lnTo>
                    <a:pt x="8100057" y="4572"/>
                  </a:lnTo>
                  <a:lnTo>
                    <a:pt x="8100057" y="9144"/>
                  </a:lnTo>
                  <a:lnTo>
                    <a:pt x="8104629" y="9144"/>
                  </a:lnTo>
                  <a:close/>
                </a:path>
                <a:path w="8109584" h="1268095">
                  <a:moveTo>
                    <a:pt x="8104629" y="1258824"/>
                  </a:moveTo>
                  <a:lnTo>
                    <a:pt x="8104629" y="9144"/>
                  </a:lnTo>
                  <a:lnTo>
                    <a:pt x="8100057" y="9144"/>
                  </a:lnTo>
                  <a:lnTo>
                    <a:pt x="8100057" y="1258824"/>
                  </a:lnTo>
                  <a:lnTo>
                    <a:pt x="8104629" y="1258824"/>
                  </a:lnTo>
                  <a:close/>
                </a:path>
                <a:path w="8109584" h="1268095">
                  <a:moveTo>
                    <a:pt x="8104629" y="1267968"/>
                  </a:moveTo>
                  <a:lnTo>
                    <a:pt x="8104629" y="1258824"/>
                  </a:lnTo>
                  <a:lnTo>
                    <a:pt x="8100057" y="1263396"/>
                  </a:lnTo>
                  <a:lnTo>
                    <a:pt x="8100057" y="1267968"/>
                  </a:lnTo>
                  <a:lnTo>
                    <a:pt x="8104629" y="12679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3330" y="651509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431291" y="216407"/>
                  </a:moveTo>
                  <a:lnTo>
                    <a:pt x="425626" y="166991"/>
                  </a:lnTo>
                  <a:lnTo>
                    <a:pt x="409485" y="121520"/>
                  </a:lnTo>
                  <a:lnTo>
                    <a:pt x="384145" y="81327"/>
                  </a:lnTo>
                  <a:lnTo>
                    <a:pt x="350888" y="47746"/>
                  </a:lnTo>
                  <a:lnTo>
                    <a:pt x="310993" y="22109"/>
                  </a:lnTo>
                  <a:lnTo>
                    <a:pt x="265740" y="5749"/>
                  </a:lnTo>
                  <a:lnTo>
                    <a:pt x="216407" y="0"/>
                  </a:lnTo>
                  <a:lnTo>
                    <a:pt x="166511" y="5749"/>
                  </a:lnTo>
                  <a:lnTo>
                    <a:pt x="120853" y="22109"/>
                  </a:lnTo>
                  <a:lnTo>
                    <a:pt x="80687" y="47746"/>
                  </a:lnTo>
                  <a:lnTo>
                    <a:pt x="47266" y="81327"/>
                  </a:lnTo>
                  <a:lnTo>
                    <a:pt x="21842" y="121520"/>
                  </a:lnTo>
                  <a:lnTo>
                    <a:pt x="5669" y="166991"/>
                  </a:lnTo>
                  <a:lnTo>
                    <a:pt x="0" y="216407"/>
                  </a:lnTo>
                  <a:lnTo>
                    <a:pt x="5669" y="265824"/>
                  </a:lnTo>
                  <a:lnTo>
                    <a:pt x="21842" y="311295"/>
                  </a:lnTo>
                  <a:lnTo>
                    <a:pt x="47266" y="351488"/>
                  </a:lnTo>
                  <a:lnTo>
                    <a:pt x="80687" y="385069"/>
                  </a:lnTo>
                  <a:lnTo>
                    <a:pt x="120853" y="410706"/>
                  </a:lnTo>
                  <a:lnTo>
                    <a:pt x="166511" y="427066"/>
                  </a:lnTo>
                  <a:lnTo>
                    <a:pt x="216407" y="432815"/>
                  </a:lnTo>
                  <a:lnTo>
                    <a:pt x="265740" y="427066"/>
                  </a:lnTo>
                  <a:lnTo>
                    <a:pt x="310993" y="410706"/>
                  </a:lnTo>
                  <a:lnTo>
                    <a:pt x="350888" y="385069"/>
                  </a:lnTo>
                  <a:lnTo>
                    <a:pt x="384145" y="351488"/>
                  </a:lnTo>
                  <a:lnTo>
                    <a:pt x="409485" y="311295"/>
                  </a:lnTo>
                  <a:lnTo>
                    <a:pt x="425626" y="265824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278758" y="6510528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59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44424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18288" y="158496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4528" y="138684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59" h="441959">
                  <a:moveTo>
                    <a:pt x="431292" y="286512"/>
                  </a:moveTo>
                  <a:lnTo>
                    <a:pt x="431292" y="242316"/>
                  </a:lnTo>
                  <a:lnTo>
                    <a:pt x="426720" y="263652"/>
                  </a:lnTo>
                  <a:lnTo>
                    <a:pt x="422148" y="283464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20980" y="432816"/>
                  </a:lnTo>
                  <a:lnTo>
                    <a:pt x="199644" y="431393"/>
                  </a:lnTo>
                  <a:lnTo>
                    <a:pt x="156972" y="422148"/>
                  </a:lnTo>
                  <a:lnTo>
                    <a:pt x="120396" y="406908"/>
                  </a:lnTo>
                  <a:lnTo>
                    <a:pt x="85344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584325" y="6515099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432815" y="216407"/>
                  </a:moveTo>
                  <a:lnTo>
                    <a:pt x="427066" y="166991"/>
                  </a:lnTo>
                  <a:lnTo>
                    <a:pt x="410706" y="121520"/>
                  </a:lnTo>
                  <a:lnTo>
                    <a:pt x="385069" y="81327"/>
                  </a:lnTo>
                  <a:lnTo>
                    <a:pt x="351488" y="47746"/>
                  </a:lnTo>
                  <a:lnTo>
                    <a:pt x="311295" y="22109"/>
                  </a:lnTo>
                  <a:lnTo>
                    <a:pt x="265824" y="5749"/>
                  </a:lnTo>
                  <a:lnTo>
                    <a:pt x="216407" y="0"/>
                  </a:lnTo>
                  <a:lnTo>
                    <a:pt x="166991" y="5749"/>
                  </a:lnTo>
                  <a:lnTo>
                    <a:pt x="121520" y="22109"/>
                  </a:lnTo>
                  <a:lnTo>
                    <a:pt x="81327" y="47746"/>
                  </a:lnTo>
                  <a:lnTo>
                    <a:pt x="47746" y="81327"/>
                  </a:lnTo>
                  <a:lnTo>
                    <a:pt x="22109" y="121520"/>
                  </a:lnTo>
                  <a:lnTo>
                    <a:pt x="5749" y="166991"/>
                  </a:lnTo>
                  <a:lnTo>
                    <a:pt x="0" y="216407"/>
                  </a:lnTo>
                  <a:lnTo>
                    <a:pt x="5749" y="265824"/>
                  </a:lnTo>
                  <a:lnTo>
                    <a:pt x="22109" y="311295"/>
                  </a:lnTo>
                  <a:lnTo>
                    <a:pt x="47746" y="351488"/>
                  </a:lnTo>
                  <a:lnTo>
                    <a:pt x="81327" y="385069"/>
                  </a:lnTo>
                  <a:lnTo>
                    <a:pt x="121520" y="410706"/>
                  </a:lnTo>
                  <a:lnTo>
                    <a:pt x="166991" y="427066"/>
                  </a:lnTo>
                  <a:lnTo>
                    <a:pt x="216407" y="432815"/>
                  </a:lnTo>
                  <a:lnTo>
                    <a:pt x="265824" y="427066"/>
                  </a:lnTo>
                  <a:lnTo>
                    <a:pt x="311295" y="410706"/>
                  </a:lnTo>
                  <a:lnTo>
                    <a:pt x="351488" y="385069"/>
                  </a:lnTo>
                  <a:lnTo>
                    <a:pt x="385069" y="351488"/>
                  </a:lnTo>
                  <a:lnTo>
                    <a:pt x="410706" y="311295"/>
                  </a:lnTo>
                  <a:lnTo>
                    <a:pt x="427066" y="265824"/>
                  </a:lnTo>
                  <a:lnTo>
                    <a:pt x="432815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579754" y="6510528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60" h="441959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44424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2108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60" h="441959">
                  <a:moveTo>
                    <a:pt x="431292" y="286512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20980" y="432816"/>
                  </a:lnTo>
                  <a:lnTo>
                    <a:pt x="199644" y="431292"/>
                  </a:lnTo>
                  <a:lnTo>
                    <a:pt x="138684" y="416052"/>
                  </a:lnTo>
                  <a:lnTo>
                    <a:pt x="102108" y="396240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348112" y="6048245"/>
            <a:ext cx="1223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+8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691006" y="6623303"/>
            <a:ext cx="2917190" cy="216535"/>
            <a:chOff x="3691006" y="6623303"/>
            <a:chExt cx="2917190" cy="216535"/>
          </a:xfrm>
        </p:grpSpPr>
        <p:sp>
          <p:nvSpPr>
            <p:cNvPr id="64" name="object 64"/>
            <p:cNvSpPr/>
            <p:nvPr/>
          </p:nvSpPr>
          <p:spPr>
            <a:xfrm>
              <a:off x="3691001" y="6623303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4">
                  <a:moveTo>
                    <a:pt x="216408" y="79248"/>
                  </a:moveTo>
                  <a:lnTo>
                    <a:pt x="137160" y="79248"/>
                  </a:lnTo>
                  <a:lnTo>
                    <a:pt x="137160" y="0"/>
                  </a:lnTo>
                  <a:lnTo>
                    <a:pt x="79248" y="0"/>
                  </a:lnTo>
                  <a:lnTo>
                    <a:pt x="79248" y="79248"/>
                  </a:lnTo>
                  <a:lnTo>
                    <a:pt x="0" y="79248"/>
                  </a:lnTo>
                  <a:lnTo>
                    <a:pt x="0" y="137160"/>
                  </a:lnTo>
                  <a:lnTo>
                    <a:pt x="79248" y="137160"/>
                  </a:lnTo>
                  <a:lnTo>
                    <a:pt x="79248" y="216408"/>
                  </a:lnTo>
                  <a:lnTo>
                    <a:pt x="137160" y="216408"/>
                  </a:lnTo>
                  <a:lnTo>
                    <a:pt x="137160" y="137160"/>
                  </a:lnTo>
                  <a:lnTo>
                    <a:pt x="216408" y="137160"/>
                  </a:lnTo>
                  <a:lnTo>
                    <a:pt x="216408" y="7924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391534" y="6702551"/>
              <a:ext cx="216535" cy="58419"/>
            </a:xfrm>
            <a:custGeom>
              <a:avLst/>
              <a:gdLst/>
              <a:ahLst/>
              <a:cxnLst/>
              <a:rect l="l" t="t" r="r" b="b"/>
              <a:pathLst>
                <a:path w="216534" h="58420">
                  <a:moveTo>
                    <a:pt x="216407" y="57911"/>
                  </a:moveTo>
                  <a:lnTo>
                    <a:pt x="216407" y="0"/>
                  </a:lnTo>
                  <a:lnTo>
                    <a:pt x="0" y="0"/>
                  </a:lnTo>
                  <a:lnTo>
                    <a:pt x="0" y="57911"/>
                  </a:lnTo>
                  <a:lnTo>
                    <a:pt x="216407" y="57911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9093082" y="649477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310521" y="6030468"/>
            <a:ext cx="8109584" cy="1016635"/>
          </a:xfrm>
          <a:custGeom>
            <a:avLst/>
            <a:gdLst/>
            <a:ahLst/>
            <a:cxnLst/>
            <a:rect l="l" t="t" r="r" b="b"/>
            <a:pathLst>
              <a:path w="8109584" h="1016634">
                <a:moveTo>
                  <a:pt x="8109201" y="1016508"/>
                </a:moveTo>
                <a:lnTo>
                  <a:pt x="8109201" y="0"/>
                </a:lnTo>
                <a:lnTo>
                  <a:pt x="0" y="0"/>
                </a:lnTo>
                <a:lnTo>
                  <a:pt x="0" y="1016508"/>
                </a:lnTo>
                <a:lnTo>
                  <a:pt x="4572" y="1016508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8100057" y="9144"/>
                </a:lnTo>
                <a:lnTo>
                  <a:pt x="8100057" y="4572"/>
                </a:lnTo>
                <a:lnTo>
                  <a:pt x="8104629" y="9144"/>
                </a:lnTo>
                <a:lnTo>
                  <a:pt x="8104629" y="1016508"/>
                </a:lnTo>
                <a:lnTo>
                  <a:pt x="8109201" y="1016508"/>
                </a:lnTo>
                <a:close/>
              </a:path>
              <a:path w="8109584" h="1016634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8109584" h="1016634">
                <a:moveTo>
                  <a:pt x="9144" y="1007364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1007364"/>
                </a:lnTo>
                <a:lnTo>
                  <a:pt x="9144" y="1007364"/>
                </a:lnTo>
                <a:close/>
              </a:path>
              <a:path w="8109584" h="1016634">
                <a:moveTo>
                  <a:pt x="8104629" y="1007364"/>
                </a:moveTo>
                <a:lnTo>
                  <a:pt x="4572" y="1007364"/>
                </a:lnTo>
                <a:lnTo>
                  <a:pt x="9144" y="1011936"/>
                </a:lnTo>
                <a:lnTo>
                  <a:pt x="9144" y="1016508"/>
                </a:lnTo>
                <a:lnTo>
                  <a:pt x="8100057" y="1016508"/>
                </a:lnTo>
                <a:lnTo>
                  <a:pt x="8100057" y="1011936"/>
                </a:lnTo>
                <a:lnTo>
                  <a:pt x="8104629" y="1007364"/>
                </a:lnTo>
                <a:close/>
              </a:path>
              <a:path w="8109584" h="1016634">
                <a:moveTo>
                  <a:pt x="9144" y="1016508"/>
                </a:moveTo>
                <a:lnTo>
                  <a:pt x="9144" y="1011936"/>
                </a:lnTo>
                <a:lnTo>
                  <a:pt x="4572" y="1007364"/>
                </a:lnTo>
                <a:lnTo>
                  <a:pt x="4572" y="1016508"/>
                </a:lnTo>
                <a:lnTo>
                  <a:pt x="9144" y="1016508"/>
                </a:lnTo>
                <a:close/>
              </a:path>
              <a:path w="8109584" h="1016634">
                <a:moveTo>
                  <a:pt x="8104629" y="9144"/>
                </a:moveTo>
                <a:lnTo>
                  <a:pt x="8100057" y="4572"/>
                </a:lnTo>
                <a:lnTo>
                  <a:pt x="8100057" y="9144"/>
                </a:lnTo>
                <a:lnTo>
                  <a:pt x="8104629" y="9144"/>
                </a:lnTo>
                <a:close/>
              </a:path>
              <a:path w="8109584" h="1016634">
                <a:moveTo>
                  <a:pt x="8104629" y="1007364"/>
                </a:moveTo>
                <a:lnTo>
                  <a:pt x="8104629" y="9144"/>
                </a:lnTo>
                <a:lnTo>
                  <a:pt x="8100057" y="9144"/>
                </a:lnTo>
                <a:lnTo>
                  <a:pt x="8100057" y="1007364"/>
                </a:lnTo>
                <a:lnTo>
                  <a:pt x="8104629" y="1007364"/>
                </a:lnTo>
                <a:close/>
              </a:path>
              <a:path w="8109584" h="1016634">
                <a:moveTo>
                  <a:pt x="8104629" y="1016508"/>
                </a:moveTo>
                <a:lnTo>
                  <a:pt x="8104629" y="1007364"/>
                </a:lnTo>
                <a:lnTo>
                  <a:pt x="8100057" y="1011936"/>
                </a:lnTo>
                <a:lnTo>
                  <a:pt x="8100057" y="1016508"/>
                </a:lnTo>
                <a:lnTo>
                  <a:pt x="8104629" y="1016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4570359" y="5480555"/>
            <a:ext cx="2775585" cy="121666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q</a:t>
            </a:r>
            <a:r>
              <a:rPr sz="1800" spc="-37" baseline="-20833" dirty="0">
                <a:latin typeface="Arial MT"/>
                <a:cs typeface="Arial MT"/>
              </a:rPr>
              <a:t>2</a:t>
            </a:r>
            <a:endParaRPr sz="1800" baseline="-20833">
              <a:latin typeface="Arial MT"/>
              <a:cs typeface="Arial MT"/>
            </a:endParaRPr>
          </a:p>
          <a:p>
            <a:pPr marL="1583055">
              <a:lnSpc>
                <a:spcPts val="2855"/>
              </a:lnSpc>
              <a:spcBef>
                <a:spcPts val="1275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  <a:p>
            <a:pPr marL="255904">
              <a:lnSpc>
                <a:spcPts val="2135"/>
              </a:lnSpc>
            </a:pP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Possible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818765" y="3064763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5">
                <a:moveTo>
                  <a:pt x="0" y="0"/>
                </a:moveTo>
                <a:lnTo>
                  <a:pt x="734567" y="0"/>
                </a:lnTo>
              </a:path>
            </a:pathLst>
          </a:custGeom>
          <a:ln w="1267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5106303" y="3265732"/>
            <a:ext cx="2254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0000"/>
                </a:solidFill>
                <a:latin typeface="Arial MT"/>
                <a:cs typeface="Arial MT"/>
              </a:rPr>
              <a:t>p1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822835" y="2631093"/>
            <a:ext cx="7397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e(8e)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001651" y="2925225"/>
            <a:ext cx="2990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89" baseline="-24305" dirty="0">
                <a:solidFill>
                  <a:srgbClr val="FF0000"/>
                </a:solidFill>
                <a:latin typeface="Arial MT"/>
                <a:cs typeface="Arial MT"/>
              </a:rPr>
              <a:t>r</a:t>
            </a:r>
            <a:r>
              <a:rPr sz="1400" spc="60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8854317" y="3064763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5">
                <a:moveTo>
                  <a:pt x="0" y="0"/>
                </a:moveTo>
                <a:lnTo>
                  <a:pt x="734567" y="0"/>
                </a:lnTo>
              </a:path>
            </a:pathLst>
          </a:custGeom>
          <a:ln w="1267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9131187" y="3265732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0000FF"/>
                </a:solidFill>
                <a:latin typeface="Arial MT"/>
                <a:cs typeface="Arial MT"/>
              </a:rPr>
              <a:t>p2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858386" y="2631093"/>
            <a:ext cx="7397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e(2e)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026534" y="2925225"/>
            <a:ext cx="29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75" baseline="-24305" dirty="0">
                <a:solidFill>
                  <a:srgbClr val="0000FF"/>
                </a:solidFill>
                <a:latin typeface="Arial MT"/>
                <a:cs typeface="Arial MT"/>
              </a:rPr>
              <a:t>r</a:t>
            </a:r>
            <a:r>
              <a:rPr sz="1400" spc="50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952381" y="1100327"/>
            <a:ext cx="8789035" cy="1431290"/>
          </a:xfrm>
          <a:custGeom>
            <a:avLst/>
            <a:gdLst/>
            <a:ahLst/>
            <a:cxnLst/>
            <a:rect l="l" t="t" r="r" b="b"/>
            <a:pathLst>
              <a:path w="8789035" h="1431289">
                <a:moveTo>
                  <a:pt x="8788905" y="1431036"/>
                </a:moveTo>
                <a:lnTo>
                  <a:pt x="8788905" y="0"/>
                </a:lnTo>
                <a:lnTo>
                  <a:pt x="0" y="0"/>
                </a:lnTo>
                <a:lnTo>
                  <a:pt x="0" y="1431036"/>
                </a:lnTo>
                <a:lnTo>
                  <a:pt x="4572" y="1431036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8779761" y="9144"/>
                </a:lnTo>
                <a:lnTo>
                  <a:pt x="8779761" y="4572"/>
                </a:lnTo>
                <a:lnTo>
                  <a:pt x="8784333" y="9144"/>
                </a:lnTo>
                <a:lnTo>
                  <a:pt x="8784333" y="1431036"/>
                </a:lnTo>
                <a:lnTo>
                  <a:pt x="8788905" y="1431036"/>
                </a:lnTo>
                <a:close/>
              </a:path>
              <a:path w="8789035" h="1431289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8789035" h="1431289">
                <a:moveTo>
                  <a:pt x="9144" y="1420368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1420368"/>
                </a:lnTo>
                <a:lnTo>
                  <a:pt x="9144" y="1420368"/>
                </a:lnTo>
                <a:close/>
              </a:path>
              <a:path w="8789035" h="1431289">
                <a:moveTo>
                  <a:pt x="8784333" y="1420368"/>
                </a:moveTo>
                <a:lnTo>
                  <a:pt x="4572" y="1420368"/>
                </a:lnTo>
                <a:lnTo>
                  <a:pt x="9144" y="1426464"/>
                </a:lnTo>
                <a:lnTo>
                  <a:pt x="9144" y="1431036"/>
                </a:lnTo>
                <a:lnTo>
                  <a:pt x="8779761" y="1431036"/>
                </a:lnTo>
                <a:lnTo>
                  <a:pt x="8779761" y="1426464"/>
                </a:lnTo>
                <a:lnTo>
                  <a:pt x="8784333" y="1420368"/>
                </a:lnTo>
                <a:close/>
              </a:path>
              <a:path w="8789035" h="1431289">
                <a:moveTo>
                  <a:pt x="9144" y="1431036"/>
                </a:moveTo>
                <a:lnTo>
                  <a:pt x="9144" y="1426464"/>
                </a:lnTo>
                <a:lnTo>
                  <a:pt x="4572" y="1420368"/>
                </a:lnTo>
                <a:lnTo>
                  <a:pt x="4572" y="1431036"/>
                </a:lnTo>
                <a:lnTo>
                  <a:pt x="9144" y="1431036"/>
                </a:lnTo>
                <a:close/>
              </a:path>
              <a:path w="8789035" h="1431289">
                <a:moveTo>
                  <a:pt x="8784333" y="9144"/>
                </a:moveTo>
                <a:lnTo>
                  <a:pt x="8779761" y="4572"/>
                </a:lnTo>
                <a:lnTo>
                  <a:pt x="8779761" y="9144"/>
                </a:lnTo>
                <a:lnTo>
                  <a:pt x="8784333" y="9144"/>
                </a:lnTo>
                <a:close/>
              </a:path>
              <a:path w="8789035" h="1431289">
                <a:moveTo>
                  <a:pt x="8784333" y="1420368"/>
                </a:moveTo>
                <a:lnTo>
                  <a:pt x="8784333" y="9144"/>
                </a:lnTo>
                <a:lnTo>
                  <a:pt x="8779761" y="9144"/>
                </a:lnTo>
                <a:lnTo>
                  <a:pt x="8779761" y="1420368"/>
                </a:lnTo>
                <a:lnTo>
                  <a:pt x="8784333" y="1420368"/>
                </a:lnTo>
                <a:close/>
              </a:path>
              <a:path w="8789035" h="1431289">
                <a:moveTo>
                  <a:pt x="8784333" y="1431036"/>
                </a:moveTo>
                <a:lnTo>
                  <a:pt x="8784333" y="1420368"/>
                </a:lnTo>
                <a:lnTo>
                  <a:pt x="8779761" y="1426464"/>
                </a:lnTo>
                <a:lnTo>
                  <a:pt x="8779761" y="1431036"/>
                </a:lnTo>
                <a:lnTo>
                  <a:pt x="8784333" y="14310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916820" y="438403"/>
            <a:ext cx="2719070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5</a:t>
            </a:r>
            <a:endParaRPr sz="22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972439" y="2652774"/>
            <a:ext cx="2894965" cy="182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860"/>
              </a:lnSpc>
              <a:spcBef>
                <a:spcPts val="100"/>
              </a:spcBef>
            </a:pP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Magnitude</a:t>
            </a:r>
            <a:r>
              <a:rPr sz="1800" spc="-10" dirty="0">
                <a:solidFill>
                  <a:srgbClr val="0032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0032CC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32CC"/>
                </a:solidFill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ts val="2520"/>
              </a:lnSpc>
            </a:pP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force</a:t>
            </a:r>
            <a:r>
              <a:rPr sz="1800" spc="-10" dirty="0">
                <a:solidFill>
                  <a:srgbClr val="0032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0032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0032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proton</a:t>
            </a:r>
            <a:r>
              <a:rPr sz="1800" spc="315" dirty="0">
                <a:solidFill>
                  <a:srgbClr val="0032CC"/>
                </a:solidFill>
                <a:latin typeface="Arial MT"/>
                <a:cs typeface="Arial MT"/>
              </a:rPr>
              <a:t> </a:t>
            </a:r>
            <a:r>
              <a:rPr sz="3600" spc="-172" baseline="4629" dirty="0">
                <a:solidFill>
                  <a:srgbClr val="0000FF"/>
                </a:solidFill>
                <a:latin typeface="Arial MT"/>
                <a:cs typeface="Arial MT"/>
              </a:rPr>
              <a:t>F</a:t>
            </a:r>
            <a:r>
              <a:rPr sz="2100" spc="-172" baseline="-15873" dirty="0">
                <a:solidFill>
                  <a:srgbClr val="0000FF"/>
                </a:solidFill>
                <a:latin typeface="Arial MT"/>
                <a:cs typeface="Arial MT"/>
              </a:rPr>
              <a:t>p2</a:t>
            </a:r>
            <a:r>
              <a:rPr sz="2100" spc="-262" baseline="-15873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600" spc="-37" baseline="4629" dirty="0">
                <a:solidFill>
                  <a:srgbClr val="0000FF"/>
                </a:solidFill>
                <a:latin typeface="Arial MT"/>
                <a:cs typeface="Arial MT"/>
              </a:rPr>
              <a:t>=k</a:t>
            </a:r>
            <a:endParaRPr sz="3600" baseline="4629">
              <a:latin typeface="Arial MT"/>
              <a:cs typeface="Arial MT"/>
            </a:endParaRPr>
          </a:p>
          <a:p>
            <a:pPr marL="38100">
              <a:lnSpc>
                <a:spcPts val="2100"/>
              </a:lnSpc>
            </a:pP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due</a:t>
            </a:r>
            <a:r>
              <a:rPr sz="1800" spc="-5" dirty="0">
                <a:solidFill>
                  <a:srgbClr val="0032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0032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2CC"/>
                </a:solidFill>
                <a:latin typeface="Arial MT"/>
                <a:cs typeface="Arial MT"/>
              </a:rPr>
              <a:t>charge </a:t>
            </a:r>
            <a:r>
              <a:rPr sz="1800" spc="-50" dirty="0">
                <a:solidFill>
                  <a:srgbClr val="0032CC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109220">
              <a:lnSpc>
                <a:spcPts val="2820"/>
              </a:lnSpc>
              <a:spcBef>
                <a:spcPts val="585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Not</a:t>
            </a:r>
            <a:r>
              <a:rPr sz="18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good.</a:t>
            </a:r>
            <a:endParaRPr sz="1800">
              <a:latin typeface="Arial MT"/>
              <a:cs typeface="Arial MT"/>
            </a:endParaRPr>
          </a:p>
          <a:p>
            <a:pPr marL="1372870" marR="30480">
              <a:lnSpc>
                <a:spcPts val="2160"/>
              </a:lnSpc>
              <a:spcBef>
                <a:spcPts val="15"/>
              </a:spcBef>
            </a:pP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direction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952381" y="2554224"/>
            <a:ext cx="8789035" cy="4544695"/>
          </a:xfrm>
          <a:custGeom>
            <a:avLst/>
            <a:gdLst/>
            <a:ahLst/>
            <a:cxnLst/>
            <a:rect l="l" t="t" r="r" b="b"/>
            <a:pathLst>
              <a:path w="8789035" h="4544695">
                <a:moveTo>
                  <a:pt x="8788905" y="4544568"/>
                </a:moveTo>
                <a:lnTo>
                  <a:pt x="8788905" y="0"/>
                </a:lnTo>
                <a:lnTo>
                  <a:pt x="0" y="0"/>
                </a:lnTo>
                <a:lnTo>
                  <a:pt x="0" y="4544568"/>
                </a:lnTo>
                <a:lnTo>
                  <a:pt x="4572" y="4544568"/>
                </a:ln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lnTo>
                  <a:pt x="8779761" y="10668"/>
                </a:lnTo>
                <a:lnTo>
                  <a:pt x="8779761" y="4572"/>
                </a:lnTo>
                <a:lnTo>
                  <a:pt x="8784333" y="10668"/>
                </a:lnTo>
                <a:lnTo>
                  <a:pt x="8784333" y="4544568"/>
                </a:lnTo>
                <a:lnTo>
                  <a:pt x="8788905" y="4544568"/>
                </a:lnTo>
                <a:close/>
              </a:path>
              <a:path w="8789035" h="4544695">
                <a:moveTo>
                  <a:pt x="9144" y="10668"/>
                </a:move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8789035" h="4544695">
                <a:moveTo>
                  <a:pt x="9144" y="4533900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4533900"/>
                </a:lnTo>
                <a:lnTo>
                  <a:pt x="9144" y="4533900"/>
                </a:lnTo>
                <a:close/>
              </a:path>
              <a:path w="8789035" h="4544695">
                <a:moveTo>
                  <a:pt x="8784333" y="4533900"/>
                </a:moveTo>
                <a:lnTo>
                  <a:pt x="4572" y="4533900"/>
                </a:lnTo>
                <a:lnTo>
                  <a:pt x="9144" y="4538472"/>
                </a:lnTo>
                <a:lnTo>
                  <a:pt x="9144" y="4544568"/>
                </a:lnTo>
                <a:lnTo>
                  <a:pt x="8779761" y="4544568"/>
                </a:lnTo>
                <a:lnTo>
                  <a:pt x="8779761" y="4538472"/>
                </a:lnTo>
                <a:lnTo>
                  <a:pt x="8784333" y="4533900"/>
                </a:lnTo>
                <a:close/>
              </a:path>
              <a:path w="8789035" h="4544695">
                <a:moveTo>
                  <a:pt x="9144" y="4544568"/>
                </a:moveTo>
                <a:lnTo>
                  <a:pt x="9144" y="4538472"/>
                </a:lnTo>
                <a:lnTo>
                  <a:pt x="4572" y="4533900"/>
                </a:lnTo>
                <a:lnTo>
                  <a:pt x="4572" y="4544568"/>
                </a:lnTo>
                <a:lnTo>
                  <a:pt x="9144" y="4544568"/>
                </a:lnTo>
                <a:close/>
              </a:path>
              <a:path w="8789035" h="4544695">
                <a:moveTo>
                  <a:pt x="8784333" y="10668"/>
                </a:moveTo>
                <a:lnTo>
                  <a:pt x="8779761" y="4572"/>
                </a:lnTo>
                <a:lnTo>
                  <a:pt x="8779761" y="10668"/>
                </a:lnTo>
                <a:lnTo>
                  <a:pt x="8784333" y="10668"/>
                </a:lnTo>
                <a:close/>
              </a:path>
              <a:path w="8789035" h="4544695">
                <a:moveTo>
                  <a:pt x="8784333" y="4533900"/>
                </a:moveTo>
                <a:lnTo>
                  <a:pt x="8784333" y="10668"/>
                </a:lnTo>
                <a:lnTo>
                  <a:pt x="8779761" y="10668"/>
                </a:lnTo>
                <a:lnTo>
                  <a:pt x="8779761" y="4533900"/>
                </a:lnTo>
                <a:lnTo>
                  <a:pt x="8784333" y="4533900"/>
                </a:lnTo>
                <a:close/>
              </a:path>
              <a:path w="8789035" h="4544695">
                <a:moveTo>
                  <a:pt x="8784333" y="4544568"/>
                </a:moveTo>
                <a:lnTo>
                  <a:pt x="8784333" y="4533900"/>
                </a:lnTo>
                <a:lnTo>
                  <a:pt x="8779761" y="4538472"/>
                </a:lnTo>
                <a:lnTo>
                  <a:pt x="8779761" y="4544568"/>
                </a:lnTo>
                <a:lnTo>
                  <a:pt x="8784333" y="45445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17912" y="2626866"/>
            <a:ext cx="3717290" cy="132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080"/>
              </a:lnSpc>
              <a:spcBef>
                <a:spcPts val="100"/>
              </a:spcBef>
            </a:pPr>
            <a:r>
              <a:rPr sz="3000" spc="-15" baseline="18055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r>
              <a:rPr sz="3000" spc="-434" baseline="18055" dirty="0">
                <a:solidFill>
                  <a:srgbClr val="007F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Magnitude of</a:t>
            </a: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990600">
              <a:lnSpc>
                <a:spcPts val="2500"/>
              </a:lnSpc>
            </a:pP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force</a:t>
            </a:r>
            <a:r>
              <a:rPr sz="18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on</a:t>
            </a:r>
            <a:r>
              <a:rPr sz="18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proton</a:t>
            </a:r>
            <a:r>
              <a:rPr sz="1800" spc="22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3600" spc="-30" baseline="4629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2100" spc="-30" baseline="-15873" dirty="0">
                <a:solidFill>
                  <a:srgbClr val="FF0000"/>
                </a:solidFill>
                <a:latin typeface="Arial MT"/>
                <a:cs typeface="Arial MT"/>
              </a:rPr>
              <a:t>p1</a:t>
            </a:r>
            <a:r>
              <a:rPr sz="3600" spc="-30" baseline="4629" dirty="0">
                <a:solidFill>
                  <a:srgbClr val="FF0000"/>
                </a:solidFill>
                <a:latin typeface="Arial MT"/>
                <a:cs typeface="Arial MT"/>
              </a:rPr>
              <a:t>=k</a:t>
            </a:r>
            <a:endParaRPr sz="3600" baseline="4629">
              <a:latin typeface="Arial MT"/>
              <a:cs typeface="Arial MT"/>
            </a:endParaRPr>
          </a:p>
          <a:p>
            <a:pPr marL="990600">
              <a:lnSpc>
                <a:spcPts val="2100"/>
              </a:lnSpc>
            </a:pP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due</a:t>
            </a:r>
            <a:r>
              <a:rPr sz="18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200"/>
                </a:solidFill>
                <a:latin typeface="Arial MT"/>
                <a:cs typeface="Arial MT"/>
              </a:rPr>
              <a:t>charge </a:t>
            </a:r>
            <a:r>
              <a:rPr sz="1800" spc="-50" dirty="0">
                <a:solidFill>
                  <a:srgbClr val="FF3200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2294890">
              <a:lnSpc>
                <a:spcPct val="100000"/>
              </a:lnSpc>
              <a:spcBef>
                <a:spcPts val="685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+8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29974" y="2010155"/>
            <a:ext cx="6840220" cy="441959"/>
            <a:chOff x="1529974" y="2010155"/>
            <a:chExt cx="6840220" cy="441959"/>
          </a:xfrm>
        </p:grpSpPr>
        <p:sp>
          <p:nvSpPr>
            <p:cNvPr id="4" name="object 4"/>
            <p:cNvSpPr/>
            <p:nvPr/>
          </p:nvSpPr>
          <p:spPr>
            <a:xfrm>
              <a:off x="1529974" y="2174747"/>
              <a:ext cx="6840220" cy="111760"/>
            </a:xfrm>
            <a:custGeom>
              <a:avLst/>
              <a:gdLst/>
              <a:ahLst/>
              <a:cxnLst/>
              <a:rect l="l" t="t" r="r" b="b"/>
              <a:pathLst>
                <a:path w="6840220" h="111760">
                  <a:moveTo>
                    <a:pt x="6801121" y="55768"/>
                  </a:moveTo>
                  <a:lnTo>
                    <a:pt x="6786334" y="47191"/>
                  </a:lnTo>
                  <a:lnTo>
                    <a:pt x="0" y="36576"/>
                  </a:lnTo>
                  <a:lnTo>
                    <a:pt x="0" y="56388"/>
                  </a:lnTo>
                  <a:lnTo>
                    <a:pt x="6733032" y="65415"/>
                  </a:lnTo>
                  <a:lnTo>
                    <a:pt x="6784926" y="65485"/>
                  </a:lnTo>
                  <a:lnTo>
                    <a:pt x="6801121" y="55768"/>
                  </a:lnTo>
                  <a:close/>
                </a:path>
                <a:path w="6840220" h="111760">
                  <a:moveTo>
                    <a:pt x="6839712" y="56388"/>
                  </a:moveTo>
                  <a:lnTo>
                    <a:pt x="6749796" y="3048"/>
                  </a:lnTo>
                  <a:lnTo>
                    <a:pt x="6745224" y="0"/>
                  </a:lnTo>
                  <a:lnTo>
                    <a:pt x="6739128" y="1524"/>
                  </a:lnTo>
                  <a:lnTo>
                    <a:pt x="6733032" y="10668"/>
                  </a:lnTo>
                  <a:lnTo>
                    <a:pt x="6734556" y="16764"/>
                  </a:lnTo>
                  <a:lnTo>
                    <a:pt x="6739128" y="19812"/>
                  </a:lnTo>
                  <a:lnTo>
                    <a:pt x="6786334" y="47191"/>
                  </a:lnTo>
                  <a:lnTo>
                    <a:pt x="6819900" y="47244"/>
                  </a:lnTo>
                  <a:lnTo>
                    <a:pt x="6819900" y="67805"/>
                  </a:lnTo>
                  <a:lnTo>
                    <a:pt x="6839712" y="56388"/>
                  </a:lnTo>
                  <a:close/>
                </a:path>
                <a:path w="6840220" h="111760">
                  <a:moveTo>
                    <a:pt x="6819900" y="67805"/>
                  </a:moveTo>
                  <a:lnTo>
                    <a:pt x="6819900" y="65532"/>
                  </a:lnTo>
                  <a:lnTo>
                    <a:pt x="6784926" y="65485"/>
                  </a:lnTo>
                  <a:lnTo>
                    <a:pt x="6739128" y="92964"/>
                  </a:lnTo>
                  <a:lnTo>
                    <a:pt x="6734556" y="94488"/>
                  </a:lnTo>
                  <a:lnTo>
                    <a:pt x="6733032" y="100584"/>
                  </a:lnTo>
                  <a:lnTo>
                    <a:pt x="6739128" y="109728"/>
                  </a:lnTo>
                  <a:lnTo>
                    <a:pt x="6745224" y="111252"/>
                  </a:lnTo>
                  <a:lnTo>
                    <a:pt x="6749796" y="108204"/>
                  </a:lnTo>
                  <a:lnTo>
                    <a:pt x="6819900" y="67805"/>
                  </a:lnTo>
                  <a:close/>
                </a:path>
                <a:path w="6840220" h="111760">
                  <a:moveTo>
                    <a:pt x="6815328" y="65525"/>
                  </a:moveTo>
                  <a:lnTo>
                    <a:pt x="6815328" y="64008"/>
                  </a:lnTo>
                  <a:lnTo>
                    <a:pt x="6801121" y="55768"/>
                  </a:lnTo>
                  <a:lnTo>
                    <a:pt x="6784926" y="65485"/>
                  </a:lnTo>
                  <a:lnTo>
                    <a:pt x="6815328" y="65525"/>
                  </a:lnTo>
                  <a:close/>
                </a:path>
                <a:path w="6840220" h="111760">
                  <a:moveTo>
                    <a:pt x="6815328" y="47244"/>
                  </a:moveTo>
                  <a:lnTo>
                    <a:pt x="6786334" y="47191"/>
                  </a:lnTo>
                  <a:lnTo>
                    <a:pt x="6801121" y="55768"/>
                  </a:lnTo>
                  <a:lnTo>
                    <a:pt x="6815328" y="47244"/>
                  </a:lnTo>
                  <a:close/>
                </a:path>
                <a:path w="6840220" h="111760">
                  <a:moveTo>
                    <a:pt x="6819900" y="65532"/>
                  </a:moveTo>
                  <a:lnTo>
                    <a:pt x="6819900" y="47244"/>
                  </a:lnTo>
                  <a:lnTo>
                    <a:pt x="6815328" y="47244"/>
                  </a:lnTo>
                  <a:lnTo>
                    <a:pt x="6801121" y="55768"/>
                  </a:lnTo>
                  <a:lnTo>
                    <a:pt x="6815328" y="64008"/>
                  </a:lnTo>
                  <a:lnTo>
                    <a:pt x="6815328" y="65525"/>
                  </a:lnTo>
                  <a:lnTo>
                    <a:pt x="6819900" y="6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51910" y="2102691"/>
              <a:ext cx="830580" cy="257175"/>
            </a:xfrm>
            <a:custGeom>
              <a:avLst/>
              <a:gdLst/>
              <a:ahLst/>
              <a:cxnLst/>
              <a:rect l="l" t="t" r="r" b="b"/>
              <a:pathLst>
                <a:path w="830579" h="257175">
                  <a:moveTo>
                    <a:pt x="256460" y="24812"/>
                  </a:moveTo>
                  <a:lnTo>
                    <a:pt x="252984" y="14144"/>
                  </a:lnTo>
                  <a:lnTo>
                    <a:pt x="244863" y="5619"/>
                  </a:lnTo>
                  <a:lnTo>
                    <a:pt x="234886" y="809"/>
                  </a:lnTo>
                  <a:lnTo>
                    <a:pt x="224051" y="0"/>
                  </a:lnTo>
                  <a:lnTo>
                    <a:pt x="213360" y="3476"/>
                  </a:lnTo>
                  <a:lnTo>
                    <a:pt x="0" y="128444"/>
                  </a:lnTo>
                  <a:lnTo>
                    <a:pt x="56388" y="161471"/>
                  </a:lnTo>
                  <a:lnTo>
                    <a:pt x="56388" y="99488"/>
                  </a:lnTo>
                  <a:lnTo>
                    <a:pt x="161428" y="99488"/>
                  </a:lnTo>
                  <a:lnTo>
                    <a:pt x="242316" y="52244"/>
                  </a:lnTo>
                  <a:lnTo>
                    <a:pt x="250840" y="45005"/>
                  </a:lnTo>
                  <a:lnTo>
                    <a:pt x="255651" y="35480"/>
                  </a:lnTo>
                  <a:lnTo>
                    <a:pt x="256460" y="24812"/>
                  </a:lnTo>
                  <a:close/>
                </a:path>
                <a:path w="830579" h="257175">
                  <a:moveTo>
                    <a:pt x="161428" y="99488"/>
                  </a:moveTo>
                  <a:lnTo>
                    <a:pt x="56388" y="99488"/>
                  </a:lnTo>
                  <a:lnTo>
                    <a:pt x="56388" y="157400"/>
                  </a:lnTo>
                  <a:lnTo>
                    <a:pt x="70104" y="157400"/>
                  </a:lnTo>
                  <a:lnTo>
                    <a:pt x="70104" y="104060"/>
                  </a:lnTo>
                  <a:lnTo>
                    <a:pt x="112171" y="128258"/>
                  </a:lnTo>
                  <a:lnTo>
                    <a:pt x="161428" y="99488"/>
                  </a:lnTo>
                  <a:close/>
                </a:path>
                <a:path w="830579" h="257175">
                  <a:moveTo>
                    <a:pt x="256460" y="231838"/>
                  </a:moveTo>
                  <a:lnTo>
                    <a:pt x="255651" y="220646"/>
                  </a:lnTo>
                  <a:lnTo>
                    <a:pt x="250840" y="210597"/>
                  </a:lnTo>
                  <a:lnTo>
                    <a:pt x="242316" y="203120"/>
                  </a:lnTo>
                  <a:lnTo>
                    <a:pt x="162833" y="157400"/>
                  </a:lnTo>
                  <a:lnTo>
                    <a:pt x="56388" y="157400"/>
                  </a:lnTo>
                  <a:lnTo>
                    <a:pt x="56388" y="161471"/>
                  </a:lnTo>
                  <a:lnTo>
                    <a:pt x="213360" y="253412"/>
                  </a:lnTo>
                  <a:lnTo>
                    <a:pt x="224051" y="256889"/>
                  </a:lnTo>
                  <a:lnTo>
                    <a:pt x="234886" y="256079"/>
                  </a:lnTo>
                  <a:lnTo>
                    <a:pt x="244863" y="251269"/>
                  </a:lnTo>
                  <a:lnTo>
                    <a:pt x="252984" y="242744"/>
                  </a:lnTo>
                  <a:lnTo>
                    <a:pt x="256460" y="231838"/>
                  </a:lnTo>
                  <a:close/>
                </a:path>
                <a:path w="830579" h="257175">
                  <a:moveTo>
                    <a:pt x="112171" y="128258"/>
                  </a:moveTo>
                  <a:lnTo>
                    <a:pt x="70104" y="104060"/>
                  </a:lnTo>
                  <a:lnTo>
                    <a:pt x="70104" y="152828"/>
                  </a:lnTo>
                  <a:lnTo>
                    <a:pt x="112171" y="128258"/>
                  </a:lnTo>
                  <a:close/>
                </a:path>
                <a:path w="830579" h="257175">
                  <a:moveTo>
                    <a:pt x="162833" y="157400"/>
                  </a:moveTo>
                  <a:lnTo>
                    <a:pt x="112171" y="128258"/>
                  </a:lnTo>
                  <a:lnTo>
                    <a:pt x="70104" y="152828"/>
                  </a:lnTo>
                  <a:lnTo>
                    <a:pt x="70104" y="157400"/>
                  </a:lnTo>
                  <a:lnTo>
                    <a:pt x="162833" y="157400"/>
                  </a:lnTo>
                  <a:close/>
                </a:path>
                <a:path w="830579" h="257175">
                  <a:moveTo>
                    <a:pt x="830580" y="157400"/>
                  </a:moveTo>
                  <a:lnTo>
                    <a:pt x="830580" y="99488"/>
                  </a:lnTo>
                  <a:lnTo>
                    <a:pt x="161428" y="99488"/>
                  </a:lnTo>
                  <a:lnTo>
                    <a:pt x="112171" y="128258"/>
                  </a:lnTo>
                  <a:lnTo>
                    <a:pt x="162833" y="157400"/>
                  </a:lnTo>
                  <a:lnTo>
                    <a:pt x="830580" y="15740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05733" y="2014727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69">
                  <a:moveTo>
                    <a:pt x="431291" y="216407"/>
                  </a:moveTo>
                  <a:lnTo>
                    <a:pt x="425626" y="166991"/>
                  </a:lnTo>
                  <a:lnTo>
                    <a:pt x="409485" y="121520"/>
                  </a:lnTo>
                  <a:lnTo>
                    <a:pt x="384145" y="81327"/>
                  </a:lnTo>
                  <a:lnTo>
                    <a:pt x="350888" y="47746"/>
                  </a:lnTo>
                  <a:lnTo>
                    <a:pt x="310993" y="22109"/>
                  </a:lnTo>
                  <a:lnTo>
                    <a:pt x="265740" y="5749"/>
                  </a:lnTo>
                  <a:lnTo>
                    <a:pt x="216407" y="0"/>
                  </a:lnTo>
                  <a:lnTo>
                    <a:pt x="166511" y="5749"/>
                  </a:lnTo>
                  <a:lnTo>
                    <a:pt x="120853" y="22109"/>
                  </a:lnTo>
                  <a:lnTo>
                    <a:pt x="80687" y="47746"/>
                  </a:lnTo>
                  <a:lnTo>
                    <a:pt x="47266" y="81327"/>
                  </a:lnTo>
                  <a:lnTo>
                    <a:pt x="21842" y="121520"/>
                  </a:lnTo>
                  <a:lnTo>
                    <a:pt x="5669" y="166991"/>
                  </a:lnTo>
                  <a:lnTo>
                    <a:pt x="0" y="216407"/>
                  </a:lnTo>
                  <a:lnTo>
                    <a:pt x="5669" y="265824"/>
                  </a:lnTo>
                  <a:lnTo>
                    <a:pt x="21842" y="311295"/>
                  </a:lnTo>
                  <a:lnTo>
                    <a:pt x="47266" y="351488"/>
                  </a:lnTo>
                  <a:lnTo>
                    <a:pt x="80687" y="385069"/>
                  </a:lnTo>
                  <a:lnTo>
                    <a:pt x="120853" y="410706"/>
                  </a:lnTo>
                  <a:lnTo>
                    <a:pt x="166511" y="427066"/>
                  </a:lnTo>
                  <a:lnTo>
                    <a:pt x="216407" y="432815"/>
                  </a:lnTo>
                  <a:lnTo>
                    <a:pt x="265740" y="427066"/>
                  </a:lnTo>
                  <a:lnTo>
                    <a:pt x="310993" y="410706"/>
                  </a:lnTo>
                  <a:lnTo>
                    <a:pt x="350888" y="385069"/>
                  </a:lnTo>
                  <a:lnTo>
                    <a:pt x="384145" y="351488"/>
                  </a:lnTo>
                  <a:lnTo>
                    <a:pt x="409485" y="311295"/>
                  </a:lnTo>
                  <a:lnTo>
                    <a:pt x="425626" y="265824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01162" y="2010155"/>
              <a:ext cx="440690" cy="441959"/>
            </a:xfrm>
            <a:custGeom>
              <a:avLst/>
              <a:gdLst/>
              <a:ahLst/>
              <a:cxnLst/>
              <a:rect l="l" t="t" r="r" b="b"/>
              <a:pathLst>
                <a:path w="440689" h="441960">
                  <a:moveTo>
                    <a:pt x="440436" y="243840"/>
                  </a:moveTo>
                  <a:lnTo>
                    <a:pt x="440436" y="198120"/>
                  </a:lnTo>
                  <a:lnTo>
                    <a:pt x="431292" y="155448"/>
                  </a:lnTo>
                  <a:lnTo>
                    <a:pt x="414528" y="115824"/>
                  </a:lnTo>
                  <a:lnTo>
                    <a:pt x="376428" y="64008"/>
                  </a:lnTo>
                  <a:lnTo>
                    <a:pt x="324612" y="25908"/>
                  </a:lnTo>
                  <a:lnTo>
                    <a:pt x="284988" y="10668"/>
                  </a:lnTo>
                  <a:lnTo>
                    <a:pt x="265176" y="4572"/>
                  </a:lnTo>
                  <a:lnTo>
                    <a:pt x="242316" y="1524"/>
                  </a:lnTo>
                  <a:lnTo>
                    <a:pt x="220980" y="101"/>
                  </a:lnTo>
                  <a:lnTo>
                    <a:pt x="219456" y="0"/>
                  </a:lnTo>
                  <a:lnTo>
                    <a:pt x="199644" y="1415"/>
                  </a:lnTo>
                  <a:lnTo>
                    <a:pt x="198120" y="1524"/>
                  </a:lnTo>
                  <a:lnTo>
                    <a:pt x="175260" y="4572"/>
                  </a:lnTo>
                  <a:lnTo>
                    <a:pt x="134112" y="16764"/>
                  </a:lnTo>
                  <a:lnTo>
                    <a:pt x="97536" y="38100"/>
                  </a:lnTo>
                  <a:lnTo>
                    <a:pt x="64008" y="65532"/>
                  </a:lnTo>
                  <a:lnTo>
                    <a:pt x="36576" y="97536"/>
                  </a:lnTo>
                  <a:lnTo>
                    <a:pt x="16764" y="135636"/>
                  </a:lnTo>
                  <a:lnTo>
                    <a:pt x="4572" y="17678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18288" y="158496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4528" y="138684"/>
                  </a:lnTo>
                  <a:lnTo>
                    <a:pt x="426720" y="178308"/>
                  </a:lnTo>
                  <a:lnTo>
                    <a:pt x="431292" y="220980"/>
                  </a:lnTo>
                  <a:lnTo>
                    <a:pt x="431292" y="286512"/>
                  </a:lnTo>
                  <a:lnTo>
                    <a:pt x="440436" y="243840"/>
                  </a:lnTo>
                  <a:close/>
                </a:path>
                <a:path w="440689" h="441960">
                  <a:moveTo>
                    <a:pt x="431292" y="286512"/>
                  </a:moveTo>
                  <a:lnTo>
                    <a:pt x="431292" y="220980"/>
                  </a:lnTo>
                  <a:lnTo>
                    <a:pt x="429768" y="242316"/>
                  </a:lnTo>
                  <a:lnTo>
                    <a:pt x="426720" y="263652"/>
                  </a:lnTo>
                  <a:lnTo>
                    <a:pt x="414528" y="303276"/>
                  </a:lnTo>
                  <a:lnTo>
                    <a:pt x="394716" y="338328"/>
                  </a:lnTo>
                  <a:lnTo>
                    <a:pt x="368808" y="370332"/>
                  </a:lnTo>
                  <a:lnTo>
                    <a:pt x="338328" y="396240"/>
                  </a:lnTo>
                  <a:lnTo>
                    <a:pt x="301752" y="416052"/>
                  </a:lnTo>
                  <a:lnTo>
                    <a:pt x="262128" y="428244"/>
                  </a:lnTo>
                  <a:lnTo>
                    <a:pt x="242316" y="431292"/>
                  </a:lnTo>
                  <a:lnTo>
                    <a:pt x="198120" y="431292"/>
                  </a:lnTo>
                  <a:lnTo>
                    <a:pt x="176784" y="428244"/>
                  </a:lnTo>
                  <a:lnTo>
                    <a:pt x="156972" y="422148"/>
                  </a:lnTo>
                  <a:lnTo>
                    <a:pt x="138684" y="414528"/>
                  </a:lnTo>
                  <a:lnTo>
                    <a:pt x="118872" y="406908"/>
                  </a:lnTo>
                  <a:lnTo>
                    <a:pt x="85344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0144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06730" y="2014727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69">
                  <a:moveTo>
                    <a:pt x="431291" y="216407"/>
                  </a:moveTo>
                  <a:lnTo>
                    <a:pt x="425626" y="166991"/>
                  </a:lnTo>
                  <a:lnTo>
                    <a:pt x="409485" y="121520"/>
                  </a:lnTo>
                  <a:lnTo>
                    <a:pt x="384145" y="81327"/>
                  </a:lnTo>
                  <a:lnTo>
                    <a:pt x="350888" y="47746"/>
                  </a:lnTo>
                  <a:lnTo>
                    <a:pt x="310993" y="22109"/>
                  </a:lnTo>
                  <a:lnTo>
                    <a:pt x="265740" y="5749"/>
                  </a:lnTo>
                  <a:lnTo>
                    <a:pt x="216407" y="0"/>
                  </a:lnTo>
                  <a:lnTo>
                    <a:pt x="166511" y="5749"/>
                  </a:lnTo>
                  <a:lnTo>
                    <a:pt x="120853" y="22109"/>
                  </a:lnTo>
                  <a:lnTo>
                    <a:pt x="80687" y="47746"/>
                  </a:lnTo>
                  <a:lnTo>
                    <a:pt x="47266" y="81327"/>
                  </a:lnTo>
                  <a:lnTo>
                    <a:pt x="21842" y="121520"/>
                  </a:lnTo>
                  <a:lnTo>
                    <a:pt x="5669" y="166991"/>
                  </a:lnTo>
                  <a:lnTo>
                    <a:pt x="0" y="216407"/>
                  </a:lnTo>
                  <a:lnTo>
                    <a:pt x="5669" y="265824"/>
                  </a:lnTo>
                  <a:lnTo>
                    <a:pt x="21842" y="311295"/>
                  </a:lnTo>
                  <a:lnTo>
                    <a:pt x="47266" y="351488"/>
                  </a:lnTo>
                  <a:lnTo>
                    <a:pt x="80687" y="385069"/>
                  </a:lnTo>
                  <a:lnTo>
                    <a:pt x="120853" y="410706"/>
                  </a:lnTo>
                  <a:lnTo>
                    <a:pt x="166511" y="427066"/>
                  </a:lnTo>
                  <a:lnTo>
                    <a:pt x="216407" y="432815"/>
                  </a:lnTo>
                  <a:lnTo>
                    <a:pt x="265740" y="427066"/>
                  </a:lnTo>
                  <a:lnTo>
                    <a:pt x="310993" y="410706"/>
                  </a:lnTo>
                  <a:lnTo>
                    <a:pt x="350888" y="385069"/>
                  </a:lnTo>
                  <a:lnTo>
                    <a:pt x="384145" y="351488"/>
                  </a:lnTo>
                  <a:lnTo>
                    <a:pt x="409485" y="311295"/>
                  </a:lnTo>
                  <a:lnTo>
                    <a:pt x="425626" y="265824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02158" y="2010155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60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4112"/>
                  </a:lnTo>
                  <a:lnTo>
                    <a:pt x="403860" y="97536"/>
                  </a:lnTo>
                  <a:lnTo>
                    <a:pt x="376428" y="64008"/>
                  </a:lnTo>
                  <a:lnTo>
                    <a:pt x="344424" y="38100"/>
                  </a:lnTo>
                  <a:lnTo>
                    <a:pt x="306324" y="16764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75260" y="4572"/>
                  </a:lnTo>
                  <a:lnTo>
                    <a:pt x="155448" y="10668"/>
                  </a:lnTo>
                  <a:lnTo>
                    <a:pt x="134112" y="16764"/>
                  </a:lnTo>
                  <a:lnTo>
                    <a:pt x="97536" y="38100"/>
                  </a:lnTo>
                  <a:lnTo>
                    <a:pt x="64008" y="65532"/>
                  </a:lnTo>
                  <a:lnTo>
                    <a:pt x="38100" y="97536"/>
                  </a:lnTo>
                  <a:lnTo>
                    <a:pt x="16764" y="135636"/>
                  </a:lnTo>
                  <a:lnTo>
                    <a:pt x="4572" y="176784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651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18288" y="158496"/>
                  </a:lnTo>
                  <a:lnTo>
                    <a:pt x="35052" y="120396"/>
                  </a:lnTo>
                  <a:lnTo>
                    <a:pt x="57912" y="86868"/>
                  </a:lnTo>
                  <a:lnTo>
                    <a:pt x="86868" y="57912"/>
                  </a:lnTo>
                  <a:lnTo>
                    <a:pt x="120396" y="35052"/>
                  </a:lnTo>
                  <a:lnTo>
                    <a:pt x="158496" y="18288"/>
                  </a:lnTo>
                  <a:lnTo>
                    <a:pt x="199644" y="10668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4528" y="138684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60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6720" y="263652"/>
                  </a:lnTo>
                  <a:lnTo>
                    <a:pt x="422148" y="283464"/>
                  </a:lnTo>
                  <a:lnTo>
                    <a:pt x="405384" y="321564"/>
                  </a:lnTo>
                  <a:lnTo>
                    <a:pt x="384048" y="355092"/>
                  </a:lnTo>
                  <a:lnTo>
                    <a:pt x="355092" y="384048"/>
                  </a:lnTo>
                  <a:lnTo>
                    <a:pt x="321564" y="406908"/>
                  </a:lnTo>
                  <a:lnTo>
                    <a:pt x="263652" y="428244"/>
                  </a:lnTo>
                  <a:lnTo>
                    <a:pt x="242316" y="431292"/>
                  </a:lnTo>
                  <a:lnTo>
                    <a:pt x="198120" y="431292"/>
                  </a:lnTo>
                  <a:lnTo>
                    <a:pt x="156972" y="422148"/>
                  </a:lnTo>
                  <a:lnTo>
                    <a:pt x="120396" y="406908"/>
                  </a:lnTo>
                  <a:lnTo>
                    <a:pt x="85344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6512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70516" y="1547875"/>
            <a:ext cx="1223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+8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13409" y="2122932"/>
            <a:ext cx="2915920" cy="216535"/>
            <a:chOff x="3113409" y="2122932"/>
            <a:chExt cx="2915920" cy="216535"/>
          </a:xfrm>
        </p:grpSpPr>
        <p:sp>
          <p:nvSpPr>
            <p:cNvPr id="12" name="object 12"/>
            <p:cNvSpPr/>
            <p:nvPr/>
          </p:nvSpPr>
          <p:spPr>
            <a:xfrm>
              <a:off x="3113405" y="2122931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8" y="79248"/>
                  </a:moveTo>
                  <a:lnTo>
                    <a:pt x="135636" y="79248"/>
                  </a:lnTo>
                  <a:lnTo>
                    <a:pt x="135636" y="0"/>
                  </a:lnTo>
                  <a:lnTo>
                    <a:pt x="79248" y="0"/>
                  </a:lnTo>
                  <a:lnTo>
                    <a:pt x="79248" y="79248"/>
                  </a:lnTo>
                  <a:lnTo>
                    <a:pt x="0" y="79248"/>
                  </a:lnTo>
                  <a:lnTo>
                    <a:pt x="0" y="137160"/>
                  </a:lnTo>
                  <a:lnTo>
                    <a:pt x="79248" y="137160"/>
                  </a:lnTo>
                  <a:lnTo>
                    <a:pt x="79248" y="216408"/>
                  </a:lnTo>
                  <a:lnTo>
                    <a:pt x="135636" y="216408"/>
                  </a:lnTo>
                  <a:lnTo>
                    <a:pt x="135636" y="137160"/>
                  </a:lnTo>
                  <a:lnTo>
                    <a:pt x="216408" y="137160"/>
                  </a:lnTo>
                  <a:lnTo>
                    <a:pt x="216408" y="7924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13937" y="2202180"/>
              <a:ext cx="215265" cy="58419"/>
            </a:xfrm>
            <a:custGeom>
              <a:avLst/>
              <a:gdLst/>
              <a:ahLst/>
              <a:cxnLst/>
              <a:rect l="l" t="t" r="r" b="b"/>
              <a:pathLst>
                <a:path w="215264" h="58419">
                  <a:moveTo>
                    <a:pt x="214883" y="57911"/>
                  </a:moveTo>
                  <a:lnTo>
                    <a:pt x="214883" y="0"/>
                  </a:lnTo>
                  <a:lnTo>
                    <a:pt x="0" y="0"/>
                  </a:lnTo>
                  <a:lnTo>
                    <a:pt x="0" y="57911"/>
                  </a:lnTo>
                  <a:lnTo>
                    <a:pt x="214883" y="57911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38099" y="1537207"/>
            <a:ext cx="1230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60265" y="199440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77918" y="2001011"/>
            <a:ext cx="440690" cy="440690"/>
            <a:chOff x="7177918" y="2001011"/>
            <a:chExt cx="440690" cy="440690"/>
          </a:xfrm>
        </p:grpSpPr>
        <p:sp>
          <p:nvSpPr>
            <p:cNvPr id="17" name="object 17"/>
            <p:cNvSpPr/>
            <p:nvPr/>
          </p:nvSpPr>
          <p:spPr>
            <a:xfrm>
              <a:off x="7182490" y="2005583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6407"/>
                  </a:moveTo>
                  <a:lnTo>
                    <a:pt x="425622" y="166511"/>
                  </a:lnTo>
                  <a:lnTo>
                    <a:pt x="409449" y="120853"/>
                  </a:lnTo>
                  <a:lnTo>
                    <a:pt x="384025" y="80687"/>
                  </a:lnTo>
                  <a:lnTo>
                    <a:pt x="350604" y="47266"/>
                  </a:lnTo>
                  <a:lnTo>
                    <a:pt x="310438" y="21842"/>
                  </a:lnTo>
                  <a:lnTo>
                    <a:pt x="264780" y="5669"/>
                  </a:lnTo>
                  <a:lnTo>
                    <a:pt x="214883" y="0"/>
                  </a:lnTo>
                  <a:lnTo>
                    <a:pt x="165551" y="5669"/>
                  </a:lnTo>
                  <a:lnTo>
                    <a:pt x="120298" y="21842"/>
                  </a:lnTo>
                  <a:lnTo>
                    <a:pt x="80403" y="47266"/>
                  </a:lnTo>
                  <a:lnTo>
                    <a:pt x="47146" y="80687"/>
                  </a:lnTo>
                  <a:lnTo>
                    <a:pt x="21806" y="120853"/>
                  </a:lnTo>
                  <a:lnTo>
                    <a:pt x="5665" y="166511"/>
                  </a:lnTo>
                  <a:lnTo>
                    <a:pt x="0" y="216407"/>
                  </a:lnTo>
                  <a:lnTo>
                    <a:pt x="5665" y="265740"/>
                  </a:lnTo>
                  <a:lnTo>
                    <a:pt x="21806" y="310993"/>
                  </a:lnTo>
                  <a:lnTo>
                    <a:pt x="47146" y="350888"/>
                  </a:lnTo>
                  <a:lnTo>
                    <a:pt x="80403" y="384145"/>
                  </a:lnTo>
                  <a:lnTo>
                    <a:pt x="120298" y="409485"/>
                  </a:lnTo>
                  <a:lnTo>
                    <a:pt x="165551" y="425626"/>
                  </a:lnTo>
                  <a:lnTo>
                    <a:pt x="214883" y="431291"/>
                  </a:lnTo>
                  <a:lnTo>
                    <a:pt x="264780" y="425626"/>
                  </a:lnTo>
                  <a:lnTo>
                    <a:pt x="310438" y="409485"/>
                  </a:lnTo>
                  <a:lnTo>
                    <a:pt x="350604" y="384145"/>
                  </a:lnTo>
                  <a:lnTo>
                    <a:pt x="384025" y="350888"/>
                  </a:lnTo>
                  <a:lnTo>
                    <a:pt x="409449" y="310993"/>
                  </a:lnTo>
                  <a:lnTo>
                    <a:pt x="425622" y="265740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77918" y="2001011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440436" y="219456"/>
                  </a:moveTo>
                  <a:lnTo>
                    <a:pt x="435864" y="175260"/>
                  </a:lnTo>
                  <a:lnTo>
                    <a:pt x="423672" y="134112"/>
                  </a:lnTo>
                  <a:lnTo>
                    <a:pt x="402336" y="97536"/>
                  </a:lnTo>
                  <a:lnTo>
                    <a:pt x="390144" y="79248"/>
                  </a:lnTo>
                  <a:lnTo>
                    <a:pt x="342900" y="36576"/>
                  </a:lnTo>
                  <a:lnTo>
                    <a:pt x="306324" y="16764"/>
                  </a:lnTo>
                  <a:lnTo>
                    <a:pt x="263652" y="4572"/>
                  </a:lnTo>
                  <a:lnTo>
                    <a:pt x="219456" y="0"/>
                  </a:lnTo>
                  <a:lnTo>
                    <a:pt x="198120" y="1422"/>
                  </a:lnTo>
                  <a:lnTo>
                    <a:pt x="196596" y="1524"/>
                  </a:lnTo>
                  <a:lnTo>
                    <a:pt x="153924" y="9144"/>
                  </a:lnTo>
                  <a:lnTo>
                    <a:pt x="114300" y="25908"/>
                  </a:lnTo>
                  <a:lnTo>
                    <a:pt x="79248" y="50292"/>
                  </a:lnTo>
                  <a:lnTo>
                    <a:pt x="36576" y="97536"/>
                  </a:lnTo>
                  <a:lnTo>
                    <a:pt x="16764" y="134112"/>
                  </a:lnTo>
                  <a:lnTo>
                    <a:pt x="3048" y="176784"/>
                  </a:lnTo>
                  <a:lnTo>
                    <a:pt x="0" y="198120"/>
                  </a:lnTo>
                  <a:lnTo>
                    <a:pt x="0" y="243840"/>
                  </a:lnTo>
                  <a:lnTo>
                    <a:pt x="3048" y="265176"/>
                  </a:lnTo>
                  <a:lnTo>
                    <a:pt x="9144" y="286512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5344" y="57912"/>
                  </a:lnTo>
                  <a:lnTo>
                    <a:pt x="118872" y="35052"/>
                  </a:lnTo>
                  <a:lnTo>
                    <a:pt x="156972" y="18288"/>
                  </a:lnTo>
                  <a:lnTo>
                    <a:pt x="198120" y="10668"/>
                  </a:lnTo>
                  <a:lnTo>
                    <a:pt x="219456" y="9144"/>
                  </a:lnTo>
                  <a:lnTo>
                    <a:pt x="240792" y="10566"/>
                  </a:lnTo>
                  <a:lnTo>
                    <a:pt x="283464" y="18288"/>
                  </a:lnTo>
                  <a:lnTo>
                    <a:pt x="321564" y="35052"/>
                  </a:lnTo>
                  <a:lnTo>
                    <a:pt x="355092" y="57912"/>
                  </a:lnTo>
                  <a:lnTo>
                    <a:pt x="382524" y="86868"/>
                  </a:lnTo>
                  <a:lnTo>
                    <a:pt x="405384" y="120396"/>
                  </a:lnTo>
                  <a:lnTo>
                    <a:pt x="422148" y="158496"/>
                  </a:lnTo>
                  <a:lnTo>
                    <a:pt x="429768" y="199644"/>
                  </a:lnTo>
                  <a:lnTo>
                    <a:pt x="431292" y="220980"/>
                  </a:lnTo>
                  <a:lnTo>
                    <a:pt x="431292" y="286512"/>
                  </a:lnTo>
                  <a:lnTo>
                    <a:pt x="435864" y="265176"/>
                  </a:lnTo>
                  <a:lnTo>
                    <a:pt x="438912" y="242316"/>
                  </a:lnTo>
                  <a:lnTo>
                    <a:pt x="440436" y="219456"/>
                  </a:lnTo>
                  <a:close/>
                </a:path>
                <a:path w="440690" h="440689">
                  <a:moveTo>
                    <a:pt x="431292" y="286512"/>
                  </a:moveTo>
                  <a:lnTo>
                    <a:pt x="431292" y="220980"/>
                  </a:lnTo>
                  <a:lnTo>
                    <a:pt x="429768" y="242316"/>
                  </a:lnTo>
                  <a:lnTo>
                    <a:pt x="426720" y="263652"/>
                  </a:lnTo>
                  <a:lnTo>
                    <a:pt x="414528" y="303276"/>
                  </a:lnTo>
                  <a:lnTo>
                    <a:pt x="394716" y="338328"/>
                  </a:lnTo>
                  <a:lnTo>
                    <a:pt x="368808" y="370332"/>
                  </a:lnTo>
                  <a:lnTo>
                    <a:pt x="338328" y="396240"/>
                  </a:lnTo>
                  <a:lnTo>
                    <a:pt x="301752" y="414528"/>
                  </a:lnTo>
                  <a:lnTo>
                    <a:pt x="262128" y="426720"/>
                  </a:lnTo>
                  <a:lnTo>
                    <a:pt x="219456" y="431292"/>
                  </a:lnTo>
                  <a:lnTo>
                    <a:pt x="198120" y="429768"/>
                  </a:lnTo>
                  <a:lnTo>
                    <a:pt x="156972" y="422148"/>
                  </a:lnTo>
                  <a:lnTo>
                    <a:pt x="118872" y="405384"/>
                  </a:lnTo>
                  <a:lnTo>
                    <a:pt x="85344" y="382524"/>
                  </a:lnTo>
                  <a:lnTo>
                    <a:pt x="56388" y="355092"/>
                  </a:lnTo>
                  <a:lnTo>
                    <a:pt x="33528" y="321564"/>
                  </a:lnTo>
                  <a:lnTo>
                    <a:pt x="25908" y="301752"/>
                  </a:lnTo>
                  <a:lnTo>
                    <a:pt x="18288" y="283464"/>
                  </a:lnTo>
                  <a:lnTo>
                    <a:pt x="13716" y="262128"/>
                  </a:lnTo>
                  <a:lnTo>
                    <a:pt x="9144" y="242316"/>
                  </a:lnTo>
                  <a:lnTo>
                    <a:pt x="9144" y="286512"/>
                  </a:lnTo>
                  <a:lnTo>
                    <a:pt x="25908" y="326136"/>
                  </a:lnTo>
                  <a:lnTo>
                    <a:pt x="50292" y="361188"/>
                  </a:lnTo>
                  <a:lnTo>
                    <a:pt x="79248" y="390144"/>
                  </a:lnTo>
                  <a:lnTo>
                    <a:pt x="114300" y="414528"/>
                  </a:lnTo>
                  <a:lnTo>
                    <a:pt x="153924" y="431292"/>
                  </a:lnTo>
                  <a:lnTo>
                    <a:pt x="198120" y="440436"/>
                  </a:lnTo>
                  <a:lnTo>
                    <a:pt x="242316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0144" y="361188"/>
                  </a:lnTo>
                  <a:lnTo>
                    <a:pt x="402336" y="342900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17623" y="19578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3782" y="2102691"/>
            <a:ext cx="792480" cy="257175"/>
          </a:xfrm>
          <a:custGeom>
            <a:avLst/>
            <a:gdLst/>
            <a:ahLst/>
            <a:cxnLst/>
            <a:rect l="l" t="t" r="r" b="b"/>
            <a:pathLst>
              <a:path w="792479" h="257175">
                <a:moveTo>
                  <a:pt x="679157" y="128258"/>
                </a:moveTo>
                <a:lnTo>
                  <a:pt x="630335" y="99488"/>
                </a:lnTo>
                <a:lnTo>
                  <a:pt x="0" y="99488"/>
                </a:lnTo>
                <a:lnTo>
                  <a:pt x="0" y="157400"/>
                </a:lnTo>
                <a:lnTo>
                  <a:pt x="628943" y="157400"/>
                </a:lnTo>
                <a:lnTo>
                  <a:pt x="679157" y="128258"/>
                </a:lnTo>
                <a:close/>
              </a:path>
              <a:path w="792479" h="257175">
                <a:moveTo>
                  <a:pt x="792480" y="128444"/>
                </a:moveTo>
                <a:lnTo>
                  <a:pt x="579120" y="3476"/>
                </a:lnTo>
                <a:lnTo>
                  <a:pt x="568213" y="0"/>
                </a:lnTo>
                <a:lnTo>
                  <a:pt x="557022" y="809"/>
                </a:lnTo>
                <a:lnTo>
                  <a:pt x="546973" y="5619"/>
                </a:lnTo>
                <a:lnTo>
                  <a:pt x="539496" y="14144"/>
                </a:lnTo>
                <a:lnTo>
                  <a:pt x="536019" y="24812"/>
                </a:lnTo>
                <a:lnTo>
                  <a:pt x="536829" y="35480"/>
                </a:lnTo>
                <a:lnTo>
                  <a:pt x="541639" y="45005"/>
                </a:lnTo>
                <a:lnTo>
                  <a:pt x="550164" y="52244"/>
                </a:lnTo>
                <a:lnTo>
                  <a:pt x="630335" y="99488"/>
                </a:lnTo>
                <a:lnTo>
                  <a:pt x="736092" y="99488"/>
                </a:lnTo>
                <a:lnTo>
                  <a:pt x="736092" y="161471"/>
                </a:lnTo>
                <a:lnTo>
                  <a:pt x="792480" y="128444"/>
                </a:lnTo>
                <a:close/>
              </a:path>
              <a:path w="792479" h="257175">
                <a:moveTo>
                  <a:pt x="736092" y="161471"/>
                </a:moveTo>
                <a:lnTo>
                  <a:pt x="736092" y="157400"/>
                </a:lnTo>
                <a:lnTo>
                  <a:pt x="628943" y="157400"/>
                </a:lnTo>
                <a:lnTo>
                  <a:pt x="550164" y="203120"/>
                </a:lnTo>
                <a:lnTo>
                  <a:pt x="541639" y="210597"/>
                </a:lnTo>
                <a:lnTo>
                  <a:pt x="536829" y="220646"/>
                </a:lnTo>
                <a:lnTo>
                  <a:pt x="536019" y="231838"/>
                </a:lnTo>
                <a:lnTo>
                  <a:pt x="539496" y="242744"/>
                </a:lnTo>
                <a:lnTo>
                  <a:pt x="546973" y="251269"/>
                </a:lnTo>
                <a:lnTo>
                  <a:pt x="557022" y="256079"/>
                </a:lnTo>
                <a:lnTo>
                  <a:pt x="568213" y="256889"/>
                </a:lnTo>
                <a:lnTo>
                  <a:pt x="579120" y="253412"/>
                </a:lnTo>
                <a:lnTo>
                  <a:pt x="736092" y="161471"/>
                </a:lnTo>
                <a:close/>
              </a:path>
              <a:path w="792479" h="257175">
                <a:moveTo>
                  <a:pt x="720852" y="157400"/>
                </a:moveTo>
                <a:lnTo>
                  <a:pt x="720852" y="152828"/>
                </a:lnTo>
                <a:lnTo>
                  <a:pt x="679157" y="128258"/>
                </a:lnTo>
                <a:lnTo>
                  <a:pt x="628943" y="157400"/>
                </a:lnTo>
                <a:lnTo>
                  <a:pt x="720852" y="157400"/>
                </a:lnTo>
                <a:close/>
              </a:path>
              <a:path w="792479" h="257175">
                <a:moveTo>
                  <a:pt x="736092" y="157400"/>
                </a:moveTo>
                <a:lnTo>
                  <a:pt x="736092" y="99488"/>
                </a:lnTo>
                <a:lnTo>
                  <a:pt x="630335" y="99488"/>
                </a:lnTo>
                <a:lnTo>
                  <a:pt x="679157" y="128258"/>
                </a:lnTo>
                <a:lnTo>
                  <a:pt x="720852" y="104060"/>
                </a:lnTo>
                <a:lnTo>
                  <a:pt x="720852" y="157400"/>
                </a:lnTo>
                <a:lnTo>
                  <a:pt x="736092" y="157400"/>
                </a:lnTo>
                <a:close/>
              </a:path>
              <a:path w="792479" h="257175">
                <a:moveTo>
                  <a:pt x="720852" y="152828"/>
                </a:moveTo>
                <a:lnTo>
                  <a:pt x="720852" y="104060"/>
                </a:lnTo>
                <a:lnTo>
                  <a:pt x="679157" y="128258"/>
                </a:lnTo>
                <a:lnTo>
                  <a:pt x="720852" y="152828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236096" y="1896871"/>
            <a:ext cx="887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3200"/>
                </a:solidFill>
                <a:latin typeface="Arial MT"/>
                <a:cs typeface="Arial MT"/>
              </a:rPr>
              <a:t>Possible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17042" y="2447544"/>
            <a:ext cx="2741930" cy="457200"/>
            <a:chOff x="3217042" y="2447544"/>
            <a:chExt cx="2741930" cy="457200"/>
          </a:xfrm>
        </p:grpSpPr>
        <p:sp>
          <p:nvSpPr>
            <p:cNvPr id="23" name="object 23"/>
            <p:cNvSpPr/>
            <p:nvPr/>
          </p:nvSpPr>
          <p:spPr>
            <a:xfrm>
              <a:off x="3217037" y="2447543"/>
              <a:ext cx="2741930" cy="360045"/>
            </a:xfrm>
            <a:custGeom>
              <a:avLst/>
              <a:gdLst/>
              <a:ahLst/>
              <a:cxnLst/>
              <a:rect l="l" t="t" r="r" b="b"/>
              <a:pathLst>
                <a:path w="2741929" h="360044">
                  <a:moveTo>
                    <a:pt x="2741676" y="251472"/>
                  </a:moveTo>
                  <a:lnTo>
                    <a:pt x="2598420" y="169176"/>
                  </a:lnTo>
                  <a:lnTo>
                    <a:pt x="2591155" y="166268"/>
                  </a:lnTo>
                  <a:lnTo>
                    <a:pt x="2583751" y="166509"/>
                  </a:lnTo>
                  <a:lnTo>
                    <a:pt x="2577198" y="169595"/>
                  </a:lnTo>
                  <a:lnTo>
                    <a:pt x="2572512" y="175272"/>
                  </a:lnTo>
                  <a:lnTo>
                    <a:pt x="2569603" y="182524"/>
                  </a:lnTo>
                  <a:lnTo>
                    <a:pt x="2569845" y="189941"/>
                  </a:lnTo>
                  <a:lnTo>
                    <a:pt x="2572943" y="196481"/>
                  </a:lnTo>
                  <a:lnTo>
                    <a:pt x="2578608" y="201180"/>
                  </a:lnTo>
                  <a:lnTo>
                    <a:pt x="2633154" y="233184"/>
                  </a:lnTo>
                  <a:lnTo>
                    <a:pt x="111556" y="233184"/>
                  </a:lnTo>
                  <a:lnTo>
                    <a:pt x="166116" y="201180"/>
                  </a:lnTo>
                  <a:lnTo>
                    <a:pt x="171780" y="196481"/>
                  </a:lnTo>
                  <a:lnTo>
                    <a:pt x="174879" y="189941"/>
                  </a:lnTo>
                  <a:lnTo>
                    <a:pt x="175120" y="182524"/>
                  </a:lnTo>
                  <a:lnTo>
                    <a:pt x="172212" y="175272"/>
                  </a:lnTo>
                  <a:lnTo>
                    <a:pt x="167525" y="169595"/>
                  </a:lnTo>
                  <a:lnTo>
                    <a:pt x="160972" y="166509"/>
                  </a:lnTo>
                  <a:lnTo>
                    <a:pt x="153568" y="166268"/>
                  </a:lnTo>
                  <a:lnTo>
                    <a:pt x="146304" y="169176"/>
                  </a:lnTo>
                  <a:lnTo>
                    <a:pt x="9144" y="248818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359664"/>
                  </a:lnTo>
                  <a:lnTo>
                    <a:pt x="9144" y="359664"/>
                  </a:lnTo>
                  <a:lnTo>
                    <a:pt x="9144" y="254177"/>
                  </a:lnTo>
                  <a:lnTo>
                    <a:pt x="41148" y="273100"/>
                  </a:lnTo>
                  <a:lnTo>
                    <a:pt x="146304" y="335292"/>
                  </a:lnTo>
                  <a:lnTo>
                    <a:pt x="153568" y="337312"/>
                  </a:lnTo>
                  <a:lnTo>
                    <a:pt x="160972" y="336626"/>
                  </a:lnTo>
                  <a:lnTo>
                    <a:pt x="167525" y="333362"/>
                  </a:lnTo>
                  <a:lnTo>
                    <a:pt x="172212" y="327672"/>
                  </a:lnTo>
                  <a:lnTo>
                    <a:pt x="175120" y="320624"/>
                  </a:lnTo>
                  <a:lnTo>
                    <a:pt x="174879" y="313575"/>
                  </a:lnTo>
                  <a:lnTo>
                    <a:pt x="171780" y="307098"/>
                  </a:lnTo>
                  <a:lnTo>
                    <a:pt x="166116" y="301764"/>
                  </a:lnTo>
                  <a:lnTo>
                    <a:pt x="114160" y="271284"/>
                  </a:lnTo>
                  <a:lnTo>
                    <a:pt x="2630563" y="271284"/>
                  </a:lnTo>
                  <a:lnTo>
                    <a:pt x="2578608" y="301764"/>
                  </a:lnTo>
                  <a:lnTo>
                    <a:pt x="2572943" y="307098"/>
                  </a:lnTo>
                  <a:lnTo>
                    <a:pt x="2569845" y="313575"/>
                  </a:lnTo>
                  <a:lnTo>
                    <a:pt x="2569603" y="320624"/>
                  </a:lnTo>
                  <a:lnTo>
                    <a:pt x="2572512" y="327672"/>
                  </a:lnTo>
                  <a:lnTo>
                    <a:pt x="2577198" y="333362"/>
                  </a:lnTo>
                  <a:lnTo>
                    <a:pt x="2583751" y="336626"/>
                  </a:lnTo>
                  <a:lnTo>
                    <a:pt x="2591155" y="337312"/>
                  </a:lnTo>
                  <a:lnTo>
                    <a:pt x="2598420" y="335292"/>
                  </a:lnTo>
                  <a:lnTo>
                    <a:pt x="2703576" y="273761"/>
                  </a:lnTo>
                  <a:lnTo>
                    <a:pt x="2741676" y="251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37181" y="2447544"/>
              <a:ext cx="466725" cy="457200"/>
            </a:xfrm>
            <a:custGeom>
              <a:avLst/>
              <a:gdLst/>
              <a:ahLst/>
              <a:cxnLst/>
              <a:rect l="l" t="t" r="r" b="b"/>
              <a:pathLst>
                <a:path w="466725" h="457200">
                  <a:moveTo>
                    <a:pt x="466343" y="457199"/>
                  </a:moveTo>
                  <a:lnTo>
                    <a:pt x="466343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46634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472315" y="2471419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85038" y="2447544"/>
            <a:ext cx="4284345" cy="780415"/>
            <a:chOff x="3185038" y="2447544"/>
            <a:chExt cx="4284345" cy="780415"/>
          </a:xfrm>
        </p:grpSpPr>
        <p:sp>
          <p:nvSpPr>
            <p:cNvPr id="27" name="object 27"/>
            <p:cNvSpPr/>
            <p:nvPr/>
          </p:nvSpPr>
          <p:spPr>
            <a:xfrm>
              <a:off x="3185033" y="2734055"/>
              <a:ext cx="4284345" cy="361950"/>
            </a:xfrm>
            <a:custGeom>
              <a:avLst/>
              <a:gdLst/>
              <a:ahLst/>
              <a:cxnLst/>
              <a:rect l="l" t="t" r="r" b="b"/>
              <a:pathLst>
                <a:path w="4284345" h="361950">
                  <a:moveTo>
                    <a:pt x="4283964" y="275856"/>
                  </a:moveTo>
                  <a:lnTo>
                    <a:pt x="4253484" y="258165"/>
                  </a:lnTo>
                  <a:lnTo>
                    <a:pt x="4253484" y="0"/>
                  </a:lnTo>
                  <a:lnTo>
                    <a:pt x="4244340" y="0"/>
                  </a:lnTo>
                  <a:lnTo>
                    <a:pt x="4244340" y="252857"/>
                  </a:lnTo>
                  <a:lnTo>
                    <a:pt x="4142232" y="193560"/>
                  </a:lnTo>
                  <a:lnTo>
                    <a:pt x="4134967" y="190652"/>
                  </a:lnTo>
                  <a:lnTo>
                    <a:pt x="4127563" y="190893"/>
                  </a:lnTo>
                  <a:lnTo>
                    <a:pt x="4121010" y="193979"/>
                  </a:lnTo>
                  <a:lnTo>
                    <a:pt x="4116324" y="199656"/>
                  </a:lnTo>
                  <a:lnTo>
                    <a:pt x="4113415" y="206908"/>
                  </a:lnTo>
                  <a:lnTo>
                    <a:pt x="4113657" y="214325"/>
                  </a:lnTo>
                  <a:lnTo>
                    <a:pt x="4116755" y="220865"/>
                  </a:lnTo>
                  <a:lnTo>
                    <a:pt x="4122420" y="225564"/>
                  </a:lnTo>
                  <a:lnTo>
                    <a:pt x="4176966" y="257568"/>
                  </a:lnTo>
                  <a:lnTo>
                    <a:pt x="106984" y="257568"/>
                  </a:lnTo>
                  <a:lnTo>
                    <a:pt x="161544" y="225564"/>
                  </a:lnTo>
                  <a:lnTo>
                    <a:pt x="167208" y="220865"/>
                  </a:lnTo>
                  <a:lnTo>
                    <a:pt x="170307" y="214325"/>
                  </a:lnTo>
                  <a:lnTo>
                    <a:pt x="170548" y="206908"/>
                  </a:lnTo>
                  <a:lnTo>
                    <a:pt x="167640" y="199656"/>
                  </a:lnTo>
                  <a:lnTo>
                    <a:pt x="162953" y="193979"/>
                  </a:lnTo>
                  <a:lnTo>
                    <a:pt x="156400" y="190893"/>
                  </a:lnTo>
                  <a:lnTo>
                    <a:pt x="148996" y="190652"/>
                  </a:lnTo>
                  <a:lnTo>
                    <a:pt x="141732" y="193560"/>
                  </a:lnTo>
                  <a:lnTo>
                    <a:pt x="41148" y="251968"/>
                  </a:lnTo>
                  <a:lnTo>
                    <a:pt x="41148" y="0"/>
                  </a:lnTo>
                  <a:lnTo>
                    <a:pt x="32004" y="0"/>
                  </a:lnTo>
                  <a:lnTo>
                    <a:pt x="32004" y="257276"/>
                  </a:lnTo>
                  <a:lnTo>
                    <a:pt x="0" y="275856"/>
                  </a:lnTo>
                  <a:lnTo>
                    <a:pt x="32004" y="294792"/>
                  </a:lnTo>
                  <a:lnTo>
                    <a:pt x="32004" y="361188"/>
                  </a:lnTo>
                  <a:lnTo>
                    <a:pt x="41148" y="361188"/>
                  </a:lnTo>
                  <a:lnTo>
                    <a:pt x="41148" y="300189"/>
                  </a:lnTo>
                  <a:lnTo>
                    <a:pt x="141732" y="359676"/>
                  </a:lnTo>
                  <a:lnTo>
                    <a:pt x="148996" y="361696"/>
                  </a:lnTo>
                  <a:lnTo>
                    <a:pt x="156400" y="361010"/>
                  </a:lnTo>
                  <a:lnTo>
                    <a:pt x="162953" y="357746"/>
                  </a:lnTo>
                  <a:lnTo>
                    <a:pt x="167640" y="352056"/>
                  </a:lnTo>
                  <a:lnTo>
                    <a:pt x="170548" y="345008"/>
                  </a:lnTo>
                  <a:lnTo>
                    <a:pt x="170307" y="337959"/>
                  </a:lnTo>
                  <a:lnTo>
                    <a:pt x="167208" y="331482"/>
                  </a:lnTo>
                  <a:lnTo>
                    <a:pt x="161544" y="326148"/>
                  </a:lnTo>
                  <a:lnTo>
                    <a:pt x="108381" y="295668"/>
                  </a:lnTo>
                  <a:lnTo>
                    <a:pt x="4175582" y="295668"/>
                  </a:lnTo>
                  <a:lnTo>
                    <a:pt x="4122420" y="326148"/>
                  </a:lnTo>
                  <a:lnTo>
                    <a:pt x="4116755" y="331482"/>
                  </a:lnTo>
                  <a:lnTo>
                    <a:pt x="4113657" y="337959"/>
                  </a:lnTo>
                  <a:lnTo>
                    <a:pt x="4113415" y="345008"/>
                  </a:lnTo>
                  <a:lnTo>
                    <a:pt x="4116324" y="352056"/>
                  </a:lnTo>
                  <a:lnTo>
                    <a:pt x="4121010" y="357746"/>
                  </a:lnTo>
                  <a:lnTo>
                    <a:pt x="4127563" y="361010"/>
                  </a:lnTo>
                  <a:lnTo>
                    <a:pt x="4134967" y="361696"/>
                  </a:lnTo>
                  <a:lnTo>
                    <a:pt x="4142232" y="359676"/>
                  </a:lnTo>
                  <a:lnTo>
                    <a:pt x="4244340" y="299288"/>
                  </a:lnTo>
                  <a:lnTo>
                    <a:pt x="4244340" y="326136"/>
                  </a:lnTo>
                  <a:lnTo>
                    <a:pt x="4253484" y="326136"/>
                  </a:lnTo>
                  <a:lnTo>
                    <a:pt x="4253484" y="293890"/>
                  </a:lnTo>
                  <a:lnTo>
                    <a:pt x="4283964" y="275856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59557" y="2770631"/>
              <a:ext cx="466725" cy="457200"/>
            </a:xfrm>
            <a:custGeom>
              <a:avLst/>
              <a:gdLst/>
              <a:ahLst/>
              <a:cxnLst/>
              <a:rect l="l" t="t" r="r" b="b"/>
              <a:pathLst>
                <a:path w="466725" h="457200">
                  <a:moveTo>
                    <a:pt x="466343" y="457199"/>
                  </a:moveTo>
                  <a:lnTo>
                    <a:pt x="466343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46634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14521" y="2482596"/>
              <a:ext cx="10795" cy="326390"/>
            </a:xfrm>
            <a:custGeom>
              <a:avLst/>
              <a:gdLst/>
              <a:ahLst/>
              <a:cxnLst/>
              <a:rect l="l" t="t" r="r" b="b"/>
              <a:pathLst>
                <a:path w="10795" h="326389">
                  <a:moveTo>
                    <a:pt x="10667" y="326135"/>
                  </a:moveTo>
                  <a:lnTo>
                    <a:pt x="10667" y="0"/>
                  </a:lnTo>
                  <a:lnTo>
                    <a:pt x="0" y="0"/>
                  </a:lnTo>
                  <a:lnTo>
                    <a:pt x="0" y="326135"/>
                  </a:lnTo>
                  <a:lnTo>
                    <a:pt x="10667" y="3261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6041" y="2470403"/>
              <a:ext cx="1553210" cy="363220"/>
            </a:xfrm>
            <a:custGeom>
              <a:avLst/>
              <a:gdLst/>
              <a:ahLst/>
              <a:cxnLst/>
              <a:rect l="l" t="t" r="r" b="b"/>
              <a:pathLst>
                <a:path w="1553209" h="363219">
                  <a:moveTo>
                    <a:pt x="10668" y="1524"/>
                  </a:moveTo>
                  <a:lnTo>
                    <a:pt x="0" y="1524"/>
                  </a:lnTo>
                  <a:lnTo>
                    <a:pt x="0" y="362712"/>
                  </a:lnTo>
                  <a:lnTo>
                    <a:pt x="10668" y="362712"/>
                  </a:lnTo>
                  <a:lnTo>
                    <a:pt x="10668" y="1524"/>
                  </a:lnTo>
                  <a:close/>
                </a:path>
                <a:path w="1553209" h="363219">
                  <a:moveTo>
                    <a:pt x="1552956" y="228612"/>
                  </a:moveTo>
                  <a:lnTo>
                    <a:pt x="1519428" y="208788"/>
                  </a:lnTo>
                  <a:lnTo>
                    <a:pt x="1519428" y="0"/>
                  </a:lnTo>
                  <a:lnTo>
                    <a:pt x="1510284" y="0"/>
                  </a:lnTo>
                  <a:lnTo>
                    <a:pt x="1510284" y="203377"/>
                  </a:lnTo>
                  <a:lnTo>
                    <a:pt x="1510284" y="208762"/>
                  </a:lnTo>
                  <a:lnTo>
                    <a:pt x="1445348" y="208343"/>
                  </a:lnTo>
                  <a:lnTo>
                    <a:pt x="1505712" y="208724"/>
                  </a:lnTo>
                  <a:lnTo>
                    <a:pt x="1510284" y="208762"/>
                  </a:lnTo>
                  <a:lnTo>
                    <a:pt x="1510284" y="203377"/>
                  </a:lnTo>
                  <a:lnTo>
                    <a:pt x="1411224" y="144792"/>
                  </a:lnTo>
                  <a:lnTo>
                    <a:pt x="1404175" y="141884"/>
                  </a:lnTo>
                  <a:lnTo>
                    <a:pt x="1397127" y="142125"/>
                  </a:lnTo>
                  <a:lnTo>
                    <a:pt x="1390650" y="145211"/>
                  </a:lnTo>
                  <a:lnTo>
                    <a:pt x="1385316" y="150888"/>
                  </a:lnTo>
                  <a:lnTo>
                    <a:pt x="1382407" y="158140"/>
                  </a:lnTo>
                  <a:lnTo>
                    <a:pt x="1382649" y="165557"/>
                  </a:lnTo>
                  <a:lnTo>
                    <a:pt x="1385722" y="172046"/>
                  </a:lnTo>
                  <a:lnTo>
                    <a:pt x="1391412" y="176796"/>
                  </a:lnTo>
                  <a:lnTo>
                    <a:pt x="1443990" y="208330"/>
                  </a:lnTo>
                  <a:lnTo>
                    <a:pt x="149288" y="200101"/>
                  </a:lnTo>
                  <a:lnTo>
                    <a:pt x="148031" y="200101"/>
                  </a:lnTo>
                  <a:lnTo>
                    <a:pt x="202692" y="169176"/>
                  </a:lnTo>
                  <a:lnTo>
                    <a:pt x="208356" y="163842"/>
                  </a:lnTo>
                  <a:lnTo>
                    <a:pt x="211455" y="157365"/>
                  </a:lnTo>
                  <a:lnTo>
                    <a:pt x="211696" y="150317"/>
                  </a:lnTo>
                  <a:lnTo>
                    <a:pt x="208788" y="143268"/>
                  </a:lnTo>
                  <a:lnTo>
                    <a:pt x="204101" y="137566"/>
                  </a:lnTo>
                  <a:lnTo>
                    <a:pt x="197548" y="134315"/>
                  </a:lnTo>
                  <a:lnTo>
                    <a:pt x="190144" y="133616"/>
                  </a:lnTo>
                  <a:lnTo>
                    <a:pt x="182880" y="135648"/>
                  </a:lnTo>
                  <a:lnTo>
                    <a:pt x="88392" y="189941"/>
                  </a:lnTo>
                  <a:lnTo>
                    <a:pt x="88392" y="237820"/>
                  </a:lnTo>
                  <a:lnTo>
                    <a:pt x="77724" y="237756"/>
                  </a:lnTo>
                  <a:lnTo>
                    <a:pt x="86868" y="237807"/>
                  </a:lnTo>
                  <a:lnTo>
                    <a:pt x="88392" y="237820"/>
                  </a:lnTo>
                  <a:lnTo>
                    <a:pt x="88392" y="189941"/>
                  </a:lnTo>
                  <a:lnTo>
                    <a:pt x="39624" y="217944"/>
                  </a:lnTo>
                  <a:lnTo>
                    <a:pt x="77724" y="240233"/>
                  </a:lnTo>
                  <a:lnTo>
                    <a:pt x="182880" y="301764"/>
                  </a:lnTo>
                  <a:lnTo>
                    <a:pt x="189280" y="304660"/>
                  </a:lnTo>
                  <a:lnTo>
                    <a:pt x="196405" y="304431"/>
                  </a:lnTo>
                  <a:lnTo>
                    <a:pt x="203238" y="301332"/>
                  </a:lnTo>
                  <a:lnTo>
                    <a:pt x="208788" y="295668"/>
                  </a:lnTo>
                  <a:lnTo>
                    <a:pt x="210807" y="288404"/>
                  </a:lnTo>
                  <a:lnTo>
                    <a:pt x="210121" y="281000"/>
                  </a:lnTo>
                  <a:lnTo>
                    <a:pt x="206857" y="274447"/>
                  </a:lnTo>
                  <a:lnTo>
                    <a:pt x="201168" y="269760"/>
                  </a:lnTo>
                  <a:lnTo>
                    <a:pt x="149288" y="238201"/>
                  </a:lnTo>
                  <a:lnTo>
                    <a:pt x="1443990" y="246443"/>
                  </a:lnTo>
                  <a:lnTo>
                    <a:pt x="1445348" y="246456"/>
                  </a:lnTo>
                  <a:lnTo>
                    <a:pt x="1505712" y="246837"/>
                  </a:lnTo>
                  <a:lnTo>
                    <a:pt x="1510284" y="246875"/>
                  </a:lnTo>
                  <a:lnTo>
                    <a:pt x="1445348" y="246456"/>
                  </a:lnTo>
                  <a:lnTo>
                    <a:pt x="1391412" y="277380"/>
                  </a:lnTo>
                  <a:lnTo>
                    <a:pt x="1385722" y="282714"/>
                  </a:lnTo>
                  <a:lnTo>
                    <a:pt x="1382407" y="289280"/>
                  </a:lnTo>
                  <a:lnTo>
                    <a:pt x="1382407" y="289674"/>
                  </a:lnTo>
                  <a:lnTo>
                    <a:pt x="1381772" y="296240"/>
                  </a:lnTo>
                  <a:lnTo>
                    <a:pt x="1383792" y="303288"/>
                  </a:lnTo>
                  <a:lnTo>
                    <a:pt x="1389126" y="308978"/>
                  </a:lnTo>
                  <a:lnTo>
                    <a:pt x="1395603" y="312242"/>
                  </a:lnTo>
                  <a:lnTo>
                    <a:pt x="1402651" y="312928"/>
                  </a:lnTo>
                  <a:lnTo>
                    <a:pt x="1409700" y="310908"/>
                  </a:lnTo>
                  <a:lnTo>
                    <a:pt x="1510284" y="253123"/>
                  </a:lnTo>
                  <a:lnTo>
                    <a:pt x="1510284" y="326136"/>
                  </a:lnTo>
                  <a:lnTo>
                    <a:pt x="1519428" y="326136"/>
                  </a:lnTo>
                  <a:lnTo>
                    <a:pt x="1519428" y="247878"/>
                  </a:lnTo>
                  <a:lnTo>
                    <a:pt x="1552956" y="2286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90009" y="2447544"/>
              <a:ext cx="684530" cy="457200"/>
            </a:xfrm>
            <a:custGeom>
              <a:avLst/>
              <a:gdLst/>
              <a:ahLst/>
              <a:cxnLst/>
              <a:rect l="l" t="t" r="r" b="b"/>
              <a:pathLst>
                <a:path w="684529" h="457200">
                  <a:moveTo>
                    <a:pt x="684275" y="457199"/>
                  </a:moveTo>
                  <a:lnTo>
                    <a:pt x="684275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684275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506854" y="2471419"/>
            <a:ext cx="4483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x-</a:t>
            </a:r>
            <a:r>
              <a:rPr sz="2400" spc="-50" dirty="0">
                <a:latin typeface="Arial MT"/>
                <a:cs typeface="Arial MT"/>
              </a:rPr>
              <a:t>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3315" y="2610103"/>
            <a:ext cx="972185" cy="112903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R="86360" algn="ctr">
              <a:lnSpc>
                <a:spcPct val="100000"/>
              </a:lnSpc>
              <a:spcBef>
                <a:spcPts val="1560"/>
              </a:spcBef>
            </a:pPr>
            <a:r>
              <a:rPr sz="2400" b="1" spc="-50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465"/>
              </a:spcBef>
            </a:pPr>
            <a:r>
              <a:rPr sz="3600" spc="-60" baseline="13888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1400" spc="-40" dirty="0">
                <a:solidFill>
                  <a:srgbClr val="FF0000"/>
                </a:solidFill>
                <a:latin typeface="Arial MT"/>
                <a:cs typeface="Arial MT"/>
              </a:rPr>
              <a:t>p1</a:t>
            </a:r>
            <a:r>
              <a:rPr sz="3600" spc="-60" baseline="13888" dirty="0">
                <a:solidFill>
                  <a:srgbClr val="0000FF"/>
                </a:solidFill>
                <a:latin typeface="Arial MT"/>
                <a:cs typeface="Arial MT"/>
              </a:rPr>
              <a:t>=F</a:t>
            </a:r>
            <a:r>
              <a:rPr sz="1400" spc="-40" dirty="0">
                <a:solidFill>
                  <a:srgbClr val="0000FF"/>
                </a:solidFill>
                <a:latin typeface="Arial MT"/>
                <a:cs typeface="Arial MT"/>
              </a:rPr>
              <a:t>p2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391792" y="4070350"/>
            <a:ext cx="2161540" cy="12700"/>
            <a:chOff x="4391792" y="4070350"/>
            <a:chExt cx="2161540" cy="12700"/>
          </a:xfrm>
        </p:grpSpPr>
        <p:sp>
          <p:nvSpPr>
            <p:cNvPr id="35" name="object 35"/>
            <p:cNvSpPr/>
            <p:nvPr/>
          </p:nvSpPr>
          <p:spPr>
            <a:xfrm>
              <a:off x="4398142" y="4076700"/>
              <a:ext cx="736600" cy="0"/>
            </a:xfrm>
            <a:custGeom>
              <a:avLst/>
              <a:gdLst/>
              <a:ahLst/>
              <a:cxnLst/>
              <a:rect l="l" t="t" r="r" b="b"/>
              <a:pathLst>
                <a:path w="736600">
                  <a:moveTo>
                    <a:pt x="0" y="0"/>
                  </a:moveTo>
                  <a:lnTo>
                    <a:pt x="736091" y="0"/>
                  </a:lnTo>
                </a:path>
              </a:pathLst>
            </a:custGeom>
            <a:ln w="1267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95065" y="4076700"/>
              <a:ext cx="852169" cy="0"/>
            </a:xfrm>
            <a:custGeom>
              <a:avLst/>
              <a:gdLst/>
              <a:ahLst/>
              <a:cxnLst/>
              <a:rect l="l" t="t" r="r" b="b"/>
              <a:pathLst>
                <a:path w="852170">
                  <a:moveTo>
                    <a:pt x="0" y="0"/>
                  </a:moveTo>
                  <a:lnTo>
                    <a:pt x="851915" y="0"/>
                  </a:lnTo>
                </a:path>
              </a:pathLst>
            </a:custGeom>
            <a:ln w="1267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85726" y="3644898"/>
            <a:ext cx="2436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34722" dirty="0">
                <a:solidFill>
                  <a:srgbClr val="FF0000"/>
                </a:solidFill>
                <a:latin typeface="Arial MT"/>
                <a:cs typeface="Arial MT"/>
              </a:rPr>
              <a:t>k</a:t>
            </a:r>
            <a:r>
              <a:rPr sz="3600" spc="592" baseline="-347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e(8e)</a:t>
            </a:r>
            <a:r>
              <a:rPr sz="2400" spc="2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600" baseline="-34722" dirty="0">
                <a:solidFill>
                  <a:srgbClr val="0000FF"/>
                </a:solidFill>
                <a:latin typeface="Arial MT"/>
                <a:cs typeface="Arial MT"/>
              </a:rPr>
              <a:t>=k</a:t>
            </a:r>
            <a:r>
              <a:rPr sz="3600" spc="142" baseline="-34722" dirty="0">
                <a:solidFill>
                  <a:srgbClr val="0000FF"/>
                </a:solidFill>
                <a:latin typeface="Arial MT"/>
                <a:cs typeface="Arial MT"/>
              </a:rPr>
              <a:t>  </a:t>
            </a:r>
            <a:r>
              <a:rPr sz="2400" spc="-20" dirty="0">
                <a:solidFill>
                  <a:srgbClr val="0000FF"/>
                </a:solidFill>
                <a:latin typeface="Arial MT"/>
                <a:cs typeface="Arial MT"/>
              </a:rPr>
              <a:t>e(2e)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63067" y="4074666"/>
            <a:ext cx="879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(x-</a:t>
            </a:r>
            <a:r>
              <a:rPr sz="24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L)</a:t>
            </a:r>
            <a:r>
              <a:rPr sz="2100" spc="-37" baseline="43650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2100" baseline="436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39619" y="4815585"/>
            <a:ext cx="1590040" cy="12700"/>
            <a:chOff x="4539619" y="4815585"/>
            <a:chExt cx="1590040" cy="12700"/>
          </a:xfrm>
        </p:grpSpPr>
        <p:sp>
          <p:nvSpPr>
            <p:cNvPr id="40" name="object 40"/>
            <p:cNvSpPr/>
            <p:nvPr/>
          </p:nvSpPr>
          <p:spPr>
            <a:xfrm>
              <a:off x="4545969" y="4821935"/>
              <a:ext cx="334010" cy="0"/>
            </a:xfrm>
            <a:custGeom>
              <a:avLst/>
              <a:gdLst/>
              <a:ahLst/>
              <a:cxnLst/>
              <a:rect l="l" t="t" r="r" b="b"/>
              <a:pathLst>
                <a:path w="334010">
                  <a:moveTo>
                    <a:pt x="0" y="0"/>
                  </a:moveTo>
                  <a:lnTo>
                    <a:pt x="333755" y="0"/>
                  </a:lnTo>
                </a:path>
              </a:pathLst>
            </a:custGeom>
            <a:ln w="1267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69869" y="4821935"/>
              <a:ext cx="853440" cy="0"/>
            </a:xfrm>
            <a:custGeom>
              <a:avLst/>
              <a:gdLst/>
              <a:ahLst/>
              <a:cxnLst/>
              <a:rect l="l" t="t" r="r" b="b"/>
              <a:pathLst>
                <a:path w="853439">
                  <a:moveTo>
                    <a:pt x="0" y="0"/>
                  </a:moveTo>
                  <a:lnTo>
                    <a:pt x="853439" y="0"/>
                  </a:lnTo>
                </a:path>
              </a:pathLst>
            </a:custGeom>
            <a:ln w="1267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603123" y="4390134"/>
            <a:ext cx="195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76759" y="4582158"/>
            <a:ext cx="20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87125" y="3850638"/>
            <a:ext cx="341630" cy="9309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r>
              <a:rPr sz="3600" spc="37" baseline="-25462" dirty="0">
                <a:solidFill>
                  <a:srgbClr val="FF0000"/>
                </a:solidFill>
                <a:latin typeface="Arial MT"/>
                <a:cs typeface="Arial MT"/>
              </a:rPr>
              <a:t>x</a:t>
            </a:r>
            <a:r>
              <a:rPr sz="1400" spc="25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  <a:p>
            <a:pPr marL="39370">
              <a:lnSpc>
                <a:spcPct val="100000"/>
              </a:lnSpc>
              <a:spcBef>
                <a:spcPts val="680"/>
              </a:spcBef>
            </a:pP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39396" y="4819901"/>
            <a:ext cx="878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(x-</a:t>
            </a:r>
            <a:r>
              <a:rPr sz="24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L)</a:t>
            </a:r>
            <a:r>
              <a:rPr sz="2100" spc="-37" baseline="43650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2100" baseline="436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33783" y="4682742"/>
            <a:ext cx="341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37" baseline="-25462" dirty="0">
                <a:solidFill>
                  <a:srgbClr val="FF0000"/>
                </a:solidFill>
                <a:latin typeface="Arial MT"/>
                <a:cs typeface="Arial MT"/>
              </a:rPr>
              <a:t>x</a:t>
            </a:r>
            <a:r>
              <a:rPr sz="1400" spc="25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94159" y="5167374"/>
            <a:ext cx="1690370" cy="188213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sz="2400" dirty="0">
                <a:latin typeface="Arial MT"/>
                <a:cs typeface="Arial MT"/>
              </a:rPr>
              <a:t>8(x-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L)</a:t>
            </a:r>
            <a:r>
              <a:rPr sz="2100" spc="-30" baseline="43650" dirty="0">
                <a:latin typeface="Arial MT"/>
                <a:cs typeface="Arial MT"/>
              </a:rPr>
              <a:t>2</a:t>
            </a:r>
            <a:r>
              <a:rPr sz="2100" spc="-262" baseline="436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=2x</a:t>
            </a:r>
            <a:r>
              <a:rPr sz="2100" spc="-30" baseline="43650" dirty="0">
                <a:latin typeface="Arial MT"/>
                <a:cs typeface="Arial MT"/>
              </a:rPr>
              <a:t>2</a:t>
            </a:r>
            <a:endParaRPr sz="2100" baseline="436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2400" dirty="0">
                <a:latin typeface="Arial MT"/>
                <a:cs typeface="Arial MT"/>
              </a:rPr>
              <a:t>4(x-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L)</a:t>
            </a:r>
            <a:r>
              <a:rPr sz="2100" spc="-30" baseline="43650" dirty="0">
                <a:latin typeface="Arial MT"/>
                <a:cs typeface="Arial MT"/>
              </a:rPr>
              <a:t>2</a:t>
            </a:r>
            <a:r>
              <a:rPr sz="2100" spc="-240" baseline="436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=x</a:t>
            </a:r>
            <a:r>
              <a:rPr sz="2100" spc="-37" baseline="43650" dirty="0">
                <a:latin typeface="Arial MT"/>
                <a:cs typeface="Arial MT"/>
              </a:rPr>
              <a:t>2</a:t>
            </a:r>
            <a:endParaRPr sz="2100" baseline="43650">
              <a:latin typeface="Arial MT"/>
              <a:cs typeface="Arial MT"/>
            </a:endParaRPr>
          </a:p>
          <a:p>
            <a:pPr marL="5715" algn="ctr">
              <a:lnSpc>
                <a:spcPct val="100000"/>
              </a:lnSpc>
              <a:spcBef>
                <a:spcPts val="405"/>
              </a:spcBef>
            </a:pPr>
            <a:r>
              <a:rPr sz="2400" dirty="0">
                <a:latin typeface="Arial MT"/>
                <a:cs typeface="Arial MT"/>
              </a:rPr>
              <a:t>2(x-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L)=x</a:t>
            </a:r>
            <a:endParaRPr sz="2400">
              <a:latin typeface="Arial MT"/>
              <a:cs typeface="Arial MT"/>
            </a:endParaRPr>
          </a:p>
          <a:p>
            <a:pPr marL="17145" algn="ctr">
              <a:lnSpc>
                <a:spcPct val="100000"/>
              </a:lnSpc>
              <a:spcBef>
                <a:spcPts val="530"/>
              </a:spcBef>
            </a:pPr>
            <a:r>
              <a:rPr sz="2400" spc="-20" dirty="0">
                <a:latin typeface="Arial MT"/>
                <a:cs typeface="Arial MT"/>
              </a:rPr>
              <a:t>x=2L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93877" y="368820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8805672" y="1065276"/>
                </a:moveTo>
                <a:lnTo>
                  <a:pt x="8796528" y="1065276"/>
                </a:lnTo>
                <a:lnTo>
                  <a:pt x="8796528" y="1074420"/>
                </a:lnTo>
                <a:lnTo>
                  <a:pt x="8796528" y="2828544"/>
                </a:lnTo>
                <a:lnTo>
                  <a:pt x="309372" y="2828544"/>
                </a:lnTo>
                <a:lnTo>
                  <a:pt x="309372" y="1074420"/>
                </a:lnTo>
                <a:lnTo>
                  <a:pt x="8796528" y="1074420"/>
                </a:lnTo>
                <a:lnTo>
                  <a:pt x="8796528" y="1065276"/>
                </a:lnTo>
                <a:lnTo>
                  <a:pt x="300228" y="1065276"/>
                </a:lnTo>
                <a:lnTo>
                  <a:pt x="300228" y="2837688"/>
                </a:lnTo>
                <a:lnTo>
                  <a:pt x="304800" y="2837688"/>
                </a:lnTo>
                <a:lnTo>
                  <a:pt x="309372" y="2837688"/>
                </a:lnTo>
                <a:lnTo>
                  <a:pt x="8796528" y="2837688"/>
                </a:lnTo>
                <a:lnTo>
                  <a:pt x="8801100" y="2837688"/>
                </a:lnTo>
                <a:lnTo>
                  <a:pt x="8805672" y="2837688"/>
                </a:lnTo>
                <a:lnTo>
                  <a:pt x="8805672" y="1065276"/>
                </a:lnTo>
                <a:close/>
              </a:path>
              <a:path w="9105900" h="6819900">
                <a:moveTo>
                  <a:pt x="8947404" y="699516"/>
                </a:moveTo>
                <a:lnTo>
                  <a:pt x="8938260" y="699516"/>
                </a:lnTo>
                <a:lnTo>
                  <a:pt x="8938260" y="710184"/>
                </a:lnTo>
                <a:lnTo>
                  <a:pt x="8938260" y="6719316"/>
                </a:lnTo>
                <a:lnTo>
                  <a:pt x="167640" y="6719316"/>
                </a:lnTo>
                <a:lnTo>
                  <a:pt x="167640" y="710184"/>
                </a:lnTo>
                <a:lnTo>
                  <a:pt x="8938260" y="710184"/>
                </a:lnTo>
                <a:lnTo>
                  <a:pt x="8938260" y="699516"/>
                </a:lnTo>
                <a:lnTo>
                  <a:pt x="158496" y="699516"/>
                </a:lnTo>
                <a:lnTo>
                  <a:pt x="158496" y="6729984"/>
                </a:lnTo>
                <a:lnTo>
                  <a:pt x="163068" y="6729984"/>
                </a:lnTo>
                <a:lnTo>
                  <a:pt x="167640" y="6729984"/>
                </a:lnTo>
                <a:lnTo>
                  <a:pt x="8938260" y="6729984"/>
                </a:lnTo>
                <a:lnTo>
                  <a:pt x="8942832" y="6729984"/>
                </a:lnTo>
                <a:lnTo>
                  <a:pt x="8947404" y="6729984"/>
                </a:lnTo>
                <a:lnTo>
                  <a:pt x="8947404" y="699516"/>
                </a:lnTo>
                <a:close/>
              </a:path>
              <a:path w="9105900" h="6819900">
                <a:moveTo>
                  <a:pt x="9105900" y="0"/>
                </a:moveTo>
                <a:lnTo>
                  <a:pt x="9093708" y="0"/>
                </a:lnTo>
                <a:lnTo>
                  <a:pt x="9093708" y="12192"/>
                </a:lnTo>
                <a:lnTo>
                  <a:pt x="9093708" y="6807708"/>
                </a:lnTo>
                <a:lnTo>
                  <a:pt x="12192" y="6807708"/>
                </a:lnTo>
                <a:lnTo>
                  <a:pt x="12192" y="12192"/>
                </a:lnTo>
                <a:lnTo>
                  <a:pt x="9093708" y="12192"/>
                </a:lnTo>
                <a:lnTo>
                  <a:pt x="9093708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12192" y="6819900"/>
                </a:lnTo>
                <a:lnTo>
                  <a:pt x="9093708" y="6819900"/>
                </a:lnTo>
                <a:lnTo>
                  <a:pt x="9099804" y="6819900"/>
                </a:lnTo>
                <a:lnTo>
                  <a:pt x="9105900" y="6819900"/>
                </a:lnTo>
                <a:lnTo>
                  <a:pt x="9105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916820" y="438403"/>
            <a:ext cx="2719070" cy="953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21-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Coulomb's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Law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5</a:t>
            </a:r>
            <a:endParaRPr sz="220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  <a:spcBef>
                <a:spcPts val="27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40386" y="1685544"/>
            <a:ext cx="6838315" cy="440690"/>
            <a:chOff x="2540386" y="1685544"/>
            <a:chExt cx="6838315" cy="440690"/>
          </a:xfrm>
        </p:grpSpPr>
        <p:sp>
          <p:nvSpPr>
            <p:cNvPr id="4" name="object 4"/>
            <p:cNvSpPr/>
            <p:nvPr/>
          </p:nvSpPr>
          <p:spPr>
            <a:xfrm>
              <a:off x="2540386" y="1850136"/>
              <a:ext cx="6838315" cy="111760"/>
            </a:xfrm>
            <a:custGeom>
              <a:avLst/>
              <a:gdLst/>
              <a:ahLst/>
              <a:cxnLst/>
              <a:rect l="l" t="t" r="r" b="b"/>
              <a:pathLst>
                <a:path w="6838315" h="111760">
                  <a:moveTo>
                    <a:pt x="6801121" y="55483"/>
                  </a:moveTo>
                  <a:lnTo>
                    <a:pt x="6784769" y="45672"/>
                  </a:lnTo>
                  <a:lnTo>
                    <a:pt x="0" y="36576"/>
                  </a:lnTo>
                  <a:lnTo>
                    <a:pt x="0" y="54864"/>
                  </a:lnTo>
                  <a:lnTo>
                    <a:pt x="6733032" y="65396"/>
                  </a:lnTo>
                  <a:lnTo>
                    <a:pt x="6783894" y="65475"/>
                  </a:lnTo>
                  <a:lnTo>
                    <a:pt x="6801121" y="55483"/>
                  </a:lnTo>
                  <a:close/>
                </a:path>
                <a:path w="6838315" h="111760">
                  <a:moveTo>
                    <a:pt x="6838188" y="54864"/>
                  </a:moveTo>
                  <a:lnTo>
                    <a:pt x="6748272" y="3048"/>
                  </a:lnTo>
                  <a:lnTo>
                    <a:pt x="6743700" y="0"/>
                  </a:lnTo>
                  <a:lnTo>
                    <a:pt x="6737604" y="1524"/>
                  </a:lnTo>
                  <a:lnTo>
                    <a:pt x="6736080" y="6096"/>
                  </a:lnTo>
                  <a:lnTo>
                    <a:pt x="6733032" y="10668"/>
                  </a:lnTo>
                  <a:lnTo>
                    <a:pt x="6734556" y="16764"/>
                  </a:lnTo>
                  <a:lnTo>
                    <a:pt x="6739128" y="18288"/>
                  </a:lnTo>
                  <a:lnTo>
                    <a:pt x="6784769" y="45672"/>
                  </a:lnTo>
                  <a:lnTo>
                    <a:pt x="6819900" y="45720"/>
                  </a:lnTo>
                  <a:lnTo>
                    <a:pt x="6819900" y="65712"/>
                  </a:lnTo>
                  <a:lnTo>
                    <a:pt x="6838188" y="54864"/>
                  </a:lnTo>
                  <a:close/>
                </a:path>
                <a:path w="6838315" h="111760">
                  <a:moveTo>
                    <a:pt x="6819900" y="65712"/>
                  </a:moveTo>
                  <a:lnTo>
                    <a:pt x="6819900" y="65532"/>
                  </a:lnTo>
                  <a:lnTo>
                    <a:pt x="6783894" y="65475"/>
                  </a:lnTo>
                  <a:lnTo>
                    <a:pt x="6739128" y="91440"/>
                  </a:lnTo>
                  <a:lnTo>
                    <a:pt x="6734556" y="94488"/>
                  </a:lnTo>
                  <a:lnTo>
                    <a:pt x="6733032" y="100584"/>
                  </a:lnTo>
                  <a:lnTo>
                    <a:pt x="6734556" y="105156"/>
                  </a:lnTo>
                  <a:lnTo>
                    <a:pt x="6737604" y="109728"/>
                  </a:lnTo>
                  <a:lnTo>
                    <a:pt x="6743700" y="111252"/>
                  </a:lnTo>
                  <a:lnTo>
                    <a:pt x="6748272" y="108204"/>
                  </a:lnTo>
                  <a:lnTo>
                    <a:pt x="6819900" y="65712"/>
                  </a:lnTo>
                  <a:close/>
                </a:path>
                <a:path w="6838315" h="111760">
                  <a:moveTo>
                    <a:pt x="6815328" y="65524"/>
                  </a:moveTo>
                  <a:lnTo>
                    <a:pt x="6815328" y="64008"/>
                  </a:lnTo>
                  <a:lnTo>
                    <a:pt x="6801121" y="55483"/>
                  </a:lnTo>
                  <a:lnTo>
                    <a:pt x="6783894" y="65475"/>
                  </a:lnTo>
                  <a:lnTo>
                    <a:pt x="6815328" y="65524"/>
                  </a:lnTo>
                  <a:close/>
                </a:path>
                <a:path w="6838315" h="111760">
                  <a:moveTo>
                    <a:pt x="6819900" y="65532"/>
                  </a:moveTo>
                  <a:lnTo>
                    <a:pt x="6819900" y="45720"/>
                  </a:lnTo>
                  <a:lnTo>
                    <a:pt x="6784769" y="45672"/>
                  </a:lnTo>
                  <a:lnTo>
                    <a:pt x="6801121" y="55483"/>
                  </a:lnTo>
                  <a:lnTo>
                    <a:pt x="6815328" y="47244"/>
                  </a:lnTo>
                  <a:lnTo>
                    <a:pt x="6815328" y="65524"/>
                  </a:lnTo>
                  <a:lnTo>
                    <a:pt x="6819900" y="65532"/>
                  </a:lnTo>
                  <a:close/>
                </a:path>
                <a:path w="6838315" h="111760">
                  <a:moveTo>
                    <a:pt x="6815328" y="64008"/>
                  </a:moveTo>
                  <a:lnTo>
                    <a:pt x="6815328" y="47244"/>
                  </a:lnTo>
                  <a:lnTo>
                    <a:pt x="6801121" y="55483"/>
                  </a:lnTo>
                  <a:lnTo>
                    <a:pt x="6815328" y="640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60798" y="1776555"/>
              <a:ext cx="830580" cy="257175"/>
            </a:xfrm>
            <a:custGeom>
              <a:avLst/>
              <a:gdLst/>
              <a:ahLst/>
              <a:cxnLst/>
              <a:rect l="l" t="t" r="r" b="b"/>
              <a:pathLst>
                <a:path w="830579" h="257175">
                  <a:moveTo>
                    <a:pt x="256460" y="25050"/>
                  </a:moveTo>
                  <a:lnTo>
                    <a:pt x="252984" y="14144"/>
                  </a:lnTo>
                  <a:lnTo>
                    <a:pt x="245530" y="5619"/>
                  </a:lnTo>
                  <a:lnTo>
                    <a:pt x="235648" y="809"/>
                  </a:lnTo>
                  <a:lnTo>
                    <a:pt x="224909" y="0"/>
                  </a:lnTo>
                  <a:lnTo>
                    <a:pt x="214884" y="3476"/>
                  </a:lnTo>
                  <a:lnTo>
                    <a:pt x="0" y="128444"/>
                  </a:lnTo>
                  <a:lnTo>
                    <a:pt x="56388" y="161237"/>
                  </a:lnTo>
                  <a:lnTo>
                    <a:pt x="56388" y="101012"/>
                  </a:lnTo>
                  <a:lnTo>
                    <a:pt x="160910" y="101012"/>
                  </a:lnTo>
                  <a:lnTo>
                    <a:pt x="242316" y="53768"/>
                  </a:lnTo>
                  <a:lnTo>
                    <a:pt x="250840" y="46291"/>
                  </a:lnTo>
                  <a:lnTo>
                    <a:pt x="255651" y="36242"/>
                  </a:lnTo>
                  <a:lnTo>
                    <a:pt x="256460" y="25050"/>
                  </a:lnTo>
                  <a:close/>
                </a:path>
                <a:path w="830579" h="257175">
                  <a:moveTo>
                    <a:pt x="160910" y="101012"/>
                  </a:moveTo>
                  <a:lnTo>
                    <a:pt x="56388" y="101012"/>
                  </a:lnTo>
                  <a:lnTo>
                    <a:pt x="56388" y="157400"/>
                  </a:lnTo>
                  <a:lnTo>
                    <a:pt x="71628" y="157400"/>
                  </a:lnTo>
                  <a:lnTo>
                    <a:pt x="71628" y="104060"/>
                  </a:lnTo>
                  <a:lnTo>
                    <a:pt x="113322" y="128630"/>
                  </a:lnTo>
                  <a:lnTo>
                    <a:pt x="160910" y="101012"/>
                  </a:lnTo>
                  <a:close/>
                </a:path>
                <a:path w="830579" h="257175">
                  <a:moveTo>
                    <a:pt x="256460" y="232076"/>
                  </a:moveTo>
                  <a:lnTo>
                    <a:pt x="255651" y="221408"/>
                  </a:lnTo>
                  <a:lnTo>
                    <a:pt x="250840" y="211883"/>
                  </a:lnTo>
                  <a:lnTo>
                    <a:pt x="242316" y="204644"/>
                  </a:lnTo>
                  <a:lnTo>
                    <a:pt x="162144" y="157400"/>
                  </a:lnTo>
                  <a:lnTo>
                    <a:pt x="56388" y="157400"/>
                  </a:lnTo>
                  <a:lnTo>
                    <a:pt x="56388" y="161237"/>
                  </a:lnTo>
                  <a:lnTo>
                    <a:pt x="214884" y="253412"/>
                  </a:lnTo>
                  <a:lnTo>
                    <a:pt x="224909" y="256889"/>
                  </a:lnTo>
                  <a:lnTo>
                    <a:pt x="235648" y="256079"/>
                  </a:lnTo>
                  <a:lnTo>
                    <a:pt x="245530" y="251269"/>
                  </a:lnTo>
                  <a:lnTo>
                    <a:pt x="252984" y="242744"/>
                  </a:lnTo>
                  <a:lnTo>
                    <a:pt x="256460" y="232076"/>
                  </a:lnTo>
                  <a:close/>
                </a:path>
                <a:path w="830579" h="257175">
                  <a:moveTo>
                    <a:pt x="113322" y="128630"/>
                  </a:moveTo>
                  <a:lnTo>
                    <a:pt x="71628" y="104060"/>
                  </a:lnTo>
                  <a:lnTo>
                    <a:pt x="71628" y="152828"/>
                  </a:lnTo>
                  <a:lnTo>
                    <a:pt x="113322" y="128630"/>
                  </a:lnTo>
                  <a:close/>
                </a:path>
                <a:path w="830579" h="257175">
                  <a:moveTo>
                    <a:pt x="162144" y="157400"/>
                  </a:moveTo>
                  <a:lnTo>
                    <a:pt x="113322" y="128630"/>
                  </a:lnTo>
                  <a:lnTo>
                    <a:pt x="71628" y="152828"/>
                  </a:lnTo>
                  <a:lnTo>
                    <a:pt x="71628" y="157400"/>
                  </a:lnTo>
                  <a:lnTo>
                    <a:pt x="162144" y="157400"/>
                  </a:lnTo>
                  <a:close/>
                </a:path>
                <a:path w="830579" h="257175">
                  <a:moveTo>
                    <a:pt x="830580" y="157400"/>
                  </a:moveTo>
                  <a:lnTo>
                    <a:pt x="830580" y="101012"/>
                  </a:lnTo>
                  <a:lnTo>
                    <a:pt x="160910" y="101012"/>
                  </a:lnTo>
                  <a:lnTo>
                    <a:pt x="113322" y="128630"/>
                  </a:lnTo>
                  <a:lnTo>
                    <a:pt x="162144" y="157400"/>
                  </a:lnTo>
                  <a:lnTo>
                    <a:pt x="830580" y="157400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99053" y="169011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291" y="214883"/>
                  </a:moveTo>
                  <a:lnTo>
                    <a:pt x="425626" y="165551"/>
                  </a:lnTo>
                  <a:lnTo>
                    <a:pt x="409485" y="120298"/>
                  </a:lnTo>
                  <a:lnTo>
                    <a:pt x="384145" y="80403"/>
                  </a:lnTo>
                  <a:lnTo>
                    <a:pt x="350888" y="47146"/>
                  </a:lnTo>
                  <a:lnTo>
                    <a:pt x="310993" y="21806"/>
                  </a:lnTo>
                  <a:lnTo>
                    <a:pt x="265740" y="5665"/>
                  </a:lnTo>
                  <a:lnTo>
                    <a:pt x="216407" y="0"/>
                  </a:lnTo>
                  <a:lnTo>
                    <a:pt x="166991" y="5665"/>
                  </a:lnTo>
                  <a:lnTo>
                    <a:pt x="121520" y="21806"/>
                  </a:lnTo>
                  <a:lnTo>
                    <a:pt x="81327" y="47146"/>
                  </a:lnTo>
                  <a:lnTo>
                    <a:pt x="47746" y="80403"/>
                  </a:lnTo>
                  <a:lnTo>
                    <a:pt x="22109" y="120298"/>
                  </a:lnTo>
                  <a:lnTo>
                    <a:pt x="5749" y="165551"/>
                  </a:lnTo>
                  <a:lnTo>
                    <a:pt x="0" y="214883"/>
                  </a:lnTo>
                  <a:lnTo>
                    <a:pt x="5749" y="264780"/>
                  </a:lnTo>
                  <a:lnTo>
                    <a:pt x="22109" y="310438"/>
                  </a:lnTo>
                  <a:lnTo>
                    <a:pt x="47746" y="350604"/>
                  </a:lnTo>
                  <a:lnTo>
                    <a:pt x="81327" y="384025"/>
                  </a:lnTo>
                  <a:lnTo>
                    <a:pt x="121520" y="409449"/>
                  </a:lnTo>
                  <a:lnTo>
                    <a:pt x="166991" y="425622"/>
                  </a:lnTo>
                  <a:lnTo>
                    <a:pt x="216407" y="431291"/>
                  </a:lnTo>
                  <a:lnTo>
                    <a:pt x="265740" y="425622"/>
                  </a:lnTo>
                  <a:lnTo>
                    <a:pt x="310993" y="409449"/>
                  </a:lnTo>
                  <a:lnTo>
                    <a:pt x="350888" y="384025"/>
                  </a:lnTo>
                  <a:lnTo>
                    <a:pt x="384145" y="350604"/>
                  </a:lnTo>
                  <a:lnTo>
                    <a:pt x="409485" y="310438"/>
                  </a:lnTo>
                  <a:lnTo>
                    <a:pt x="425626" y="264780"/>
                  </a:lnTo>
                  <a:lnTo>
                    <a:pt x="431291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94482" y="1685544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65176" y="3048"/>
                  </a:lnTo>
                  <a:lnTo>
                    <a:pt x="242316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64008" y="64008"/>
                  </a:lnTo>
                  <a:lnTo>
                    <a:pt x="38100" y="97536"/>
                  </a:lnTo>
                  <a:lnTo>
                    <a:pt x="25908" y="114300"/>
                  </a:lnTo>
                  <a:lnTo>
                    <a:pt x="9144" y="153924"/>
                  </a:lnTo>
                  <a:lnTo>
                    <a:pt x="1524" y="198120"/>
                  </a:lnTo>
                  <a:lnTo>
                    <a:pt x="0" y="219456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18288" y="156972"/>
                  </a:lnTo>
                  <a:lnTo>
                    <a:pt x="35052" y="118872"/>
                  </a:lnTo>
                  <a:lnTo>
                    <a:pt x="57912" y="85344"/>
                  </a:lnTo>
                  <a:lnTo>
                    <a:pt x="86868" y="56388"/>
                  </a:lnTo>
                  <a:lnTo>
                    <a:pt x="120396" y="33528"/>
                  </a:lnTo>
                  <a:lnTo>
                    <a:pt x="158496" y="18288"/>
                  </a:lnTo>
                  <a:lnTo>
                    <a:pt x="199644" y="9144"/>
                  </a:lnTo>
                  <a:lnTo>
                    <a:pt x="220980" y="9144"/>
                  </a:lnTo>
                  <a:lnTo>
                    <a:pt x="263652" y="13716"/>
                  </a:lnTo>
                  <a:lnTo>
                    <a:pt x="303276" y="25908"/>
                  </a:lnTo>
                  <a:lnTo>
                    <a:pt x="338328" y="44196"/>
                  </a:lnTo>
                  <a:lnTo>
                    <a:pt x="355092" y="57912"/>
                  </a:lnTo>
                  <a:lnTo>
                    <a:pt x="370332" y="70104"/>
                  </a:lnTo>
                  <a:lnTo>
                    <a:pt x="396240" y="102108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1292" y="198120"/>
                  </a:lnTo>
                  <a:lnTo>
                    <a:pt x="431292" y="284988"/>
                  </a:lnTo>
                  <a:lnTo>
                    <a:pt x="437388" y="263652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1292" y="284988"/>
                  </a:moveTo>
                  <a:lnTo>
                    <a:pt x="431292" y="242316"/>
                  </a:lnTo>
                  <a:lnTo>
                    <a:pt x="428244" y="262128"/>
                  </a:lnTo>
                  <a:lnTo>
                    <a:pt x="422148" y="283464"/>
                  </a:lnTo>
                  <a:lnTo>
                    <a:pt x="414528" y="301752"/>
                  </a:lnTo>
                  <a:lnTo>
                    <a:pt x="406908" y="321564"/>
                  </a:lnTo>
                  <a:lnTo>
                    <a:pt x="396240" y="338328"/>
                  </a:lnTo>
                  <a:lnTo>
                    <a:pt x="370332" y="368808"/>
                  </a:lnTo>
                  <a:lnTo>
                    <a:pt x="338328" y="394716"/>
                  </a:lnTo>
                  <a:lnTo>
                    <a:pt x="303276" y="414528"/>
                  </a:lnTo>
                  <a:lnTo>
                    <a:pt x="263652" y="426720"/>
                  </a:lnTo>
                  <a:lnTo>
                    <a:pt x="220980" y="431292"/>
                  </a:lnTo>
                  <a:lnTo>
                    <a:pt x="199644" y="429869"/>
                  </a:lnTo>
                  <a:lnTo>
                    <a:pt x="198120" y="429768"/>
                  </a:lnTo>
                  <a:lnTo>
                    <a:pt x="156972" y="422148"/>
                  </a:lnTo>
                  <a:lnTo>
                    <a:pt x="120396" y="405384"/>
                  </a:lnTo>
                  <a:lnTo>
                    <a:pt x="86868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8288" y="281940"/>
                  </a:lnTo>
                  <a:lnTo>
                    <a:pt x="10668" y="240792"/>
                  </a:lnTo>
                  <a:lnTo>
                    <a:pt x="9144" y="219456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0144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38912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14528" y="324612"/>
                  </a:lnTo>
                  <a:lnTo>
                    <a:pt x="423672" y="306324"/>
                  </a:lnTo>
                  <a:lnTo>
                    <a:pt x="431292" y="2849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00050" y="1690115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432815" y="214883"/>
                  </a:moveTo>
                  <a:lnTo>
                    <a:pt x="427066" y="165551"/>
                  </a:lnTo>
                  <a:lnTo>
                    <a:pt x="410706" y="120298"/>
                  </a:lnTo>
                  <a:lnTo>
                    <a:pt x="385069" y="80403"/>
                  </a:lnTo>
                  <a:lnTo>
                    <a:pt x="351488" y="47146"/>
                  </a:lnTo>
                  <a:lnTo>
                    <a:pt x="311295" y="21806"/>
                  </a:lnTo>
                  <a:lnTo>
                    <a:pt x="265824" y="5665"/>
                  </a:lnTo>
                  <a:lnTo>
                    <a:pt x="216407" y="0"/>
                  </a:lnTo>
                  <a:lnTo>
                    <a:pt x="166991" y="5665"/>
                  </a:lnTo>
                  <a:lnTo>
                    <a:pt x="121520" y="21806"/>
                  </a:lnTo>
                  <a:lnTo>
                    <a:pt x="81327" y="47146"/>
                  </a:lnTo>
                  <a:lnTo>
                    <a:pt x="47746" y="80403"/>
                  </a:lnTo>
                  <a:lnTo>
                    <a:pt x="22109" y="120298"/>
                  </a:lnTo>
                  <a:lnTo>
                    <a:pt x="5749" y="165551"/>
                  </a:lnTo>
                  <a:lnTo>
                    <a:pt x="0" y="214883"/>
                  </a:lnTo>
                  <a:lnTo>
                    <a:pt x="5749" y="264780"/>
                  </a:lnTo>
                  <a:lnTo>
                    <a:pt x="22109" y="310438"/>
                  </a:lnTo>
                  <a:lnTo>
                    <a:pt x="47746" y="350604"/>
                  </a:lnTo>
                  <a:lnTo>
                    <a:pt x="81327" y="384025"/>
                  </a:lnTo>
                  <a:lnTo>
                    <a:pt x="121520" y="409449"/>
                  </a:lnTo>
                  <a:lnTo>
                    <a:pt x="166991" y="425622"/>
                  </a:lnTo>
                  <a:lnTo>
                    <a:pt x="216407" y="431291"/>
                  </a:lnTo>
                  <a:lnTo>
                    <a:pt x="265824" y="425622"/>
                  </a:lnTo>
                  <a:lnTo>
                    <a:pt x="311295" y="409449"/>
                  </a:lnTo>
                  <a:lnTo>
                    <a:pt x="351488" y="384025"/>
                  </a:lnTo>
                  <a:lnTo>
                    <a:pt x="385069" y="350604"/>
                  </a:lnTo>
                  <a:lnTo>
                    <a:pt x="410706" y="310438"/>
                  </a:lnTo>
                  <a:lnTo>
                    <a:pt x="427066" y="264780"/>
                  </a:lnTo>
                  <a:lnTo>
                    <a:pt x="432815" y="214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95478" y="1685544"/>
              <a:ext cx="441959" cy="440690"/>
            </a:xfrm>
            <a:custGeom>
              <a:avLst/>
              <a:gdLst/>
              <a:ahLst/>
              <a:cxnLst/>
              <a:rect l="l" t="t" r="r" b="b"/>
              <a:pathLst>
                <a:path w="441960" h="440689">
                  <a:moveTo>
                    <a:pt x="441960" y="219456"/>
                  </a:moveTo>
                  <a:lnTo>
                    <a:pt x="437388" y="175260"/>
                  </a:lnTo>
                  <a:lnTo>
                    <a:pt x="423672" y="134112"/>
                  </a:lnTo>
                  <a:lnTo>
                    <a:pt x="403860" y="96012"/>
                  </a:lnTo>
                  <a:lnTo>
                    <a:pt x="376428" y="64008"/>
                  </a:lnTo>
                  <a:lnTo>
                    <a:pt x="344424" y="36576"/>
                  </a:lnTo>
                  <a:lnTo>
                    <a:pt x="306324" y="16764"/>
                  </a:lnTo>
                  <a:lnTo>
                    <a:pt x="265176" y="3048"/>
                  </a:lnTo>
                  <a:lnTo>
                    <a:pt x="243840" y="0"/>
                  </a:lnTo>
                  <a:lnTo>
                    <a:pt x="198120" y="0"/>
                  </a:lnTo>
                  <a:lnTo>
                    <a:pt x="155448" y="9144"/>
                  </a:lnTo>
                  <a:lnTo>
                    <a:pt x="115824" y="25908"/>
                  </a:lnTo>
                  <a:lnTo>
                    <a:pt x="64008" y="64008"/>
                  </a:lnTo>
                  <a:lnTo>
                    <a:pt x="38100" y="97536"/>
                  </a:lnTo>
                  <a:lnTo>
                    <a:pt x="16764" y="134112"/>
                  </a:lnTo>
                  <a:lnTo>
                    <a:pt x="4572" y="175260"/>
                  </a:lnTo>
                  <a:lnTo>
                    <a:pt x="0" y="219456"/>
                  </a:lnTo>
                  <a:lnTo>
                    <a:pt x="1524" y="242316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19456"/>
                  </a:lnTo>
                  <a:lnTo>
                    <a:pt x="10668" y="198120"/>
                  </a:lnTo>
                  <a:lnTo>
                    <a:pt x="25908" y="137160"/>
                  </a:lnTo>
                  <a:lnTo>
                    <a:pt x="45720" y="102108"/>
                  </a:lnTo>
                  <a:lnTo>
                    <a:pt x="71628" y="70104"/>
                  </a:lnTo>
                  <a:lnTo>
                    <a:pt x="103632" y="44196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199644" y="9144"/>
                  </a:lnTo>
                  <a:lnTo>
                    <a:pt x="220980" y="9144"/>
                  </a:lnTo>
                  <a:lnTo>
                    <a:pt x="263652" y="13716"/>
                  </a:lnTo>
                  <a:lnTo>
                    <a:pt x="303276" y="25908"/>
                  </a:lnTo>
                  <a:lnTo>
                    <a:pt x="339852" y="44196"/>
                  </a:lnTo>
                  <a:lnTo>
                    <a:pt x="355092" y="57912"/>
                  </a:lnTo>
                  <a:lnTo>
                    <a:pt x="370332" y="70104"/>
                  </a:lnTo>
                  <a:lnTo>
                    <a:pt x="396240" y="102108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2816" y="219456"/>
                  </a:lnTo>
                  <a:lnTo>
                    <a:pt x="432816" y="279654"/>
                  </a:lnTo>
                  <a:lnTo>
                    <a:pt x="437388" y="263652"/>
                  </a:lnTo>
                  <a:lnTo>
                    <a:pt x="440436" y="242316"/>
                  </a:lnTo>
                  <a:lnTo>
                    <a:pt x="441960" y="219456"/>
                  </a:lnTo>
                  <a:close/>
                </a:path>
                <a:path w="441960" h="440689">
                  <a:moveTo>
                    <a:pt x="432816" y="279654"/>
                  </a:moveTo>
                  <a:lnTo>
                    <a:pt x="432816" y="219456"/>
                  </a:lnTo>
                  <a:lnTo>
                    <a:pt x="431292" y="242316"/>
                  </a:lnTo>
                  <a:lnTo>
                    <a:pt x="428244" y="262128"/>
                  </a:lnTo>
                  <a:lnTo>
                    <a:pt x="416052" y="301752"/>
                  </a:lnTo>
                  <a:lnTo>
                    <a:pt x="396240" y="338328"/>
                  </a:lnTo>
                  <a:lnTo>
                    <a:pt x="370332" y="368808"/>
                  </a:lnTo>
                  <a:lnTo>
                    <a:pt x="338328" y="394716"/>
                  </a:lnTo>
                  <a:lnTo>
                    <a:pt x="303276" y="414528"/>
                  </a:lnTo>
                  <a:lnTo>
                    <a:pt x="263652" y="426720"/>
                  </a:lnTo>
                  <a:lnTo>
                    <a:pt x="220980" y="431292"/>
                  </a:lnTo>
                  <a:lnTo>
                    <a:pt x="199644" y="429768"/>
                  </a:lnTo>
                  <a:lnTo>
                    <a:pt x="158496" y="422148"/>
                  </a:lnTo>
                  <a:lnTo>
                    <a:pt x="120396" y="405384"/>
                  </a:lnTo>
                  <a:lnTo>
                    <a:pt x="86868" y="382524"/>
                  </a:lnTo>
                  <a:lnTo>
                    <a:pt x="57912" y="353568"/>
                  </a:lnTo>
                  <a:lnTo>
                    <a:pt x="35052" y="320040"/>
                  </a:lnTo>
                  <a:lnTo>
                    <a:pt x="13716" y="262128"/>
                  </a:lnTo>
                  <a:lnTo>
                    <a:pt x="9144" y="219456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0144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38912"/>
                  </a:lnTo>
                  <a:lnTo>
                    <a:pt x="220980" y="440436"/>
                  </a:lnTo>
                  <a:lnTo>
                    <a:pt x="242316" y="439013"/>
                  </a:lnTo>
                  <a:lnTo>
                    <a:pt x="243840" y="438912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59664"/>
                  </a:lnTo>
                  <a:lnTo>
                    <a:pt x="414528" y="324612"/>
                  </a:lnTo>
                  <a:lnTo>
                    <a:pt x="431292" y="284988"/>
                  </a:lnTo>
                  <a:lnTo>
                    <a:pt x="432816" y="27965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06725" y="1796795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8" y="80772"/>
                  </a:moveTo>
                  <a:lnTo>
                    <a:pt x="137160" y="80772"/>
                  </a:lnTo>
                  <a:lnTo>
                    <a:pt x="137160" y="0"/>
                  </a:lnTo>
                  <a:lnTo>
                    <a:pt x="79248" y="0"/>
                  </a:lnTo>
                  <a:lnTo>
                    <a:pt x="79248" y="80772"/>
                  </a:lnTo>
                  <a:lnTo>
                    <a:pt x="0" y="80772"/>
                  </a:lnTo>
                  <a:lnTo>
                    <a:pt x="0" y="137160"/>
                  </a:lnTo>
                  <a:lnTo>
                    <a:pt x="79248" y="137160"/>
                  </a:lnTo>
                  <a:lnTo>
                    <a:pt x="79248" y="216408"/>
                  </a:lnTo>
                  <a:lnTo>
                    <a:pt x="137160" y="216408"/>
                  </a:lnTo>
                  <a:lnTo>
                    <a:pt x="137160" y="137160"/>
                  </a:lnTo>
                  <a:lnTo>
                    <a:pt x="216408" y="137160"/>
                  </a:lnTo>
                  <a:lnTo>
                    <a:pt x="216408" y="80772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7258" y="1877567"/>
              <a:ext cx="216535" cy="56515"/>
            </a:xfrm>
            <a:custGeom>
              <a:avLst/>
              <a:gdLst/>
              <a:ahLst/>
              <a:cxnLst/>
              <a:rect l="l" t="t" r="r" b="b"/>
              <a:pathLst>
                <a:path w="216535" h="56514">
                  <a:moveTo>
                    <a:pt x="216407" y="56387"/>
                  </a:moveTo>
                  <a:lnTo>
                    <a:pt x="216407" y="0"/>
                  </a:lnTo>
                  <a:lnTo>
                    <a:pt x="0" y="0"/>
                  </a:lnTo>
                  <a:lnTo>
                    <a:pt x="0" y="56387"/>
                  </a:lnTo>
                  <a:lnTo>
                    <a:pt x="216407" y="56387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53111" y="1250695"/>
            <a:ext cx="1230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84749" y="16682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86806" y="1674876"/>
            <a:ext cx="441959" cy="441959"/>
            <a:chOff x="8186806" y="1674876"/>
            <a:chExt cx="441959" cy="441959"/>
          </a:xfrm>
        </p:grpSpPr>
        <p:sp>
          <p:nvSpPr>
            <p:cNvPr id="15" name="object 15"/>
            <p:cNvSpPr/>
            <p:nvPr/>
          </p:nvSpPr>
          <p:spPr>
            <a:xfrm>
              <a:off x="8191378" y="1679447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69">
                  <a:moveTo>
                    <a:pt x="431291" y="216407"/>
                  </a:moveTo>
                  <a:lnTo>
                    <a:pt x="425626" y="166991"/>
                  </a:lnTo>
                  <a:lnTo>
                    <a:pt x="409485" y="121520"/>
                  </a:lnTo>
                  <a:lnTo>
                    <a:pt x="384145" y="81327"/>
                  </a:lnTo>
                  <a:lnTo>
                    <a:pt x="350888" y="47746"/>
                  </a:lnTo>
                  <a:lnTo>
                    <a:pt x="310993" y="22109"/>
                  </a:lnTo>
                  <a:lnTo>
                    <a:pt x="265740" y="5749"/>
                  </a:lnTo>
                  <a:lnTo>
                    <a:pt x="216407" y="0"/>
                  </a:lnTo>
                  <a:lnTo>
                    <a:pt x="166991" y="5749"/>
                  </a:lnTo>
                  <a:lnTo>
                    <a:pt x="121520" y="22109"/>
                  </a:lnTo>
                  <a:lnTo>
                    <a:pt x="81327" y="47746"/>
                  </a:lnTo>
                  <a:lnTo>
                    <a:pt x="47746" y="81327"/>
                  </a:lnTo>
                  <a:lnTo>
                    <a:pt x="22109" y="121520"/>
                  </a:lnTo>
                  <a:lnTo>
                    <a:pt x="5749" y="166991"/>
                  </a:lnTo>
                  <a:lnTo>
                    <a:pt x="0" y="216407"/>
                  </a:lnTo>
                  <a:lnTo>
                    <a:pt x="5749" y="265824"/>
                  </a:lnTo>
                  <a:lnTo>
                    <a:pt x="22109" y="311295"/>
                  </a:lnTo>
                  <a:lnTo>
                    <a:pt x="47746" y="351488"/>
                  </a:lnTo>
                  <a:lnTo>
                    <a:pt x="81327" y="385069"/>
                  </a:lnTo>
                  <a:lnTo>
                    <a:pt x="121520" y="410706"/>
                  </a:lnTo>
                  <a:lnTo>
                    <a:pt x="166991" y="427066"/>
                  </a:lnTo>
                  <a:lnTo>
                    <a:pt x="216407" y="432815"/>
                  </a:lnTo>
                  <a:lnTo>
                    <a:pt x="265740" y="427066"/>
                  </a:lnTo>
                  <a:lnTo>
                    <a:pt x="310993" y="410706"/>
                  </a:lnTo>
                  <a:lnTo>
                    <a:pt x="350888" y="385069"/>
                  </a:lnTo>
                  <a:lnTo>
                    <a:pt x="384145" y="351488"/>
                  </a:lnTo>
                  <a:lnTo>
                    <a:pt x="409485" y="311295"/>
                  </a:lnTo>
                  <a:lnTo>
                    <a:pt x="425626" y="265824"/>
                  </a:lnTo>
                  <a:lnTo>
                    <a:pt x="431291" y="216407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86806" y="1674876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76428" y="65532"/>
                  </a:lnTo>
                  <a:lnTo>
                    <a:pt x="344424" y="38100"/>
                  </a:lnTo>
                  <a:lnTo>
                    <a:pt x="306324" y="18288"/>
                  </a:lnTo>
                  <a:lnTo>
                    <a:pt x="265176" y="4572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5908" y="115824"/>
                  </a:lnTo>
                  <a:lnTo>
                    <a:pt x="9144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3632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8328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1292" y="199644"/>
                  </a:lnTo>
                  <a:lnTo>
                    <a:pt x="431292" y="286512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59" h="441960">
                  <a:moveTo>
                    <a:pt x="431292" y="286512"/>
                  </a:moveTo>
                  <a:lnTo>
                    <a:pt x="431292" y="242316"/>
                  </a:lnTo>
                  <a:lnTo>
                    <a:pt x="428244" y="263652"/>
                  </a:lnTo>
                  <a:lnTo>
                    <a:pt x="422148" y="283464"/>
                  </a:lnTo>
                  <a:lnTo>
                    <a:pt x="406908" y="321564"/>
                  </a:lnTo>
                  <a:lnTo>
                    <a:pt x="384048" y="355092"/>
                  </a:lnTo>
                  <a:lnTo>
                    <a:pt x="355092" y="384048"/>
                  </a:lnTo>
                  <a:lnTo>
                    <a:pt x="321564" y="406908"/>
                  </a:lnTo>
                  <a:lnTo>
                    <a:pt x="263652" y="428244"/>
                  </a:lnTo>
                  <a:lnTo>
                    <a:pt x="220980" y="432816"/>
                  </a:lnTo>
                  <a:lnTo>
                    <a:pt x="199644" y="431393"/>
                  </a:lnTo>
                  <a:lnTo>
                    <a:pt x="156972" y="422148"/>
                  </a:lnTo>
                  <a:lnTo>
                    <a:pt x="120396" y="406908"/>
                  </a:lnTo>
                  <a:lnTo>
                    <a:pt x="86868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8288" y="283464"/>
                  </a:lnTo>
                  <a:lnTo>
                    <a:pt x="10668" y="242316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38100" y="344424"/>
                  </a:lnTo>
                  <a:lnTo>
                    <a:pt x="65532" y="377952"/>
                  </a:lnTo>
                  <a:lnTo>
                    <a:pt x="97536" y="403860"/>
                  </a:lnTo>
                  <a:lnTo>
                    <a:pt x="135636" y="425196"/>
                  </a:lnTo>
                  <a:lnTo>
                    <a:pt x="176784" y="437388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23672" y="306324"/>
                  </a:lnTo>
                  <a:lnTo>
                    <a:pt x="431292" y="28651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326510" y="163169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78358" y="1776555"/>
            <a:ext cx="6337300" cy="744220"/>
            <a:chOff x="3078358" y="1776555"/>
            <a:chExt cx="6337300" cy="744220"/>
          </a:xfrm>
        </p:grpSpPr>
        <p:sp>
          <p:nvSpPr>
            <p:cNvPr id="19" name="object 19"/>
            <p:cNvSpPr/>
            <p:nvPr/>
          </p:nvSpPr>
          <p:spPr>
            <a:xfrm>
              <a:off x="8622670" y="1776555"/>
              <a:ext cx="792480" cy="257175"/>
            </a:xfrm>
            <a:custGeom>
              <a:avLst/>
              <a:gdLst/>
              <a:ahLst/>
              <a:cxnLst/>
              <a:rect l="l" t="t" r="r" b="b"/>
              <a:pathLst>
                <a:path w="792479" h="257175">
                  <a:moveTo>
                    <a:pt x="680308" y="128630"/>
                  </a:moveTo>
                  <a:lnTo>
                    <a:pt x="632295" y="101012"/>
                  </a:lnTo>
                  <a:lnTo>
                    <a:pt x="0" y="101012"/>
                  </a:lnTo>
                  <a:lnTo>
                    <a:pt x="0" y="157400"/>
                  </a:lnTo>
                  <a:lnTo>
                    <a:pt x="631051" y="157400"/>
                  </a:lnTo>
                  <a:lnTo>
                    <a:pt x="680308" y="128630"/>
                  </a:lnTo>
                  <a:close/>
                </a:path>
                <a:path w="792479" h="257175">
                  <a:moveTo>
                    <a:pt x="792480" y="128444"/>
                  </a:moveTo>
                  <a:lnTo>
                    <a:pt x="579120" y="3476"/>
                  </a:lnTo>
                  <a:lnTo>
                    <a:pt x="568428" y="0"/>
                  </a:lnTo>
                  <a:lnTo>
                    <a:pt x="557593" y="809"/>
                  </a:lnTo>
                  <a:lnTo>
                    <a:pt x="547616" y="5619"/>
                  </a:lnTo>
                  <a:lnTo>
                    <a:pt x="539496" y="14144"/>
                  </a:lnTo>
                  <a:lnTo>
                    <a:pt x="536019" y="25050"/>
                  </a:lnTo>
                  <a:lnTo>
                    <a:pt x="536829" y="36242"/>
                  </a:lnTo>
                  <a:lnTo>
                    <a:pt x="541639" y="46291"/>
                  </a:lnTo>
                  <a:lnTo>
                    <a:pt x="550164" y="53768"/>
                  </a:lnTo>
                  <a:lnTo>
                    <a:pt x="632295" y="101012"/>
                  </a:lnTo>
                  <a:lnTo>
                    <a:pt x="736092" y="101012"/>
                  </a:lnTo>
                  <a:lnTo>
                    <a:pt x="736092" y="161471"/>
                  </a:lnTo>
                  <a:lnTo>
                    <a:pt x="792480" y="128444"/>
                  </a:lnTo>
                  <a:close/>
                </a:path>
                <a:path w="792479" h="257175">
                  <a:moveTo>
                    <a:pt x="736092" y="161471"/>
                  </a:moveTo>
                  <a:lnTo>
                    <a:pt x="736092" y="157400"/>
                  </a:lnTo>
                  <a:lnTo>
                    <a:pt x="631051" y="157400"/>
                  </a:lnTo>
                  <a:lnTo>
                    <a:pt x="550164" y="204644"/>
                  </a:lnTo>
                  <a:lnTo>
                    <a:pt x="541639" y="211883"/>
                  </a:lnTo>
                  <a:lnTo>
                    <a:pt x="536829" y="221408"/>
                  </a:lnTo>
                  <a:lnTo>
                    <a:pt x="536019" y="232076"/>
                  </a:lnTo>
                  <a:lnTo>
                    <a:pt x="539496" y="242744"/>
                  </a:lnTo>
                  <a:lnTo>
                    <a:pt x="547616" y="251269"/>
                  </a:lnTo>
                  <a:lnTo>
                    <a:pt x="557593" y="256079"/>
                  </a:lnTo>
                  <a:lnTo>
                    <a:pt x="568428" y="256889"/>
                  </a:lnTo>
                  <a:lnTo>
                    <a:pt x="579120" y="253412"/>
                  </a:lnTo>
                  <a:lnTo>
                    <a:pt x="736092" y="161471"/>
                  </a:lnTo>
                  <a:close/>
                </a:path>
                <a:path w="792479" h="257175">
                  <a:moveTo>
                    <a:pt x="722376" y="157400"/>
                  </a:moveTo>
                  <a:lnTo>
                    <a:pt x="722376" y="152828"/>
                  </a:lnTo>
                  <a:lnTo>
                    <a:pt x="680308" y="128630"/>
                  </a:lnTo>
                  <a:lnTo>
                    <a:pt x="631051" y="157400"/>
                  </a:lnTo>
                  <a:lnTo>
                    <a:pt x="722376" y="157400"/>
                  </a:lnTo>
                  <a:close/>
                </a:path>
                <a:path w="792479" h="257175">
                  <a:moveTo>
                    <a:pt x="736092" y="157400"/>
                  </a:moveTo>
                  <a:lnTo>
                    <a:pt x="736092" y="101012"/>
                  </a:lnTo>
                  <a:lnTo>
                    <a:pt x="632295" y="101012"/>
                  </a:lnTo>
                  <a:lnTo>
                    <a:pt x="680308" y="128630"/>
                  </a:lnTo>
                  <a:lnTo>
                    <a:pt x="722376" y="104060"/>
                  </a:lnTo>
                  <a:lnTo>
                    <a:pt x="722376" y="157400"/>
                  </a:lnTo>
                  <a:lnTo>
                    <a:pt x="736092" y="157400"/>
                  </a:lnTo>
                  <a:close/>
                </a:path>
                <a:path w="792479" h="257175">
                  <a:moveTo>
                    <a:pt x="722376" y="152828"/>
                  </a:moveTo>
                  <a:lnTo>
                    <a:pt x="722376" y="104060"/>
                  </a:lnTo>
                  <a:lnTo>
                    <a:pt x="680308" y="128630"/>
                  </a:lnTo>
                  <a:lnTo>
                    <a:pt x="722376" y="15282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8353" y="2121407"/>
              <a:ext cx="2740660" cy="360045"/>
            </a:xfrm>
            <a:custGeom>
              <a:avLst/>
              <a:gdLst/>
              <a:ahLst/>
              <a:cxnLst/>
              <a:rect l="l" t="t" r="r" b="b"/>
              <a:pathLst>
                <a:path w="2740660" h="360044">
                  <a:moveTo>
                    <a:pt x="2740152" y="0"/>
                  </a:moveTo>
                  <a:lnTo>
                    <a:pt x="2731008" y="0"/>
                  </a:lnTo>
                  <a:lnTo>
                    <a:pt x="2731008" y="237312"/>
                  </a:lnTo>
                  <a:lnTo>
                    <a:pt x="2593848" y="158508"/>
                  </a:lnTo>
                  <a:lnTo>
                    <a:pt x="2586799" y="155600"/>
                  </a:lnTo>
                  <a:lnTo>
                    <a:pt x="2579751" y="155841"/>
                  </a:lnTo>
                  <a:lnTo>
                    <a:pt x="2573274" y="158927"/>
                  </a:lnTo>
                  <a:lnTo>
                    <a:pt x="2567940" y="164604"/>
                  </a:lnTo>
                  <a:lnTo>
                    <a:pt x="2565920" y="171856"/>
                  </a:lnTo>
                  <a:lnTo>
                    <a:pt x="2566606" y="179273"/>
                  </a:lnTo>
                  <a:lnTo>
                    <a:pt x="2569870" y="185813"/>
                  </a:lnTo>
                  <a:lnTo>
                    <a:pt x="2575560" y="190512"/>
                  </a:lnTo>
                  <a:lnTo>
                    <a:pt x="2630106" y="222516"/>
                  </a:lnTo>
                  <a:lnTo>
                    <a:pt x="106984" y="222516"/>
                  </a:lnTo>
                  <a:lnTo>
                    <a:pt x="161544" y="190512"/>
                  </a:lnTo>
                  <a:lnTo>
                    <a:pt x="167208" y="185813"/>
                  </a:lnTo>
                  <a:lnTo>
                    <a:pt x="170307" y="179273"/>
                  </a:lnTo>
                  <a:lnTo>
                    <a:pt x="170548" y="171856"/>
                  </a:lnTo>
                  <a:lnTo>
                    <a:pt x="167640" y="164604"/>
                  </a:lnTo>
                  <a:lnTo>
                    <a:pt x="162953" y="158927"/>
                  </a:lnTo>
                  <a:lnTo>
                    <a:pt x="156400" y="155841"/>
                  </a:lnTo>
                  <a:lnTo>
                    <a:pt x="148996" y="155600"/>
                  </a:lnTo>
                  <a:lnTo>
                    <a:pt x="141732" y="158508"/>
                  </a:lnTo>
                  <a:lnTo>
                    <a:pt x="41148" y="216916"/>
                  </a:lnTo>
                  <a:lnTo>
                    <a:pt x="41148" y="0"/>
                  </a:lnTo>
                  <a:lnTo>
                    <a:pt x="32004" y="0"/>
                  </a:lnTo>
                  <a:lnTo>
                    <a:pt x="32004" y="222224"/>
                  </a:lnTo>
                  <a:lnTo>
                    <a:pt x="0" y="240804"/>
                  </a:lnTo>
                  <a:lnTo>
                    <a:pt x="32004" y="259740"/>
                  </a:lnTo>
                  <a:lnTo>
                    <a:pt x="32004" y="359664"/>
                  </a:lnTo>
                  <a:lnTo>
                    <a:pt x="41148" y="359664"/>
                  </a:lnTo>
                  <a:lnTo>
                    <a:pt x="41148" y="265137"/>
                  </a:lnTo>
                  <a:lnTo>
                    <a:pt x="141732" y="324624"/>
                  </a:lnTo>
                  <a:lnTo>
                    <a:pt x="148996" y="326644"/>
                  </a:lnTo>
                  <a:lnTo>
                    <a:pt x="156400" y="325958"/>
                  </a:lnTo>
                  <a:lnTo>
                    <a:pt x="162953" y="322694"/>
                  </a:lnTo>
                  <a:lnTo>
                    <a:pt x="167640" y="317004"/>
                  </a:lnTo>
                  <a:lnTo>
                    <a:pt x="170548" y="309956"/>
                  </a:lnTo>
                  <a:lnTo>
                    <a:pt x="170307" y="302907"/>
                  </a:lnTo>
                  <a:lnTo>
                    <a:pt x="167208" y="296430"/>
                  </a:lnTo>
                  <a:lnTo>
                    <a:pt x="161544" y="291096"/>
                  </a:lnTo>
                  <a:lnTo>
                    <a:pt x="108381" y="260616"/>
                  </a:lnTo>
                  <a:lnTo>
                    <a:pt x="2628722" y="260616"/>
                  </a:lnTo>
                  <a:lnTo>
                    <a:pt x="2575560" y="291096"/>
                  </a:lnTo>
                  <a:lnTo>
                    <a:pt x="2569870" y="296430"/>
                  </a:lnTo>
                  <a:lnTo>
                    <a:pt x="2566606" y="302907"/>
                  </a:lnTo>
                  <a:lnTo>
                    <a:pt x="2565920" y="309956"/>
                  </a:lnTo>
                  <a:lnTo>
                    <a:pt x="2567940" y="317004"/>
                  </a:lnTo>
                  <a:lnTo>
                    <a:pt x="2573274" y="322694"/>
                  </a:lnTo>
                  <a:lnTo>
                    <a:pt x="2579751" y="325958"/>
                  </a:lnTo>
                  <a:lnTo>
                    <a:pt x="2586799" y="326644"/>
                  </a:lnTo>
                  <a:lnTo>
                    <a:pt x="2593848" y="324624"/>
                  </a:lnTo>
                  <a:lnTo>
                    <a:pt x="2699004" y="263093"/>
                  </a:lnTo>
                  <a:lnTo>
                    <a:pt x="2731008" y="244373"/>
                  </a:lnTo>
                  <a:lnTo>
                    <a:pt x="2731008" y="326136"/>
                  </a:lnTo>
                  <a:lnTo>
                    <a:pt x="2740152" y="326136"/>
                  </a:lnTo>
                  <a:lnTo>
                    <a:pt x="2740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30502" y="2063496"/>
              <a:ext cx="466725" cy="457200"/>
            </a:xfrm>
            <a:custGeom>
              <a:avLst/>
              <a:gdLst/>
              <a:ahLst/>
              <a:cxnLst/>
              <a:rect l="l" t="t" r="r" b="b"/>
              <a:pathLst>
                <a:path w="466725" h="457200">
                  <a:moveTo>
                    <a:pt x="466343" y="457199"/>
                  </a:moveTo>
                  <a:lnTo>
                    <a:pt x="466343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46634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65635" y="208889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78886" y="2109216"/>
            <a:ext cx="3208655" cy="1482090"/>
            <a:chOff x="5778886" y="2109216"/>
            <a:chExt cx="3208655" cy="1482090"/>
          </a:xfrm>
        </p:grpSpPr>
        <p:sp>
          <p:nvSpPr>
            <p:cNvPr id="24" name="object 24"/>
            <p:cNvSpPr/>
            <p:nvPr/>
          </p:nvSpPr>
          <p:spPr>
            <a:xfrm>
              <a:off x="5778881" y="2109215"/>
              <a:ext cx="2667000" cy="364490"/>
            </a:xfrm>
            <a:custGeom>
              <a:avLst/>
              <a:gdLst/>
              <a:ahLst/>
              <a:cxnLst/>
              <a:rect l="l" t="t" r="r" b="b"/>
              <a:pathLst>
                <a:path w="2667000" h="364489">
                  <a:moveTo>
                    <a:pt x="2667000" y="0"/>
                  </a:moveTo>
                  <a:lnTo>
                    <a:pt x="2657856" y="0"/>
                  </a:lnTo>
                  <a:lnTo>
                    <a:pt x="2657856" y="249504"/>
                  </a:lnTo>
                  <a:lnTo>
                    <a:pt x="2520696" y="170700"/>
                  </a:lnTo>
                  <a:lnTo>
                    <a:pt x="2513647" y="167792"/>
                  </a:lnTo>
                  <a:lnTo>
                    <a:pt x="2506599" y="168033"/>
                  </a:lnTo>
                  <a:lnTo>
                    <a:pt x="2500122" y="171119"/>
                  </a:lnTo>
                  <a:lnTo>
                    <a:pt x="2494788" y="176796"/>
                  </a:lnTo>
                  <a:lnTo>
                    <a:pt x="2492768" y="184048"/>
                  </a:lnTo>
                  <a:lnTo>
                    <a:pt x="2493454" y="191465"/>
                  </a:lnTo>
                  <a:lnTo>
                    <a:pt x="2496718" y="198005"/>
                  </a:lnTo>
                  <a:lnTo>
                    <a:pt x="2502408" y="202704"/>
                  </a:lnTo>
                  <a:lnTo>
                    <a:pt x="2556954" y="234708"/>
                  </a:lnTo>
                  <a:lnTo>
                    <a:pt x="106984" y="234708"/>
                  </a:lnTo>
                  <a:lnTo>
                    <a:pt x="161544" y="202704"/>
                  </a:lnTo>
                  <a:lnTo>
                    <a:pt x="167208" y="198005"/>
                  </a:lnTo>
                  <a:lnTo>
                    <a:pt x="170307" y="191465"/>
                  </a:lnTo>
                  <a:lnTo>
                    <a:pt x="170548" y="184048"/>
                  </a:lnTo>
                  <a:lnTo>
                    <a:pt x="167640" y="176796"/>
                  </a:lnTo>
                  <a:lnTo>
                    <a:pt x="162953" y="171119"/>
                  </a:lnTo>
                  <a:lnTo>
                    <a:pt x="156400" y="168033"/>
                  </a:lnTo>
                  <a:lnTo>
                    <a:pt x="148996" y="167792"/>
                  </a:lnTo>
                  <a:lnTo>
                    <a:pt x="141732" y="170700"/>
                  </a:lnTo>
                  <a:lnTo>
                    <a:pt x="41148" y="229108"/>
                  </a:lnTo>
                  <a:lnTo>
                    <a:pt x="41148" y="1524"/>
                  </a:lnTo>
                  <a:lnTo>
                    <a:pt x="32004" y="1524"/>
                  </a:lnTo>
                  <a:lnTo>
                    <a:pt x="32004" y="234416"/>
                  </a:lnTo>
                  <a:lnTo>
                    <a:pt x="0" y="252996"/>
                  </a:lnTo>
                  <a:lnTo>
                    <a:pt x="32004" y="271932"/>
                  </a:lnTo>
                  <a:lnTo>
                    <a:pt x="32004" y="361188"/>
                  </a:lnTo>
                  <a:lnTo>
                    <a:pt x="41148" y="361188"/>
                  </a:lnTo>
                  <a:lnTo>
                    <a:pt x="41148" y="277329"/>
                  </a:lnTo>
                  <a:lnTo>
                    <a:pt x="141732" y="336816"/>
                  </a:lnTo>
                  <a:lnTo>
                    <a:pt x="148996" y="338836"/>
                  </a:lnTo>
                  <a:lnTo>
                    <a:pt x="156400" y="338150"/>
                  </a:lnTo>
                  <a:lnTo>
                    <a:pt x="162953" y="334886"/>
                  </a:lnTo>
                  <a:lnTo>
                    <a:pt x="167640" y="329196"/>
                  </a:lnTo>
                  <a:lnTo>
                    <a:pt x="170548" y="322148"/>
                  </a:lnTo>
                  <a:lnTo>
                    <a:pt x="170307" y="315099"/>
                  </a:lnTo>
                  <a:lnTo>
                    <a:pt x="167208" y="308622"/>
                  </a:lnTo>
                  <a:lnTo>
                    <a:pt x="161544" y="303288"/>
                  </a:lnTo>
                  <a:lnTo>
                    <a:pt x="108381" y="272808"/>
                  </a:lnTo>
                  <a:lnTo>
                    <a:pt x="2555570" y="272808"/>
                  </a:lnTo>
                  <a:lnTo>
                    <a:pt x="2502408" y="303288"/>
                  </a:lnTo>
                  <a:lnTo>
                    <a:pt x="2496718" y="308622"/>
                  </a:lnTo>
                  <a:lnTo>
                    <a:pt x="2493454" y="315099"/>
                  </a:lnTo>
                  <a:lnTo>
                    <a:pt x="2492768" y="322148"/>
                  </a:lnTo>
                  <a:lnTo>
                    <a:pt x="2494788" y="329196"/>
                  </a:lnTo>
                  <a:lnTo>
                    <a:pt x="2500122" y="334886"/>
                  </a:lnTo>
                  <a:lnTo>
                    <a:pt x="2506599" y="338150"/>
                  </a:lnTo>
                  <a:lnTo>
                    <a:pt x="2513647" y="338836"/>
                  </a:lnTo>
                  <a:lnTo>
                    <a:pt x="2520696" y="336816"/>
                  </a:lnTo>
                  <a:lnTo>
                    <a:pt x="2625852" y="275285"/>
                  </a:lnTo>
                  <a:lnTo>
                    <a:pt x="2657856" y="256565"/>
                  </a:lnTo>
                  <a:lnTo>
                    <a:pt x="2657856" y="364236"/>
                  </a:lnTo>
                  <a:lnTo>
                    <a:pt x="2667000" y="364236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44001" y="3585976"/>
              <a:ext cx="588645" cy="0"/>
            </a:xfrm>
            <a:custGeom>
              <a:avLst/>
              <a:gdLst/>
              <a:ahLst/>
              <a:cxnLst/>
              <a:rect l="l" t="t" r="r" b="b"/>
              <a:pathLst>
                <a:path w="588645">
                  <a:moveTo>
                    <a:pt x="0" y="0"/>
                  </a:moveTo>
                  <a:lnTo>
                    <a:pt x="588268" y="0"/>
                  </a:lnTo>
                </a:path>
              </a:pathLst>
            </a:custGeom>
            <a:ln w="99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94031" y="3585976"/>
              <a:ext cx="588645" cy="0"/>
            </a:xfrm>
            <a:custGeom>
              <a:avLst/>
              <a:gdLst/>
              <a:ahLst/>
              <a:cxnLst/>
              <a:rect l="l" t="t" r="r" b="b"/>
              <a:pathLst>
                <a:path w="588645">
                  <a:moveTo>
                    <a:pt x="0" y="0"/>
                  </a:moveTo>
                  <a:lnTo>
                    <a:pt x="588268" y="0"/>
                  </a:lnTo>
                </a:path>
              </a:pathLst>
            </a:custGeom>
            <a:ln w="999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345054" y="3239658"/>
            <a:ext cx="1647189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62355" algn="l"/>
              </a:tabLst>
            </a:pPr>
            <a:r>
              <a:rPr sz="1900" spc="-10" dirty="0">
                <a:solidFill>
                  <a:srgbClr val="FF0000"/>
                </a:solidFill>
                <a:latin typeface="Arial MT"/>
                <a:cs typeface="Arial MT"/>
              </a:rPr>
              <a:t>e(8e)</a:t>
            </a: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900" spc="-20" dirty="0">
                <a:solidFill>
                  <a:srgbClr val="0000FF"/>
                </a:solidFill>
                <a:latin typeface="Arial MT"/>
                <a:cs typeface="Arial MT"/>
              </a:rPr>
              <a:t>e(2e)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12567" y="3393582"/>
            <a:ext cx="29464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19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37339" y="3474354"/>
            <a:ext cx="26924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850" spc="-37" baseline="-24853" dirty="0">
                <a:solidFill>
                  <a:srgbClr val="0000FF"/>
                </a:solidFill>
                <a:latin typeface="Arial MT"/>
                <a:cs typeface="Arial MT"/>
              </a:rPr>
              <a:t>L</a:t>
            </a:r>
            <a:r>
              <a:rPr sz="1100" spc="-25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30320" y="3582558"/>
            <a:ext cx="58801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900" spc="-10" dirty="0">
                <a:solidFill>
                  <a:srgbClr val="FF0000"/>
                </a:solidFill>
                <a:latin typeface="Arial MT"/>
                <a:cs typeface="Arial MT"/>
              </a:rPr>
              <a:t>(2L)</a:t>
            </a:r>
            <a:r>
              <a:rPr sz="1650" spc="-15" baseline="42929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650" baseline="42929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65653" y="3393582"/>
            <a:ext cx="59309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10" dirty="0">
                <a:solidFill>
                  <a:srgbClr val="0000FF"/>
                </a:solidFill>
                <a:latin typeface="Arial MT"/>
                <a:cs typeface="Arial MT"/>
              </a:rPr>
              <a:t>)</a:t>
            </a:r>
            <a:r>
              <a:rPr sz="1900" spc="-36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 = </a:t>
            </a:r>
            <a:r>
              <a:rPr sz="1900" spc="-50" dirty="0">
                <a:latin typeface="Arial MT"/>
                <a:cs typeface="Arial MT"/>
              </a:rPr>
              <a:t>0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80006" y="3284175"/>
            <a:ext cx="676910" cy="4254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590">
              <a:lnSpc>
                <a:spcPts val="1090"/>
              </a:lnSpc>
              <a:spcBef>
                <a:spcPts val="110"/>
              </a:spcBef>
            </a:pPr>
            <a:r>
              <a:rPr sz="1100" spc="-50" dirty="0">
                <a:latin typeface="Symbol"/>
                <a:cs typeface="Symbol"/>
              </a:rPr>
              <a:t></a:t>
            </a:r>
            <a:endParaRPr sz="1100">
              <a:latin typeface="Symbol"/>
              <a:cs typeface="Symbol"/>
            </a:endParaRPr>
          </a:p>
          <a:p>
            <a:pPr marL="12700">
              <a:lnSpc>
                <a:spcPts val="2050"/>
              </a:lnSpc>
            </a:pPr>
            <a:r>
              <a:rPr sz="1900" dirty="0">
                <a:latin typeface="Arial MT"/>
                <a:cs typeface="Arial MT"/>
              </a:rPr>
              <a:t>F</a:t>
            </a:r>
            <a:r>
              <a:rPr sz="1900" spc="105" dirty="0">
                <a:latin typeface="Arial MT"/>
                <a:cs typeface="Arial MT"/>
              </a:rPr>
              <a:t>  </a:t>
            </a:r>
            <a:r>
              <a:rPr sz="1900" spc="-25" dirty="0">
                <a:latin typeface="Arial MT"/>
                <a:cs typeface="Arial MT"/>
              </a:rPr>
              <a:t>=</a:t>
            </a:r>
            <a:r>
              <a:rPr sz="1900" spc="-25" dirty="0">
                <a:solidFill>
                  <a:srgbClr val="0000FF"/>
                </a:solidFill>
                <a:latin typeface="Arial MT"/>
                <a:cs typeface="Arial MT"/>
              </a:rPr>
              <a:t>(</a:t>
            </a: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23561" y="3309762"/>
            <a:ext cx="17081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50" dirty="0">
                <a:latin typeface="Courier New"/>
                <a:cs typeface="Courier New"/>
              </a:rPr>
              <a:t>ˆ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29515" y="3367530"/>
            <a:ext cx="1404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At</a:t>
            </a:r>
            <a:r>
              <a:rPr sz="1800" spc="-10" dirty="0">
                <a:latin typeface="Arial MT"/>
                <a:cs typeface="Arial MT"/>
              </a:rPr>
              <a:t> equilibrium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43317" y="3957318"/>
            <a:ext cx="4812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push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slightly 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right 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dx,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985142" y="4591303"/>
            <a:ext cx="2233930" cy="10160"/>
            <a:chOff x="1985142" y="4591303"/>
            <a:chExt cx="2233930" cy="10160"/>
          </a:xfrm>
        </p:grpSpPr>
        <p:sp>
          <p:nvSpPr>
            <p:cNvPr id="37" name="object 37"/>
            <p:cNvSpPr/>
            <p:nvPr/>
          </p:nvSpPr>
          <p:spPr>
            <a:xfrm>
              <a:off x="1990222" y="4596383"/>
              <a:ext cx="949960" cy="0"/>
            </a:xfrm>
            <a:custGeom>
              <a:avLst/>
              <a:gdLst/>
              <a:ahLst/>
              <a:cxnLst/>
              <a:rect l="l" t="t" r="r" b="b"/>
              <a:pathLst>
                <a:path w="949960">
                  <a:moveTo>
                    <a:pt x="0" y="0"/>
                  </a:moveTo>
                  <a:lnTo>
                    <a:pt x="949451" y="0"/>
                  </a:lnTo>
                </a:path>
              </a:pathLst>
            </a:custGeom>
            <a:ln w="100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01445" y="4596383"/>
              <a:ext cx="812800" cy="0"/>
            </a:xfrm>
            <a:custGeom>
              <a:avLst/>
              <a:gdLst/>
              <a:ahLst/>
              <a:cxnLst/>
              <a:rect l="l" t="t" r="r" b="b"/>
              <a:pathLst>
                <a:path w="812800">
                  <a:moveTo>
                    <a:pt x="0" y="0"/>
                  </a:moveTo>
                  <a:lnTo>
                    <a:pt x="812291" y="0"/>
                  </a:lnTo>
                </a:path>
              </a:pathLst>
            </a:custGeom>
            <a:ln w="1009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814204" y="4583825"/>
            <a:ext cx="1377315" cy="1955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284605" algn="l"/>
              </a:tabLst>
            </a:pPr>
            <a:r>
              <a:rPr sz="1100" spc="-50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11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100" spc="-50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71076" y="4249515"/>
            <a:ext cx="193992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53185" algn="l"/>
              </a:tabLst>
            </a:pPr>
            <a:r>
              <a:rPr sz="1900" spc="-10" dirty="0">
                <a:solidFill>
                  <a:srgbClr val="FF0000"/>
                </a:solidFill>
                <a:latin typeface="Arial MT"/>
                <a:cs typeface="Arial MT"/>
              </a:rPr>
              <a:t>e(8e)</a:t>
            </a: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solidFill>
                  <a:srgbClr val="0000FF"/>
                </a:solidFill>
                <a:latin typeface="Arial MT"/>
                <a:cs typeface="Arial MT"/>
              </a:rPr>
              <a:t>e(2e)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83624" y="4592414"/>
            <a:ext cx="213042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423670" algn="l"/>
              </a:tabLst>
            </a:pPr>
            <a:r>
              <a:rPr sz="1900" spc="-10" dirty="0">
                <a:solidFill>
                  <a:srgbClr val="FF0000"/>
                </a:solidFill>
                <a:latin typeface="Arial MT"/>
                <a:cs typeface="Arial MT"/>
              </a:rPr>
              <a:t>(2L+dx)</a:t>
            </a: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solidFill>
                  <a:srgbClr val="0000FF"/>
                </a:solidFill>
                <a:latin typeface="Arial MT"/>
                <a:cs typeface="Arial MT"/>
              </a:rPr>
              <a:t>(L+dx)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53443" y="4318094"/>
            <a:ext cx="17145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latin typeface="Courier New"/>
                <a:cs typeface="Courier New"/>
              </a:rPr>
              <a:t>ˆ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38384" y="4294265"/>
            <a:ext cx="2076450" cy="4248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1590">
              <a:lnSpc>
                <a:spcPts val="1080"/>
              </a:lnSpc>
              <a:spcBef>
                <a:spcPts val="115"/>
              </a:spcBef>
            </a:pPr>
            <a:r>
              <a:rPr sz="1100" spc="-50" dirty="0">
                <a:latin typeface="Symbol"/>
                <a:cs typeface="Symbol"/>
              </a:rPr>
              <a:t></a:t>
            </a:r>
            <a:endParaRPr sz="1100">
              <a:latin typeface="Symbol"/>
              <a:cs typeface="Symbol"/>
            </a:endParaRPr>
          </a:p>
          <a:p>
            <a:pPr marL="12700">
              <a:lnSpc>
                <a:spcPts val="2039"/>
              </a:lnSpc>
              <a:tabLst>
                <a:tab pos="1793875" algn="l"/>
              </a:tabLst>
            </a:pPr>
            <a:r>
              <a:rPr sz="1900" dirty="0">
                <a:latin typeface="Arial MT"/>
                <a:cs typeface="Arial MT"/>
              </a:rPr>
              <a:t>F</a:t>
            </a:r>
            <a:r>
              <a:rPr sz="1900" spc="11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0000FF"/>
                </a:solidFill>
                <a:latin typeface="Arial MT"/>
                <a:cs typeface="Arial MT"/>
              </a:rPr>
              <a:t>(</a:t>
            </a: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k</a:t>
            </a: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	-</a:t>
            </a:r>
            <a:r>
              <a:rPr sz="19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43312" y="4947918"/>
            <a:ext cx="3059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proton moves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right.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939422" y="6001003"/>
            <a:ext cx="2179320" cy="10160"/>
            <a:chOff x="1939422" y="6001003"/>
            <a:chExt cx="2179320" cy="10160"/>
          </a:xfrm>
        </p:grpSpPr>
        <p:sp>
          <p:nvSpPr>
            <p:cNvPr id="46" name="object 46"/>
            <p:cNvSpPr/>
            <p:nvPr/>
          </p:nvSpPr>
          <p:spPr>
            <a:xfrm>
              <a:off x="1944502" y="6006083"/>
              <a:ext cx="889000" cy="0"/>
            </a:xfrm>
            <a:custGeom>
              <a:avLst/>
              <a:gdLst/>
              <a:ahLst/>
              <a:cxnLst/>
              <a:rect l="l" t="t" r="r" b="b"/>
              <a:pathLst>
                <a:path w="889000">
                  <a:moveTo>
                    <a:pt x="0" y="0"/>
                  </a:moveTo>
                  <a:lnTo>
                    <a:pt x="888491" y="0"/>
                  </a:lnTo>
                </a:path>
              </a:pathLst>
            </a:custGeom>
            <a:ln w="100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93242" y="6006083"/>
              <a:ext cx="820419" cy="0"/>
            </a:xfrm>
            <a:custGeom>
              <a:avLst/>
              <a:gdLst/>
              <a:ahLst/>
              <a:cxnLst/>
              <a:rect l="l" t="t" r="r" b="b"/>
              <a:pathLst>
                <a:path w="820420">
                  <a:moveTo>
                    <a:pt x="0" y="0"/>
                  </a:moveTo>
                  <a:lnTo>
                    <a:pt x="819911" y="0"/>
                  </a:lnTo>
                </a:path>
              </a:pathLst>
            </a:custGeom>
            <a:ln w="1009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254384" y="5727794"/>
            <a:ext cx="17145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latin typeface="Courier New"/>
                <a:cs typeface="Courier New"/>
              </a:rPr>
              <a:t>ˆ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92664" y="5703965"/>
            <a:ext cx="666750" cy="4248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1590">
              <a:lnSpc>
                <a:spcPts val="1080"/>
              </a:lnSpc>
              <a:spcBef>
                <a:spcPts val="115"/>
              </a:spcBef>
            </a:pPr>
            <a:r>
              <a:rPr sz="1100" spc="-50" dirty="0">
                <a:latin typeface="Symbol"/>
                <a:cs typeface="Symbol"/>
              </a:rPr>
              <a:t></a:t>
            </a:r>
            <a:endParaRPr sz="1100">
              <a:latin typeface="Symbol"/>
              <a:cs typeface="Symbol"/>
            </a:endParaRPr>
          </a:p>
          <a:p>
            <a:pPr marL="12700">
              <a:lnSpc>
                <a:spcPts val="2039"/>
              </a:lnSpc>
            </a:pPr>
            <a:r>
              <a:rPr sz="1900" dirty="0">
                <a:latin typeface="Arial MT"/>
                <a:cs typeface="Arial MT"/>
              </a:rPr>
              <a:t>F</a:t>
            </a:r>
            <a:r>
              <a:rPr sz="1900" spc="11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0000FF"/>
                </a:solidFill>
                <a:latin typeface="Arial MT"/>
                <a:cs typeface="Arial MT"/>
              </a:rPr>
              <a:t>(</a:t>
            </a: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43312" y="5367017"/>
            <a:ext cx="4671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push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slightly 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left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dx,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43312" y="6395717"/>
            <a:ext cx="285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proton moves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left.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76431" y="6737093"/>
            <a:ext cx="30568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9900"/>
                </a:solidFill>
                <a:latin typeface="Arial MT"/>
                <a:cs typeface="Arial MT"/>
              </a:rPr>
              <a:t>Equilibrium</a:t>
            </a:r>
            <a:r>
              <a:rPr sz="2200" spc="-5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9900"/>
                </a:solidFill>
                <a:latin typeface="Arial MT"/>
                <a:cs typeface="Arial MT"/>
              </a:rPr>
              <a:t>is</a:t>
            </a:r>
            <a:r>
              <a:rPr sz="2200" spc="-3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9900"/>
                </a:solidFill>
                <a:latin typeface="Arial MT"/>
                <a:cs typeface="Arial MT"/>
              </a:rPr>
              <a:t>not</a:t>
            </a:r>
            <a:r>
              <a:rPr sz="2200" spc="-4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Arial MT"/>
                <a:cs typeface="Arial MT"/>
              </a:rPr>
              <a:t>stable.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952381" y="1068324"/>
            <a:ext cx="8789035" cy="1473835"/>
          </a:xfrm>
          <a:custGeom>
            <a:avLst/>
            <a:gdLst/>
            <a:ahLst/>
            <a:cxnLst/>
            <a:rect l="l" t="t" r="r" b="b"/>
            <a:pathLst>
              <a:path w="8789035" h="1473835">
                <a:moveTo>
                  <a:pt x="8788905" y="1473708"/>
                </a:moveTo>
                <a:lnTo>
                  <a:pt x="8788905" y="0"/>
                </a:lnTo>
                <a:lnTo>
                  <a:pt x="0" y="0"/>
                </a:lnTo>
                <a:lnTo>
                  <a:pt x="0" y="1473708"/>
                </a:lnTo>
                <a:lnTo>
                  <a:pt x="4572" y="1473708"/>
                </a:ln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lnTo>
                  <a:pt x="8779761" y="10668"/>
                </a:lnTo>
                <a:lnTo>
                  <a:pt x="8779761" y="4572"/>
                </a:lnTo>
                <a:lnTo>
                  <a:pt x="8784333" y="10668"/>
                </a:lnTo>
                <a:lnTo>
                  <a:pt x="8784333" y="1473708"/>
                </a:lnTo>
                <a:lnTo>
                  <a:pt x="8788905" y="1473708"/>
                </a:lnTo>
                <a:close/>
              </a:path>
              <a:path w="8789035" h="1473835">
                <a:moveTo>
                  <a:pt x="9144" y="10668"/>
                </a:move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8789035" h="1473835">
                <a:moveTo>
                  <a:pt x="9144" y="1464564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1464564"/>
                </a:lnTo>
                <a:lnTo>
                  <a:pt x="9144" y="1464564"/>
                </a:lnTo>
                <a:close/>
              </a:path>
              <a:path w="8789035" h="1473835">
                <a:moveTo>
                  <a:pt x="8784333" y="1464564"/>
                </a:moveTo>
                <a:lnTo>
                  <a:pt x="4572" y="1464564"/>
                </a:lnTo>
                <a:lnTo>
                  <a:pt x="9144" y="1469136"/>
                </a:lnTo>
                <a:lnTo>
                  <a:pt x="9144" y="1473708"/>
                </a:lnTo>
                <a:lnTo>
                  <a:pt x="8779761" y="1473708"/>
                </a:lnTo>
                <a:lnTo>
                  <a:pt x="8779761" y="1469136"/>
                </a:lnTo>
                <a:lnTo>
                  <a:pt x="8784333" y="1464564"/>
                </a:lnTo>
                <a:close/>
              </a:path>
              <a:path w="8789035" h="1473835">
                <a:moveTo>
                  <a:pt x="9144" y="1473708"/>
                </a:moveTo>
                <a:lnTo>
                  <a:pt x="9144" y="1469136"/>
                </a:lnTo>
                <a:lnTo>
                  <a:pt x="4572" y="1464564"/>
                </a:lnTo>
                <a:lnTo>
                  <a:pt x="4572" y="1473708"/>
                </a:lnTo>
                <a:lnTo>
                  <a:pt x="9144" y="1473708"/>
                </a:lnTo>
                <a:close/>
              </a:path>
              <a:path w="8789035" h="1473835">
                <a:moveTo>
                  <a:pt x="8784333" y="10668"/>
                </a:moveTo>
                <a:lnTo>
                  <a:pt x="8779761" y="4572"/>
                </a:lnTo>
                <a:lnTo>
                  <a:pt x="8779761" y="10668"/>
                </a:lnTo>
                <a:lnTo>
                  <a:pt x="8784333" y="10668"/>
                </a:lnTo>
                <a:close/>
              </a:path>
              <a:path w="8789035" h="1473835">
                <a:moveTo>
                  <a:pt x="8784333" y="1464564"/>
                </a:moveTo>
                <a:lnTo>
                  <a:pt x="8784333" y="10668"/>
                </a:lnTo>
                <a:lnTo>
                  <a:pt x="8779761" y="10668"/>
                </a:lnTo>
                <a:lnTo>
                  <a:pt x="8779761" y="1464564"/>
                </a:lnTo>
                <a:lnTo>
                  <a:pt x="8784333" y="1464564"/>
                </a:lnTo>
                <a:close/>
              </a:path>
              <a:path w="8789035" h="1473835">
                <a:moveTo>
                  <a:pt x="8784333" y="1473708"/>
                </a:moveTo>
                <a:lnTo>
                  <a:pt x="8784333" y="1464564"/>
                </a:lnTo>
                <a:lnTo>
                  <a:pt x="8779761" y="1469136"/>
                </a:lnTo>
                <a:lnTo>
                  <a:pt x="8779761" y="1473708"/>
                </a:lnTo>
                <a:lnTo>
                  <a:pt x="8784333" y="1473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6932553" y="2063495"/>
            <a:ext cx="466725" cy="457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300"/>
              </a:spcBef>
            </a:pPr>
            <a:r>
              <a:rPr sz="2400" spc="-50" dirty="0">
                <a:latin typeface="Arial MT"/>
                <a:cs typeface="Arial MT"/>
              </a:rPr>
              <a:t>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2719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4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Coulomb's</a:t>
            </a:r>
            <a:r>
              <a:rPr spc="-25" dirty="0">
                <a:solidFill>
                  <a:srgbClr val="0000FF"/>
                </a:solidFill>
              </a:rPr>
              <a:t> Law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904120" y="653979"/>
            <a:ext cx="4314825" cy="10128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0"/>
              </a:spcBef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6</a:t>
            </a:r>
            <a:endParaRPr sz="2200">
              <a:latin typeface="Arial"/>
              <a:cs typeface="Arial"/>
            </a:endParaRPr>
          </a:p>
          <a:p>
            <a:pPr marL="151765">
              <a:lnSpc>
                <a:spcPts val="2045"/>
              </a:lnSpc>
              <a:spcBef>
                <a:spcPts val="270"/>
              </a:spcBef>
            </a:pP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Is</a:t>
            </a:r>
            <a:r>
              <a:rPr sz="20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equilibrium</a:t>
            </a:r>
            <a:r>
              <a:rPr sz="2000" spc="-3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stable</a:t>
            </a:r>
            <a:r>
              <a:rPr sz="20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or</a:t>
            </a:r>
            <a:r>
              <a:rPr sz="20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unstable?</a:t>
            </a:r>
            <a:endParaRPr sz="2000">
              <a:latin typeface="Arial MT"/>
              <a:cs typeface="Arial MT"/>
            </a:endParaRPr>
          </a:p>
          <a:p>
            <a:pPr marL="426720" algn="ctr">
              <a:lnSpc>
                <a:spcPts val="2525"/>
              </a:lnSpc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+8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19785" y="349008"/>
            <a:ext cx="9098280" cy="6814184"/>
          </a:xfrm>
          <a:custGeom>
            <a:avLst/>
            <a:gdLst/>
            <a:ahLst/>
            <a:cxnLst/>
            <a:rect l="l" t="t" r="r" b="b"/>
            <a:pathLst>
              <a:path w="9098280" h="6814184">
                <a:moveTo>
                  <a:pt x="8898636" y="5024628"/>
                </a:moveTo>
                <a:lnTo>
                  <a:pt x="8889492" y="5024628"/>
                </a:lnTo>
                <a:lnTo>
                  <a:pt x="8889492" y="5035296"/>
                </a:lnTo>
                <a:lnTo>
                  <a:pt x="8889492" y="6396228"/>
                </a:lnTo>
                <a:lnTo>
                  <a:pt x="164592" y="6396228"/>
                </a:lnTo>
                <a:lnTo>
                  <a:pt x="164592" y="5035296"/>
                </a:lnTo>
                <a:lnTo>
                  <a:pt x="8889492" y="5035296"/>
                </a:lnTo>
                <a:lnTo>
                  <a:pt x="8889492" y="5024628"/>
                </a:lnTo>
                <a:lnTo>
                  <a:pt x="155448" y="5024628"/>
                </a:lnTo>
                <a:lnTo>
                  <a:pt x="155448" y="6406896"/>
                </a:lnTo>
                <a:lnTo>
                  <a:pt x="160020" y="6406896"/>
                </a:lnTo>
                <a:lnTo>
                  <a:pt x="164592" y="6406896"/>
                </a:lnTo>
                <a:lnTo>
                  <a:pt x="8889492" y="6406896"/>
                </a:lnTo>
                <a:lnTo>
                  <a:pt x="8894064" y="6406896"/>
                </a:lnTo>
                <a:lnTo>
                  <a:pt x="8898636" y="6406896"/>
                </a:lnTo>
                <a:lnTo>
                  <a:pt x="8898636" y="5024628"/>
                </a:lnTo>
                <a:close/>
              </a:path>
              <a:path w="9098280" h="6814184">
                <a:moveTo>
                  <a:pt x="8898636" y="3614928"/>
                </a:moveTo>
                <a:lnTo>
                  <a:pt x="8889492" y="3614928"/>
                </a:lnTo>
                <a:lnTo>
                  <a:pt x="8889492" y="3625596"/>
                </a:lnTo>
                <a:lnTo>
                  <a:pt x="8889492" y="4986528"/>
                </a:lnTo>
                <a:lnTo>
                  <a:pt x="164592" y="4986528"/>
                </a:lnTo>
                <a:lnTo>
                  <a:pt x="164592" y="3625596"/>
                </a:lnTo>
                <a:lnTo>
                  <a:pt x="8889492" y="3625596"/>
                </a:lnTo>
                <a:lnTo>
                  <a:pt x="8889492" y="3614928"/>
                </a:lnTo>
                <a:lnTo>
                  <a:pt x="155448" y="3614928"/>
                </a:lnTo>
                <a:lnTo>
                  <a:pt x="155448" y="4997196"/>
                </a:lnTo>
                <a:lnTo>
                  <a:pt x="160020" y="4997196"/>
                </a:lnTo>
                <a:lnTo>
                  <a:pt x="164592" y="4997196"/>
                </a:lnTo>
                <a:lnTo>
                  <a:pt x="8889492" y="4997196"/>
                </a:lnTo>
                <a:lnTo>
                  <a:pt x="8894064" y="4997196"/>
                </a:lnTo>
                <a:lnTo>
                  <a:pt x="8898636" y="4997196"/>
                </a:lnTo>
                <a:lnTo>
                  <a:pt x="8898636" y="3614928"/>
                </a:lnTo>
                <a:close/>
              </a:path>
              <a:path w="9098280" h="6814184">
                <a:moveTo>
                  <a:pt x="8921496" y="2243328"/>
                </a:moveTo>
                <a:lnTo>
                  <a:pt x="8912352" y="2243328"/>
                </a:lnTo>
                <a:lnTo>
                  <a:pt x="8912352" y="2253996"/>
                </a:lnTo>
                <a:lnTo>
                  <a:pt x="8912352" y="6769608"/>
                </a:lnTo>
                <a:lnTo>
                  <a:pt x="141732" y="6769608"/>
                </a:lnTo>
                <a:lnTo>
                  <a:pt x="141732" y="2253996"/>
                </a:lnTo>
                <a:lnTo>
                  <a:pt x="8912352" y="2253996"/>
                </a:lnTo>
                <a:lnTo>
                  <a:pt x="8912352" y="2243328"/>
                </a:lnTo>
                <a:lnTo>
                  <a:pt x="132588" y="2243328"/>
                </a:lnTo>
                <a:lnTo>
                  <a:pt x="132588" y="6778752"/>
                </a:lnTo>
                <a:lnTo>
                  <a:pt x="137160" y="6778752"/>
                </a:lnTo>
                <a:lnTo>
                  <a:pt x="141732" y="6778752"/>
                </a:lnTo>
                <a:lnTo>
                  <a:pt x="8912352" y="6778752"/>
                </a:lnTo>
                <a:lnTo>
                  <a:pt x="8916924" y="6778752"/>
                </a:lnTo>
                <a:lnTo>
                  <a:pt x="8921496" y="6778752"/>
                </a:lnTo>
                <a:lnTo>
                  <a:pt x="8921496" y="2243328"/>
                </a:lnTo>
                <a:close/>
              </a:path>
              <a:path w="9098280" h="6814184">
                <a:moveTo>
                  <a:pt x="9098280" y="0"/>
                </a:moveTo>
                <a:lnTo>
                  <a:pt x="9092184" y="0"/>
                </a:lnTo>
                <a:lnTo>
                  <a:pt x="9092184" y="7620"/>
                </a:lnTo>
                <a:lnTo>
                  <a:pt x="9092184" y="6801612"/>
                </a:lnTo>
                <a:lnTo>
                  <a:pt x="12192" y="6801612"/>
                </a:lnTo>
                <a:lnTo>
                  <a:pt x="12192" y="7620"/>
                </a:lnTo>
                <a:lnTo>
                  <a:pt x="9092184" y="7620"/>
                </a:lnTo>
                <a:lnTo>
                  <a:pt x="9092184" y="0"/>
                </a:lnTo>
                <a:lnTo>
                  <a:pt x="12192" y="0"/>
                </a:lnTo>
                <a:lnTo>
                  <a:pt x="0" y="0"/>
                </a:lnTo>
                <a:lnTo>
                  <a:pt x="0" y="6813804"/>
                </a:lnTo>
                <a:lnTo>
                  <a:pt x="6096" y="6813804"/>
                </a:lnTo>
                <a:lnTo>
                  <a:pt x="12192" y="6813804"/>
                </a:lnTo>
                <a:lnTo>
                  <a:pt x="9092184" y="6813804"/>
                </a:lnTo>
                <a:lnTo>
                  <a:pt x="9098280" y="6813804"/>
                </a:lnTo>
                <a:lnTo>
                  <a:pt x="9098280" y="6801612"/>
                </a:lnTo>
                <a:lnTo>
                  <a:pt x="9098280" y="7620"/>
                </a:lnTo>
                <a:lnTo>
                  <a:pt x="90982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043312" y="2584194"/>
            <a:ext cx="8126095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ts val="2255"/>
              </a:lnSpc>
              <a:spcBef>
                <a:spcPts val="10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equilibrium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stable,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equilibrium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position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moved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slightly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988945" y="4573015"/>
            <a:ext cx="3079750" cy="302260"/>
            <a:chOff x="4988945" y="4573015"/>
            <a:chExt cx="3079750" cy="302260"/>
          </a:xfrm>
        </p:grpSpPr>
        <p:sp>
          <p:nvSpPr>
            <p:cNvPr id="60" name="object 60"/>
            <p:cNvSpPr/>
            <p:nvPr/>
          </p:nvSpPr>
          <p:spPr>
            <a:xfrm>
              <a:off x="4994025" y="4578095"/>
              <a:ext cx="403860" cy="0"/>
            </a:xfrm>
            <a:custGeom>
              <a:avLst/>
              <a:gdLst/>
              <a:ahLst/>
              <a:cxnLst/>
              <a:rect l="l" t="t" r="r" b="b"/>
              <a:pathLst>
                <a:path w="403860">
                  <a:moveTo>
                    <a:pt x="0" y="0"/>
                  </a:moveTo>
                  <a:lnTo>
                    <a:pt x="403859" y="0"/>
                  </a:lnTo>
                </a:path>
              </a:pathLst>
            </a:custGeom>
            <a:ln w="100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108069" y="4872227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4">
                  <a:moveTo>
                    <a:pt x="0" y="0"/>
                  </a:moveTo>
                  <a:lnTo>
                    <a:pt x="300227" y="0"/>
                  </a:lnTo>
                </a:path>
              </a:pathLst>
            </a:custGeom>
            <a:ln w="504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656965" y="4578095"/>
              <a:ext cx="1039494" cy="0"/>
            </a:xfrm>
            <a:custGeom>
              <a:avLst/>
              <a:gdLst/>
              <a:ahLst/>
              <a:cxnLst/>
              <a:rect l="l" t="t" r="r" b="b"/>
              <a:pathLst>
                <a:path w="1039495">
                  <a:moveTo>
                    <a:pt x="0" y="0"/>
                  </a:moveTo>
                  <a:lnTo>
                    <a:pt x="1039367" y="0"/>
                  </a:lnTo>
                </a:path>
              </a:pathLst>
            </a:custGeom>
            <a:ln w="100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485765" y="4872227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90">
                  <a:moveTo>
                    <a:pt x="0" y="0"/>
                  </a:moveTo>
                  <a:lnTo>
                    <a:pt x="288035" y="0"/>
                  </a:lnTo>
                </a:path>
              </a:pathLst>
            </a:custGeom>
            <a:ln w="504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036185" y="4578095"/>
              <a:ext cx="1027430" cy="0"/>
            </a:xfrm>
            <a:custGeom>
              <a:avLst/>
              <a:gdLst/>
              <a:ahLst/>
              <a:cxnLst/>
              <a:rect l="l" t="t" r="r" b="b"/>
              <a:pathLst>
                <a:path w="1027429">
                  <a:moveTo>
                    <a:pt x="0" y="0"/>
                  </a:moveTo>
                  <a:lnTo>
                    <a:pt x="1027175" y="0"/>
                  </a:lnTo>
                </a:path>
              </a:pathLst>
            </a:custGeom>
            <a:ln w="1009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184023" y="4566953"/>
            <a:ext cx="10477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69647" y="4231042"/>
            <a:ext cx="432434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2e</a:t>
            </a:r>
            <a:r>
              <a:rPr sz="1650" spc="-37" baseline="42929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650" baseline="42929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106043" y="4231042"/>
            <a:ext cx="16065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776602" y="4384966"/>
            <a:ext cx="10668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477642" y="4231042"/>
            <a:ext cx="16065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1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470529" y="4384966"/>
            <a:ext cx="10668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(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86779" y="4528222"/>
            <a:ext cx="28448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0000FF"/>
                </a:solidFill>
                <a:latin typeface="Arial MT"/>
                <a:cs typeface="Arial MT"/>
              </a:rPr>
              <a:t>dx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028054" y="4677574"/>
            <a:ext cx="38544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0000FF"/>
                </a:solidFill>
                <a:latin typeface="Arial MT"/>
                <a:cs typeface="Arial MT"/>
              </a:rPr>
              <a:t>(1+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831710" y="4569370"/>
            <a:ext cx="23622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850" spc="-37" baseline="-24853" dirty="0">
                <a:solidFill>
                  <a:srgbClr val="0000FF"/>
                </a:solidFill>
                <a:latin typeface="Arial MT"/>
                <a:cs typeface="Arial MT"/>
              </a:rPr>
              <a:t>)</a:t>
            </a:r>
            <a:r>
              <a:rPr sz="1100" spc="-25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544698" y="4863502"/>
            <a:ext cx="16065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115187" y="4528222"/>
            <a:ext cx="28448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dx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071246" y="4573942"/>
            <a:ext cx="16065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297060" y="4384966"/>
            <a:ext cx="61214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50" spc="104" baseline="-4385" dirty="0">
                <a:solidFill>
                  <a:srgbClr val="0000FF"/>
                </a:solidFill>
                <a:latin typeface="Arial MT"/>
                <a:cs typeface="Arial MT"/>
              </a:rPr>
              <a:t>)</a:t>
            </a:r>
            <a:r>
              <a:rPr sz="2850" spc="104" baseline="-4385" dirty="0">
                <a:latin typeface="Arial MT"/>
                <a:cs typeface="Arial MT"/>
              </a:rPr>
              <a:t>i</a:t>
            </a:r>
            <a:r>
              <a:rPr sz="2850" spc="382" baseline="-43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Arial MT"/>
                <a:cs typeface="Arial MT"/>
              </a:rPr>
              <a:t>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650367" y="4677574"/>
            <a:ext cx="38544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(1+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466216" y="4569370"/>
            <a:ext cx="23431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850" spc="-37" baseline="-24853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100" spc="-25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109091" y="4863502"/>
            <a:ext cx="29781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2L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146677" y="4384966"/>
            <a:ext cx="73787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65" dirty="0">
                <a:solidFill>
                  <a:srgbClr val="0000FF"/>
                </a:solidFill>
                <a:latin typeface="Arial MT"/>
                <a:cs typeface="Arial MT"/>
              </a:rPr>
              <a:t>)</a:t>
            </a:r>
            <a:r>
              <a:rPr sz="1900" spc="65" dirty="0">
                <a:latin typeface="Arial MT"/>
                <a:cs typeface="Arial MT"/>
              </a:rPr>
              <a:t>i</a:t>
            </a:r>
            <a:r>
              <a:rPr sz="1900" spc="10" dirty="0">
                <a:latin typeface="Arial MT"/>
                <a:cs typeface="Arial MT"/>
              </a:rPr>
              <a:t>  </a:t>
            </a:r>
            <a:r>
              <a:rPr sz="1900" dirty="0">
                <a:latin typeface="Arial MT"/>
                <a:cs typeface="Arial MT"/>
              </a:rPr>
              <a:t>&gt;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0</a:t>
            </a:r>
            <a:r>
              <a:rPr sz="1900" spc="-360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i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203066" y="4301146"/>
            <a:ext cx="73088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71500" algn="l"/>
              </a:tabLst>
            </a:pPr>
            <a:r>
              <a:rPr sz="1900" spc="-50" dirty="0">
                <a:latin typeface="Courier New"/>
                <a:cs typeface="Courier New"/>
              </a:rPr>
              <a:t>ˆ</a:t>
            </a:r>
            <a:r>
              <a:rPr sz="1900" dirty="0">
                <a:latin typeface="Courier New"/>
                <a:cs typeface="Courier New"/>
              </a:rPr>
              <a:t>	</a:t>
            </a:r>
            <a:r>
              <a:rPr sz="1900" spc="-50" dirty="0">
                <a:latin typeface="Courier New"/>
                <a:cs typeface="Courier New"/>
              </a:rPr>
              <a:t>ˆ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4894965" y="6005608"/>
            <a:ext cx="2956560" cy="300355"/>
            <a:chOff x="4894965" y="6005608"/>
            <a:chExt cx="2956560" cy="300355"/>
          </a:xfrm>
        </p:grpSpPr>
        <p:sp>
          <p:nvSpPr>
            <p:cNvPr id="84" name="object 84"/>
            <p:cNvSpPr/>
            <p:nvPr/>
          </p:nvSpPr>
          <p:spPr>
            <a:xfrm>
              <a:off x="4894965" y="6010655"/>
              <a:ext cx="405765" cy="0"/>
            </a:xfrm>
            <a:custGeom>
              <a:avLst/>
              <a:gdLst/>
              <a:ahLst/>
              <a:cxnLst/>
              <a:rect l="l" t="t" r="r" b="b"/>
              <a:pathLst>
                <a:path w="405764">
                  <a:moveTo>
                    <a:pt x="0" y="0"/>
                  </a:moveTo>
                  <a:lnTo>
                    <a:pt x="405383" y="0"/>
                  </a:lnTo>
                </a:path>
              </a:pathLst>
            </a:custGeom>
            <a:ln w="100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952621" y="6303263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4">
                  <a:moveTo>
                    <a:pt x="0" y="0"/>
                  </a:moveTo>
                  <a:lnTo>
                    <a:pt x="300227" y="0"/>
                  </a:lnTo>
                </a:path>
              </a:pathLst>
            </a:custGeom>
            <a:ln w="504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559429" y="6010655"/>
              <a:ext cx="981710" cy="0"/>
            </a:xfrm>
            <a:custGeom>
              <a:avLst/>
              <a:gdLst/>
              <a:ahLst/>
              <a:cxnLst/>
              <a:rect l="l" t="t" r="r" b="b"/>
              <a:pathLst>
                <a:path w="981709">
                  <a:moveTo>
                    <a:pt x="0" y="0"/>
                  </a:moveTo>
                  <a:lnTo>
                    <a:pt x="981455" y="0"/>
                  </a:lnTo>
                </a:path>
              </a:pathLst>
            </a:custGeom>
            <a:ln w="100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73929" y="6303263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90">
                  <a:moveTo>
                    <a:pt x="0" y="0"/>
                  </a:moveTo>
                  <a:lnTo>
                    <a:pt x="288035" y="0"/>
                  </a:lnTo>
                </a:path>
              </a:pathLst>
            </a:custGeom>
            <a:ln w="504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880737" y="6010655"/>
              <a:ext cx="970915" cy="0"/>
            </a:xfrm>
            <a:custGeom>
              <a:avLst/>
              <a:gdLst/>
              <a:ahLst/>
              <a:cxnLst/>
              <a:rect l="l" t="t" r="r" b="b"/>
              <a:pathLst>
                <a:path w="970915">
                  <a:moveTo>
                    <a:pt x="0" y="0"/>
                  </a:moveTo>
                  <a:lnTo>
                    <a:pt x="970787" y="0"/>
                  </a:lnTo>
                </a:path>
              </a:pathLst>
            </a:custGeom>
            <a:ln w="1009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2707524" y="5998097"/>
            <a:ext cx="2483485" cy="1955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292225" algn="l"/>
                <a:tab pos="2391410" algn="l"/>
              </a:tabLst>
            </a:pPr>
            <a:r>
              <a:rPr sz="1650" spc="-75" baseline="2525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1650" baseline="2525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650" spc="-75" baseline="2525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r>
              <a:rPr sz="1650" baseline="2525" dirty="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sz="1100" spc="-50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069476" y="5663786"/>
            <a:ext cx="324612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1353185" algn="l"/>
                <a:tab pos="2839085" algn="l"/>
              </a:tabLst>
            </a:pPr>
            <a:r>
              <a:rPr sz="2850" spc="-15" baseline="1461" dirty="0">
                <a:solidFill>
                  <a:srgbClr val="FF0000"/>
                </a:solidFill>
                <a:latin typeface="Arial MT"/>
                <a:cs typeface="Arial MT"/>
              </a:rPr>
              <a:t>e(8e)</a:t>
            </a:r>
            <a:r>
              <a:rPr sz="2850" baseline="1461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2850" spc="-15" baseline="1461" dirty="0">
                <a:solidFill>
                  <a:srgbClr val="0000FF"/>
                </a:solidFill>
                <a:latin typeface="Arial MT"/>
                <a:cs typeface="Arial MT"/>
              </a:rPr>
              <a:t>e(2e)</a:t>
            </a:r>
            <a:r>
              <a:rPr sz="2850" baseline="1461" dirty="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2e</a:t>
            </a:r>
            <a:r>
              <a:rPr sz="1650" spc="-37" baseline="42929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650" baseline="42929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978033" y="5664000"/>
            <a:ext cx="16065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621166" y="5816400"/>
            <a:ext cx="10668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294762" y="5664000"/>
            <a:ext cx="16065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1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274952" y="5961180"/>
            <a:ext cx="28448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0000FF"/>
                </a:solidFill>
                <a:latin typeface="Arial MT"/>
                <a:cs typeface="Arial MT"/>
              </a:rPr>
              <a:t>dx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874137" y="6110532"/>
            <a:ext cx="32321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dirty="0">
                <a:solidFill>
                  <a:srgbClr val="0000FF"/>
                </a:solidFill>
                <a:latin typeface="Arial MT"/>
                <a:cs typeface="Arial MT"/>
              </a:rPr>
              <a:t>(1-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619886" y="6000804"/>
            <a:ext cx="23431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850" spc="-37" baseline="-24853" dirty="0">
                <a:solidFill>
                  <a:srgbClr val="0000FF"/>
                </a:solidFill>
                <a:latin typeface="Arial MT"/>
                <a:cs typeface="Arial MT"/>
              </a:rPr>
              <a:t>)</a:t>
            </a:r>
            <a:r>
              <a:rPr sz="1100" spc="-25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959736" y="5961180"/>
            <a:ext cx="28448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dx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937903" y="6006686"/>
            <a:ext cx="319468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60805" algn="l"/>
                <a:tab pos="3046730" algn="l"/>
              </a:tabLst>
            </a:pPr>
            <a:r>
              <a:rPr sz="2850" spc="-15" baseline="1461" dirty="0">
                <a:solidFill>
                  <a:srgbClr val="FF0000"/>
                </a:solidFill>
                <a:latin typeface="Arial MT"/>
                <a:cs typeface="Arial MT"/>
              </a:rPr>
              <a:t>(2L-</a:t>
            </a:r>
            <a:r>
              <a:rPr sz="2850" spc="-37" baseline="1461" dirty="0">
                <a:solidFill>
                  <a:srgbClr val="FF0000"/>
                </a:solidFill>
                <a:latin typeface="Arial MT"/>
                <a:cs typeface="Arial MT"/>
              </a:rPr>
              <a:t>dx)</a:t>
            </a:r>
            <a:r>
              <a:rPr sz="2850" baseline="1461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2850" baseline="1461" dirty="0">
                <a:solidFill>
                  <a:srgbClr val="0000FF"/>
                </a:solidFill>
                <a:latin typeface="Arial MT"/>
                <a:cs typeface="Arial MT"/>
              </a:rPr>
              <a:t>(L-</a:t>
            </a:r>
            <a:r>
              <a:rPr sz="2850" spc="-15" baseline="1461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50" spc="-37" baseline="1461" dirty="0">
                <a:solidFill>
                  <a:srgbClr val="0000FF"/>
                </a:solidFill>
                <a:latin typeface="Arial MT"/>
                <a:cs typeface="Arial MT"/>
              </a:rPr>
              <a:t>dx)</a:t>
            </a:r>
            <a:r>
              <a:rPr sz="2850" baseline="1461" dirty="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sz="1900" spc="-50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551303" y="6110532"/>
            <a:ext cx="32448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(1-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310765" y="6000804"/>
            <a:ext cx="23431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850" spc="-37" baseline="-24853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100" spc="-25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913265" y="5816186"/>
            <a:ext cx="256476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95400" algn="l"/>
                <a:tab pos="2470785" algn="l"/>
              </a:tabLst>
            </a:pPr>
            <a:r>
              <a:rPr sz="2850" baseline="1461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2850" spc="-22" baseline="146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50" spc="-75" baseline="1461" dirty="0">
                <a:solidFill>
                  <a:srgbClr val="0000FF"/>
                </a:solidFill>
                <a:latin typeface="Arial MT"/>
                <a:cs typeface="Arial MT"/>
              </a:rPr>
              <a:t>k</a:t>
            </a:r>
            <a:r>
              <a:rPr sz="2850" baseline="1461" dirty="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sz="2850" spc="-15" baseline="1461" dirty="0">
                <a:solidFill>
                  <a:srgbClr val="0000FF"/>
                </a:solidFill>
                <a:latin typeface="Arial MT"/>
                <a:cs typeface="Arial MT"/>
              </a:rPr>
              <a:t>)</a:t>
            </a:r>
            <a:r>
              <a:rPr sz="2850" spc="-547" baseline="1461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50" baseline="1461" dirty="0">
                <a:latin typeface="Arial MT"/>
                <a:cs typeface="Arial MT"/>
              </a:rPr>
              <a:t>i</a:t>
            </a:r>
            <a:r>
              <a:rPr sz="2850" spc="375" baseline="1461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Arial MT"/>
                <a:cs typeface="Arial MT"/>
              </a:rPr>
              <a:t>k</a:t>
            </a:r>
            <a:r>
              <a:rPr sz="19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(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331338" y="6294936"/>
            <a:ext cx="16065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953643" y="6294936"/>
            <a:ext cx="29781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25" dirty="0">
                <a:solidFill>
                  <a:srgbClr val="FF0000"/>
                </a:solidFill>
                <a:latin typeface="Arial MT"/>
                <a:cs typeface="Arial MT"/>
              </a:rPr>
              <a:t>2L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909461" y="5816400"/>
            <a:ext cx="76898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900" spc="-210" dirty="0">
                <a:solidFill>
                  <a:srgbClr val="0000FF"/>
                </a:solidFill>
                <a:latin typeface="Arial MT"/>
                <a:cs typeface="Arial MT"/>
              </a:rPr>
              <a:t>)</a:t>
            </a:r>
            <a:r>
              <a:rPr sz="2850" spc="-1214" baseline="19005" dirty="0">
                <a:latin typeface="Courier New"/>
                <a:cs typeface="Courier New"/>
              </a:rPr>
              <a:t>ˆ</a:t>
            </a:r>
            <a:r>
              <a:rPr sz="1900" spc="-10" dirty="0">
                <a:latin typeface="Arial MT"/>
                <a:cs typeface="Arial MT"/>
              </a:rPr>
              <a:t>i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&lt;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spc="-195" dirty="0">
                <a:latin typeface="Arial MT"/>
                <a:cs typeface="Arial MT"/>
              </a:rPr>
              <a:t>0</a:t>
            </a:r>
            <a:r>
              <a:rPr sz="2850" spc="-1260" baseline="19005" dirty="0">
                <a:latin typeface="Courier New"/>
                <a:cs typeface="Courier New"/>
              </a:rPr>
              <a:t>ˆ</a:t>
            </a:r>
            <a:r>
              <a:rPr sz="1900" spc="-25" dirty="0">
                <a:latin typeface="Arial MT"/>
                <a:cs typeface="Arial MT"/>
              </a:rPr>
              <a:t>i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0952" y="3911598"/>
            <a:ext cx="81324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What</a:t>
            </a:r>
            <a:r>
              <a:rPr sz="2000" spc="-5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magnitude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electrostatic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force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between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sphere</a:t>
            </a:r>
            <a:r>
              <a:rPr sz="2000" spc="-15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</a:t>
            </a:r>
            <a:r>
              <a:rPr sz="2000" spc="-1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3200"/>
                </a:solidFill>
                <a:latin typeface="Arial MT"/>
                <a:cs typeface="Arial MT"/>
              </a:rPr>
              <a:t>B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after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removing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conducting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wire?</a:t>
            </a:r>
            <a:r>
              <a:rPr sz="2000" spc="49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Ignore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induced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charges.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58062" y="1687068"/>
            <a:ext cx="5194300" cy="2062480"/>
            <a:chOff x="3758062" y="1687068"/>
            <a:chExt cx="5194300" cy="2062480"/>
          </a:xfrm>
        </p:grpSpPr>
        <p:sp>
          <p:nvSpPr>
            <p:cNvPr id="5" name="object 5"/>
            <p:cNvSpPr/>
            <p:nvPr/>
          </p:nvSpPr>
          <p:spPr>
            <a:xfrm>
              <a:off x="3758062" y="2548128"/>
              <a:ext cx="1057910" cy="341630"/>
            </a:xfrm>
            <a:custGeom>
              <a:avLst/>
              <a:gdLst/>
              <a:ahLst/>
              <a:cxnLst/>
              <a:rect l="l" t="t" r="r" b="b"/>
              <a:pathLst>
                <a:path w="1057910" h="341630">
                  <a:moveTo>
                    <a:pt x="787908" y="83820"/>
                  </a:moveTo>
                  <a:lnTo>
                    <a:pt x="0" y="83820"/>
                  </a:lnTo>
                  <a:lnTo>
                    <a:pt x="0" y="256032"/>
                  </a:lnTo>
                  <a:lnTo>
                    <a:pt x="4572" y="256032"/>
                  </a:lnTo>
                  <a:lnTo>
                    <a:pt x="4572" y="94488"/>
                  </a:lnTo>
                  <a:lnTo>
                    <a:pt x="9144" y="89916"/>
                  </a:lnTo>
                  <a:lnTo>
                    <a:pt x="9144" y="94488"/>
                  </a:lnTo>
                  <a:lnTo>
                    <a:pt x="783336" y="94488"/>
                  </a:lnTo>
                  <a:lnTo>
                    <a:pt x="783336" y="89916"/>
                  </a:lnTo>
                  <a:lnTo>
                    <a:pt x="787908" y="83820"/>
                  </a:lnTo>
                  <a:close/>
                </a:path>
                <a:path w="1057910" h="341630">
                  <a:moveTo>
                    <a:pt x="9144" y="94488"/>
                  </a:moveTo>
                  <a:lnTo>
                    <a:pt x="9144" y="89916"/>
                  </a:lnTo>
                  <a:lnTo>
                    <a:pt x="4572" y="94488"/>
                  </a:lnTo>
                  <a:lnTo>
                    <a:pt x="9144" y="94488"/>
                  </a:lnTo>
                  <a:close/>
                </a:path>
                <a:path w="1057910" h="341630">
                  <a:moveTo>
                    <a:pt x="9144" y="246888"/>
                  </a:moveTo>
                  <a:lnTo>
                    <a:pt x="9144" y="94488"/>
                  </a:lnTo>
                  <a:lnTo>
                    <a:pt x="4572" y="94488"/>
                  </a:lnTo>
                  <a:lnTo>
                    <a:pt x="4572" y="246888"/>
                  </a:lnTo>
                  <a:lnTo>
                    <a:pt x="9144" y="246888"/>
                  </a:lnTo>
                  <a:close/>
                </a:path>
                <a:path w="1057910" h="341630">
                  <a:moveTo>
                    <a:pt x="792480" y="322963"/>
                  </a:moveTo>
                  <a:lnTo>
                    <a:pt x="792480" y="246888"/>
                  </a:lnTo>
                  <a:lnTo>
                    <a:pt x="4572" y="246888"/>
                  </a:lnTo>
                  <a:lnTo>
                    <a:pt x="9144" y="251460"/>
                  </a:lnTo>
                  <a:lnTo>
                    <a:pt x="9144" y="256032"/>
                  </a:lnTo>
                  <a:lnTo>
                    <a:pt x="783336" y="256032"/>
                  </a:lnTo>
                  <a:lnTo>
                    <a:pt x="783336" y="251460"/>
                  </a:lnTo>
                  <a:lnTo>
                    <a:pt x="787908" y="256032"/>
                  </a:lnTo>
                  <a:lnTo>
                    <a:pt x="787908" y="325781"/>
                  </a:lnTo>
                  <a:lnTo>
                    <a:pt x="792480" y="322963"/>
                  </a:lnTo>
                  <a:close/>
                </a:path>
                <a:path w="1057910" h="341630">
                  <a:moveTo>
                    <a:pt x="9144" y="256032"/>
                  </a:moveTo>
                  <a:lnTo>
                    <a:pt x="9144" y="251460"/>
                  </a:lnTo>
                  <a:lnTo>
                    <a:pt x="4572" y="246888"/>
                  </a:lnTo>
                  <a:lnTo>
                    <a:pt x="4572" y="256032"/>
                  </a:lnTo>
                  <a:lnTo>
                    <a:pt x="9144" y="256032"/>
                  </a:lnTo>
                  <a:close/>
                </a:path>
                <a:path w="1057910" h="341630">
                  <a:moveTo>
                    <a:pt x="1057656" y="170688"/>
                  </a:moveTo>
                  <a:lnTo>
                    <a:pt x="783336" y="0"/>
                  </a:lnTo>
                  <a:lnTo>
                    <a:pt x="783336" y="83820"/>
                  </a:lnTo>
                  <a:lnTo>
                    <a:pt x="784860" y="83820"/>
                  </a:lnTo>
                  <a:lnTo>
                    <a:pt x="784860" y="12192"/>
                  </a:lnTo>
                  <a:lnTo>
                    <a:pt x="792480" y="7620"/>
                  </a:lnTo>
                  <a:lnTo>
                    <a:pt x="792480" y="16888"/>
                  </a:lnTo>
                  <a:lnTo>
                    <a:pt x="1040805" y="169926"/>
                  </a:lnTo>
                  <a:lnTo>
                    <a:pt x="1046988" y="166116"/>
                  </a:lnTo>
                  <a:lnTo>
                    <a:pt x="1046988" y="177325"/>
                  </a:lnTo>
                  <a:lnTo>
                    <a:pt x="1057656" y="170688"/>
                  </a:lnTo>
                  <a:close/>
                </a:path>
                <a:path w="1057910" h="341630">
                  <a:moveTo>
                    <a:pt x="787908" y="94488"/>
                  </a:moveTo>
                  <a:lnTo>
                    <a:pt x="787908" y="83820"/>
                  </a:lnTo>
                  <a:lnTo>
                    <a:pt x="783336" y="89916"/>
                  </a:lnTo>
                  <a:lnTo>
                    <a:pt x="783336" y="94488"/>
                  </a:lnTo>
                  <a:lnTo>
                    <a:pt x="787908" y="94488"/>
                  </a:lnTo>
                  <a:close/>
                </a:path>
                <a:path w="1057910" h="341630">
                  <a:moveTo>
                    <a:pt x="787908" y="256032"/>
                  </a:moveTo>
                  <a:lnTo>
                    <a:pt x="783336" y="251460"/>
                  </a:lnTo>
                  <a:lnTo>
                    <a:pt x="783336" y="256032"/>
                  </a:lnTo>
                  <a:lnTo>
                    <a:pt x="787908" y="256032"/>
                  </a:lnTo>
                  <a:close/>
                </a:path>
                <a:path w="1057910" h="341630">
                  <a:moveTo>
                    <a:pt x="787908" y="325781"/>
                  </a:moveTo>
                  <a:lnTo>
                    <a:pt x="787908" y="256032"/>
                  </a:lnTo>
                  <a:lnTo>
                    <a:pt x="783336" y="256032"/>
                  </a:lnTo>
                  <a:lnTo>
                    <a:pt x="783336" y="341376"/>
                  </a:lnTo>
                  <a:lnTo>
                    <a:pt x="784860" y="340427"/>
                  </a:lnTo>
                  <a:lnTo>
                    <a:pt x="784860" y="327660"/>
                  </a:lnTo>
                  <a:lnTo>
                    <a:pt x="787908" y="325781"/>
                  </a:lnTo>
                  <a:close/>
                </a:path>
                <a:path w="1057910" h="341630">
                  <a:moveTo>
                    <a:pt x="792480" y="16888"/>
                  </a:moveTo>
                  <a:lnTo>
                    <a:pt x="792480" y="7620"/>
                  </a:lnTo>
                  <a:lnTo>
                    <a:pt x="784860" y="12192"/>
                  </a:lnTo>
                  <a:lnTo>
                    <a:pt x="792480" y="16888"/>
                  </a:lnTo>
                  <a:close/>
                </a:path>
                <a:path w="1057910" h="341630">
                  <a:moveTo>
                    <a:pt x="792480" y="94488"/>
                  </a:moveTo>
                  <a:lnTo>
                    <a:pt x="792480" y="16888"/>
                  </a:lnTo>
                  <a:lnTo>
                    <a:pt x="784860" y="12192"/>
                  </a:lnTo>
                  <a:lnTo>
                    <a:pt x="784860" y="83820"/>
                  </a:lnTo>
                  <a:lnTo>
                    <a:pt x="787908" y="83820"/>
                  </a:lnTo>
                  <a:lnTo>
                    <a:pt x="787908" y="94488"/>
                  </a:lnTo>
                  <a:lnTo>
                    <a:pt x="792480" y="94488"/>
                  </a:lnTo>
                  <a:close/>
                </a:path>
                <a:path w="1057910" h="341630">
                  <a:moveTo>
                    <a:pt x="1046988" y="177325"/>
                  </a:moveTo>
                  <a:lnTo>
                    <a:pt x="1046988" y="173736"/>
                  </a:lnTo>
                  <a:lnTo>
                    <a:pt x="1040805" y="169926"/>
                  </a:lnTo>
                  <a:lnTo>
                    <a:pt x="784860" y="327660"/>
                  </a:lnTo>
                  <a:lnTo>
                    <a:pt x="792480" y="332232"/>
                  </a:lnTo>
                  <a:lnTo>
                    <a:pt x="792480" y="335686"/>
                  </a:lnTo>
                  <a:lnTo>
                    <a:pt x="1046988" y="177325"/>
                  </a:lnTo>
                  <a:close/>
                </a:path>
                <a:path w="1057910" h="341630">
                  <a:moveTo>
                    <a:pt x="792480" y="335686"/>
                  </a:moveTo>
                  <a:lnTo>
                    <a:pt x="792480" y="332232"/>
                  </a:lnTo>
                  <a:lnTo>
                    <a:pt x="784860" y="327660"/>
                  </a:lnTo>
                  <a:lnTo>
                    <a:pt x="784860" y="340427"/>
                  </a:lnTo>
                  <a:lnTo>
                    <a:pt x="792480" y="335686"/>
                  </a:lnTo>
                  <a:close/>
                </a:path>
                <a:path w="1057910" h="341630">
                  <a:moveTo>
                    <a:pt x="1046988" y="173736"/>
                  </a:moveTo>
                  <a:lnTo>
                    <a:pt x="1046988" y="166116"/>
                  </a:lnTo>
                  <a:lnTo>
                    <a:pt x="1040805" y="169926"/>
                  </a:lnTo>
                  <a:lnTo>
                    <a:pt x="1046988" y="173736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87929" y="1691640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59663"/>
                  </a:moveTo>
                  <a:lnTo>
                    <a:pt x="716034" y="310968"/>
                  </a:lnTo>
                  <a:lnTo>
                    <a:pt x="706444" y="264230"/>
                  </a:lnTo>
                  <a:lnTo>
                    <a:pt x="690991" y="219884"/>
                  </a:lnTo>
                  <a:lnTo>
                    <a:pt x="670108" y="178364"/>
                  </a:lnTo>
                  <a:lnTo>
                    <a:pt x="644230" y="140103"/>
                  </a:lnTo>
                  <a:lnTo>
                    <a:pt x="613790" y="105536"/>
                  </a:lnTo>
                  <a:lnTo>
                    <a:pt x="579224" y="75097"/>
                  </a:lnTo>
                  <a:lnTo>
                    <a:pt x="540963" y="49219"/>
                  </a:lnTo>
                  <a:lnTo>
                    <a:pt x="499443" y="28336"/>
                  </a:lnTo>
                  <a:lnTo>
                    <a:pt x="455097" y="12883"/>
                  </a:lnTo>
                  <a:lnTo>
                    <a:pt x="408359" y="3293"/>
                  </a:lnTo>
                  <a:lnTo>
                    <a:pt x="359663" y="0"/>
                  </a:lnTo>
                  <a:lnTo>
                    <a:pt x="310968" y="3293"/>
                  </a:lnTo>
                  <a:lnTo>
                    <a:pt x="264230" y="12883"/>
                  </a:lnTo>
                  <a:lnTo>
                    <a:pt x="219884" y="28336"/>
                  </a:lnTo>
                  <a:lnTo>
                    <a:pt x="178364" y="49219"/>
                  </a:lnTo>
                  <a:lnTo>
                    <a:pt x="140103" y="75097"/>
                  </a:lnTo>
                  <a:lnTo>
                    <a:pt x="105536" y="105536"/>
                  </a:lnTo>
                  <a:lnTo>
                    <a:pt x="75097" y="140103"/>
                  </a:lnTo>
                  <a:lnTo>
                    <a:pt x="49219" y="178364"/>
                  </a:lnTo>
                  <a:lnTo>
                    <a:pt x="28336" y="219884"/>
                  </a:lnTo>
                  <a:lnTo>
                    <a:pt x="12883" y="264230"/>
                  </a:lnTo>
                  <a:lnTo>
                    <a:pt x="3293" y="310968"/>
                  </a:lnTo>
                  <a:lnTo>
                    <a:pt x="0" y="359663"/>
                  </a:lnTo>
                  <a:lnTo>
                    <a:pt x="3293" y="408709"/>
                  </a:lnTo>
                  <a:lnTo>
                    <a:pt x="12883" y="455739"/>
                  </a:lnTo>
                  <a:lnTo>
                    <a:pt x="28336" y="500324"/>
                  </a:lnTo>
                  <a:lnTo>
                    <a:pt x="49219" y="542035"/>
                  </a:lnTo>
                  <a:lnTo>
                    <a:pt x="75097" y="580445"/>
                  </a:lnTo>
                  <a:lnTo>
                    <a:pt x="105536" y="615124"/>
                  </a:lnTo>
                  <a:lnTo>
                    <a:pt x="140103" y="645644"/>
                  </a:lnTo>
                  <a:lnTo>
                    <a:pt x="178364" y="671575"/>
                  </a:lnTo>
                  <a:lnTo>
                    <a:pt x="219884" y="692491"/>
                  </a:lnTo>
                  <a:lnTo>
                    <a:pt x="264230" y="707961"/>
                  </a:lnTo>
                  <a:lnTo>
                    <a:pt x="31096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3358" y="1687068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82524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16280" y="272796"/>
                  </a:lnTo>
                  <a:lnTo>
                    <a:pt x="691896" y="205740"/>
                  </a:lnTo>
                  <a:lnTo>
                    <a:pt x="665988" y="160020"/>
                  </a:lnTo>
                  <a:lnTo>
                    <a:pt x="644652" y="132588"/>
                  </a:lnTo>
                  <a:lnTo>
                    <a:pt x="633984" y="118872"/>
                  </a:lnTo>
                  <a:lnTo>
                    <a:pt x="595884" y="82296"/>
                  </a:lnTo>
                  <a:lnTo>
                    <a:pt x="537972" y="42672"/>
                  </a:lnTo>
                  <a:lnTo>
                    <a:pt x="472440" y="15240"/>
                  </a:lnTo>
                  <a:lnTo>
                    <a:pt x="419100" y="3048"/>
                  </a:lnTo>
                  <a:lnTo>
                    <a:pt x="382524" y="0"/>
                  </a:lnTo>
                  <a:lnTo>
                    <a:pt x="345948" y="0"/>
                  </a:lnTo>
                  <a:lnTo>
                    <a:pt x="291084" y="6096"/>
                  </a:lnTo>
                  <a:lnTo>
                    <a:pt x="222504" y="27432"/>
                  </a:lnTo>
                  <a:lnTo>
                    <a:pt x="190500" y="44196"/>
                  </a:lnTo>
                  <a:lnTo>
                    <a:pt x="175260" y="51816"/>
                  </a:lnTo>
                  <a:lnTo>
                    <a:pt x="160020" y="62484"/>
                  </a:lnTo>
                  <a:lnTo>
                    <a:pt x="146304" y="71628"/>
                  </a:lnTo>
                  <a:lnTo>
                    <a:pt x="132588" y="82296"/>
                  </a:lnTo>
                  <a:lnTo>
                    <a:pt x="94488" y="118872"/>
                  </a:lnTo>
                  <a:lnTo>
                    <a:pt x="62484" y="160020"/>
                  </a:lnTo>
                  <a:lnTo>
                    <a:pt x="35052" y="205740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2796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7620" y="438912"/>
                  </a:lnTo>
                  <a:lnTo>
                    <a:pt x="9144" y="447294"/>
                  </a:lnTo>
                  <a:lnTo>
                    <a:pt x="9144" y="345948"/>
                  </a:lnTo>
                  <a:lnTo>
                    <a:pt x="10668" y="327660"/>
                  </a:lnTo>
                  <a:lnTo>
                    <a:pt x="13716" y="310896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38100" y="225552"/>
                  </a:lnTo>
                  <a:lnTo>
                    <a:pt x="44196" y="210312"/>
                  </a:lnTo>
                  <a:lnTo>
                    <a:pt x="51816" y="195072"/>
                  </a:lnTo>
                  <a:lnTo>
                    <a:pt x="60960" y="179832"/>
                  </a:lnTo>
                  <a:lnTo>
                    <a:pt x="70104" y="166116"/>
                  </a:lnTo>
                  <a:lnTo>
                    <a:pt x="79248" y="150876"/>
                  </a:lnTo>
                  <a:lnTo>
                    <a:pt x="89916" y="138684"/>
                  </a:lnTo>
                  <a:lnTo>
                    <a:pt x="102108" y="124968"/>
                  </a:lnTo>
                  <a:lnTo>
                    <a:pt x="112776" y="112776"/>
                  </a:lnTo>
                  <a:lnTo>
                    <a:pt x="152400" y="79248"/>
                  </a:lnTo>
                  <a:lnTo>
                    <a:pt x="195072" y="51816"/>
                  </a:lnTo>
                  <a:lnTo>
                    <a:pt x="259080" y="24384"/>
                  </a:lnTo>
                  <a:lnTo>
                    <a:pt x="310896" y="13716"/>
                  </a:lnTo>
                  <a:lnTo>
                    <a:pt x="327660" y="10668"/>
                  </a:lnTo>
                  <a:lnTo>
                    <a:pt x="345948" y="9144"/>
                  </a:lnTo>
                  <a:lnTo>
                    <a:pt x="382524" y="9144"/>
                  </a:lnTo>
                  <a:lnTo>
                    <a:pt x="452628" y="19812"/>
                  </a:lnTo>
                  <a:lnTo>
                    <a:pt x="502920" y="36576"/>
                  </a:lnTo>
                  <a:lnTo>
                    <a:pt x="548640" y="60960"/>
                  </a:lnTo>
                  <a:lnTo>
                    <a:pt x="603504" y="100584"/>
                  </a:lnTo>
                  <a:lnTo>
                    <a:pt x="626364" y="124968"/>
                  </a:lnTo>
                  <a:lnTo>
                    <a:pt x="638556" y="138684"/>
                  </a:lnTo>
                  <a:lnTo>
                    <a:pt x="667512" y="179832"/>
                  </a:lnTo>
                  <a:lnTo>
                    <a:pt x="691896" y="225552"/>
                  </a:lnTo>
                  <a:lnTo>
                    <a:pt x="711708" y="292608"/>
                  </a:lnTo>
                  <a:lnTo>
                    <a:pt x="714756" y="310896"/>
                  </a:lnTo>
                  <a:lnTo>
                    <a:pt x="717804" y="327660"/>
                  </a:lnTo>
                  <a:lnTo>
                    <a:pt x="717804" y="345948"/>
                  </a:lnTo>
                  <a:lnTo>
                    <a:pt x="719328" y="364236"/>
                  </a:lnTo>
                  <a:lnTo>
                    <a:pt x="719328" y="446532"/>
                  </a:lnTo>
                  <a:lnTo>
                    <a:pt x="720852" y="437388"/>
                  </a:lnTo>
                  <a:lnTo>
                    <a:pt x="723900" y="420624"/>
                  </a:lnTo>
                  <a:lnTo>
                    <a:pt x="726948" y="402336"/>
                  </a:lnTo>
                  <a:lnTo>
                    <a:pt x="728472" y="382524"/>
                  </a:lnTo>
                  <a:close/>
                </a:path>
                <a:path w="728979" h="730250">
                  <a:moveTo>
                    <a:pt x="719328" y="446532"/>
                  </a:moveTo>
                  <a:lnTo>
                    <a:pt x="719328" y="364236"/>
                  </a:lnTo>
                  <a:lnTo>
                    <a:pt x="717804" y="382524"/>
                  </a:lnTo>
                  <a:lnTo>
                    <a:pt x="717804" y="400812"/>
                  </a:lnTo>
                  <a:lnTo>
                    <a:pt x="714756" y="419100"/>
                  </a:lnTo>
                  <a:lnTo>
                    <a:pt x="702564" y="470916"/>
                  </a:lnTo>
                  <a:lnTo>
                    <a:pt x="690372" y="502920"/>
                  </a:lnTo>
                  <a:lnTo>
                    <a:pt x="684276" y="518160"/>
                  </a:lnTo>
                  <a:lnTo>
                    <a:pt x="658368" y="563880"/>
                  </a:lnTo>
                  <a:lnTo>
                    <a:pt x="626364" y="603504"/>
                  </a:lnTo>
                  <a:lnTo>
                    <a:pt x="615696" y="615696"/>
                  </a:lnTo>
                  <a:lnTo>
                    <a:pt x="562356" y="659892"/>
                  </a:lnTo>
                  <a:lnTo>
                    <a:pt x="533400" y="676656"/>
                  </a:lnTo>
                  <a:lnTo>
                    <a:pt x="518160" y="685800"/>
                  </a:lnTo>
                  <a:lnTo>
                    <a:pt x="469392" y="704088"/>
                  </a:lnTo>
                  <a:lnTo>
                    <a:pt x="417576" y="716280"/>
                  </a:lnTo>
                  <a:lnTo>
                    <a:pt x="382524" y="719328"/>
                  </a:lnTo>
                  <a:lnTo>
                    <a:pt x="345948" y="719328"/>
                  </a:lnTo>
                  <a:lnTo>
                    <a:pt x="310896" y="716407"/>
                  </a:lnTo>
                  <a:lnTo>
                    <a:pt x="309372" y="716280"/>
                  </a:lnTo>
                  <a:lnTo>
                    <a:pt x="259080" y="704088"/>
                  </a:lnTo>
                  <a:lnTo>
                    <a:pt x="179832" y="669036"/>
                  </a:lnTo>
                  <a:lnTo>
                    <a:pt x="124968" y="627888"/>
                  </a:lnTo>
                  <a:lnTo>
                    <a:pt x="102108" y="603504"/>
                  </a:lnTo>
                  <a:lnTo>
                    <a:pt x="89916" y="591312"/>
                  </a:lnTo>
                  <a:lnTo>
                    <a:pt x="51816" y="533400"/>
                  </a:lnTo>
                  <a:lnTo>
                    <a:pt x="30480" y="486156"/>
                  </a:lnTo>
                  <a:lnTo>
                    <a:pt x="25908" y="469392"/>
                  </a:lnTo>
                  <a:lnTo>
                    <a:pt x="19812" y="452628"/>
                  </a:lnTo>
                  <a:lnTo>
                    <a:pt x="13716" y="419100"/>
                  </a:lnTo>
                  <a:lnTo>
                    <a:pt x="10668" y="400812"/>
                  </a:lnTo>
                  <a:lnTo>
                    <a:pt x="9144" y="382524"/>
                  </a:lnTo>
                  <a:lnTo>
                    <a:pt x="9144" y="447294"/>
                  </a:lnTo>
                  <a:lnTo>
                    <a:pt x="10668" y="455676"/>
                  </a:lnTo>
                  <a:lnTo>
                    <a:pt x="16764" y="472440"/>
                  </a:lnTo>
                  <a:lnTo>
                    <a:pt x="21336" y="490728"/>
                  </a:lnTo>
                  <a:lnTo>
                    <a:pt x="28956" y="505968"/>
                  </a:lnTo>
                  <a:lnTo>
                    <a:pt x="36576" y="522732"/>
                  </a:lnTo>
                  <a:lnTo>
                    <a:pt x="44196" y="537972"/>
                  </a:lnTo>
                  <a:lnTo>
                    <a:pt x="71628" y="583692"/>
                  </a:lnTo>
                  <a:lnTo>
                    <a:pt x="83820" y="597408"/>
                  </a:lnTo>
                  <a:lnTo>
                    <a:pt x="94488" y="609600"/>
                  </a:lnTo>
                  <a:lnTo>
                    <a:pt x="160020" y="667512"/>
                  </a:lnTo>
                  <a:lnTo>
                    <a:pt x="205740" y="693420"/>
                  </a:lnTo>
                  <a:lnTo>
                    <a:pt x="256032" y="713232"/>
                  </a:lnTo>
                  <a:lnTo>
                    <a:pt x="309372" y="725424"/>
                  </a:lnTo>
                  <a:lnTo>
                    <a:pt x="364236" y="729996"/>
                  </a:lnTo>
                  <a:lnTo>
                    <a:pt x="382524" y="728472"/>
                  </a:lnTo>
                  <a:lnTo>
                    <a:pt x="400812" y="727065"/>
                  </a:lnTo>
                  <a:lnTo>
                    <a:pt x="455676" y="717804"/>
                  </a:lnTo>
                  <a:lnTo>
                    <a:pt x="505968" y="701040"/>
                  </a:lnTo>
                  <a:lnTo>
                    <a:pt x="568452" y="667512"/>
                  </a:lnTo>
                  <a:lnTo>
                    <a:pt x="609600" y="633984"/>
                  </a:lnTo>
                  <a:lnTo>
                    <a:pt x="621792" y="623316"/>
                  </a:lnTo>
                  <a:lnTo>
                    <a:pt x="646176" y="595884"/>
                  </a:lnTo>
                  <a:lnTo>
                    <a:pt x="656844" y="582168"/>
                  </a:lnTo>
                  <a:lnTo>
                    <a:pt x="665988" y="568452"/>
                  </a:lnTo>
                  <a:lnTo>
                    <a:pt x="676656" y="553212"/>
                  </a:lnTo>
                  <a:lnTo>
                    <a:pt x="684276" y="537972"/>
                  </a:lnTo>
                  <a:lnTo>
                    <a:pt x="693420" y="522732"/>
                  </a:lnTo>
                  <a:lnTo>
                    <a:pt x="699516" y="505968"/>
                  </a:lnTo>
                  <a:lnTo>
                    <a:pt x="707136" y="489204"/>
                  </a:lnTo>
                  <a:lnTo>
                    <a:pt x="711708" y="472440"/>
                  </a:lnTo>
                  <a:lnTo>
                    <a:pt x="717804" y="455676"/>
                  </a:lnTo>
                  <a:lnTo>
                    <a:pt x="719328" y="44653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87929" y="3023616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59663"/>
                  </a:moveTo>
                  <a:lnTo>
                    <a:pt x="716034" y="310968"/>
                  </a:lnTo>
                  <a:lnTo>
                    <a:pt x="706444" y="264230"/>
                  </a:lnTo>
                  <a:lnTo>
                    <a:pt x="690991" y="219884"/>
                  </a:lnTo>
                  <a:lnTo>
                    <a:pt x="670108" y="178364"/>
                  </a:lnTo>
                  <a:lnTo>
                    <a:pt x="644230" y="140103"/>
                  </a:lnTo>
                  <a:lnTo>
                    <a:pt x="613790" y="105536"/>
                  </a:lnTo>
                  <a:lnTo>
                    <a:pt x="579224" y="75097"/>
                  </a:lnTo>
                  <a:lnTo>
                    <a:pt x="540963" y="49219"/>
                  </a:lnTo>
                  <a:lnTo>
                    <a:pt x="499443" y="28336"/>
                  </a:lnTo>
                  <a:lnTo>
                    <a:pt x="455097" y="12883"/>
                  </a:lnTo>
                  <a:lnTo>
                    <a:pt x="408359" y="3293"/>
                  </a:lnTo>
                  <a:lnTo>
                    <a:pt x="359663" y="0"/>
                  </a:lnTo>
                  <a:lnTo>
                    <a:pt x="310968" y="3293"/>
                  </a:lnTo>
                  <a:lnTo>
                    <a:pt x="264230" y="12883"/>
                  </a:lnTo>
                  <a:lnTo>
                    <a:pt x="219884" y="28336"/>
                  </a:lnTo>
                  <a:lnTo>
                    <a:pt x="178364" y="49219"/>
                  </a:lnTo>
                  <a:lnTo>
                    <a:pt x="140103" y="75097"/>
                  </a:lnTo>
                  <a:lnTo>
                    <a:pt x="105536" y="105536"/>
                  </a:lnTo>
                  <a:lnTo>
                    <a:pt x="75097" y="140103"/>
                  </a:lnTo>
                  <a:lnTo>
                    <a:pt x="49219" y="178364"/>
                  </a:lnTo>
                  <a:lnTo>
                    <a:pt x="28336" y="219884"/>
                  </a:lnTo>
                  <a:lnTo>
                    <a:pt x="12883" y="264230"/>
                  </a:lnTo>
                  <a:lnTo>
                    <a:pt x="3293" y="310968"/>
                  </a:lnTo>
                  <a:lnTo>
                    <a:pt x="0" y="359663"/>
                  </a:lnTo>
                  <a:lnTo>
                    <a:pt x="3293" y="408709"/>
                  </a:lnTo>
                  <a:lnTo>
                    <a:pt x="12883" y="455739"/>
                  </a:lnTo>
                  <a:lnTo>
                    <a:pt x="28336" y="500324"/>
                  </a:lnTo>
                  <a:lnTo>
                    <a:pt x="49219" y="542035"/>
                  </a:lnTo>
                  <a:lnTo>
                    <a:pt x="75097" y="580445"/>
                  </a:lnTo>
                  <a:lnTo>
                    <a:pt x="105536" y="615124"/>
                  </a:lnTo>
                  <a:lnTo>
                    <a:pt x="140103" y="645644"/>
                  </a:lnTo>
                  <a:lnTo>
                    <a:pt x="178364" y="671575"/>
                  </a:lnTo>
                  <a:lnTo>
                    <a:pt x="219884" y="692491"/>
                  </a:lnTo>
                  <a:lnTo>
                    <a:pt x="264230" y="707961"/>
                  </a:lnTo>
                  <a:lnTo>
                    <a:pt x="31096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83358" y="3019044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82524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16280" y="272796"/>
                  </a:lnTo>
                  <a:lnTo>
                    <a:pt x="691896" y="205740"/>
                  </a:lnTo>
                  <a:lnTo>
                    <a:pt x="665988" y="160020"/>
                  </a:lnTo>
                  <a:lnTo>
                    <a:pt x="644652" y="132588"/>
                  </a:lnTo>
                  <a:lnTo>
                    <a:pt x="633984" y="118872"/>
                  </a:lnTo>
                  <a:lnTo>
                    <a:pt x="595884" y="82296"/>
                  </a:lnTo>
                  <a:lnTo>
                    <a:pt x="537972" y="42672"/>
                  </a:lnTo>
                  <a:lnTo>
                    <a:pt x="472440" y="15240"/>
                  </a:lnTo>
                  <a:lnTo>
                    <a:pt x="419100" y="3048"/>
                  </a:lnTo>
                  <a:lnTo>
                    <a:pt x="382524" y="0"/>
                  </a:lnTo>
                  <a:lnTo>
                    <a:pt x="345948" y="0"/>
                  </a:lnTo>
                  <a:lnTo>
                    <a:pt x="327660" y="1406"/>
                  </a:lnTo>
                  <a:lnTo>
                    <a:pt x="326136" y="1524"/>
                  </a:lnTo>
                  <a:lnTo>
                    <a:pt x="272796" y="10668"/>
                  </a:lnTo>
                  <a:lnTo>
                    <a:pt x="222504" y="27432"/>
                  </a:lnTo>
                  <a:lnTo>
                    <a:pt x="160020" y="60960"/>
                  </a:lnTo>
                  <a:lnTo>
                    <a:pt x="118872" y="94488"/>
                  </a:lnTo>
                  <a:lnTo>
                    <a:pt x="82296" y="132588"/>
                  </a:lnTo>
                  <a:lnTo>
                    <a:pt x="35052" y="205740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2796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2524"/>
                  </a:lnTo>
                  <a:lnTo>
                    <a:pt x="1524" y="402336"/>
                  </a:lnTo>
                  <a:lnTo>
                    <a:pt x="4572" y="420624"/>
                  </a:lnTo>
                  <a:lnTo>
                    <a:pt x="7620" y="437388"/>
                  </a:lnTo>
                  <a:lnTo>
                    <a:pt x="9144" y="446532"/>
                  </a:lnTo>
                  <a:lnTo>
                    <a:pt x="9144" y="345948"/>
                  </a:lnTo>
                  <a:lnTo>
                    <a:pt x="10668" y="327660"/>
                  </a:lnTo>
                  <a:lnTo>
                    <a:pt x="13716" y="310896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38100" y="225552"/>
                  </a:lnTo>
                  <a:lnTo>
                    <a:pt x="44196" y="210312"/>
                  </a:lnTo>
                  <a:lnTo>
                    <a:pt x="51816" y="195072"/>
                  </a:lnTo>
                  <a:lnTo>
                    <a:pt x="60960" y="179832"/>
                  </a:lnTo>
                  <a:lnTo>
                    <a:pt x="70104" y="166116"/>
                  </a:lnTo>
                  <a:lnTo>
                    <a:pt x="79248" y="150876"/>
                  </a:lnTo>
                  <a:lnTo>
                    <a:pt x="89916" y="138684"/>
                  </a:lnTo>
                  <a:lnTo>
                    <a:pt x="102108" y="124968"/>
                  </a:lnTo>
                  <a:lnTo>
                    <a:pt x="112776" y="112776"/>
                  </a:lnTo>
                  <a:lnTo>
                    <a:pt x="152400" y="79248"/>
                  </a:lnTo>
                  <a:lnTo>
                    <a:pt x="195072" y="51816"/>
                  </a:lnTo>
                  <a:lnTo>
                    <a:pt x="259080" y="24384"/>
                  </a:lnTo>
                  <a:lnTo>
                    <a:pt x="310896" y="12192"/>
                  </a:lnTo>
                  <a:lnTo>
                    <a:pt x="345948" y="9144"/>
                  </a:lnTo>
                  <a:lnTo>
                    <a:pt x="382524" y="9144"/>
                  </a:lnTo>
                  <a:lnTo>
                    <a:pt x="417576" y="12065"/>
                  </a:lnTo>
                  <a:lnTo>
                    <a:pt x="419100" y="12192"/>
                  </a:lnTo>
                  <a:lnTo>
                    <a:pt x="435864" y="16764"/>
                  </a:lnTo>
                  <a:lnTo>
                    <a:pt x="452628" y="19812"/>
                  </a:lnTo>
                  <a:lnTo>
                    <a:pt x="502920" y="36576"/>
                  </a:lnTo>
                  <a:lnTo>
                    <a:pt x="548640" y="60960"/>
                  </a:lnTo>
                  <a:lnTo>
                    <a:pt x="603504" y="100584"/>
                  </a:lnTo>
                  <a:lnTo>
                    <a:pt x="626364" y="124968"/>
                  </a:lnTo>
                  <a:lnTo>
                    <a:pt x="638556" y="138684"/>
                  </a:lnTo>
                  <a:lnTo>
                    <a:pt x="667512" y="179832"/>
                  </a:lnTo>
                  <a:lnTo>
                    <a:pt x="691896" y="225552"/>
                  </a:lnTo>
                  <a:lnTo>
                    <a:pt x="711708" y="292608"/>
                  </a:lnTo>
                  <a:lnTo>
                    <a:pt x="714756" y="310896"/>
                  </a:lnTo>
                  <a:lnTo>
                    <a:pt x="717804" y="327660"/>
                  </a:lnTo>
                  <a:lnTo>
                    <a:pt x="717804" y="345948"/>
                  </a:lnTo>
                  <a:lnTo>
                    <a:pt x="719328" y="364236"/>
                  </a:lnTo>
                  <a:lnTo>
                    <a:pt x="719328" y="446532"/>
                  </a:lnTo>
                  <a:lnTo>
                    <a:pt x="720852" y="437388"/>
                  </a:lnTo>
                  <a:lnTo>
                    <a:pt x="723900" y="420624"/>
                  </a:lnTo>
                  <a:lnTo>
                    <a:pt x="726948" y="402336"/>
                  </a:lnTo>
                  <a:lnTo>
                    <a:pt x="728472" y="382524"/>
                  </a:lnTo>
                  <a:close/>
                </a:path>
                <a:path w="728979" h="730250">
                  <a:moveTo>
                    <a:pt x="719328" y="446532"/>
                  </a:moveTo>
                  <a:lnTo>
                    <a:pt x="719328" y="364236"/>
                  </a:lnTo>
                  <a:lnTo>
                    <a:pt x="717804" y="382524"/>
                  </a:lnTo>
                  <a:lnTo>
                    <a:pt x="717804" y="400812"/>
                  </a:lnTo>
                  <a:lnTo>
                    <a:pt x="714756" y="419100"/>
                  </a:lnTo>
                  <a:lnTo>
                    <a:pt x="711708" y="435864"/>
                  </a:lnTo>
                  <a:lnTo>
                    <a:pt x="707136" y="452628"/>
                  </a:lnTo>
                  <a:lnTo>
                    <a:pt x="702564" y="470916"/>
                  </a:lnTo>
                  <a:lnTo>
                    <a:pt x="697992" y="486156"/>
                  </a:lnTo>
                  <a:lnTo>
                    <a:pt x="690372" y="502920"/>
                  </a:lnTo>
                  <a:lnTo>
                    <a:pt x="684276" y="518160"/>
                  </a:lnTo>
                  <a:lnTo>
                    <a:pt x="658368" y="563880"/>
                  </a:lnTo>
                  <a:lnTo>
                    <a:pt x="626364" y="603504"/>
                  </a:lnTo>
                  <a:lnTo>
                    <a:pt x="615696" y="615696"/>
                  </a:lnTo>
                  <a:lnTo>
                    <a:pt x="562356" y="659892"/>
                  </a:lnTo>
                  <a:lnTo>
                    <a:pt x="502920" y="691896"/>
                  </a:lnTo>
                  <a:lnTo>
                    <a:pt x="435864" y="713232"/>
                  </a:lnTo>
                  <a:lnTo>
                    <a:pt x="382524" y="719328"/>
                  </a:lnTo>
                  <a:lnTo>
                    <a:pt x="345948" y="719328"/>
                  </a:lnTo>
                  <a:lnTo>
                    <a:pt x="292608" y="713232"/>
                  </a:lnTo>
                  <a:lnTo>
                    <a:pt x="225552" y="691896"/>
                  </a:lnTo>
                  <a:lnTo>
                    <a:pt x="179832" y="669036"/>
                  </a:lnTo>
                  <a:lnTo>
                    <a:pt x="124968" y="627888"/>
                  </a:lnTo>
                  <a:lnTo>
                    <a:pt x="102108" y="603504"/>
                  </a:lnTo>
                  <a:lnTo>
                    <a:pt x="89916" y="589788"/>
                  </a:lnTo>
                  <a:lnTo>
                    <a:pt x="51816" y="533400"/>
                  </a:lnTo>
                  <a:lnTo>
                    <a:pt x="30480" y="486156"/>
                  </a:lnTo>
                  <a:lnTo>
                    <a:pt x="25908" y="469392"/>
                  </a:lnTo>
                  <a:lnTo>
                    <a:pt x="19812" y="452628"/>
                  </a:lnTo>
                  <a:lnTo>
                    <a:pt x="13716" y="419100"/>
                  </a:lnTo>
                  <a:lnTo>
                    <a:pt x="10668" y="400812"/>
                  </a:lnTo>
                  <a:lnTo>
                    <a:pt x="9144" y="382524"/>
                  </a:lnTo>
                  <a:lnTo>
                    <a:pt x="9144" y="446532"/>
                  </a:lnTo>
                  <a:lnTo>
                    <a:pt x="10668" y="455676"/>
                  </a:lnTo>
                  <a:lnTo>
                    <a:pt x="16764" y="472440"/>
                  </a:lnTo>
                  <a:lnTo>
                    <a:pt x="21336" y="490728"/>
                  </a:lnTo>
                  <a:lnTo>
                    <a:pt x="28956" y="505968"/>
                  </a:lnTo>
                  <a:lnTo>
                    <a:pt x="36576" y="522732"/>
                  </a:lnTo>
                  <a:lnTo>
                    <a:pt x="44196" y="537972"/>
                  </a:lnTo>
                  <a:lnTo>
                    <a:pt x="71628" y="582168"/>
                  </a:lnTo>
                  <a:lnTo>
                    <a:pt x="106680" y="623316"/>
                  </a:lnTo>
                  <a:lnTo>
                    <a:pt x="118872" y="633984"/>
                  </a:lnTo>
                  <a:lnTo>
                    <a:pt x="132588" y="646176"/>
                  </a:lnTo>
                  <a:lnTo>
                    <a:pt x="190500" y="685800"/>
                  </a:lnTo>
                  <a:lnTo>
                    <a:pt x="256032" y="713232"/>
                  </a:lnTo>
                  <a:lnTo>
                    <a:pt x="309372" y="725424"/>
                  </a:lnTo>
                  <a:lnTo>
                    <a:pt x="364236" y="729996"/>
                  </a:lnTo>
                  <a:lnTo>
                    <a:pt x="382524" y="728472"/>
                  </a:lnTo>
                  <a:lnTo>
                    <a:pt x="400812" y="727065"/>
                  </a:lnTo>
                  <a:lnTo>
                    <a:pt x="455676" y="717804"/>
                  </a:lnTo>
                  <a:lnTo>
                    <a:pt x="505968" y="701040"/>
                  </a:lnTo>
                  <a:lnTo>
                    <a:pt x="568452" y="667512"/>
                  </a:lnTo>
                  <a:lnTo>
                    <a:pt x="609600" y="633984"/>
                  </a:lnTo>
                  <a:lnTo>
                    <a:pt x="646176" y="595884"/>
                  </a:lnTo>
                  <a:lnTo>
                    <a:pt x="665988" y="568452"/>
                  </a:lnTo>
                  <a:lnTo>
                    <a:pt x="676656" y="553212"/>
                  </a:lnTo>
                  <a:lnTo>
                    <a:pt x="684276" y="537972"/>
                  </a:lnTo>
                  <a:lnTo>
                    <a:pt x="693420" y="522732"/>
                  </a:lnTo>
                  <a:lnTo>
                    <a:pt x="699516" y="505968"/>
                  </a:lnTo>
                  <a:lnTo>
                    <a:pt x="707136" y="489204"/>
                  </a:lnTo>
                  <a:lnTo>
                    <a:pt x="711708" y="472440"/>
                  </a:lnTo>
                  <a:lnTo>
                    <a:pt x="717804" y="455676"/>
                  </a:lnTo>
                  <a:lnTo>
                    <a:pt x="719328" y="44653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27781" y="2375916"/>
              <a:ext cx="38100" cy="649605"/>
            </a:xfrm>
            <a:custGeom>
              <a:avLst/>
              <a:gdLst/>
              <a:ahLst/>
              <a:cxnLst/>
              <a:rect l="l" t="t" r="r" b="b"/>
              <a:pathLst>
                <a:path w="38100" h="649605">
                  <a:moveTo>
                    <a:pt x="38099" y="649223"/>
                  </a:moveTo>
                  <a:lnTo>
                    <a:pt x="38099" y="0"/>
                  </a:lnTo>
                  <a:lnTo>
                    <a:pt x="0" y="0"/>
                  </a:lnTo>
                  <a:lnTo>
                    <a:pt x="0" y="649223"/>
                  </a:lnTo>
                  <a:lnTo>
                    <a:pt x="38099" y="6492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26458" y="2546604"/>
              <a:ext cx="1057910" cy="340360"/>
            </a:xfrm>
            <a:custGeom>
              <a:avLst/>
              <a:gdLst/>
              <a:ahLst/>
              <a:cxnLst/>
              <a:rect l="l" t="t" r="r" b="b"/>
              <a:pathLst>
                <a:path w="1057909" h="340360">
                  <a:moveTo>
                    <a:pt x="787908" y="83820"/>
                  </a:moveTo>
                  <a:lnTo>
                    <a:pt x="0" y="83820"/>
                  </a:lnTo>
                  <a:lnTo>
                    <a:pt x="0" y="256032"/>
                  </a:lnTo>
                  <a:lnTo>
                    <a:pt x="4572" y="256032"/>
                  </a:lnTo>
                  <a:lnTo>
                    <a:pt x="4572" y="94488"/>
                  </a:lnTo>
                  <a:lnTo>
                    <a:pt x="9144" y="88392"/>
                  </a:lnTo>
                  <a:lnTo>
                    <a:pt x="9144" y="94488"/>
                  </a:lnTo>
                  <a:lnTo>
                    <a:pt x="783336" y="94488"/>
                  </a:lnTo>
                  <a:lnTo>
                    <a:pt x="783336" y="88392"/>
                  </a:lnTo>
                  <a:lnTo>
                    <a:pt x="787908" y="83820"/>
                  </a:lnTo>
                  <a:close/>
                </a:path>
                <a:path w="1057909" h="340360">
                  <a:moveTo>
                    <a:pt x="9144" y="94488"/>
                  </a:moveTo>
                  <a:lnTo>
                    <a:pt x="9144" y="88392"/>
                  </a:lnTo>
                  <a:lnTo>
                    <a:pt x="4572" y="94488"/>
                  </a:lnTo>
                  <a:lnTo>
                    <a:pt x="9144" y="94488"/>
                  </a:lnTo>
                  <a:close/>
                </a:path>
                <a:path w="1057909" h="340360">
                  <a:moveTo>
                    <a:pt x="9144" y="246888"/>
                  </a:moveTo>
                  <a:lnTo>
                    <a:pt x="9144" y="94488"/>
                  </a:lnTo>
                  <a:lnTo>
                    <a:pt x="4572" y="94488"/>
                  </a:lnTo>
                  <a:lnTo>
                    <a:pt x="4572" y="246888"/>
                  </a:lnTo>
                  <a:lnTo>
                    <a:pt x="9144" y="246888"/>
                  </a:lnTo>
                  <a:close/>
                </a:path>
                <a:path w="1057909" h="340360">
                  <a:moveTo>
                    <a:pt x="792480" y="322963"/>
                  </a:moveTo>
                  <a:lnTo>
                    <a:pt x="792480" y="246888"/>
                  </a:lnTo>
                  <a:lnTo>
                    <a:pt x="4572" y="246888"/>
                  </a:lnTo>
                  <a:lnTo>
                    <a:pt x="9144" y="251460"/>
                  </a:lnTo>
                  <a:lnTo>
                    <a:pt x="9144" y="256032"/>
                  </a:lnTo>
                  <a:lnTo>
                    <a:pt x="783336" y="256032"/>
                  </a:lnTo>
                  <a:lnTo>
                    <a:pt x="783336" y="251460"/>
                  </a:lnTo>
                  <a:lnTo>
                    <a:pt x="787908" y="256032"/>
                  </a:lnTo>
                  <a:lnTo>
                    <a:pt x="787908" y="325781"/>
                  </a:lnTo>
                  <a:lnTo>
                    <a:pt x="792480" y="322963"/>
                  </a:lnTo>
                  <a:close/>
                </a:path>
                <a:path w="1057909" h="340360">
                  <a:moveTo>
                    <a:pt x="9144" y="256032"/>
                  </a:moveTo>
                  <a:lnTo>
                    <a:pt x="9144" y="251460"/>
                  </a:lnTo>
                  <a:lnTo>
                    <a:pt x="4572" y="246888"/>
                  </a:lnTo>
                  <a:lnTo>
                    <a:pt x="4572" y="256032"/>
                  </a:lnTo>
                  <a:lnTo>
                    <a:pt x="9144" y="256032"/>
                  </a:lnTo>
                  <a:close/>
                </a:path>
                <a:path w="1057909" h="340360">
                  <a:moveTo>
                    <a:pt x="1057656" y="170688"/>
                  </a:moveTo>
                  <a:lnTo>
                    <a:pt x="783336" y="0"/>
                  </a:lnTo>
                  <a:lnTo>
                    <a:pt x="783336" y="83820"/>
                  </a:lnTo>
                  <a:lnTo>
                    <a:pt x="784860" y="83820"/>
                  </a:lnTo>
                  <a:lnTo>
                    <a:pt x="784860" y="12192"/>
                  </a:lnTo>
                  <a:lnTo>
                    <a:pt x="792480" y="7620"/>
                  </a:lnTo>
                  <a:lnTo>
                    <a:pt x="792480" y="16888"/>
                  </a:lnTo>
                  <a:lnTo>
                    <a:pt x="1040805" y="169926"/>
                  </a:lnTo>
                  <a:lnTo>
                    <a:pt x="1046988" y="166116"/>
                  </a:lnTo>
                  <a:lnTo>
                    <a:pt x="1046988" y="177266"/>
                  </a:lnTo>
                  <a:lnTo>
                    <a:pt x="1057656" y="170688"/>
                  </a:lnTo>
                  <a:close/>
                </a:path>
                <a:path w="1057909" h="340360">
                  <a:moveTo>
                    <a:pt x="787908" y="94488"/>
                  </a:moveTo>
                  <a:lnTo>
                    <a:pt x="787908" y="83820"/>
                  </a:lnTo>
                  <a:lnTo>
                    <a:pt x="783336" y="88392"/>
                  </a:lnTo>
                  <a:lnTo>
                    <a:pt x="783336" y="94488"/>
                  </a:lnTo>
                  <a:lnTo>
                    <a:pt x="787908" y="94488"/>
                  </a:lnTo>
                  <a:close/>
                </a:path>
                <a:path w="1057909" h="340360">
                  <a:moveTo>
                    <a:pt x="787908" y="256032"/>
                  </a:moveTo>
                  <a:lnTo>
                    <a:pt x="783336" y="251460"/>
                  </a:lnTo>
                  <a:lnTo>
                    <a:pt x="783336" y="256032"/>
                  </a:lnTo>
                  <a:lnTo>
                    <a:pt x="787908" y="256032"/>
                  </a:lnTo>
                  <a:close/>
                </a:path>
                <a:path w="1057909" h="340360">
                  <a:moveTo>
                    <a:pt x="787908" y="325781"/>
                  </a:moveTo>
                  <a:lnTo>
                    <a:pt x="787908" y="256032"/>
                  </a:lnTo>
                  <a:lnTo>
                    <a:pt x="783336" y="256032"/>
                  </a:lnTo>
                  <a:lnTo>
                    <a:pt x="783336" y="339852"/>
                  </a:lnTo>
                  <a:lnTo>
                    <a:pt x="784860" y="338912"/>
                  </a:lnTo>
                  <a:lnTo>
                    <a:pt x="784860" y="327660"/>
                  </a:lnTo>
                  <a:lnTo>
                    <a:pt x="787908" y="325781"/>
                  </a:lnTo>
                  <a:close/>
                </a:path>
                <a:path w="1057909" h="340360">
                  <a:moveTo>
                    <a:pt x="792480" y="16888"/>
                  </a:moveTo>
                  <a:lnTo>
                    <a:pt x="792480" y="7620"/>
                  </a:lnTo>
                  <a:lnTo>
                    <a:pt x="784860" y="12192"/>
                  </a:lnTo>
                  <a:lnTo>
                    <a:pt x="792480" y="16888"/>
                  </a:lnTo>
                  <a:close/>
                </a:path>
                <a:path w="1057909" h="340360">
                  <a:moveTo>
                    <a:pt x="792480" y="94488"/>
                  </a:moveTo>
                  <a:lnTo>
                    <a:pt x="792480" y="16888"/>
                  </a:lnTo>
                  <a:lnTo>
                    <a:pt x="784860" y="12192"/>
                  </a:lnTo>
                  <a:lnTo>
                    <a:pt x="784860" y="83820"/>
                  </a:lnTo>
                  <a:lnTo>
                    <a:pt x="787908" y="83820"/>
                  </a:lnTo>
                  <a:lnTo>
                    <a:pt x="787908" y="94488"/>
                  </a:lnTo>
                  <a:lnTo>
                    <a:pt x="792480" y="94488"/>
                  </a:lnTo>
                  <a:close/>
                </a:path>
                <a:path w="1057909" h="340360">
                  <a:moveTo>
                    <a:pt x="1046988" y="177266"/>
                  </a:moveTo>
                  <a:lnTo>
                    <a:pt x="1046988" y="173736"/>
                  </a:lnTo>
                  <a:lnTo>
                    <a:pt x="1040805" y="169926"/>
                  </a:lnTo>
                  <a:lnTo>
                    <a:pt x="784860" y="327660"/>
                  </a:lnTo>
                  <a:lnTo>
                    <a:pt x="792480" y="332232"/>
                  </a:lnTo>
                  <a:lnTo>
                    <a:pt x="792480" y="334213"/>
                  </a:lnTo>
                  <a:lnTo>
                    <a:pt x="1046988" y="177266"/>
                  </a:lnTo>
                  <a:close/>
                </a:path>
                <a:path w="1057909" h="340360">
                  <a:moveTo>
                    <a:pt x="792480" y="334213"/>
                  </a:moveTo>
                  <a:lnTo>
                    <a:pt x="792480" y="332232"/>
                  </a:lnTo>
                  <a:lnTo>
                    <a:pt x="784860" y="327660"/>
                  </a:lnTo>
                  <a:lnTo>
                    <a:pt x="784860" y="338912"/>
                  </a:lnTo>
                  <a:lnTo>
                    <a:pt x="792480" y="334213"/>
                  </a:lnTo>
                  <a:close/>
                </a:path>
                <a:path w="1057909" h="340360">
                  <a:moveTo>
                    <a:pt x="1046988" y="173736"/>
                  </a:moveTo>
                  <a:lnTo>
                    <a:pt x="1046988" y="166116"/>
                  </a:lnTo>
                  <a:lnTo>
                    <a:pt x="1040805" y="169926"/>
                  </a:lnTo>
                  <a:lnTo>
                    <a:pt x="1046988" y="173736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7953" y="1691640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59663"/>
                  </a:moveTo>
                  <a:lnTo>
                    <a:pt x="716034" y="310968"/>
                  </a:lnTo>
                  <a:lnTo>
                    <a:pt x="706444" y="264230"/>
                  </a:lnTo>
                  <a:lnTo>
                    <a:pt x="690991" y="219884"/>
                  </a:lnTo>
                  <a:lnTo>
                    <a:pt x="670108" y="178364"/>
                  </a:lnTo>
                  <a:lnTo>
                    <a:pt x="644230" y="140103"/>
                  </a:lnTo>
                  <a:lnTo>
                    <a:pt x="613790" y="105536"/>
                  </a:lnTo>
                  <a:lnTo>
                    <a:pt x="579224" y="75097"/>
                  </a:lnTo>
                  <a:lnTo>
                    <a:pt x="540963" y="49219"/>
                  </a:lnTo>
                  <a:lnTo>
                    <a:pt x="499443" y="28336"/>
                  </a:lnTo>
                  <a:lnTo>
                    <a:pt x="455097" y="12883"/>
                  </a:lnTo>
                  <a:lnTo>
                    <a:pt x="408359" y="3293"/>
                  </a:lnTo>
                  <a:lnTo>
                    <a:pt x="359663" y="0"/>
                  </a:lnTo>
                  <a:lnTo>
                    <a:pt x="310968" y="3293"/>
                  </a:lnTo>
                  <a:lnTo>
                    <a:pt x="264230" y="12883"/>
                  </a:lnTo>
                  <a:lnTo>
                    <a:pt x="219884" y="28336"/>
                  </a:lnTo>
                  <a:lnTo>
                    <a:pt x="178364" y="49219"/>
                  </a:lnTo>
                  <a:lnTo>
                    <a:pt x="140103" y="75097"/>
                  </a:lnTo>
                  <a:lnTo>
                    <a:pt x="105536" y="105536"/>
                  </a:lnTo>
                  <a:lnTo>
                    <a:pt x="75097" y="140103"/>
                  </a:lnTo>
                  <a:lnTo>
                    <a:pt x="49219" y="178364"/>
                  </a:lnTo>
                  <a:lnTo>
                    <a:pt x="28336" y="219884"/>
                  </a:lnTo>
                  <a:lnTo>
                    <a:pt x="12883" y="264230"/>
                  </a:lnTo>
                  <a:lnTo>
                    <a:pt x="3293" y="310968"/>
                  </a:lnTo>
                  <a:lnTo>
                    <a:pt x="0" y="359663"/>
                  </a:lnTo>
                  <a:lnTo>
                    <a:pt x="3293" y="408709"/>
                  </a:lnTo>
                  <a:lnTo>
                    <a:pt x="12883" y="455739"/>
                  </a:lnTo>
                  <a:lnTo>
                    <a:pt x="28336" y="500324"/>
                  </a:lnTo>
                  <a:lnTo>
                    <a:pt x="49219" y="542035"/>
                  </a:lnTo>
                  <a:lnTo>
                    <a:pt x="75097" y="580445"/>
                  </a:lnTo>
                  <a:lnTo>
                    <a:pt x="105536" y="615124"/>
                  </a:lnTo>
                  <a:lnTo>
                    <a:pt x="140103" y="645644"/>
                  </a:lnTo>
                  <a:lnTo>
                    <a:pt x="178364" y="671575"/>
                  </a:lnTo>
                  <a:lnTo>
                    <a:pt x="219884" y="692491"/>
                  </a:lnTo>
                  <a:lnTo>
                    <a:pt x="264230" y="707961"/>
                  </a:lnTo>
                  <a:lnTo>
                    <a:pt x="31096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23382" y="1687068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82524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17804" y="272796"/>
                  </a:lnTo>
                  <a:lnTo>
                    <a:pt x="711708" y="256032"/>
                  </a:lnTo>
                  <a:lnTo>
                    <a:pt x="707136" y="239268"/>
                  </a:lnTo>
                  <a:lnTo>
                    <a:pt x="684276" y="190500"/>
                  </a:lnTo>
                  <a:lnTo>
                    <a:pt x="656844" y="146304"/>
                  </a:lnTo>
                  <a:lnTo>
                    <a:pt x="644652" y="132588"/>
                  </a:lnTo>
                  <a:lnTo>
                    <a:pt x="633984" y="118872"/>
                  </a:lnTo>
                  <a:lnTo>
                    <a:pt x="595884" y="82296"/>
                  </a:lnTo>
                  <a:lnTo>
                    <a:pt x="537972" y="42672"/>
                  </a:lnTo>
                  <a:lnTo>
                    <a:pt x="472440" y="15240"/>
                  </a:lnTo>
                  <a:lnTo>
                    <a:pt x="419100" y="3048"/>
                  </a:lnTo>
                  <a:lnTo>
                    <a:pt x="382524" y="0"/>
                  </a:lnTo>
                  <a:lnTo>
                    <a:pt x="345948" y="0"/>
                  </a:lnTo>
                  <a:lnTo>
                    <a:pt x="291084" y="6096"/>
                  </a:lnTo>
                  <a:lnTo>
                    <a:pt x="222504" y="27432"/>
                  </a:lnTo>
                  <a:lnTo>
                    <a:pt x="190500" y="44196"/>
                  </a:lnTo>
                  <a:lnTo>
                    <a:pt x="175260" y="51816"/>
                  </a:lnTo>
                  <a:lnTo>
                    <a:pt x="160020" y="62484"/>
                  </a:lnTo>
                  <a:lnTo>
                    <a:pt x="146304" y="71628"/>
                  </a:lnTo>
                  <a:lnTo>
                    <a:pt x="132588" y="82296"/>
                  </a:lnTo>
                  <a:lnTo>
                    <a:pt x="118872" y="94488"/>
                  </a:lnTo>
                  <a:lnTo>
                    <a:pt x="94488" y="118872"/>
                  </a:lnTo>
                  <a:lnTo>
                    <a:pt x="83820" y="132588"/>
                  </a:lnTo>
                  <a:lnTo>
                    <a:pt x="71628" y="146304"/>
                  </a:lnTo>
                  <a:lnTo>
                    <a:pt x="62484" y="160020"/>
                  </a:lnTo>
                  <a:lnTo>
                    <a:pt x="35052" y="205740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2796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7620" y="438912"/>
                  </a:lnTo>
                  <a:lnTo>
                    <a:pt x="9144" y="444500"/>
                  </a:lnTo>
                  <a:lnTo>
                    <a:pt x="9144" y="364236"/>
                  </a:lnTo>
                  <a:lnTo>
                    <a:pt x="10668" y="345948"/>
                  </a:lnTo>
                  <a:lnTo>
                    <a:pt x="10668" y="327660"/>
                  </a:lnTo>
                  <a:lnTo>
                    <a:pt x="13716" y="310896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38100" y="225552"/>
                  </a:lnTo>
                  <a:lnTo>
                    <a:pt x="44196" y="210312"/>
                  </a:lnTo>
                  <a:lnTo>
                    <a:pt x="70104" y="166116"/>
                  </a:lnTo>
                  <a:lnTo>
                    <a:pt x="102108" y="124968"/>
                  </a:lnTo>
                  <a:lnTo>
                    <a:pt x="112776" y="112776"/>
                  </a:lnTo>
                  <a:lnTo>
                    <a:pt x="152400" y="79248"/>
                  </a:lnTo>
                  <a:lnTo>
                    <a:pt x="195072" y="51816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10896" y="13716"/>
                  </a:lnTo>
                  <a:lnTo>
                    <a:pt x="327660" y="10668"/>
                  </a:lnTo>
                  <a:lnTo>
                    <a:pt x="345948" y="9144"/>
                  </a:lnTo>
                  <a:lnTo>
                    <a:pt x="382524" y="9144"/>
                  </a:lnTo>
                  <a:lnTo>
                    <a:pt x="452628" y="19812"/>
                  </a:lnTo>
                  <a:lnTo>
                    <a:pt x="502920" y="36576"/>
                  </a:lnTo>
                  <a:lnTo>
                    <a:pt x="548640" y="60960"/>
                  </a:lnTo>
                  <a:lnTo>
                    <a:pt x="603504" y="100584"/>
                  </a:lnTo>
                  <a:lnTo>
                    <a:pt x="626364" y="124968"/>
                  </a:lnTo>
                  <a:lnTo>
                    <a:pt x="638556" y="138684"/>
                  </a:lnTo>
                  <a:lnTo>
                    <a:pt x="667512" y="179832"/>
                  </a:lnTo>
                  <a:lnTo>
                    <a:pt x="691896" y="225552"/>
                  </a:lnTo>
                  <a:lnTo>
                    <a:pt x="702564" y="259080"/>
                  </a:lnTo>
                  <a:lnTo>
                    <a:pt x="708660" y="275844"/>
                  </a:lnTo>
                  <a:lnTo>
                    <a:pt x="711708" y="292608"/>
                  </a:lnTo>
                  <a:lnTo>
                    <a:pt x="714756" y="310896"/>
                  </a:lnTo>
                  <a:lnTo>
                    <a:pt x="717804" y="327660"/>
                  </a:lnTo>
                  <a:lnTo>
                    <a:pt x="719328" y="345948"/>
                  </a:lnTo>
                  <a:lnTo>
                    <a:pt x="719328" y="446532"/>
                  </a:lnTo>
                  <a:lnTo>
                    <a:pt x="720852" y="437388"/>
                  </a:lnTo>
                  <a:lnTo>
                    <a:pt x="723900" y="420624"/>
                  </a:lnTo>
                  <a:lnTo>
                    <a:pt x="726948" y="402336"/>
                  </a:lnTo>
                  <a:lnTo>
                    <a:pt x="728472" y="382524"/>
                  </a:lnTo>
                  <a:close/>
                </a:path>
                <a:path w="728979" h="730250">
                  <a:moveTo>
                    <a:pt x="719328" y="446532"/>
                  </a:moveTo>
                  <a:lnTo>
                    <a:pt x="719328" y="382524"/>
                  </a:lnTo>
                  <a:lnTo>
                    <a:pt x="717804" y="400812"/>
                  </a:lnTo>
                  <a:lnTo>
                    <a:pt x="714756" y="419100"/>
                  </a:lnTo>
                  <a:lnTo>
                    <a:pt x="702564" y="470916"/>
                  </a:lnTo>
                  <a:lnTo>
                    <a:pt x="676656" y="533400"/>
                  </a:lnTo>
                  <a:lnTo>
                    <a:pt x="649224" y="577596"/>
                  </a:lnTo>
                  <a:lnTo>
                    <a:pt x="626364" y="603504"/>
                  </a:lnTo>
                  <a:lnTo>
                    <a:pt x="615696" y="615696"/>
                  </a:lnTo>
                  <a:lnTo>
                    <a:pt x="562356" y="659892"/>
                  </a:lnTo>
                  <a:lnTo>
                    <a:pt x="533400" y="676656"/>
                  </a:lnTo>
                  <a:lnTo>
                    <a:pt x="518160" y="685800"/>
                  </a:lnTo>
                  <a:lnTo>
                    <a:pt x="469392" y="704088"/>
                  </a:lnTo>
                  <a:lnTo>
                    <a:pt x="417576" y="716280"/>
                  </a:lnTo>
                  <a:lnTo>
                    <a:pt x="382524" y="719328"/>
                  </a:lnTo>
                  <a:lnTo>
                    <a:pt x="345948" y="719328"/>
                  </a:lnTo>
                  <a:lnTo>
                    <a:pt x="310896" y="716407"/>
                  </a:lnTo>
                  <a:lnTo>
                    <a:pt x="309372" y="716280"/>
                  </a:lnTo>
                  <a:lnTo>
                    <a:pt x="259080" y="704088"/>
                  </a:lnTo>
                  <a:lnTo>
                    <a:pt x="179832" y="669036"/>
                  </a:lnTo>
                  <a:lnTo>
                    <a:pt x="124968" y="627888"/>
                  </a:lnTo>
                  <a:lnTo>
                    <a:pt x="102108" y="603504"/>
                  </a:lnTo>
                  <a:lnTo>
                    <a:pt x="89916" y="591312"/>
                  </a:lnTo>
                  <a:lnTo>
                    <a:pt x="51816" y="533400"/>
                  </a:lnTo>
                  <a:lnTo>
                    <a:pt x="38100" y="502920"/>
                  </a:lnTo>
                  <a:lnTo>
                    <a:pt x="30480" y="486156"/>
                  </a:lnTo>
                  <a:lnTo>
                    <a:pt x="16764" y="435864"/>
                  </a:lnTo>
                  <a:lnTo>
                    <a:pt x="13716" y="419100"/>
                  </a:lnTo>
                  <a:lnTo>
                    <a:pt x="10668" y="400812"/>
                  </a:lnTo>
                  <a:lnTo>
                    <a:pt x="10668" y="382524"/>
                  </a:lnTo>
                  <a:lnTo>
                    <a:pt x="9144" y="364236"/>
                  </a:lnTo>
                  <a:lnTo>
                    <a:pt x="9144" y="444500"/>
                  </a:lnTo>
                  <a:lnTo>
                    <a:pt x="16764" y="472440"/>
                  </a:lnTo>
                  <a:lnTo>
                    <a:pt x="36576" y="522732"/>
                  </a:lnTo>
                  <a:lnTo>
                    <a:pt x="62484" y="568452"/>
                  </a:lnTo>
                  <a:lnTo>
                    <a:pt x="94488" y="609600"/>
                  </a:lnTo>
                  <a:lnTo>
                    <a:pt x="160020" y="667512"/>
                  </a:lnTo>
                  <a:lnTo>
                    <a:pt x="205740" y="693420"/>
                  </a:lnTo>
                  <a:lnTo>
                    <a:pt x="256032" y="713232"/>
                  </a:lnTo>
                  <a:lnTo>
                    <a:pt x="309372" y="725424"/>
                  </a:lnTo>
                  <a:lnTo>
                    <a:pt x="364236" y="729996"/>
                  </a:lnTo>
                  <a:lnTo>
                    <a:pt x="382524" y="728472"/>
                  </a:lnTo>
                  <a:lnTo>
                    <a:pt x="400812" y="727065"/>
                  </a:lnTo>
                  <a:lnTo>
                    <a:pt x="455676" y="717804"/>
                  </a:lnTo>
                  <a:lnTo>
                    <a:pt x="505968" y="701040"/>
                  </a:lnTo>
                  <a:lnTo>
                    <a:pt x="568452" y="667512"/>
                  </a:lnTo>
                  <a:lnTo>
                    <a:pt x="609600" y="633984"/>
                  </a:lnTo>
                  <a:lnTo>
                    <a:pt x="621792" y="623316"/>
                  </a:lnTo>
                  <a:lnTo>
                    <a:pt x="646176" y="595884"/>
                  </a:lnTo>
                  <a:lnTo>
                    <a:pt x="656844" y="582168"/>
                  </a:lnTo>
                  <a:lnTo>
                    <a:pt x="665988" y="568452"/>
                  </a:lnTo>
                  <a:lnTo>
                    <a:pt x="676656" y="553212"/>
                  </a:lnTo>
                  <a:lnTo>
                    <a:pt x="684276" y="537972"/>
                  </a:lnTo>
                  <a:lnTo>
                    <a:pt x="693420" y="522732"/>
                  </a:lnTo>
                  <a:lnTo>
                    <a:pt x="699516" y="505968"/>
                  </a:lnTo>
                  <a:lnTo>
                    <a:pt x="707136" y="489204"/>
                  </a:lnTo>
                  <a:lnTo>
                    <a:pt x="711708" y="472440"/>
                  </a:lnTo>
                  <a:lnTo>
                    <a:pt x="717804" y="455676"/>
                  </a:lnTo>
                  <a:lnTo>
                    <a:pt x="719328" y="44653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72814" y="183438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06290" y="3019044"/>
            <a:ext cx="1845945" cy="3851275"/>
            <a:chOff x="7106290" y="3019044"/>
            <a:chExt cx="1845945" cy="3851275"/>
          </a:xfrm>
        </p:grpSpPr>
        <p:sp>
          <p:nvSpPr>
            <p:cNvPr id="16" name="object 16"/>
            <p:cNvSpPr/>
            <p:nvPr/>
          </p:nvSpPr>
          <p:spPr>
            <a:xfrm>
              <a:off x="8227953" y="3023615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59663"/>
                  </a:moveTo>
                  <a:lnTo>
                    <a:pt x="716034" y="310968"/>
                  </a:lnTo>
                  <a:lnTo>
                    <a:pt x="706444" y="264230"/>
                  </a:lnTo>
                  <a:lnTo>
                    <a:pt x="690991" y="219884"/>
                  </a:lnTo>
                  <a:lnTo>
                    <a:pt x="670108" y="178364"/>
                  </a:lnTo>
                  <a:lnTo>
                    <a:pt x="644230" y="140103"/>
                  </a:lnTo>
                  <a:lnTo>
                    <a:pt x="613790" y="105536"/>
                  </a:lnTo>
                  <a:lnTo>
                    <a:pt x="579224" y="75097"/>
                  </a:lnTo>
                  <a:lnTo>
                    <a:pt x="540963" y="49219"/>
                  </a:lnTo>
                  <a:lnTo>
                    <a:pt x="499443" y="28336"/>
                  </a:lnTo>
                  <a:lnTo>
                    <a:pt x="455097" y="12883"/>
                  </a:lnTo>
                  <a:lnTo>
                    <a:pt x="408359" y="3293"/>
                  </a:lnTo>
                  <a:lnTo>
                    <a:pt x="359663" y="0"/>
                  </a:lnTo>
                  <a:lnTo>
                    <a:pt x="310968" y="3293"/>
                  </a:lnTo>
                  <a:lnTo>
                    <a:pt x="264230" y="12883"/>
                  </a:lnTo>
                  <a:lnTo>
                    <a:pt x="219884" y="28336"/>
                  </a:lnTo>
                  <a:lnTo>
                    <a:pt x="178364" y="49219"/>
                  </a:lnTo>
                  <a:lnTo>
                    <a:pt x="140103" y="75097"/>
                  </a:lnTo>
                  <a:lnTo>
                    <a:pt x="105536" y="105536"/>
                  </a:lnTo>
                  <a:lnTo>
                    <a:pt x="75097" y="140103"/>
                  </a:lnTo>
                  <a:lnTo>
                    <a:pt x="49219" y="178364"/>
                  </a:lnTo>
                  <a:lnTo>
                    <a:pt x="28336" y="219884"/>
                  </a:lnTo>
                  <a:lnTo>
                    <a:pt x="12883" y="264230"/>
                  </a:lnTo>
                  <a:lnTo>
                    <a:pt x="3293" y="310968"/>
                  </a:lnTo>
                  <a:lnTo>
                    <a:pt x="0" y="359663"/>
                  </a:lnTo>
                  <a:lnTo>
                    <a:pt x="3293" y="408709"/>
                  </a:lnTo>
                  <a:lnTo>
                    <a:pt x="12883" y="455739"/>
                  </a:lnTo>
                  <a:lnTo>
                    <a:pt x="28336" y="500324"/>
                  </a:lnTo>
                  <a:lnTo>
                    <a:pt x="49219" y="542035"/>
                  </a:lnTo>
                  <a:lnTo>
                    <a:pt x="75097" y="580445"/>
                  </a:lnTo>
                  <a:lnTo>
                    <a:pt x="105536" y="615124"/>
                  </a:lnTo>
                  <a:lnTo>
                    <a:pt x="140103" y="645644"/>
                  </a:lnTo>
                  <a:lnTo>
                    <a:pt x="178364" y="671575"/>
                  </a:lnTo>
                  <a:lnTo>
                    <a:pt x="219884" y="692491"/>
                  </a:lnTo>
                  <a:lnTo>
                    <a:pt x="264230" y="707961"/>
                  </a:lnTo>
                  <a:lnTo>
                    <a:pt x="31096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23382" y="3019044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82524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17804" y="272796"/>
                  </a:lnTo>
                  <a:lnTo>
                    <a:pt x="711708" y="256032"/>
                  </a:lnTo>
                  <a:lnTo>
                    <a:pt x="707136" y="239268"/>
                  </a:lnTo>
                  <a:lnTo>
                    <a:pt x="684276" y="190500"/>
                  </a:lnTo>
                  <a:lnTo>
                    <a:pt x="656844" y="146304"/>
                  </a:lnTo>
                  <a:lnTo>
                    <a:pt x="644652" y="132588"/>
                  </a:lnTo>
                  <a:lnTo>
                    <a:pt x="633984" y="118872"/>
                  </a:lnTo>
                  <a:lnTo>
                    <a:pt x="595884" y="82296"/>
                  </a:lnTo>
                  <a:lnTo>
                    <a:pt x="537972" y="42672"/>
                  </a:lnTo>
                  <a:lnTo>
                    <a:pt x="472440" y="15240"/>
                  </a:lnTo>
                  <a:lnTo>
                    <a:pt x="419100" y="3048"/>
                  </a:lnTo>
                  <a:lnTo>
                    <a:pt x="382524" y="0"/>
                  </a:lnTo>
                  <a:lnTo>
                    <a:pt x="345948" y="0"/>
                  </a:lnTo>
                  <a:lnTo>
                    <a:pt x="291084" y="6096"/>
                  </a:lnTo>
                  <a:lnTo>
                    <a:pt x="222504" y="27432"/>
                  </a:lnTo>
                  <a:lnTo>
                    <a:pt x="160020" y="60960"/>
                  </a:lnTo>
                  <a:lnTo>
                    <a:pt x="118872" y="94488"/>
                  </a:lnTo>
                  <a:lnTo>
                    <a:pt x="83820" y="132588"/>
                  </a:lnTo>
                  <a:lnTo>
                    <a:pt x="71628" y="146304"/>
                  </a:lnTo>
                  <a:lnTo>
                    <a:pt x="62484" y="160020"/>
                  </a:lnTo>
                  <a:lnTo>
                    <a:pt x="35052" y="205740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2796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2524"/>
                  </a:lnTo>
                  <a:lnTo>
                    <a:pt x="1524" y="402336"/>
                  </a:lnTo>
                  <a:lnTo>
                    <a:pt x="4572" y="420624"/>
                  </a:lnTo>
                  <a:lnTo>
                    <a:pt x="7620" y="437388"/>
                  </a:lnTo>
                  <a:lnTo>
                    <a:pt x="9144" y="443484"/>
                  </a:lnTo>
                  <a:lnTo>
                    <a:pt x="9144" y="364236"/>
                  </a:lnTo>
                  <a:lnTo>
                    <a:pt x="10668" y="345948"/>
                  </a:lnTo>
                  <a:lnTo>
                    <a:pt x="10668" y="327660"/>
                  </a:lnTo>
                  <a:lnTo>
                    <a:pt x="13716" y="310896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38100" y="225552"/>
                  </a:lnTo>
                  <a:lnTo>
                    <a:pt x="44196" y="210312"/>
                  </a:lnTo>
                  <a:lnTo>
                    <a:pt x="70104" y="166116"/>
                  </a:lnTo>
                  <a:lnTo>
                    <a:pt x="102108" y="124968"/>
                  </a:lnTo>
                  <a:lnTo>
                    <a:pt x="112776" y="112776"/>
                  </a:lnTo>
                  <a:lnTo>
                    <a:pt x="152400" y="79248"/>
                  </a:lnTo>
                  <a:lnTo>
                    <a:pt x="195072" y="51816"/>
                  </a:lnTo>
                  <a:lnTo>
                    <a:pt x="242316" y="30480"/>
                  </a:lnTo>
                  <a:lnTo>
                    <a:pt x="292608" y="15240"/>
                  </a:lnTo>
                  <a:lnTo>
                    <a:pt x="345948" y="9144"/>
                  </a:lnTo>
                  <a:lnTo>
                    <a:pt x="382524" y="9144"/>
                  </a:lnTo>
                  <a:lnTo>
                    <a:pt x="417576" y="12065"/>
                  </a:lnTo>
                  <a:lnTo>
                    <a:pt x="419100" y="12192"/>
                  </a:lnTo>
                  <a:lnTo>
                    <a:pt x="435864" y="16764"/>
                  </a:lnTo>
                  <a:lnTo>
                    <a:pt x="452628" y="19812"/>
                  </a:lnTo>
                  <a:lnTo>
                    <a:pt x="502920" y="36576"/>
                  </a:lnTo>
                  <a:lnTo>
                    <a:pt x="548640" y="60960"/>
                  </a:lnTo>
                  <a:lnTo>
                    <a:pt x="603504" y="100584"/>
                  </a:lnTo>
                  <a:lnTo>
                    <a:pt x="626364" y="124968"/>
                  </a:lnTo>
                  <a:lnTo>
                    <a:pt x="638556" y="138684"/>
                  </a:lnTo>
                  <a:lnTo>
                    <a:pt x="667512" y="179832"/>
                  </a:lnTo>
                  <a:lnTo>
                    <a:pt x="691896" y="225552"/>
                  </a:lnTo>
                  <a:lnTo>
                    <a:pt x="702564" y="259080"/>
                  </a:lnTo>
                  <a:lnTo>
                    <a:pt x="708660" y="275844"/>
                  </a:lnTo>
                  <a:lnTo>
                    <a:pt x="711708" y="292608"/>
                  </a:lnTo>
                  <a:lnTo>
                    <a:pt x="714756" y="310896"/>
                  </a:lnTo>
                  <a:lnTo>
                    <a:pt x="717804" y="327660"/>
                  </a:lnTo>
                  <a:lnTo>
                    <a:pt x="719328" y="345948"/>
                  </a:lnTo>
                  <a:lnTo>
                    <a:pt x="719328" y="446532"/>
                  </a:lnTo>
                  <a:lnTo>
                    <a:pt x="720852" y="437388"/>
                  </a:lnTo>
                  <a:lnTo>
                    <a:pt x="723900" y="420624"/>
                  </a:lnTo>
                  <a:lnTo>
                    <a:pt x="726948" y="402336"/>
                  </a:lnTo>
                  <a:lnTo>
                    <a:pt x="728472" y="382524"/>
                  </a:lnTo>
                  <a:close/>
                </a:path>
                <a:path w="728979" h="730250">
                  <a:moveTo>
                    <a:pt x="719328" y="446532"/>
                  </a:moveTo>
                  <a:lnTo>
                    <a:pt x="719328" y="382524"/>
                  </a:lnTo>
                  <a:lnTo>
                    <a:pt x="717804" y="400812"/>
                  </a:lnTo>
                  <a:lnTo>
                    <a:pt x="714756" y="419100"/>
                  </a:lnTo>
                  <a:lnTo>
                    <a:pt x="711708" y="435864"/>
                  </a:lnTo>
                  <a:lnTo>
                    <a:pt x="707136" y="452628"/>
                  </a:lnTo>
                  <a:lnTo>
                    <a:pt x="702564" y="470916"/>
                  </a:lnTo>
                  <a:lnTo>
                    <a:pt x="676656" y="533400"/>
                  </a:lnTo>
                  <a:lnTo>
                    <a:pt x="649224" y="577596"/>
                  </a:lnTo>
                  <a:lnTo>
                    <a:pt x="626364" y="603504"/>
                  </a:lnTo>
                  <a:lnTo>
                    <a:pt x="615696" y="615696"/>
                  </a:lnTo>
                  <a:lnTo>
                    <a:pt x="562356" y="659892"/>
                  </a:lnTo>
                  <a:lnTo>
                    <a:pt x="502920" y="691896"/>
                  </a:lnTo>
                  <a:lnTo>
                    <a:pt x="435864" y="713232"/>
                  </a:lnTo>
                  <a:lnTo>
                    <a:pt x="382524" y="719328"/>
                  </a:lnTo>
                  <a:lnTo>
                    <a:pt x="345948" y="719328"/>
                  </a:lnTo>
                  <a:lnTo>
                    <a:pt x="292608" y="713232"/>
                  </a:lnTo>
                  <a:lnTo>
                    <a:pt x="225552" y="691896"/>
                  </a:lnTo>
                  <a:lnTo>
                    <a:pt x="179832" y="669036"/>
                  </a:lnTo>
                  <a:lnTo>
                    <a:pt x="124968" y="627888"/>
                  </a:lnTo>
                  <a:lnTo>
                    <a:pt x="102108" y="603504"/>
                  </a:lnTo>
                  <a:lnTo>
                    <a:pt x="89916" y="589788"/>
                  </a:lnTo>
                  <a:lnTo>
                    <a:pt x="51816" y="533400"/>
                  </a:lnTo>
                  <a:lnTo>
                    <a:pt x="38100" y="502920"/>
                  </a:lnTo>
                  <a:lnTo>
                    <a:pt x="30480" y="486156"/>
                  </a:lnTo>
                  <a:lnTo>
                    <a:pt x="16764" y="435864"/>
                  </a:lnTo>
                  <a:lnTo>
                    <a:pt x="13716" y="419100"/>
                  </a:lnTo>
                  <a:lnTo>
                    <a:pt x="10668" y="400812"/>
                  </a:lnTo>
                  <a:lnTo>
                    <a:pt x="10668" y="382524"/>
                  </a:lnTo>
                  <a:lnTo>
                    <a:pt x="9144" y="364236"/>
                  </a:lnTo>
                  <a:lnTo>
                    <a:pt x="9144" y="443484"/>
                  </a:lnTo>
                  <a:lnTo>
                    <a:pt x="12192" y="455676"/>
                  </a:lnTo>
                  <a:lnTo>
                    <a:pt x="28956" y="505968"/>
                  </a:lnTo>
                  <a:lnTo>
                    <a:pt x="62484" y="568452"/>
                  </a:lnTo>
                  <a:lnTo>
                    <a:pt x="73152" y="582168"/>
                  </a:lnTo>
                  <a:lnTo>
                    <a:pt x="83820" y="597408"/>
                  </a:lnTo>
                  <a:lnTo>
                    <a:pt x="94488" y="609600"/>
                  </a:lnTo>
                  <a:lnTo>
                    <a:pt x="106680" y="623316"/>
                  </a:lnTo>
                  <a:lnTo>
                    <a:pt x="118872" y="633984"/>
                  </a:lnTo>
                  <a:lnTo>
                    <a:pt x="132588" y="646176"/>
                  </a:lnTo>
                  <a:lnTo>
                    <a:pt x="190500" y="685800"/>
                  </a:lnTo>
                  <a:lnTo>
                    <a:pt x="256032" y="713232"/>
                  </a:lnTo>
                  <a:lnTo>
                    <a:pt x="309372" y="725424"/>
                  </a:lnTo>
                  <a:lnTo>
                    <a:pt x="364236" y="729996"/>
                  </a:lnTo>
                  <a:lnTo>
                    <a:pt x="382524" y="728472"/>
                  </a:lnTo>
                  <a:lnTo>
                    <a:pt x="400812" y="727065"/>
                  </a:lnTo>
                  <a:lnTo>
                    <a:pt x="455676" y="717804"/>
                  </a:lnTo>
                  <a:lnTo>
                    <a:pt x="505968" y="701040"/>
                  </a:lnTo>
                  <a:lnTo>
                    <a:pt x="568452" y="667512"/>
                  </a:lnTo>
                  <a:lnTo>
                    <a:pt x="609600" y="633984"/>
                  </a:lnTo>
                  <a:lnTo>
                    <a:pt x="646176" y="595884"/>
                  </a:lnTo>
                  <a:lnTo>
                    <a:pt x="665988" y="568452"/>
                  </a:lnTo>
                  <a:lnTo>
                    <a:pt x="676656" y="553212"/>
                  </a:lnTo>
                  <a:lnTo>
                    <a:pt x="684276" y="537972"/>
                  </a:lnTo>
                  <a:lnTo>
                    <a:pt x="693420" y="522732"/>
                  </a:lnTo>
                  <a:lnTo>
                    <a:pt x="699516" y="505968"/>
                  </a:lnTo>
                  <a:lnTo>
                    <a:pt x="707136" y="489204"/>
                  </a:lnTo>
                  <a:lnTo>
                    <a:pt x="711708" y="472440"/>
                  </a:lnTo>
                  <a:lnTo>
                    <a:pt x="717804" y="455676"/>
                  </a:lnTo>
                  <a:lnTo>
                    <a:pt x="719328" y="44653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10861" y="4812791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59663"/>
                  </a:moveTo>
                  <a:lnTo>
                    <a:pt x="716034" y="310648"/>
                  </a:lnTo>
                  <a:lnTo>
                    <a:pt x="706444" y="263701"/>
                  </a:lnTo>
                  <a:lnTo>
                    <a:pt x="690991" y="219241"/>
                  </a:lnTo>
                  <a:lnTo>
                    <a:pt x="670108" y="177687"/>
                  </a:lnTo>
                  <a:lnTo>
                    <a:pt x="644230" y="139455"/>
                  </a:lnTo>
                  <a:lnTo>
                    <a:pt x="613790" y="104965"/>
                  </a:lnTo>
                  <a:lnTo>
                    <a:pt x="579224" y="74634"/>
                  </a:lnTo>
                  <a:lnTo>
                    <a:pt x="540963" y="48880"/>
                  </a:lnTo>
                  <a:lnTo>
                    <a:pt x="499443" y="28122"/>
                  </a:lnTo>
                  <a:lnTo>
                    <a:pt x="455097" y="12777"/>
                  </a:lnTo>
                  <a:lnTo>
                    <a:pt x="408359" y="3264"/>
                  </a:lnTo>
                  <a:lnTo>
                    <a:pt x="359663" y="0"/>
                  </a:lnTo>
                  <a:lnTo>
                    <a:pt x="310648" y="3264"/>
                  </a:lnTo>
                  <a:lnTo>
                    <a:pt x="263701" y="12777"/>
                  </a:lnTo>
                  <a:lnTo>
                    <a:pt x="219241" y="28122"/>
                  </a:lnTo>
                  <a:lnTo>
                    <a:pt x="177687" y="48880"/>
                  </a:lnTo>
                  <a:lnTo>
                    <a:pt x="139455" y="74634"/>
                  </a:lnTo>
                  <a:lnTo>
                    <a:pt x="104965" y="104965"/>
                  </a:lnTo>
                  <a:lnTo>
                    <a:pt x="74634" y="139455"/>
                  </a:lnTo>
                  <a:lnTo>
                    <a:pt x="48880" y="177687"/>
                  </a:lnTo>
                  <a:lnTo>
                    <a:pt x="28122" y="219241"/>
                  </a:lnTo>
                  <a:lnTo>
                    <a:pt x="12777" y="263701"/>
                  </a:lnTo>
                  <a:lnTo>
                    <a:pt x="3264" y="310648"/>
                  </a:lnTo>
                  <a:lnTo>
                    <a:pt x="0" y="359663"/>
                  </a:lnTo>
                  <a:lnTo>
                    <a:pt x="3264" y="408709"/>
                  </a:lnTo>
                  <a:lnTo>
                    <a:pt x="12777" y="455739"/>
                  </a:lnTo>
                  <a:lnTo>
                    <a:pt x="28122" y="500324"/>
                  </a:lnTo>
                  <a:lnTo>
                    <a:pt x="48880" y="542035"/>
                  </a:lnTo>
                  <a:lnTo>
                    <a:pt x="74634" y="580445"/>
                  </a:lnTo>
                  <a:lnTo>
                    <a:pt x="104965" y="615124"/>
                  </a:lnTo>
                  <a:lnTo>
                    <a:pt x="139455" y="645644"/>
                  </a:lnTo>
                  <a:lnTo>
                    <a:pt x="177687" y="671575"/>
                  </a:lnTo>
                  <a:lnTo>
                    <a:pt x="219241" y="692491"/>
                  </a:lnTo>
                  <a:lnTo>
                    <a:pt x="263701" y="707961"/>
                  </a:lnTo>
                  <a:lnTo>
                    <a:pt x="31064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6290" y="4806696"/>
              <a:ext cx="728980" cy="731520"/>
            </a:xfrm>
            <a:custGeom>
              <a:avLst/>
              <a:gdLst/>
              <a:ahLst/>
              <a:cxnLst/>
              <a:rect l="l" t="t" r="r" b="b"/>
              <a:pathLst>
                <a:path w="728979" h="731520">
                  <a:moveTo>
                    <a:pt x="728472" y="365760"/>
                  </a:moveTo>
                  <a:lnTo>
                    <a:pt x="723900" y="310896"/>
                  </a:lnTo>
                  <a:lnTo>
                    <a:pt x="711708" y="257556"/>
                  </a:lnTo>
                  <a:lnTo>
                    <a:pt x="691896" y="207264"/>
                  </a:lnTo>
                  <a:lnTo>
                    <a:pt x="665988" y="161544"/>
                  </a:lnTo>
                  <a:lnTo>
                    <a:pt x="633984" y="120396"/>
                  </a:lnTo>
                  <a:lnTo>
                    <a:pt x="608076" y="96012"/>
                  </a:lnTo>
                  <a:lnTo>
                    <a:pt x="595884" y="83820"/>
                  </a:lnTo>
                  <a:lnTo>
                    <a:pt x="553212" y="53340"/>
                  </a:lnTo>
                  <a:lnTo>
                    <a:pt x="521208" y="36576"/>
                  </a:lnTo>
                  <a:lnTo>
                    <a:pt x="505968" y="28956"/>
                  </a:lnTo>
                  <a:lnTo>
                    <a:pt x="472440" y="16764"/>
                  </a:lnTo>
                  <a:lnTo>
                    <a:pt x="454152" y="12192"/>
                  </a:lnTo>
                  <a:lnTo>
                    <a:pt x="437388" y="7620"/>
                  </a:lnTo>
                  <a:lnTo>
                    <a:pt x="419100" y="4572"/>
                  </a:lnTo>
                  <a:lnTo>
                    <a:pt x="364236" y="0"/>
                  </a:lnTo>
                  <a:lnTo>
                    <a:pt x="345948" y="1406"/>
                  </a:lnTo>
                  <a:lnTo>
                    <a:pt x="307848" y="4572"/>
                  </a:lnTo>
                  <a:lnTo>
                    <a:pt x="256032" y="16764"/>
                  </a:lnTo>
                  <a:lnTo>
                    <a:pt x="205740" y="36576"/>
                  </a:lnTo>
                  <a:lnTo>
                    <a:pt x="160020" y="62484"/>
                  </a:lnTo>
                  <a:lnTo>
                    <a:pt x="118872" y="96012"/>
                  </a:lnTo>
                  <a:lnTo>
                    <a:pt x="82296" y="134112"/>
                  </a:lnTo>
                  <a:lnTo>
                    <a:pt x="42672" y="192024"/>
                  </a:lnTo>
                  <a:lnTo>
                    <a:pt x="15240" y="257556"/>
                  </a:lnTo>
                  <a:lnTo>
                    <a:pt x="3048" y="310896"/>
                  </a:lnTo>
                  <a:lnTo>
                    <a:pt x="0" y="347472"/>
                  </a:lnTo>
                  <a:lnTo>
                    <a:pt x="0" y="384048"/>
                  </a:lnTo>
                  <a:lnTo>
                    <a:pt x="3048" y="422148"/>
                  </a:lnTo>
                  <a:lnTo>
                    <a:pt x="7620" y="438912"/>
                  </a:lnTo>
                  <a:lnTo>
                    <a:pt x="9144" y="448056"/>
                  </a:lnTo>
                  <a:lnTo>
                    <a:pt x="9144" y="347472"/>
                  </a:lnTo>
                  <a:lnTo>
                    <a:pt x="10668" y="329184"/>
                  </a:lnTo>
                  <a:lnTo>
                    <a:pt x="13716" y="312420"/>
                  </a:lnTo>
                  <a:lnTo>
                    <a:pt x="16764" y="294132"/>
                  </a:lnTo>
                  <a:lnTo>
                    <a:pt x="36576" y="227076"/>
                  </a:lnTo>
                  <a:lnTo>
                    <a:pt x="60960" y="181356"/>
                  </a:lnTo>
                  <a:lnTo>
                    <a:pt x="70104" y="167640"/>
                  </a:lnTo>
                  <a:lnTo>
                    <a:pt x="79248" y="152400"/>
                  </a:lnTo>
                  <a:lnTo>
                    <a:pt x="89916" y="140208"/>
                  </a:lnTo>
                  <a:lnTo>
                    <a:pt x="100584" y="126492"/>
                  </a:lnTo>
                  <a:lnTo>
                    <a:pt x="124968" y="102108"/>
                  </a:lnTo>
                  <a:lnTo>
                    <a:pt x="152400" y="80772"/>
                  </a:lnTo>
                  <a:lnTo>
                    <a:pt x="166116" y="71628"/>
                  </a:lnTo>
                  <a:lnTo>
                    <a:pt x="179832" y="60960"/>
                  </a:lnTo>
                  <a:lnTo>
                    <a:pt x="225552" y="38100"/>
                  </a:lnTo>
                  <a:lnTo>
                    <a:pt x="292608" y="16764"/>
                  </a:lnTo>
                  <a:lnTo>
                    <a:pt x="344424" y="10795"/>
                  </a:lnTo>
                  <a:lnTo>
                    <a:pt x="382524" y="10668"/>
                  </a:lnTo>
                  <a:lnTo>
                    <a:pt x="399288" y="12065"/>
                  </a:lnTo>
                  <a:lnTo>
                    <a:pt x="469392" y="25908"/>
                  </a:lnTo>
                  <a:lnTo>
                    <a:pt x="518160" y="45720"/>
                  </a:lnTo>
                  <a:lnTo>
                    <a:pt x="576072" y="80772"/>
                  </a:lnTo>
                  <a:lnTo>
                    <a:pt x="626364" y="126492"/>
                  </a:lnTo>
                  <a:lnTo>
                    <a:pt x="658368" y="167640"/>
                  </a:lnTo>
                  <a:lnTo>
                    <a:pt x="675132" y="196596"/>
                  </a:lnTo>
                  <a:lnTo>
                    <a:pt x="684276" y="211836"/>
                  </a:lnTo>
                  <a:lnTo>
                    <a:pt x="702564" y="260604"/>
                  </a:lnTo>
                  <a:lnTo>
                    <a:pt x="714756" y="312420"/>
                  </a:lnTo>
                  <a:lnTo>
                    <a:pt x="719328" y="365760"/>
                  </a:lnTo>
                  <a:lnTo>
                    <a:pt x="719328" y="445008"/>
                  </a:lnTo>
                  <a:lnTo>
                    <a:pt x="720852" y="438912"/>
                  </a:lnTo>
                  <a:lnTo>
                    <a:pt x="723900" y="420624"/>
                  </a:lnTo>
                  <a:lnTo>
                    <a:pt x="726948" y="403860"/>
                  </a:lnTo>
                  <a:lnTo>
                    <a:pt x="726948" y="384048"/>
                  </a:lnTo>
                  <a:lnTo>
                    <a:pt x="728472" y="365760"/>
                  </a:lnTo>
                  <a:close/>
                </a:path>
                <a:path w="728979" h="731520">
                  <a:moveTo>
                    <a:pt x="719328" y="445008"/>
                  </a:moveTo>
                  <a:lnTo>
                    <a:pt x="719328" y="365760"/>
                  </a:lnTo>
                  <a:lnTo>
                    <a:pt x="714756" y="420624"/>
                  </a:lnTo>
                  <a:lnTo>
                    <a:pt x="711708" y="437388"/>
                  </a:lnTo>
                  <a:lnTo>
                    <a:pt x="707136" y="454152"/>
                  </a:lnTo>
                  <a:lnTo>
                    <a:pt x="702564" y="472440"/>
                  </a:lnTo>
                  <a:lnTo>
                    <a:pt x="696468" y="487680"/>
                  </a:lnTo>
                  <a:lnTo>
                    <a:pt x="690372" y="504444"/>
                  </a:lnTo>
                  <a:lnTo>
                    <a:pt x="684276" y="519684"/>
                  </a:lnTo>
                  <a:lnTo>
                    <a:pt x="675132" y="534924"/>
                  </a:lnTo>
                  <a:lnTo>
                    <a:pt x="667512" y="550164"/>
                  </a:lnTo>
                  <a:lnTo>
                    <a:pt x="637032" y="592836"/>
                  </a:lnTo>
                  <a:lnTo>
                    <a:pt x="601980" y="629412"/>
                  </a:lnTo>
                  <a:lnTo>
                    <a:pt x="562356" y="661416"/>
                  </a:lnTo>
                  <a:lnTo>
                    <a:pt x="518160" y="685800"/>
                  </a:lnTo>
                  <a:lnTo>
                    <a:pt x="469392" y="705612"/>
                  </a:lnTo>
                  <a:lnTo>
                    <a:pt x="417576" y="717804"/>
                  </a:lnTo>
                  <a:lnTo>
                    <a:pt x="400812" y="719201"/>
                  </a:lnTo>
                  <a:lnTo>
                    <a:pt x="382524" y="720852"/>
                  </a:lnTo>
                  <a:lnTo>
                    <a:pt x="344424" y="720725"/>
                  </a:lnTo>
                  <a:lnTo>
                    <a:pt x="292608" y="714756"/>
                  </a:lnTo>
                  <a:lnTo>
                    <a:pt x="242316" y="699516"/>
                  </a:lnTo>
                  <a:lnTo>
                    <a:pt x="225552" y="693420"/>
                  </a:lnTo>
                  <a:lnTo>
                    <a:pt x="179832" y="670560"/>
                  </a:lnTo>
                  <a:lnTo>
                    <a:pt x="166116" y="661416"/>
                  </a:lnTo>
                  <a:lnTo>
                    <a:pt x="150876" y="650748"/>
                  </a:lnTo>
                  <a:lnTo>
                    <a:pt x="138684" y="640080"/>
                  </a:lnTo>
                  <a:lnTo>
                    <a:pt x="124968" y="629412"/>
                  </a:lnTo>
                  <a:lnTo>
                    <a:pt x="100584" y="605028"/>
                  </a:lnTo>
                  <a:lnTo>
                    <a:pt x="89916" y="591312"/>
                  </a:lnTo>
                  <a:lnTo>
                    <a:pt x="79248" y="579120"/>
                  </a:lnTo>
                  <a:lnTo>
                    <a:pt x="70104" y="563880"/>
                  </a:lnTo>
                  <a:lnTo>
                    <a:pt x="60960" y="550164"/>
                  </a:lnTo>
                  <a:lnTo>
                    <a:pt x="51816" y="534924"/>
                  </a:lnTo>
                  <a:lnTo>
                    <a:pt x="24384" y="470916"/>
                  </a:lnTo>
                  <a:lnTo>
                    <a:pt x="13716" y="420624"/>
                  </a:lnTo>
                  <a:lnTo>
                    <a:pt x="9144" y="384048"/>
                  </a:lnTo>
                  <a:lnTo>
                    <a:pt x="9144" y="448056"/>
                  </a:lnTo>
                  <a:lnTo>
                    <a:pt x="27432" y="507492"/>
                  </a:lnTo>
                  <a:lnTo>
                    <a:pt x="44196" y="539496"/>
                  </a:lnTo>
                  <a:lnTo>
                    <a:pt x="51816" y="554736"/>
                  </a:lnTo>
                  <a:lnTo>
                    <a:pt x="62484" y="569976"/>
                  </a:lnTo>
                  <a:lnTo>
                    <a:pt x="71628" y="583692"/>
                  </a:lnTo>
                  <a:lnTo>
                    <a:pt x="82296" y="598932"/>
                  </a:lnTo>
                  <a:lnTo>
                    <a:pt x="94488" y="611124"/>
                  </a:lnTo>
                  <a:lnTo>
                    <a:pt x="106680" y="624840"/>
                  </a:lnTo>
                  <a:lnTo>
                    <a:pt x="118872" y="635508"/>
                  </a:lnTo>
                  <a:lnTo>
                    <a:pt x="160020" y="669036"/>
                  </a:lnTo>
                  <a:lnTo>
                    <a:pt x="205740" y="694944"/>
                  </a:lnTo>
                  <a:lnTo>
                    <a:pt x="256032" y="714756"/>
                  </a:lnTo>
                  <a:lnTo>
                    <a:pt x="307848" y="726948"/>
                  </a:lnTo>
                  <a:lnTo>
                    <a:pt x="364236" y="731520"/>
                  </a:lnTo>
                  <a:lnTo>
                    <a:pt x="417576" y="727075"/>
                  </a:lnTo>
                  <a:lnTo>
                    <a:pt x="419100" y="726948"/>
                  </a:lnTo>
                  <a:lnTo>
                    <a:pt x="437388" y="723900"/>
                  </a:lnTo>
                  <a:lnTo>
                    <a:pt x="454152" y="719328"/>
                  </a:lnTo>
                  <a:lnTo>
                    <a:pt x="472440" y="714756"/>
                  </a:lnTo>
                  <a:lnTo>
                    <a:pt x="505968" y="702564"/>
                  </a:lnTo>
                  <a:lnTo>
                    <a:pt x="521208" y="694944"/>
                  </a:lnTo>
                  <a:lnTo>
                    <a:pt x="537972" y="687324"/>
                  </a:lnTo>
                  <a:lnTo>
                    <a:pt x="582168" y="658368"/>
                  </a:lnTo>
                  <a:lnTo>
                    <a:pt x="608076" y="635508"/>
                  </a:lnTo>
                  <a:lnTo>
                    <a:pt x="621792" y="623316"/>
                  </a:lnTo>
                  <a:lnTo>
                    <a:pt x="665988" y="569976"/>
                  </a:lnTo>
                  <a:lnTo>
                    <a:pt x="691896" y="524256"/>
                  </a:lnTo>
                  <a:lnTo>
                    <a:pt x="711708" y="473964"/>
                  </a:lnTo>
                  <a:lnTo>
                    <a:pt x="716280" y="457200"/>
                  </a:lnTo>
                  <a:lnTo>
                    <a:pt x="719328" y="44500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10861" y="6144767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4" h="719454">
                  <a:moveTo>
                    <a:pt x="719327" y="359663"/>
                  </a:moveTo>
                  <a:lnTo>
                    <a:pt x="716034" y="310648"/>
                  </a:lnTo>
                  <a:lnTo>
                    <a:pt x="706444" y="263701"/>
                  </a:lnTo>
                  <a:lnTo>
                    <a:pt x="690991" y="219241"/>
                  </a:lnTo>
                  <a:lnTo>
                    <a:pt x="670108" y="177687"/>
                  </a:lnTo>
                  <a:lnTo>
                    <a:pt x="644230" y="139455"/>
                  </a:lnTo>
                  <a:lnTo>
                    <a:pt x="613790" y="104965"/>
                  </a:lnTo>
                  <a:lnTo>
                    <a:pt x="579224" y="74634"/>
                  </a:lnTo>
                  <a:lnTo>
                    <a:pt x="540963" y="48880"/>
                  </a:lnTo>
                  <a:lnTo>
                    <a:pt x="499443" y="28122"/>
                  </a:lnTo>
                  <a:lnTo>
                    <a:pt x="455097" y="12777"/>
                  </a:lnTo>
                  <a:lnTo>
                    <a:pt x="408359" y="3264"/>
                  </a:lnTo>
                  <a:lnTo>
                    <a:pt x="359663" y="0"/>
                  </a:lnTo>
                  <a:lnTo>
                    <a:pt x="310648" y="3264"/>
                  </a:lnTo>
                  <a:lnTo>
                    <a:pt x="263701" y="12777"/>
                  </a:lnTo>
                  <a:lnTo>
                    <a:pt x="219241" y="28122"/>
                  </a:lnTo>
                  <a:lnTo>
                    <a:pt x="177687" y="48880"/>
                  </a:lnTo>
                  <a:lnTo>
                    <a:pt x="139455" y="74634"/>
                  </a:lnTo>
                  <a:lnTo>
                    <a:pt x="104965" y="104965"/>
                  </a:lnTo>
                  <a:lnTo>
                    <a:pt x="74634" y="139455"/>
                  </a:lnTo>
                  <a:lnTo>
                    <a:pt x="48880" y="177687"/>
                  </a:lnTo>
                  <a:lnTo>
                    <a:pt x="28122" y="219241"/>
                  </a:lnTo>
                  <a:lnTo>
                    <a:pt x="12777" y="263701"/>
                  </a:lnTo>
                  <a:lnTo>
                    <a:pt x="3264" y="310648"/>
                  </a:lnTo>
                  <a:lnTo>
                    <a:pt x="0" y="359663"/>
                  </a:lnTo>
                  <a:lnTo>
                    <a:pt x="3264" y="408679"/>
                  </a:lnTo>
                  <a:lnTo>
                    <a:pt x="12777" y="455626"/>
                  </a:lnTo>
                  <a:lnTo>
                    <a:pt x="28122" y="500086"/>
                  </a:lnTo>
                  <a:lnTo>
                    <a:pt x="48880" y="541640"/>
                  </a:lnTo>
                  <a:lnTo>
                    <a:pt x="74634" y="579872"/>
                  </a:lnTo>
                  <a:lnTo>
                    <a:pt x="104965" y="614362"/>
                  </a:lnTo>
                  <a:lnTo>
                    <a:pt x="139455" y="644693"/>
                  </a:lnTo>
                  <a:lnTo>
                    <a:pt x="177687" y="670447"/>
                  </a:lnTo>
                  <a:lnTo>
                    <a:pt x="219241" y="691205"/>
                  </a:lnTo>
                  <a:lnTo>
                    <a:pt x="263701" y="706550"/>
                  </a:lnTo>
                  <a:lnTo>
                    <a:pt x="310648" y="716063"/>
                  </a:lnTo>
                  <a:lnTo>
                    <a:pt x="359663" y="719327"/>
                  </a:lnTo>
                  <a:lnTo>
                    <a:pt x="408359" y="716063"/>
                  </a:lnTo>
                  <a:lnTo>
                    <a:pt x="455097" y="706550"/>
                  </a:lnTo>
                  <a:lnTo>
                    <a:pt x="499443" y="691205"/>
                  </a:lnTo>
                  <a:lnTo>
                    <a:pt x="540963" y="670447"/>
                  </a:lnTo>
                  <a:lnTo>
                    <a:pt x="579224" y="644693"/>
                  </a:lnTo>
                  <a:lnTo>
                    <a:pt x="613790" y="614362"/>
                  </a:lnTo>
                  <a:lnTo>
                    <a:pt x="644230" y="579872"/>
                  </a:lnTo>
                  <a:lnTo>
                    <a:pt x="670108" y="541640"/>
                  </a:lnTo>
                  <a:lnTo>
                    <a:pt x="690991" y="500086"/>
                  </a:lnTo>
                  <a:lnTo>
                    <a:pt x="706444" y="455626"/>
                  </a:lnTo>
                  <a:lnTo>
                    <a:pt x="716034" y="40867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06290" y="6138672"/>
              <a:ext cx="728980" cy="731520"/>
            </a:xfrm>
            <a:custGeom>
              <a:avLst/>
              <a:gdLst/>
              <a:ahLst/>
              <a:cxnLst/>
              <a:rect l="l" t="t" r="r" b="b"/>
              <a:pathLst>
                <a:path w="728979" h="731520">
                  <a:moveTo>
                    <a:pt x="728472" y="365760"/>
                  </a:moveTo>
                  <a:lnTo>
                    <a:pt x="725424" y="327660"/>
                  </a:lnTo>
                  <a:lnTo>
                    <a:pt x="716280" y="274320"/>
                  </a:lnTo>
                  <a:lnTo>
                    <a:pt x="699516" y="224028"/>
                  </a:lnTo>
                  <a:lnTo>
                    <a:pt x="665988" y="161544"/>
                  </a:lnTo>
                  <a:lnTo>
                    <a:pt x="633984" y="120396"/>
                  </a:lnTo>
                  <a:lnTo>
                    <a:pt x="608076" y="96012"/>
                  </a:lnTo>
                  <a:lnTo>
                    <a:pt x="595884" y="83820"/>
                  </a:lnTo>
                  <a:lnTo>
                    <a:pt x="553212" y="53340"/>
                  </a:lnTo>
                  <a:lnTo>
                    <a:pt x="521208" y="36576"/>
                  </a:lnTo>
                  <a:lnTo>
                    <a:pt x="505968" y="28956"/>
                  </a:lnTo>
                  <a:lnTo>
                    <a:pt x="472440" y="16764"/>
                  </a:lnTo>
                  <a:lnTo>
                    <a:pt x="454152" y="12192"/>
                  </a:lnTo>
                  <a:lnTo>
                    <a:pt x="437388" y="7620"/>
                  </a:lnTo>
                  <a:lnTo>
                    <a:pt x="419100" y="4572"/>
                  </a:lnTo>
                  <a:lnTo>
                    <a:pt x="364236" y="0"/>
                  </a:lnTo>
                  <a:lnTo>
                    <a:pt x="345948" y="1406"/>
                  </a:lnTo>
                  <a:lnTo>
                    <a:pt x="307848" y="4572"/>
                  </a:lnTo>
                  <a:lnTo>
                    <a:pt x="256032" y="16764"/>
                  </a:lnTo>
                  <a:lnTo>
                    <a:pt x="205740" y="36576"/>
                  </a:lnTo>
                  <a:lnTo>
                    <a:pt x="160020" y="62484"/>
                  </a:lnTo>
                  <a:lnTo>
                    <a:pt x="118872" y="96012"/>
                  </a:lnTo>
                  <a:lnTo>
                    <a:pt x="82296" y="134112"/>
                  </a:lnTo>
                  <a:lnTo>
                    <a:pt x="42672" y="192024"/>
                  </a:lnTo>
                  <a:lnTo>
                    <a:pt x="15240" y="257556"/>
                  </a:lnTo>
                  <a:lnTo>
                    <a:pt x="3048" y="310896"/>
                  </a:lnTo>
                  <a:lnTo>
                    <a:pt x="0" y="347472"/>
                  </a:lnTo>
                  <a:lnTo>
                    <a:pt x="0" y="384048"/>
                  </a:lnTo>
                  <a:lnTo>
                    <a:pt x="3048" y="422148"/>
                  </a:lnTo>
                  <a:lnTo>
                    <a:pt x="7620" y="438912"/>
                  </a:lnTo>
                  <a:lnTo>
                    <a:pt x="9144" y="448056"/>
                  </a:lnTo>
                  <a:lnTo>
                    <a:pt x="9144" y="347472"/>
                  </a:lnTo>
                  <a:lnTo>
                    <a:pt x="10668" y="329184"/>
                  </a:lnTo>
                  <a:lnTo>
                    <a:pt x="19812" y="277368"/>
                  </a:lnTo>
                  <a:lnTo>
                    <a:pt x="36576" y="227076"/>
                  </a:lnTo>
                  <a:lnTo>
                    <a:pt x="70104" y="166116"/>
                  </a:lnTo>
                  <a:lnTo>
                    <a:pt x="89916" y="140208"/>
                  </a:lnTo>
                  <a:lnTo>
                    <a:pt x="100584" y="126492"/>
                  </a:lnTo>
                  <a:lnTo>
                    <a:pt x="166116" y="70104"/>
                  </a:lnTo>
                  <a:lnTo>
                    <a:pt x="225552" y="38100"/>
                  </a:lnTo>
                  <a:lnTo>
                    <a:pt x="292608" y="16764"/>
                  </a:lnTo>
                  <a:lnTo>
                    <a:pt x="344424" y="10795"/>
                  </a:lnTo>
                  <a:lnTo>
                    <a:pt x="382524" y="10668"/>
                  </a:lnTo>
                  <a:lnTo>
                    <a:pt x="399288" y="12065"/>
                  </a:lnTo>
                  <a:lnTo>
                    <a:pt x="469392" y="25908"/>
                  </a:lnTo>
                  <a:lnTo>
                    <a:pt x="518160" y="45720"/>
                  </a:lnTo>
                  <a:lnTo>
                    <a:pt x="576072" y="80772"/>
                  </a:lnTo>
                  <a:lnTo>
                    <a:pt x="626364" y="126492"/>
                  </a:lnTo>
                  <a:lnTo>
                    <a:pt x="637032" y="140208"/>
                  </a:lnTo>
                  <a:lnTo>
                    <a:pt x="647700" y="152400"/>
                  </a:lnTo>
                  <a:lnTo>
                    <a:pt x="658368" y="167640"/>
                  </a:lnTo>
                  <a:lnTo>
                    <a:pt x="667512" y="181356"/>
                  </a:lnTo>
                  <a:lnTo>
                    <a:pt x="675132" y="196596"/>
                  </a:lnTo>
                  <a:lnTo>
                    <a:pt x="684276" y="211836"/>
                  </a:lnTo>
                  <a:lnTo>
                    <a:pt x="702564" y="260604"/>
                  </a:lnTo>
                  <a:lnTo>
                    <a:pt x="714756" y="312420"/>
                  </a:lnTo>
                  <a:lnTo>
                    <a:pt x="719328" y="365760"/>
                  </a:lnTo>
                  <a:lnTo>
                    <a:pt x="719328" y="445008"/>
                  </a:lnTo>
                  <a:lnTo>
                    <a:pt x="720852" y="438912"/>
                  </a:lnTo>
                  <a:lnTo>
                    <a:pt x="726948" y="402336"/>
                  </a:lnTo>
                  <a:lnTo>
                    <a:pt x="726948" y="384048"/>
                  </a:lnTo>
                  <a:lnTo>
                    <a:pt x="728472" y="365760"/>
                  </a:lnTo>
                  <a:close/>
                </a:path>
                <a:path w="728979" h="731520">
                  <a:moveTo>
                    <a:pt x="719328" y="445008"/>
                  </a:moveTo>
                  <a:lnTo>
                    <a:pt x="719328" y="365760"/>
                  </a:lnTo>
                  <a:lnTo>
                    <a:pt x="714756" y="420624"/>
                  </a:lnTo>
                  <a:lnTo>
                    <a:pt x="711708" y="437388"/>
                  </a:lnTo>
                  <a:lnTo>
                    <a:pt x="707136" y="454152"/>
                  </a:lnTo>
                  <a:lnTo>
                    <a:pt x="702564" y="472440"/>
                  </a:lnTo>
                  <a:lnTo>
                    <a:pt x="696468" y="487680"/>
                  </a:lnTo>
                  <a:lnTo>
                    <a:pt x="690372" y="504444"/>
                  </a:lnTo>
                  <a:lnTo>
                    <a:pt x="684276" y="519684"/>
                  </a:lnTo>
                  <a:lnTo>
                    <a:pt x="675132" y="534924"/>
                  </a:lnTo>
                  <a:lnTo>
                    <a:pt x="667512" y="550164"/>
                  </a:lnTo>
                  <a:lnTo>
                    <a:pt x="637032" y="592836"/>
                  </a:lnTo>
                  <a:lnTo>
                    <a:pt x="601980" y="629412"/>
                  </a:lnTo>
                  <a:lnTo>
                    <a:pt x="562356" y="661416"/>
                  </a:lnTo>
                  <a:lnTo>
                    <a:pt x="518160" y="685800"/>
                  </a:lnTo>
                  <a:lnTo>
                    <a:pt x="469392" y="705612"/>
                  </a:lnTo>
                  <a:lnTo>
                    <a:pt x="417576" y="717804"/>
                  </a:lnTo>
                  <a:lnTo>
                    <a:pt x="400812" y="719201"/>
                  </a:lnTo>
                  <a:lnTo>
                    <a:pt x="382524" y="720852"/>
                  </a:lnTo>
                  <a:lnTo>
                    <a:pt x="344424" y="720725"/>
                  </a:lnTo>
                  <a:lnTo>
                    <a:pt x="292608" y="714756"/>
                  </a:lnTo>
                  <a:lnTo>
                    <a:pt x="242316" y="699516"/>
                  </a:lnTo>
                  <a:lnTo>
                    <a:pt x="225552" y="693420"/>
                  </a:lnTo>
                  <a:lnTo>
                    <a:pt x="179832" y="670560"/>
                  </a:lnTo>
                  <a:lnTo>
                    <a:pt x="166116" y="659892"/>
                  </a:lnTo>
                  <a:lnTo>
                    <a:pt x="150876" y="650748"/>
                  </a:lnTo>
                  <a:lnTo>
                    <a:pt x="138684" y="640080"/>
                  </a:lnTo>
                  <a:lnTo>
                    <a:pt x="124968" y="629412"/>
                  </a:lnTo>
                  <a:lnTo>
                    <a:pt x="100584" y="605028"/>
                  </a:lnTo>
                  <a:lnTo>
                    <a:pt x="89916" y="591312"/>
                  </a:lnTo>
                  <a:lnTo>
                    <a:pt x="79248" y="579120"/>
                  </a:lnTo>
                  <a:lnTo>
                    <a:pt x="70104" y="563880"/>
                  </a:lnTo>
                  <a:lnTo>
                    <a:pt x="36576" y="504444"/>
                  </a:lnTo>
                  <a:lnTo>
                    <a:pt x="19812" y="454152"/>
                  </a:lnTo>
                  <a:lnTo>
                    <a:pt x="10668" y="402336"/>
                  </a:lnTo>
                  <a:lnTo>
                    <a:pt x="9144" y="384048"/>
                  </a:lnTo>
                  <a:lnTo>
                    <a:pt x="9144" y="448056"/>
                  </a:lnTo>
                  <a:lnTo>
                    <a:pt x="27432" y="507492"/>
                  </a:lnTo>
                  <a:lnTo>
                    <a:pt x="44196" y="539496"/>
                  </a:lnTo>
                  <a:lnTo>
                    <a:pt x="51816" y="554736"/>
                  </a:lnTo>
                  <a:lnTo>
                    <a:pt x="62484" y="569976"/>
                  </a:lnTo>
                  <a:lnTo>
                    <a:pt x="71628" y="583692"/>
                  </a:lnTo>
                  <a:lnTo>
                    <a:pt x="82296" y="597408"/>
                  </a:lnTo>
                  <a:lnTo>
                    <a:pt x="106680" y="624840"/>
                  </a:lnTo>
                  <a:lnTo>
                    <a:pt x="118872" y="635508"/>
                  </a:lnTo>
                  <a:lnTo>
                    <a:pt x="132588" y="647700"/>
                  </a:lnTo>
                  <a:lnTo>
                    <a:pt x="190500" y="687324"/>
                  </a:lnTo>
                  <a:lnTo>
                    <a:pt x="256032" y="714756"/>
                  </a:lnTo>
                  <a:lnTo>
                    <a:pt x="307848" y="726948"/>
                  </a:lnTo>
                  <a:lnTo>
                    <a:pt x="364236" y="731520"/>
                  </a:lnTo>
                  <a:lnTo>
                    <a:pt x="417576" y="727075"/>
                  </a:lnTo>
                  <a:lnTo>
                    <a:pt x="419100" y="726948"/>
                  </a:lnTo>
                  <a:lnTo>
                    <a:pt x="437388" y="723900"/>
                  </a:lnTo>
                  <a:lnTo>
                    <a:pt x="454152" y="719328"/>
                  </a:lnTo>
                  <a:lnTo>
                    <a:pt x="472440" y="714756"/>
                  </a:lnTo>
                  <a:lnTo>
                    <a:pt x="505968" y="702564"/>
                  </a:lnTo>
                  <a:lnTo>
                    <a:pt x="521208" y="694944"/>
                  </a:lnTo>
                  <a:lnTo>
                    <a:pt x="537972" y="687324"/>
                  </a:lnTo>
                  <a:lnTo>
                    <a:pt x="582168" y="658368"/>
                  </a:lnTo>
                  <a:lnTo>
                    <a:pt x="608076" y="635508"/>
                  </a:lnTo>
                  <a:lnTo>
                    <a:pt x="621792" y="623316"/>
                  </a:lnTo>
                  <a:lnTo>
                    <a:pt x="665988" y="569976"/>
                  </a:lnTo>
                  <a:lnTo>
                    <a:pt x="691896" y="524256"/>
                  </a:lnTo>
                  <a:lnTo>
                    <a:pt x="711708" y="473964"/>
                  </a:lnTo>
                  <a:lnTo>
                    <a:pt x="716280" y="457200"/>
                  </a:lnTo>
                  <a:lnTo>
                    <a:pt x="719328" y="44500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55723" y="6324089"/>
            <a:ext cx="1358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735" algn="l"/>
              </a:tabLst>
            </a:pPr>
            <a:r>
              <a:rPr sz="2400" spc="-5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3600" spc="-30" baseline="2314" dirty="0">
                <a:solidFill>
                  <a:srgbClr val="009900"/>
                </a:solidFill>
                <a:latin typeface="Arial MT"/>
                <a:cs typeface="Arial MT"/>
              </a:rPr>
              <a:t>+Q/2</a:t>
            </a:r>
            <a:endParaRPr sz="3600" baseline="2314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55723" y="4955537"/>
            <a:ext cx="1286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1980" algn="l"/>
              </a:tabLst>
            </a:pP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3600" spc="-30" baseline="2314" dirty="0">
                <a:solidFill>
                  <a:srgbClr val="009900"/>
                </a:solidFill>
                <a:latin typeface="Arial MT"/>
                <a:cs typeface="Arial MT"/>
              </a:rPr>
              <a:t>+Q/2</a:t>
            </a:r>
            <a:endParaRPr sz="3600" baseline="2314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426086" y="1687068"/>
            <a:ext cx="728980" cy="730250"/>
            <a:chOff x="2426086" y="1687068"/>
            <a:chExt cx="728980" cy="730250"/>
          </a:xfrm>
        </p:grpSpPr>
        <p:sp>
          <p:nvSpPr>
            <p:cNvPr id="25" name="object 25"/>
            <p:cNvSpPr/>
            <p:nvPr/>
          </p:nvSpPr>
          <p:spPr>
            <a:xfrm>
              <a:off x="2430658" y="1691640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60">
                  <a:moveTo>
                    <a:pt x="719327" y="359663"/>
                  </a:moveTo>
                  <a:lnTo>
                    <a:pt x="716034" y="310968"/>
                  </a:lnTo>
                  <a:lnTo>
                    <a:pt x="706444" y="264230"/>
                  </a:lnTo>
                  <a:lnTo>
                    <a:pt x="690991" y="219884"/>
                  </a:lnTo>
                  <a:lnTo>
                    <a:pt x="670108" y="178364"/>
                  </a:lnTo>
                  <a:lnTo>
                    <a:pt x="644230" y="140103"/>
                  </a:lnTo>
                  <a:lnTo>
                    <a:pt x="613790" y="105536"/>
                  </a:lnTo>
                  <a:lnTo>
                    <a:pt x="579224" y="75097"/>
                  </a:lnTo>
                  <a:lnTo>
                    <a:pt x="540963" y="49219"/>
                  </a:lnTo>
                  <a:lnTo>
                    <a:pt x="499443" y="28336"/>
                  </a:lnTo>
                  <a:lnTo>
                    <a:pt x="455097" y="12883"/>
                  </a:lnTo>
                  <a:lnTo>
                    <a:pt x="408359" y="3293"/>
                  </a:lnTo>
                  <a:lnTo>
                    <a:pt x="359663" y="0"/>
                  </a:lnTo>
                  <a:lnTo>
                    <a:pt x="310968" y="3293"/>
                  </a:lnTo>
                  <a:lnTo>
                    <a:pt x="264230" y="12883"/>
                  </a:lnTo>
                  <a:lnTo>
                    <a:pt x="219884" y="28336"/>
                  </a:lnTo>
                  <a:lnTo>
                    <a:pt x="178364" y="49219"/>
                  </a:lnTo>
                  <a:lnTo>
                    <a:pt x="140103" y="75097"/>
                  </a:lnTo>
                  <a:lnTo>
                    <a:pt x="105536" y="105536"/>
                  </a:lnTo>
                  <a:lnTo>
                    <a:pt x="75097" y="140103"/>
                  </a:lnTo>
                  <a:lnTo>
                    <a:pt x="49219" y="178364"/>
                  </a:lnTo>
                  <a:lnTo>
                    <a:pt x="28336" y="219884"/>
                  </a:lnTo>
                  <a:lnTo>
                    <a:pt x="12883" y="264230"/>
                  </a:lnTo>
                  <a:lnTo>
                    <a:pt x="3293" y="310968"/>
                  </a:lnTo>
                  <a:lnTo>
                    <a:pt x="0" y="359663"/>
                  </a:lnTo>
                  <a:lnTo>
                    <a:pt x="3293" y="408709"/>
                  </a:lnTo>
                  <a:lnTo>
                    <a:pt x="12883" y="455739"/>
                  </a:lnTo>
                  <a:lnTo>
                    <a:pt x="28336" y="500324"/>
                  </a:lnTo>
                  <a:lnTo>
                    <a:pt x="49219" y="542035"/>
                  </a:lnTo>
                  <a:lnTo>
                    <a:pt x="75097" y="580445"/>
                  </a:lnTo>
                  <a:lnTo>
                    <a:pt x="105536" y="615124"/>
                  </a:lnTo>
                  <a:lnTo>
                    <a:pt x="140103" y="645644"/>
                  </a:lnTo>
                  <a:lnTo>
                    <a:pt x="178364" y="671575"/>
                  </a:lnTo>
                  <a:lnTo>
                    <a:pt x="219884" y="692491"/>
                  </a:lnTo>
                  <a:lnTo>
                    <a:pt x="264230" y="707961"/>
                  </a:lnTo>
                  <a:lnTo>
                    <a:pt x="31096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26086" y="1687068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80" h="730250">
                  <a:moveTo>
                    <a:pt x="728472" y="382524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16280" y="272796"/>
                  </a:lnTo>
                  <a:lnTo>
                    <a:pt x="699516" y="222504"/>
                  </a:lnTo>
                  <a:lnTo>
                    <a:pt x="665988" y="160020"/>
                  </a:lnTo>
                  <a:lnTo>
                    <a:pt x="633984" y="118872"/>
                  </a:lnTo>
                  <a:lnTo>
                    <a:pt x="595884" y="82296"/>
                  </a:lnTo>
                  <a:lnTo>
                    <a:pt x="553212" y="51816"/>
                  </a:lnTo>
                  <a:lnTo>
                    <a:pt x="521208" y="35052"/>
                  </a:lnTo>
                  <a:lnTo>
                    <a:pt x="505968" y="27432"/>
                  </a:lnTo>
                  <a:lnTo>
                    <a:pt x="455676" y="10668"/>
                  </a:lnTo>
                  <a:lnTo>
                    <a:pt x="382524" y="0"/>
                  </a:lnTo>
                  <a:lnTo>
                    <a:pt x="344424" y="0"/>
                  </a:lnTo>
                  <a:lnTo>
                    <a:pt x="291084" y="6096"/>
                  </a:lnTo>
                  <a:lnTo>
                    <a:pt x="222504" y="27432"/>
                  </a:lnTo>
                  <a:lnTo>
                    <a:pt x="190500" y="44196"/>
                  </a:lnTo>
                  <a:lnTo>
                    <a:pt x="175260" y="51816"/>
                  </a:lnTo>
                  <a:lnTo>
                    <a:pt x="160020" y="62484"/>
                  </a:lnTo>
                  <a:lnTo>
                    <a:pt x="146304" y="71628"/>
                  </a:lnTo>
                  <a:lnTo>
                    <a:pt x="132588" y="82296"/>
                  </a:lnTo>
                  <a:lnTo>
                    <a:pt x="94488" y="118872"/>
                  </a:lnTo>
                  <a:lnTo>
                    <a:pt x="62484" y="160020"/>
                  </a:lnTo>
                  <a:lnTo>
                    <a:pt x="51816" y="175260"/>
                  </a:lnTo>
                  <a:lnTo>
                    <a:pt x="44196" y="190500"/>
                  </a:lnTo>
                  <a:lnTo>
                    <a:pt x="35052" y="205740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2796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7620" y="438912"/>
                  </a:lnTo>
                  <a:lnTo>
                    <a:pt x="9144" y="447294"/>
                  </a:lnTo>
                  <a:lnTo>
                    <a:pt x="9144" y="345948"/>
                  </a:lnTo>
                  <a:lnTo>
                    <a:pt x="10668" y="327660"/>
                  </a:lnTo>
                  <a:lnTo>
                    <a:pt x="13716" y="310896"/>
                  </a:lnTo>
                  <a:lnTo>
                    <a:pt x="16764" y="292608"/>
                  </a:lnTo>
                  <a:lnTo>
                    <a:pt x="19812" y="275844"/>
                  </a:lnTo>
                  <a:lnTo>
                    <a:pt x="25908" y="259080"/>
                  </a:lnTo>
                  <a:lnTo>
                    <a:pt x="30480" y="242316"/>
                  </a:lnTo>
                  <a:lnTo>
                    <a:pt x="36576" y="225552"/>
                  </a:lnTo>
                  <a:lnTo>
                    <a:pt x="51816" y="195072"/>
                  </a:lnTo>
                  <a:lnTo>
                    <a:pt x="60960" y="179832"/>
                  </a:lnTo>
                  <a:lnTo>
                    <a:pt x="70104" y="166116"/>
                  </a:lnTo>
                  <a:lnTo>
                    <a:pt x="79248" y="150876"/>
                  </a:lnTo>
                  <a:lnTo>
                    <a:pt x="89916" y="138684"/>
                  </a:lnTo>
                  <a:lnTo>
                    <a:pt x="102108" y="124968"/>
                  </a:lnTo>
                  <a:lnTo>
                    <a:pt x="112776" y="112776"/>
                  </a:lnTo>
                  <a:lnTo>
                    <a:pt x="152400" y="79248"/>
                  </a:lnTo>
                  <a:lnTo>
                    <a:pt x="195072" y="51816"/>
                  </a:lnTo>
                  <a:lnTo>
                    <a:pt x="259080" y="24384"/>
                  </a:lnTo>
                  <a:lnTo>
                    <a:pt x="309372" y="13716"/>
                  </a:lnTo>
                  <a:lnTo>
                    <a:pt x="382524" y="9144"/>
                  </a:lnTo>
                  <a:lnTo>
                    <a:pt x="400812" y="10668"/>
                  </a:lnTo>
                  <a:lnTo>
                    <a:pt x="417576" y="13716"/>
                  </a:lnTo>
                  <a:lnTo>
                    <a:pt x="435864" y="16764"/>
                  </a:lnTo>
                  <a:lnTo>
                    <a:pt x="502920" y="36576"/>
                  </a:lnTo>
                  <a:lnTo>
                    <a:pt x="548640" y="60960"/>
                  </a:lnTo>
                  <a:lnTo>
                    <a:pt x="589788" y="89916"/>
                  </a:lnTo>
                  <a:lnTo>
                    <a:pt x="626364" y="124968"/>
                  </a:lnTo>
                  <a:lnTo>
                    <a:pt x="638556" y="138684"/>
                  </a:lnTo>
                  <a:lnTo>
                    <a:pt x="647700" y="152400"/>
                  </a:lnTo>
                  <a:lnTo>
                    <a:pt x="658368" y="166116"/>
                  </a:lnTo>
                  <a:lnTo>
                    <a:pt x="667512" y="179832"/>
                  </a:lnTo>
                  <a:lnTo>
                    <a:pt x="676656" y="195072"/>
                  </a:lnTo>
                  <a:lnTo>
                    <a:pt x="684276" y="210312"/>
                  </a:lnTo>
                  <a:lnTo>
                    <a:pt x="690372" y="225552"/>
                  </a:lnTo>
                  <a:lnTo>
                    <a:pt x="697992" y="242316"/>
                  </a:lnTo>
                  <a:lnTo>
                    <a:pt x="711708" y="292608"/>
                  </a:lnTo>
                  <a:lnTo>
                    <a:pt x="714756" y="310896"/>
                  </a:lnTo>
                  <a:lnTo>
                    <a:pt x="719328" y="364236"/>
                  </a:lnTo>
                  <a:lnTo>
                    <a:pt x="719328" y="443484"/>
                  </a:lnTo>
                  <a:lnTo>
                    <a:pt x="720852" y="437388"/>
                  </a:lnTo>
                  <a:lnTo>
                    <a:pt x="723900" y="420624"/>
                  </a:lnTo>
                  <a:lnTo>
                    <a:pt x="726948" y="402336"/>
                  </a:lnTo>
                  <a:lnTo>
                    <a:pt x="728472" y="382524"/>
                  </a:lnTo>
                  <a:close/>
                </a:path>
                <a:path w="728980" h="730250">
                  <a:moveTo>
                    <a:pt x="719328" y="443484"/>
                  </a:moveTo>
                  <a:lnTo>
                    <a:pt x="719328" y="364236"/>
                  </a:lnTo>
                  <a:lnTo>
                    <a:pt x="714756" y="419100"/>
                  </a:lnTo>
                  <a:lnTo>
                    <a:pt x="711708" y="435864"/>
                  </a:lnTo>
                  <a:lnTo>
                    <a:pt x="707136" y="454152"/>
                  </a:lnTo>
                  <a:lnTo>
                    <a:pt x="702564" y="470916"/>
                  </a:lnTo>
                  <a:lnTo>
                    <a:pt x="697992" y="486156"/>
                  </a:lnTo>
                  <a:lnTo>
                    <a:pt x="690372" y="502920"/>
                  </a:lnTo>
                  <a:lnTo>
                    <a:pt x="684276" y="518160"/>
                  </a:lnTo>
                  <a:lnTo>
                    <a:pt x="658368" y="563880"/>
                  </a:lnTo>
                  <a:lnTo>
                    <a:pt x="626364" y="603504"/>
                  </a:lnTo>
                  <a:lnTo>
                    <a:pt x="589788" y="638556"/>
                  </a:lnTo>
                  <a:lnTo>
                    <a:pt x="547116" y="669036"/>
                  </a:lnTo>
                  <a:lnTo>
                    <a:pt x="533400" y="676656"/>
                  </a:lnTo>
                  <a:lnTo>
                    <a:pt x="518160" y="685800"/>
                  </a:lnTo>
                  <a:lnTo>
                    <a:pt x="501396" y="691896"/>
                  </a:lnTo>
                  <a:lnTo>
                    <a:pt x="486156" y="697992"/>
                  </a:lnTo>
                  <a:lnTo>
                    <a:pt x="469392" y="704088"/>
                  </a:lnTo>
                  <a:lnTo>
                    <a:pt x="435864" y="713232"/>
                  </a:lnTo>
                  <a:lnTo>
                    <a:pt x="417576" y="716280"/>
                  </a:lnTo>
                  <a:lnTo>
                    <a:pt x="400812" y="717804"/>
                  </a:lnTo>
                  <a:lnTo>
                    <a:pt x="382524" y="719328"/>
                  </a:lnTo>
                  <a:lnTo>
                    <a:pt x="344424" y="719201"/>
                  </a:lnTo>
                  <a:lnTo>
                    <a:pt x="292608" y="713232"/>
                  </a:lnTo>
                  <a:lnTo>
                    <a:pt x="225552" y="691896"/>
                  </a:lnTo>
                  <a:lnTo>
                    <a:pt x="179832" y="669036"/>
                  </a:lnTo>
                  <a:lnTo>
                    <a:pt x="124968" y="627888"/>
                  </a:lnTo>
                  <a:lnTo>
                    <a:pt x="102108" y="603504"/>
                  </a:lnTo>
                  <a:lnTo>
                    <a:pt x="89916" y="591312"/>
                  </a:lnTo>
                  <a:lnTo>
                    <a:pt x="51816" y="533400"/>
                  </a:lnTo>
                  <a:lnTo>
                    <a:pt x="30480" y="486156"/>
                  </a:lnTo>
                  <a:lnTo>
                    <a:pt x="25908" y="469392"/>
                  </a:lnTo>
                  <a:lnTo>
                    <a:pt x="19812" y="452628"/>
                  </a:lnTo>
                  <a:lnTo>
                    <a:pt x="13716" y="419100"/>
                  </a:lnTo>
                  <a:lnTo>
                    <a:pt x="10668" y="400812"/>
                  </a:lnTo>
                  <a:lnTo>
                    <a:pt x="9144" y="382524"/>
                  </a:lnTo>
                  <a:lnTo>
                    <a:pt x="9144" y="447294"/>
                  </a:lnTo>
                  <a:lnTo>
                    <a:pt x="10668" y="455676"/>
                  </a:lnTo>
                  <a:lnTo>
                    <a:pt x="16764" y="472440"/>
                  </a:lnTo>
                  <a:lnTo>
                    <a:pt x="21336" y="490728"/>
                  </a:lnTo>
                  <a:lnTo>
                    <a:pt x="28956" y="505968"/>
                  </a:lnTo>
                  <a:lnTo>
                    <a:pt x="35052" y="522732"/>
                  </a:lnTo>
                  <a:lnTo>
                    <a:pt x="44196" y="537972"/>
                  </a:lnTo>
                  <a:lnTo>
                    <a:pt x="51816" y="553212"/>
                  </a:lnTo>
                  <a:lnTo>
                    <a:pt x="62484" y="568452"/>
                  </a:lnTo>
                  <a:lnTo>
                    <a:pt x="71628" y="583692"/>
                  </a:lnTo>
                  <a:lnTo>
                    <a:pt x="82296" y="597408"/>
                  </a:lnTo>
                  <a:lnTo>
                    <a:pt x="94488" y="609600"/>
                  </a:lnTo>
                  <a:lnTo>
                    <a:pt x="106680" y="623316"/>
                  </a:lnTo>
                  <a:lnTo>
                    <a:pt x="160020" y="667512"/>
                  </a:lnTo>
                  <a:lnTo>
                    <a:pt x="205740" y="693420"/>
                  </a:lnTo>
                  <a:lnTo>
                    <a:pt x="256032" y="713232"/>
                  </a:lnTo>
                  <a:lnTo>
                    <a:pt x="309372" y="725424"/>
                  </a:lnTo>
                  <a:lnTo>
                    <a:pt x="344424" y="728354"/>
                  </a:lnTo>
                  <a:lnTo>
                    <a:pt x="364236" y="729996"/>
                  </a:lnTo>
                  <a:lnTo>
                    <a:pt x="417576" y="725551"/>
                  </a:lnTo>
                  <a:lnTo>
                    <a:pt x="419100" y="725424"/>
                  </a:lnTo>
                  <a:lnTo>
                    <a:pt x="437388" y="722376"/>
                  </a:lnTo>
                  <a:lnTo>
                    <a:pt x="505968" y="701040"/>
                  </a:lnTo>
                  <a:lnTo>
                    <a:pt x="568452" y="667512"/>
                  </a:lnTo>
                  <a:lnTo>
                    <a:pt x="609600" y="633984"/>
                  </a:lnTo>
                  <a:lnTo>
                    <a:pt x="621792" y="623316"/>
                  </a:lnTo>
                  <a:lnTo>
                    <a:pt x="665988" y="568452"/>
                  </a:lnTo>
                  <a:lnTo>
                    <a:pt x="691896" y="522732"/>
                  </a:lnTo>
                  <a:lnTo>
                    <a:pt x="711708" y="472440"/>
                  </a:lnTo>
                  <a:lnTo>
                    <a:pt x="716280" y="455676"/>
                  </a:lnTo>
                  <a:lnTo>
                    <a:pt x="719328" y="44348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55737" y="1144173"/>
            <a:ext cx="6916420" cy="1081405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000" spc="-10" dirty="0">
                <a:latin typeface="Arial MT"/>
                <a:cs typeface="Arial MT"/>
              </a:rPr>
              <a:t>Two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identical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electrically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isolated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conducting</a:t>
            </a:r>
            <a:r>
              <a:rPr sz="2000" spc="-6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spheres</a:t>
            </a:r>
            <a:r>
              <a:rPr sz="2000" spc="-1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  <a:p>
            <a:pPr marL="1332230">
              <a:lnSpc>
                <a:spcPct val="100000"/>
              </a:lnSpc>
              <a:spcBef>
                <a:spcPts val="1655"/>
              </a:spcBef>
              <a:tabLst>
                <a:tab pos="1885314" algn="l"/>
                <a:tab pos="3889375" algn="l"/>
              </a:tabLst>
            </a:pP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3600" baseline="2314" dirty="0">
                <a:solidFill>
                  <a:srgbClr val="009900"/>
                </a:solidFill>
                <a:latin typeface="Arial MT"/>
                <a:cs typeface="Arial MT"/>
              </a:rPr>
              <a:t>q</a:t>
            </a:r>
            <a:r>
              <a:rPr sz="3600" spc="-15" baseline="2314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3600" baseline="2314" dirty="0">
                <a:solidFill>
                  <a:srgbClr val="009900"/>
                </a:solidFill>
                <a:latin typeface="Arial MT"/>
                <a:cs typeface="Arial MT"/>
              </a:rPr>
              <a:t>=</a:t>
            </a:r>
            <a:r>
              <a:rPr sz="3600" spc="-15" baseline="2314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3600" spc="-75" baseline="2314" dirty="0">
                <a:solidFill>
                  <a:srgbClr val="009900"/>
                </a:solidFill>
                <a:latin typeface="Arial MT"/>
                <a:cs typeface="Arial MT"/>
              </a:rPr>
              <a:t>0</a:t>
            </a:r>
            <a:r>
              <a:rPr sz="3600" baseline="2314" dirty="0">
                <a:solidFill>
                  <a:srgbClr val="009900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26086" y="3019044"/>
            <a:ext cx="728980" cy="730250"/>
            <a:chOff x="2426086" y="3019044"/>
            <a:chExt cx="728980" cy="730250"/>
          </a:xfrm>
        </p:grpSpPr>
        <p:sp>
          <p:nvSpPr>
            <p:cNvPr id="29" name="object 29"/>
            <p:cNvSpPr/>
            <p:nvPr/>
          </p:nvSpPr>
          <p:spPr>
            <a:xfrm>
              <a:off x="2430658" y="3023615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60">
                  <a:moveTo>
                    <a:pt x="719327" y="359663"/>
                  </a:moveTo>
                  <a:lnTo>
                    <a:pt x="716034" y="310968"/>
                  </a:lnTo>
                  <a:lnTo>
                    <a:pt x="706444" y="264230"/>
                  </a:lnTo>
                  <a:lnTo>
                    <a:pt x="690991" y="219884"/>
                  </a:lnTo>
                  <a:lnTo>
                    <a:pt x="670108" y="178364"/>
                  </a:lnTo>
                  <a:lnTo>
                    <a:pt x="644230" y="140103"/>
                  </a:lnTo>
                  <a:lnTo>
                    <a:pt x="613790" y="105536"/>
                  </a:lnTo>
                  <a:lnTo>
                    <a:pt x="579224" y="75097"/>
                  </a:lnTo>
                  <a:lnTo>
                    <a:pt x="540963" y="49219"/>
                  </a:lnTo>
                  <a:lnTo>
                    <a:pt x="499443" y="28336"/>
                  </a:lnTo>
                  <a:lnTo>
                    <a:pt x="455097" y="12883"/>
                  </a:lnTo>
                  <a:lnTo>
                    <a:pt x="408359" y="3293"/>
                  </a:lnTo>
                  <a:lnTo>
                    <a:pt x="359663" y="0"/>
                  </a:lnTo>
                  <a:lnTo>
                    <a:pt x="310968" y="3293"/>
                  </a:lnTo>
                  <a:lnTo>
                    <a:pt x="264230" y="12883"/>
                  </a:lnTo>
                  <a:lnTo>
                    <a:pt x="219884" y="28336"/>
                  </a:lnTo>
                  <a:lnTo>
                    <a:pt x="178364" y="49219"/>
                  </a:lnTo>
                  <a:lnTo>
                    <a:pt x="140103" y="75097"/>
                  </a:lnTo>
                  <a:lnTo>
                    <a:pt x="105536" y="105536"/>
                  </a:lnTo>
                  <a:lnTo>
                    <a:pt x="75097" y="140103"/>
                  </a:lnTo>
                  <a:lnTo>
                    <a:pt x="49219" y="178364"/>
                  </a:lnTo>
                  <a:lnTo>
                    <a:pt x="28336" y="219884"/>
                  </a:lnTo>
                  <a:lnTo>
                    <a:pt x="12883" y="264230"/>
                  </a:lnTo>
                  <a:lnTo>
                    <a:pt x="3293" y="310968"/>
                  </a:lnTo>
                  <a:lnTo>
                    <a:pt x="0" y="359663"/>
                  </a:lnTo>
                  <a:lnTo>
                    <a:pt x="3293" y="408709"/>
                  </a:lnTo>
                  <a:lnTo>
                    <a:pt x="12883" y="455739"/>
                  </a:lnTo>
                  <a:lnTo>
                    <a:pt x="28336" y="500324"/>
                  </a:lnTo>
                  <a:lnTo>
                    <a:pt x="49219" y="542035"/>
                  </a:lnTo>
                  <a:lnTo>
                    <a:pt x="75097" y="580445"/>
                  </a:lnTo>
                  <a:lnTo>
                    <a:pt x="105536" y="615124"/>
                  </a:lnTo>
                  <a:lnTo>
                    <a:pt x="140103" y="645644"/>
                  </a:lnTo>
                  <a:lnTo>
                    <a:pt x="178364" y="671575"/>
                  </a:lnTo>
                  <a:lnTo>
                    <a:pt x="219884" y="692491"/>
                  </a:lnTo>
                  <a:lnTo>
                    <a:pt x="264230" y="707961"/>
                  </a:lnTo>
                  <a:lnTo>
                    <a:pt x="31096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26086" y="3019044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80" h="730250">
                  <a:moveTo>
                    <a:pt x="728472" y="382524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16280" y="272796"/>
                  </a:lnTo>
                  <a:lnTo>
                    <a:pt x="699516" y="222504"/>
                  </a:lnTo>
                  <a:lnTo>
                    <a:pt x="665988" y="160020"/>
                  </a:lnTo>
                  <a:lnTo>
                    <a:pt x="633984" y="118872"/>
                  </a:lnTo>
                  <a:lnTo>
                    <a:pt x="595884" y="82296"/>
                  </a:lnTo>
                  <a:lnTo>
                    <a:pt x="553212" y="51816"/>
                  </a:lnTo>
                  <a:lnTo>
                    <a:pt x="521208" y="35052"/>
                  </a:lnTo>
                  <a:lnTo>
                    <a:pt x="505968" y="27432"/>
                  </a:lnTo>
                  <a:lnTo>
                    <a:pt x="455676" y="10668"/>
                  </a:lnTo>
                  <a:lnTo>
                    <a:pt x="382524" y="0"/>
                  </a:lnTo>
                  <a:lnTo>
                    <a:pt x="344424" y="0"/>
                  </a:lnTo>
                  <a:lnTo>
                    <a:pt x="291084" y="6096"/>
                  </a:lnTo>
                  <a:lnTo>
                    <a:pt x="222504" y="27432"/>
                  </a:lnTo>
                  <a:lnTo>
                    <a:pt x="160020" y="60960"/>
                  </a:lnTo>
                  <a:lnTo>
                    <a:pt x="118872" y="94488"/>
                  </a:lnTo>
                  <a:lnTo>
                    <a:pt x="82296" y="132588"/>
                  </a:lnTo>
                  <a:lnTo>
                    <a:pt x="62484" y="160020"/>
                  </a:lnTo>
                  <a:lnTo>
                    <a:pt x="51816" y="175260"/>
                  </a:lnTo>
                  <a:lnTo>
                    <a:pt x="44196" y="190500"/>
                  </a:lnTo>
                  <a:lnTo>
                    <a:pt x="35052" y="205740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2796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2524"/>
                  </a:lnTo>
                  <a:lnTo>
                    <a:pt x="1524" y="402336"/>
                  </a:lnTo>
                  <a:lnTo>
                    <a:pt x="4572" y="420624"/>
                  </a:lnTo>
                  <a:lnTo>
                    <a:pt x="7620" y="437388"/>
                  </a:lnTo>
                  <a:lnTo>
                    <a:pt x="9144" y="446532"/>
                  </a:lnTo>
                  <a:lnTo>
                    <a:pt x="9144" y="345948"/>
                  </a:lnTo>
                  <a:lnTo>
                    <a:pt x="10668" y="327660"/>
                  </a:lnTo>
                  <a:lnTo>
                    <a:pt x="13716" y="310896"/>
                  </a:lnTo>
                  <a:lnTo>
                    <a:pt x="16764" y="292608"/>
                  </a:lnTo>
                  <a:lnTo>
                    <a:pt x="19812" y="275844"/>
                  </a:lnTo>
                  <a:lnTo>
                    <a:pt x="25908" y="259080"/>
                  </a:lnTo>
                  <a:lnTo>
                    <a:pt x="30480" y="242316"/>
                  </a:lnTo>
                  <a:lnTo>
                    <a:pt x="36576" y="225552"/>
                  </a:lnTo>
                  <a:lnTo>
                    <a:pt x="51816" y="195072"/>
                  </a:lnTo>
                  <a:lnTo>
                    <a:pt x="60960" y="179832"/>
                  </a:lnTo>
                  <a:lnTo>
                    <a:pt x="70104" y="166116"/>
                  </a:lnTo>
                  <a:lnTo>
                    <a:pt x="79248" y="150876"/>
                  </a:lnTo>
                  <a:lnTo>
                    <a:pt x="89916" y="138684"/>
                  </a:lnTo>
                  <a:lnTo>
                    <a:pt x="102108" y="124968"/>
                  </a:lnTo>
                  <a:lnTo>
                    <a:pt x="112776" y="112776"/>
                  </a:lnTo>
                  <a:lnTo>
                    <a:pt x="152400" y="79248"/>
                  </a:lnTo>
                  <a:lnTo>
                    <a:pt x="195072" y="51816"/>
                  </a:lnTo>
                  <a:lnTo>
                    <a:pt x="259080" y="24384"/>
                  </a:lnTo>
                  <a:lnTo>
                    <a:pt x="309372" y="12192"/>
                  </a:lnTo>
                  <a:lnTo>
                    <a:pt x="382524" y="9144"/>
                  </a:lnTo>
                  <a:lnTo>
                    <a:pt x="400812" y="10668"/>
                  </a:lnTo>
                  <a:lnTo>
                    <a:pt x="417576" y="12192"/>
                  </a:lnTo>
                  <a:lnTo>
                    <a:pt x="435864" y="16764"/>
                  </a:lnTo>
                  <a:lnTo>
                    <a:pt x="452628" y="19812"/>
                  </a:lnTo>
                  <a:lnTo>
                    <a:pt x="502920" y="36576"/>
                  </a:lnTo>
                  <a:lnTo>
                    <a:pt x="548640" y="60960"/>
                  </a:lnTo>
                  <a:lnTo>
                    <a:pt x="589788" y="89916"/>
                  </a:lnTo>
                  <a:lnTo>
                    <a:pt x="626364" y="124968"/>
                  </a:lnTo>
                  <a:lnTo>
                    <a:pt x="638556" y="138684"/>
                  </a:lnTo>
                  <a:lnTo>
                    <a:pt x="647700" y="152400"/>
                  </a:lnTo>
                  <a:lnTo>
                    <a:pt x="658368" y="166116"/>
                  </a:lnTo>
                  <a:lnTo>
                    <a:pt x="667512" y="179832"/>
                  </a:lnTo>
                  <a:lnTo>
                    <a:pt x="676656" y="195072"/>
                  </a:lnTo>
                  <a:lnTo>
                    <a:pt x="684276" y="210312"/>
                  </a:lnTo>
                  <a:lnTo>
                    <a:pt x="690372" y="225552"/>
                  </a:lnTo>
                  <a:lnTo>
                    <a:pt x="697992" y="242316"/>
                  </a:lnTo>
                  <a:lnTo>
                    <a:pt x="711708" y="292608"/>
                  </a:lnTo>
                  <a:lnTo>
                    <a:pt x="714756" y="310896"/>
                  </a:lnTo>
                  <a:lnTo>
                    <a:pt x="719328" y="364236"/>
                  </a:lnTo>
                  <a:lnTo>
                    <a:pt x="719328" y="443484"/>
                  </a:lnTo>
                  <a:lnTo>
                    <a:pt x="720852" y="437388"/>
                  </a:lnTo>
                  <a:lnTo>
                    <a:pt x="723900" y="420624"/>
                  </a:lnTo>
                  <a:lnTo>
                    <a:pt x="726948" y="402336"/>
                  </a:lnTo>
                  <a:lnTo>
                    <a:pt x="728472" y="382524"/>
                  </a:lnTo>
                  <a:close/>
                </a:path>
                <a:path w="728980" h="730250">
                  <a:moveTo>
                    <a:pt x="719328" y="443484"/>
                  </a:moveTo>
                  <a:lnTo>
                    <a:pt x="719328" y="364236"/>
                  </a:lnTo>
                  <a:lnTo>
                    <a:pt x="714756" y="419100"/>
                  </a:lnTo>
                  <a:lnTo>
                    <a:pt x="711708" y="435864"/>
                  </a:lnTo>
                  <a:lnTo>
                    <a:pt x="707136" y="452628"/>
                  </a:lnTo>
                  <a:lnTo>
                    <a:pt x="702564" y="470916"/>
                  </a:lnTo>
                  <a:lnTo>
                    <a:pt x="697992" y="486156"/>
                  </a:lnTo>
                  <a:lnTo>
                    <a:pt x="690372" y="502920"/>
                  </a:lnTo>
                  <a:lnTo>
                    <a:pt x="684276" y="518160"/>
                  </a:lnTo>
                  <a:lnTo>
                    <a:pt x="676656" y="533400"/>
                  </a:lnTo>
                  <a:lnTo>
                    <a:pt x="637032" y="591312"/>
                  </a:lnTo>
                  <a:lnTo>
                    <a:pt x="601980" y="627888"/>
                  </a:lnTo>
                  <a:lnTo>
                    <a:pt x="562356" y="659892"/>
                  </a:lnTo>
                  <a:lnTo>
                    <a:pt x="518160" y="684276"/>
                  </a:lnTo>
                  <a:lnTo>
                    <a:pt x="469392" y="704088"/>
                  </a:lnTo>
                  <a:lnTo>
                    <a:pt x="417576" y="716280"/>
                  </a:lnTo>
                  <a:lnTo>
                    <a:pt x="382524" y="719328"/>
                  </a:lnTo>
                  <a:lnTo>
                    <a:pt x="344424" y="719201"/>
                  </a:lnTo>
                  <a:lnTo>
                    <a:pt x="292608" y="713232"/>
                  </a:lnTo>
                  <a:lnTo>
                    <a:pt x="225552" y="691896"/>
                  </a:lnTo>
                  <a:lnTo>
                    <a:pt x="179832" y="669036"/>
                  </a:lnTo>
                  <a:lnTo>
                    <a:pt x="124968" y="627888"/>
                  </a:lnTo>
                  <a:lnTo>
                    <a:pt x="102108" y="603504"/>
                  </a:lnTo>
                  <a:lnTo>
                    <a:pt x="89916" y="589788"/>
                  </a:lnTo>
                  <a:lnTo>
                    <a:pt x="51816" y="533400"/>
                  </a:lnTo>
                  <a:lnTo>
                    <a:pt x="30480" y="486156"/>
                  </a:lnTo>
                  <a:lnTo>
                    <a:pt x="25908" y="469392"/>
                  </a:lnTo>
                  <a:lnTo>
                    <a:pt x="19812" y="452628"/>
                  </a:lnTo>
                  <a:lnTo>
                    <a:pt x="13716" y="419100"/>
                  </a:lnTo>
                  <a:lnTo>
                    <a:pt x="10668" y="400812"/>
                  </a:lnTo>
                  <a:lnTo>
                    <a:pt x="9144" y="382524"/>
                  </a:lnTo>
                  <a:lnTo>
                    <a:pt x="9144" y="446532"/>
                  </a:lnTo>
                  <a:lnTo>
                    <a:pt x="10668" y="455676"/>
                  </a:lnTo>
                  <a:lnTo>
                    <a:pt x="16764" y="472440"/>
                  </a:lnTo>
                  <a:lnTo>
                    <a:pt x="21336" y="490728"/>
                  </a:lnTo>
                  <a:lnTo>
                    <a:pt x="28956" y="505968"/>
                  </a:lnTo>
                  <a:lnTo>
                    <a:pt x="35052" y="522732"/>
                  </a:lnTo>
                  <a:lnTo>
                    <a:pt x="44196" y="537972"/>
                  </a:lnTo>
                  <a:lnTo>
                    <a:pt x="51816" y="553212"/>
                  </a:lnTo>
                  <a:lnTo>
                    <a:pt x="62484" y="568452"/>
                  </a:lnTo>
                  <a:lnTo>
                    <a:pt x="71628" y="582168"/>
                  </a:lnTo>
                  <a:lnTo>
                    <a:pt x="82296" y="597408"/>
                  </a:lnTo>
                  <a:lnTo>
                    <a:pt x="94488" y="609600"/>
                  </a:lnTo>
                  <a:lnTo>
                    <a:pt x="106680" y="623316"/>
                  </a:lnTo>
                  <a:lnTo>
                    <a:pt x="118872" y="633984"/>
                  </a:lnTo>
                  <a:lnTo>
                    <a:pt x="132588" y="646176"/>
                  </a:lnTo>
                  <a:lnTo>
                    <a:pt x="160020" y="667512"/>
                  </a:lnTo>
                  <a:lnTo>
                    <a:pt x="205740" y="693420"/>
                  </a:lnTo>
                  <a:lnTo>
                    <a:pt x="256032" y="713232"/>
                  </a:lnTo>
                  <a:lnTo>
                    <a:pt x="309372" y="725424"/>
                  </a:lnTo>
                  <a:lnTo>
                    <a:pt x="344424" y="728354"/>
                  </a:lnTo>
                  <a:lnTo>
                    <a:pt x="364236" y="729996"/>
                  </a:lnTo>
                  <a:lnTo>
                    <a:pt x="417576" y="725551"/>
                  </a:lnTo>
                  <a:lnTo>
                    <a:pt x="455676" y="717804"/>
                  </a:lnTo>
                  <a:lnTo>
                    <a:pt x="505968" y="701040"/>
                  </a:lnTo>
                  <a:lnTo>
                    <a:pt x="568452" y="667512"/>
                  </a:lnTo>
                  <a:lnTo>
                    <a:pt x="609600" y="633984"/>
                  </a:lnTo>
                  <a:lnTo>
                    <a:pt x="665988" y="568452"/>
                  </a:lnTo>
                  <a:lnTo>
                    <a:pt x="691896" y="522732"/>
                  </a:lnTo>
                  <a:lnTo>
                    <a:pt x="711708" y="472440"/>
                  </a:lnTo>
                  <a:lnTo>
                    <a:pt x="716280" y="455676"/>
                  </a:lnTo>
                  <a:lnTo>
                    <a:pt x="719328" y="44348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675520" y="2255011"/>
            <a:ext cx="6026150" cy="1339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5265" marR="2029460" algn="ctr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Thin 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conducting </a:t>
            </a:r>
            <a:r>
              <a:rPr sz="2000" spc="-20" dirty="0">
                <a:latin typeface="Arial MT"/>
                <a:cs typeface="Arial MT"/>
              </a:rPr>
              <a:t>wire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  <a:tabLst>
                <a:tab pos="673735" algn="l"/>
                <a:tab pos="2569845" algn="l"/>
                <a:tab pos="5809615" algn="l"/>
              </a:tabLst>
            </a:pPr>
            <a:r>
              <a:rPr sz="2400" spc="-5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3600" spc="-37" baseline="2314" dirty="0">
                <a:solidFill>
                  <a:srgbClr val="009900"/>
                </a:solidFill>
                <a:latin typeface="Arial MT"/>
                <a:cs typeface="Arial MT"/>
              </a:rPr>
              <a:t>+Q</a:t>
            </a:r>
            <a:r>
              <a:rPr sz="3600" baseline="2314" dirty="0">
                <a:solidFill>
                  <a:srgbClr val="009900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54586" y="2051304"/>
            <a:ext cx="684530" cy="1369060"/>
            <a:chOff x="1854586" y="2051304"/>
            <a:chExt cx="684530" cy="1369060"/>
          </a:xfrm>
        </p:grpSpPr>
        <p:sp>
          <p:nvSpPr>
            <p:cNvPr id="33" name="object 33"/>
            <p:cNvSpPr/>
            <p:nvPr/>
          </p:nvSpPr>
          <p:spPr>
            <a:xfrm>
              <a:off x="2096402" y="2051304"/>
              <a:ext cx="198755" cy="1369060"/>
            </a:xfrm>
            <a:custGeom>
              <a:avLst/>
              <a:gdLst/>
              <a:ahLst/>
              <a:cxnLst/>
              <a:rect l="l" t="t" r="r" b="b"/>
              <a:pathLst>
                <a:path w="198755" h="1369060">
                  <a:moveTo>
                    <a:pt x="171045" y="147470"/>
                  </a:moveTo>
                  <a:lnTo>
                    <a:pt x="168140" y="140208"/>
                  </a:lnTo>
                  <a:lnTo>
                    <a:pt x="81272" y="0"/>
                  </a:lnTo>
                  <a:lnTo>
                    <a:pt x="2024" y="144780"/>
                  </a:lnTo>
                  <a:lnTo>
                    <a:pt x="0" y="152042"/>
                  </a:lnTo>
                  <a:lnTo>
                    <a:pt x="690" y="159448"/>
                  </a:lnTo>
                  <a:lnTo>
                    <a:pt x="3952" y="165996"/>
                  </a:lnTo>
                  <a:lnTo>
                    <a:pt x="9644" y="170688"/>
                  </a:lnTo>
                  <a:lnTo>
                    <a:pt x="16906" y="172712"/>
                  </a:lnTo>
                  <a:lnTo>
                    <a:pt x="24312" y="172021"/>
                  </a:lnTo>
                  <a:lnTo>
                    <a:pt x="30861" y="168759"/>
                  </a:lnTo>
                  <a:lnTo>
                    <a:pt x="35552" y="163068"/>
                  </a:lnTo>
                  <a:lnTo>
                    <a:pt x="62984" y="113429"/>
                  </a:lnTo>
                  <a:lnTo>
                    <a:pt x="62984" y="38100"/>
                  </a:lnTo>
                  <a:lnTo>
                    <a:pt x="101084" y="38100"/>
                  </a:lnTo>
                  <a:lnTo>
                    <a:pt x="102858" y="106486"/>
                  </a:lnTo>
                  <a:lnTo>
                    <a:pt x="136136" y="160020"/>
                  </a:lnTo>
                  <a:lnTo>
                    <a:pt x="154995" y="169021"/>
                  </a:lnTo>
                  <a:lnTo>
                    <a:pt x="162044" y="166116"/>
                  </a:lnTo>
                  <a:lnTo>
                    <a:pt x="167711" y="161424"/>
                  </a:lnTo>
                  <a:lnTo>
                    <a:pt x="170807" y="154876"/>
                  </a:lnTo>
                  <a:lnTo>
                    <a:pt x="171045" y="147470"/>
                  </a:lnTo>
                  <a:close/>
                </a:path>
                <a:path w="198755" h="1369060">
                  <a:moveTo>
                    <a:pt x="134612" y="1335141"/>
                  </a:moveTo>
                  <a:lnTo>
                    <a:pt x="134612" y="1330452"/>
                  </a:lnTo>
                  <a:lnTo>
                    <a:pt x="102858" y="1331722"/>
                  </a:lnTo>
                  <a:lnTo>
                    <a:pt x="101084" y="1331793"/>
                  </a:lnTo>
                  <a:lnTo>
                    <a:pt x="99560" y="1331854"/>
                  </a:lnTo>
                  <a:lnTo>
                    <a:pt x="96512" y="1331976"/>
                  </a:lnTo>
                  <a:lnTo>
                    <a:pt x="94663" y="1260626"/>
                  </a:lnTo>
                  <a:lnTo>
                    <a:pt x="62984" y="1208532"/>
                  </a:lnTo>
                  <a:lnTo>
                    <a:pt x="57411" y="1202864"/>
                  </a:lnTo>
                  <a:lnTo>
                    <a:pt x="50411" y="1199769"/>
                  </a:lnTo>
                  <a:lnTo>
                    <a:pt x="42838" y="1199530"/>
                  </a:lnTo>
                  <a:lnTo>
                    <a:pt x="35552" y="1202436"/>
                  </a:lnTo>
                  <a:lnTo>
                    <a:pt x="30099" y="1207127"/>
                  </a:lnTo>
                  <a:lnTo>
                    <a:pt x="27360" y="1213675"/>
                  </a:lnTo>
                  <a:lnTo>
                    <a:pt x="27193" y="1221081"/>
                  </a:lnTo>
                  <a:lnTo>
                    <a:pt x="29456" y="1228344"/>
                  </a:lnTo>
                  <a:lnTo>
                    <a:pt x="116324" y="1368552"/>
                  </a:lnTo>
                  <a:lnTo>
                    <a:pt x="134612" y="1335141"/>
                  </a:lnTo>
                  <a:close/>
                </a:path>
                <a:path w="198755" h="1369060">
                  <a:moveTo>
                    <a:pt x="102858" y="106486"/>
                  </a:moveTo>
                  <a:lnTo>
                    <a:pt x="101084" y="38100"/>
                  </a:lnTo>
                  <a:lnTo>
                    <a:pt x="62984" y="38100"/>
                  </a:lnTo>
                  <a:lnTo>
                    <a:pt x="64848" y="110055"/>
                  </a:lnTo>
                  <a:lnTo>
                    <a:pt x="66032" y="107913"/>
                  </a:lnTo>
                  <a:lnTo>
                    <a:pt x="66032" y="47244"/>
                  </a:lnTo>
                  <a:lnTo>
                    <a:pt x="99560" y="47244"/>
                  </a:lnTo>
                  <a:lnTo>
                    <a:pt x="99560" y="101180"/>
                  </a:lnTo>
                  <a:lnTo>
                    <a:pt x="102858" y="106486"/>
                  </a:lnTo>
                  <a:close/>
                </a:path>
                <a:path w="198755" h="1369060">
                  <a:moveTo>
                    <a:pt x="64848" y="110055"/>
                  </a:moveTo>
                  <a:lnTo>
                    <a:pt x="62984" y="38100"/>
                  </a:lnTo>
                  <a:lnTo>
                    <a:pt x="62984" y="113429"/>
                  </a:lnTo>
                  <a:lnTo>
                    <a:pt x="64848" y="110055"/>
                  </a:lnTo>
                  <a:close/>
                </a:path>
                <a:path w="198755" h="1369060">
                  <a:moveTo>
                    <a:pt x="132777" y="1259734"/>
                  </a:moveTo>
                  <a:lnTo>
                    <a:pt x="102858" y="106486"/>
                  </a:lnTo>
                  <a:lnTo>
                    <a:pt x="83780" y="75796"/>
                  </a:lnTo>
                  <a:lnTo>
                    <a:pt x="64848" y="110055"/>
                  </a:lnTo>
                  <a:lnTo>
                    <a:pt x="94663" y="1260626"/>
                  </a:lnTo>
                  <a:lnTo>
                    <a:pt x="114605" y="1293419"/>
                  </a:lnTo>
                  <a:lnTo>
                    <a:pt x="132777" y="1259734"/>
                  </a:lnTo>
                  <a:close/>
                </a:path>
                <a:path w="198755" h="1369060">
                  <a:moveTo>
                    <a:pt x="99560" y="47244"/>
                  </a:moveTo>
                  <a:lnTo>
                    <a:pt x="66032" y="47244"/>
                  </a:lnTo>
                  <a:lnTo>
                    <a:pt x="83780" y="75796"/>
                  </a:lnTo>
                  <a:lnTo>
                    <a:pt x="99560" y="47244"/>
                  </a:lnTo>
                  <a:close/>
                </a:path>
                <a:path w="198755" h="1369060">
                  <a:moveTo>
                    <a:pt x="83780" y="75796"/>
                  </a:moveTo>
                  <a:lnTo>
                    <a:pt x="66032" y="47244"/>
                  </a:lnTo>
                  <a:lnTo>
                    <a:pt x="66032" y="107913"/>
                  </a:lnTo>
                  <a:lnTo>
                    <a:pt x="83780" y="75796"/>
                  </a:lnTo>
                  <a:close/>
                </a:path>
                <a:path w="198755" h="1369060">
                  <a:moveTo>
                    <a:pt x="99560" y="101180"/>
                  </a:moveTo>
                  <a:lnTo>
                    <a:pt x="99560" y="47244"/>
                  </a:lnTo>
                  <a:lnTo>
                    <a:pt x="83780" y="75796"/>
                  </a:lnTo>
                  <a:lnTo>
                    <a:pt x="99560" y="101180"/>
                  </a:lnTo>
                  <a:close/>
                </a:path>
                <a:path w="198755" h="1369060">
                  <a:moveTo>
                    <a:pt x="114605" y="1293419"/>
                  </a:moveTo>
                  <a:lnTo>
                    <a:pt x="94663" y="1260626"/>
                  </a:lnTo>
                  <a:lnTo>
                    <a:pt x="96512" y="1331976"/>
                  </a:lnTo>
                  <a:lnTo>
                    <a:pt x="99560" y="1331854"/>
                  </a:lnTo>
                  <a:lnTo>
                    <a:pt x="99560" y="1321308"/>
                  </a:lnTo>
                  <a:lnTo>
                    <a:pt x="114605" y="1293419"/>
                  </a:lnTo>
                  <a:close/>
                </a:path>
                <a:path w="198755" h="1369060">
                  <a:moveTo>
                    <a:pt x="131564" y="1321308"/>
                  </a:moveTo>
                  <a:lnTo>
                    <a:pt x="114605" y="1293419"/>
                  </a:lnTo>
                  <a:lnTo>
                    <a:pt x="99560" y="1321308"/>
                  </a:lnTo>
                  <a:lnTo>
                    <a:pt x="131564" y="1321308"/>
                  </a:lnTo>
                  <a:close/>
                </a:path>
                <a:path w="198755" h="1369060">
                  <a:moveTo>
                    <a:pt x="131564" y="1330573"/>
                  </a:moveTo>
                  <a:lnTo>
                    <a:pt x="131564" y="1321308"/>
                  </a:lnTo>
                  <a:lnTo>
                    <a:pt x="99560" y="1321308"/>
                  </a:lnTo>
                  <a:lnTo>
                    <a:pt x="99560" y="1331854"/>
                  </a:lnTo>
                  <a:lnTo>
                    <a:pt x="131564" y="1330573"/>
                  </a:lnTo>
                  <a:close/>
                </a:path>
                <a:path w="198755" h="1369060">
                  <a:moveTo>
                    <a:pt x="134612" y="1330452"/>
                  </a:moveTo>
                  <a:lnTo>
                    <a:pt x="132777" y="1259734"/>
                  </a:lnTo>
                  <a:lnTo>
                    <a:pt x="114605" y="1293419"/>
                  </a:lnTo>
                  <a:lnTo>
                    <a:pt x="131564" y="1321308"/>
                  </a:lnTo>
                  <a:lnTo>
                    <a:pt x="131564" y="1330573"/>
                  </a:lnTo>
                  <a:lnTo>
                    <a:pt x="134612" y="1330452"/>
                  </a:lnTo>
                  <a:close/>
                </a:path>
                <a:path w="198755" h="1369060">
                  <a:moveTo>
                    <a:pt x="198239" y="1216723"/>
                  </a:moveTo>
                  <a:lnTo>
                    <a:pt x="197477" y="1209675"/>
                  </a:lnTo>
                  <a:lnTo>
                    <a:pt x="193857" y="1203198"/>
                  </a:lnTo>
                  <a:lnTo>
                    <a:pt x="187952" y="1197864"/>
                  </a:lnTo>
                  <a:lnTo>
                    <a:pt x="180903" y="1195839"/>
                  </a:lnTo>
                  <a:lnTo>
                    <a:pt x="173855" y="1196530"/>
                  </a:lnTo>
                  <a:lnTo>
                    <a:pt x="167378" y="1199792"/>
                  </a:lnTo>
                  <a:lnTo>
                    <a:pt x="162044" y="1205484"/>
                  </a:lnTo>
                  <a:lnTo>
                    <a:pt x="132777" y="1259734"/>
                  </a:lnTo>
                  <a:lnTo>
                    <a:pt x="134612" y="1330452"/>
                  </a:lnTo>
                  <a:lnTo>
                    <a:pt x="134612" y="1335141"/>
                  </a:lnTo>
                  <a:lnTo>
                    <a:pt x="195572" y="1223772"/>
                  </a:lnTo>
                  <a:lnTo>
                    <a:pt x="198239" y="1216723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54586" y="2482595"/>
              <a:ext cx="684530" cy="457200"/>
            </a:xfrm>
            <a:custGeom>
              <a:avLst/>
              <a:gdLst/>
              <a:ahLst/>
              <a:cxnLst/>
              <a:rect l="l" t="t" r="r" b="b"/>
              <a:pathLst>
                <a:path w="684530" h="457200">
                  <a:moveTo>
                    <a:pt x="684275" y="457199"/>
                  </a:moveTo>
                  <a:lnTo>
                    <a:pt x="684275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684275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097924" y="250799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034418" y="2046732"/>
            <a:ext cx="5052695" cy="3871595"/>
            <a:chOff x="2034418" y="2046732"/>
            <a:chExt cx="5052695" cy="3871595"/>
          </a:xfrm>
        </p:grpSpPr>
        <p:sp>
          <p:nvSpPr>
            <p:cNvPr id="37" name="object 37"/>
            <p:cNvSpPr/>
            <p:nvPr/>
          </p:nvSpPr>
          <p:spPr>
            <a:xfrm>
              <a:off x="2034413" y="2046731"/>
              <a:ext cx="323215" cy="1377950"/>
            </a:xfrm>
            <a:custGeom>
              <a:avLst/>
              <a:gdLst/>
              <a:ahLst/>
              <a:cxnLst/>
              <a:rect l="l" t="t" r="r" b="b"/>
              <a:pathLst>
                <a:path w="323214" h="1377950">
                  <a:moveTo>
                    <a:pt x="323088" y="1368552"/>
                  </a:moveTo>
                  <a:lnTo>
                    <a:pt x="0" y="1368552"/>
                  </a:lnTo>
                  <a:lnTo>
                    <a:pt x="0" y="1377696"/>
                  </a:lnTo>
                  <a:lnTo>
                    <a:pt x="323088" y="1377696"/>
                  </a:lnTo>
                  <a:lnTo>
                    <a:pt x="323088" y="1368552"/>
                  </a:lnTo>
                  <a:close/>
                </a:path>
                <a:path w="323214" h="1377950">
                  <a:moveTo>
                    <a:pt x="32308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23088" y="9144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25774" y="5913120"/>
              <a:ext cx="1056640" cy="0"/>
            </a:xfrm>
            <a:custGeom>
              <a:avLst/>
              <a:gdLst/>
              <a:ahLst/>
              <a:cxnLst/>
              <a:rect l="l" t="t" r="r" b="b"/>
              <a:pathLst>
                <a:path w="1056640">
                  <a:moveTo>
                    <a:pt x="0" y="0"/>
                  </a:moveTo>
                  <a:lnTo>
                    <a:pt x="1056131" y="0"/>
                  </a:lnTo>
                </a:path>
              </a:pathLst>
            </a:custGeom>
            <a:ln w="9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19175" y="5583478"/>
            <a:ext cx="107315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latin typeface="Arial MT"/>
                <a:cs typeface="Arial MT"/>
              </a:rPr>
              <a:t>(Q/2)(Q/2)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27787" y="5728258"/>
            <a:ext cx="64452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-65" dirty="0">
                <a:latin typeface="Arial MT"/>
                <a:cs typeface="Arial MT"/>
              </a:rPr>
              <a:t>F</a:t>
            </a:r>
            <a:r>
              <a:rPr sz="1575" spc="-97" baseline="-23809" dirty="0">
                <a:latin typeface="Arial MT"/>
                <a:cs typeface="Arial MT"/>
              </a:rPr>
              <a:t>AB</a:t>
            </a:r>
            <a:r>
              <a:rPr sz="1575" spc="-157" baseline="-23809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=k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0683" y="5804458"/>
            <a:ext cx="28384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700" spc="-37" baseline="-24691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52381" y="1200912"/>
            <a:ext cx="8789035" cy="3411220"/>
          </a:xfrm>
          <a:custGeom>
            <a:avLst/>
            <a:gdLst/>
            <a:ahLst/>
            <a:cxnLst/>
            <a:rect l="l" t="t" r="r" b="b"/>
            <a:pathLst>
              <a:path w="8789035" h="3411220">
                <a:moveTo>
                  <a:pt x="8788905" y="3410712"/>
                </a:moveTo>
                <a:lnTo>
                  <a:pt x="8788905" y="0"/>
                </a:lnTo>
                <a:lnTo>
                  <a:pt x="0" y="0"/>
                </a:lnTo>
                <a:lnTo>
                  <a:pt x="0" y="3410712"/>
                </a:lnTo>
                <a:lnTo>
                  <a:pt x="4572" y="3410712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8779761" y="9144"/>
                </a:lnTo>
                <a:lnTo>
                  <a:pt x="8779761" y="4572"/>
                </a:lnTo>
                <a:lnTo>
                  <a:pt x="8784333" y="9144"/>
                </a:lnTo>
                <a:lnTo>
                  <a:pt x="8784333" y="3410712"/>
                </a:lnTo>
                <a:lnTo>
                  <a:pt x="8788905" y="3410712"/>
                </a:lnTo>
                <a:close/>
              </a:path>
              <a:path w="8789035" h="341122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8789035" h="3411220">
                <a:moveTo>
                  <a:pt x="9144" y="3401568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3401568"/>
                </a:lnTo>
                <a:lnTo>
                  <a:pt x="9144" y="3401568"/>
                </a:lnTo>
                <a:close/>
              </a:path>
              <a:path w="8789035" h="3411220">
                <a:moveTo>
                  <a:pt x="8784333" y="3401568"/>
                </a:moveTo>
                <a:lnTo>
                  <a:pt x="4572" y="3401568"/>
                </a:lnTo>
                <a:lnTo>
                  <a:pt x="9144" y="3406140"/>
                </a:lnTo>
                <a:lnTo>
                  <a:pt x="9144" y="3410712"/>
                </a:lnTo>
                <a:lnTo>
                  <a:pt x="8779761" y="3410712"/>
                </a:lnTo>
                <a:lnTo>
                  <a:pt x="8779761" y="3406140"/>
                </a:lnTo>
                <a:lnTo>
                  <a:pt x="8784333" y="3401568"/>
                </a:lnTo>
                <a:close/>
              </a:path>
              <a:path w="8789035" h="3411220">
                <a:moveTo>
                  <a:pt x="9144" y="3410712"/>
                </a:moveTo>
                <a:lnTo>
                  <a:pt x="9144" y="3406140"/>
                </a:lnTo>
                <a:lnTo>
                  <a:pt x="4572" y="3401568"/>
                </a:lnTo>
                <a:lnTo>
                  <a:pt x="4572" y="3410712"/>
                </a:lnTo>
                <a:lnTo>
                  <a:pt x="9144" y="3410712"/>
                </a:lnTo>
                <a:close/>
              </a:path>
              <a:path w="8789035" h="3411220">
                <a:moveTo>
                  <a:pt x="8784333" y="9144"/>
                </a:moveTo>
                <a:lnTo>
                  <a:pt x="8779761" y="4572"/>
                </a:lnTo>
                <a:lnTo>
                  <a:pt x="8779761" y="9144"/>
                </a:lnTo>
                <a:lnTo>
                  <a:pt x="8784333" y="9144"/>
                </a:lnTo>
                <a:close/>
              </a:path>
              <a:path w="8789035" h="3411220">
                <a:moveTo>
                  <a:pt x="8784333" y="3401568"/>
                </a:moveTo>
                <a:lnTo>
                  <a:pt x="8784333" y="9144"/>
                </a:lnTo>
                <a:lnTo>
                  <a:pt x="8779761" y="9144"/>
                </a:lnTo>
                <a:lnTo>
                  <a:pt x="8779761" y="3401568"/>
                </a:lnTo>
                <a:lnTo>
                  <a:pt x="8784333" y="3401568"/>
                </a:lnTo>
                <a:close/>
              </a:path>
              <a:path w="8789035" h="3411220">
                <a:moveTo>
                  <a:pt x="8784333" y="3410712"/>
                </a:moveTo>
                <a:lnTo>
                  <a:pt x="8784333" y="3401568"/>
                </a:lnTo>
                <a:lnTo>
                  <a:pt x="8779761" y="3406140"/>
                </a:lnTo>
                <a:lnTo>
                  <a:pt x="8779761" y="3410712"/>
                </a:lnTo>
                <a:lnTo>
                  <a:pt x="8784333" y="34107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2719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4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Coulomb's</a:t>
            </a:r>
            <a:r>
              <a:rPr spc="-25" dirty="0">
                <a:solidFill>
                  <a:srgbClr val="0000FF"/>
                </a:solidFill>
              </a:rPr>
              <a:t> Law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916820" y="691387"/>
            <a:ext cx="14077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7</a:t>
            </a:r>
            <a:endParaRPr sz="2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93877" y="368820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8947404" y="4280916"/>
                </a:moveTo>
                <a:lnTo>
                  <a:pt x="8938260" y="4280916"/>
                </a:lnTo>
                <a:lnTo>
                  <a:pt x="8938260" y="4291584"/>
                </a:lnTo>
                <a:lnTo>
                  <a:pt x="8938260" y="6719316"/>
                </a:lnTo>
                <a:lnTo>
                  <a:pt x="167640" y="6719316"/>
                </a:lnTo>
                <a:lnTo>
                  <a:pt x="167640" y="4291584"/>
                </a:lnTo>
                <a:lnTo>
                  <a:pt x="8938260" y="4291584"/>
                </a:lnTo>
                <a:lnTo>
                  <a:pt x="8938260" y="4280916"/>
                </a:lnTo>
                <a:lnTo>
                  <a:pt x="158496" y="4280916"/>
                </a:lnTo>
                <a:lnTo>
                  <a:pt x="158496" y="6729984"/>
                </a:lnTo>
                <a:lnTo>
                  <a:pt x="163068" y="6729984"/>
                </a:lnTo>
                <a:lnTo>
                  <a:pt x="167640" y="6729984"/>
                </a:lnTo>
                <a:lnTo>
                  <a:pt x="8938260" y="6729984"/>
                </a:lnTo>
                <a:lnTo>
                  <a:pt x="8942832" y="6729984"/>
                </a:lnTo>
                <a:lnTo>
                  <a:pt x="8947404" y="6729984"/>
                </a:lnTo>
                <a:lnTo>
                  <a:pt x="8947404" y="4280916"/>
                </a:lnTo>
                <a:close/>
              </a:path>
              <a:path w="9105900" h="6819900">
                <a:moveTo>
                  <a:pt x="9105900" y="0"/>
                </a:moveTo>
                <a:lnTo>
                  <a:pt x="9093708" y="0"/>
                </a:lnTo>
                <a:lnTo>
                  <a:pt x="9093708" y="12192"/>
                </a:lnTo>
                <a:lnTo>
                  <a:pt x="9093708" y="6807708"/>
                </a:lnTo>
                <a:lnTo>
                  <a:pt x="12192" y="6807708"/>
                </a:lnTo>
                <a:lnTo>
                  <a:pt x="12192" y="12192"/>
                </a:lnTo>
                <a:lnTo>
                  <a:pt x="9093708" y="12192"/>
                </a:lnTo>
                <a:lnTo>
                  <a:pt x="9093708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12192" y="6819900"/>
                </a:lnTo>
                <a:lnTo>
                  <a:pt x="9093708" y="6819900"/>
                </a:lnTo>
                <a:lnTo>
                  <a:pt x="9099804" y="6819900"/>
                </a:lnTo>
                <a:lnTo>
                  <a:pt x="9105900" y="6819900"/>
                </a:lnTo>
                <a:lnTo>
                  <a:pt x="9105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005212" y="4569052"/>
            <a:ext cx="3738245" cy="211645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184785" marR="5080">
              <a:lnSpc>
                <a:spcPct val="100000"/>
              </a:lnSpc>
              <a:spcBef>
                <a:spcPts val="1030"/>
              </a:spcBef>
            </a:pPr>
            <a:r>
              <a:rPr sz="2000" dirty="0">
                <a:latin typeface="Arial MT"/>
                <a:cs typeface="Arial MT"/>
              </a:rPr>
              <a:t>Because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spheres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wire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conductors,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electrons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move </a:t>
            </a:r>
            <a:r>
              <a:rPr sz="2000" dirty="0">
                <a:latin typeface="Arial MT"/>
                <a:cs typeface="Arial MT"/>
              </a:rPr>
              <a:t>throught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until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charge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spheres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spc="-10" dirty="0">
                <a:latin typeface="Arial MT"/>
                <a:cs typeface="Arial MT"/>
              </a:rPr>
              <a:t>same.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926458" y="1208532"/>
            <a:ext cx="2025650" cy="1201420"/>
            <a:chOff x="6926458" y="1208532"/>
            <a:chExt cx="2025650" cy="1201420"/>
          </a:xfrm>
        </p:grpSpPr>
        <p:sp>
          <p:nvSpPr>
            <p:cNvPr id="4" name="object 4"/>
            <p:cNvSpPr/>
            <p:nvPr/>
          </p:nvSpPr>
          <p:spPr>
            <a:xfrm>
              <a:off x="6926458" y="2068068"/>
              <a:ext cx="1057910" cy="341630"/>
            </a:xfrm>
            <a:custGeom>
              <a:avLst/>
              <a:gdLst/>
              <a:ahLst/>
              <a:cxnLst/>
              <a:rect l="l" t="t" r="r" b="b"/>
              <a:pathLst>
                <a:path w="1057909" h="341630">
                  <a:moveTo>
                    <a:pt x="787908" y="85344"/>
                  </a:moveTo>
                  <a:lnTo>
                    <a:pt x="0" y="85344"/>
                  </a:lnTo>
                  <a:lnTo>
                    <a:pt x="0" y="256032"/>
                  </a:lnTo>
                  <a:lnTo>
                    <a:pt x="4572" y="256032"/>
                  </a:lnTo>
                  <a:lnTo>
                    <a:pt x="4572" y="94488"/>
                  </a:lnTo>
                  <a:lnTo>
                    <a:pt x="9144" y="89916"/>
                  </a:lnTo>
                  <a:lnTo>
                    <a:pt x="9144" y="94488"/>
                  </a:lnTo>
                  <a:lnTo>
                    <a:pt x="783336" y="94488"/>
                  </a:lnTo>
                  <a:lnTo>
                    <a:pt x="783336" y="89916"/>
                  </a:lnTo>
                  <a:lnTo>
                    <a:pt x="787908" y="85344"/>
                  </a:lnTo>
                  <a:close/>
                </a:path>
                <a:path w="1057909" h="341630">
                  <a:moveTo>
                    <a:pt x="9144" y="94488"/>
                  </a:moveTo>
                  <a:lnTo>
                    <a:pt x="9144" y="89916"/>
                  </a:lnTo>
                  <a:lnTo>
                    <a:pt x="4572" y="94488"/>
                  </a:lnTo>
                  <a:lnTo>
                    <a:pt x="9144" y="94488"/>
                  </a:lnTo>
                  <a:close/>
                </a:path>
                <a:path w="1057909" h="341630">
                  <a:moveTo>
                    <a:pt x="9144" y="246888"/>
                  </a:moveTo>
                  <a:lnTo>
                    <a:pt x="9144" y="94488"/>
                  </a:lnTo>
                  <a:lnTo>
                    <a:pt x="4572" y="94488"/>
                  </a:lnTo>
                  <a:lnTo>
                    <a:pt x="4572" y="246888"/>
                  </a:lnTo>
                  <a:lnTo>
                    <a:pt x="9144" y="246888"/>
                  </a:lnTo>
                  <a:close/>
                </a:path>
                <a:path w="1057909" h="341630">
                  <a:moveTo>
                    <a:pt x="792480" y="324443"/>
                  </a:moveTo>
                  <a:lnTo>
                    <a:pt x="792480" y="246888"/>
                  </a:lnTo>
                  <a:lnTo>
                    <a:pt x="4572" y="246888"/>
                  </a:lnTo>
                  <a:lnTo>
                    <a:pt x="9144" y="251460"/>
                  </a:lnTo>
                  <a:lnTo>
                    <a:pt x="9144" y="256032"/>
                  </a:lnTo>
                  <a:lnTo>
                    <a:pt x="783336" y="256032"/>
                  </a:lnTo>
                  <a:lnTo>
                    <a:pt x="783336" y="251460"/>
                  </a:lnTo>
                  <a:lnTo>
                    <a:pt x="787908" y="256032"/>
                  </a:lnTo>
                  <a:lnTo>
                    <a:pt x="787908" y="327287"/>
                  </a:lnTo>
                  <a:lnTo>
                    <a:pt x="792480" y="324443"/>
                  </a:lnTo>
                  <a:close/>
                </a:path>
                <a:path w="1057909" h="341630">
                  <a:moveTo>
                    <a:pt x="9144" y="256032"/>
                  </a:moveTo>
                  <a:lnTo>
                    <a:pt x="9144" y="251460"/>
                  </a:lnTo>
                  <a:lnTo>
                    <a:pt x="4572" y="246888"/>
                  </a:lnTo>
                  <a:lnTo>
                    <a:pt x="4572" y="256032"/>
                  </a:lnTo>
                  <a:lnTo>
                    <a:pt x="9144" y="256032"/>
                  </a:lnTo>
                  <a:close/>
                </a:path>
                <a:path w="1057909" h="341630">
                  <a:moveTo>
                    <a:pt x="1057656" y="170688"/>
                  </a:moveTo>
                  <a:lnTo>
                    <a:pt x="783336" y="0"/>
                  </a:lnTo>
                  <a:lnTo>
                    <a:pt x="783336" y="85344"/>
                  </a:lnTo>
                  <a:lnTo>
                    <a:pt x="784860" y="85344"/>
                  </a:lnTo>
                  <a:lnTo>
                    <a:pt x="784860" y="12192"/>
                  </a:lnTo>
                  <a:lnTo>
                    <a:pt x="792480" y="9144"/>
                  </a:lnTo>
                  <a:lnTo>
                    <a:pt x="792480" y="16932"/>
                  </a:lnTo>
                  <a:lnTo>
                    <a:pt x="1039638" y="170688"/>
                  </a:lnTo>
                  <a:lnTo>
                    <a:pt x="1046988" y="166116"/>
                  </a:lnTo>
                  <a:lnTo>
                    <a:pt x="1046988" y="177325"/>
                  </a:lnTo>
                  <a:lnTo>
                    <a:pt x="1057656" y="170688"/>
                  </a:lnTo>
                  <a:close/>
                </a:path>
                <a:path w="1057909" h="341630">
                  <a:moveTo>
                    <a:pt x="787908" y="94488"/>
                  </a:moveTo>
                  <a:lnTo>
                    <a:pt x="787908" y="85344"/>
                  </a:lnTo>
                  <a:lnTo>
                    <a:pt x="783336" y="89916"/>
                  </a:lnTo>
                  <a:lnTo>
                    <a:pt x="783336" y="94488"/>
                  </a:lnTo>
                  <a:lnTo>
                    <a:pt x="787908" y="94488"/>
                  </a:lnTo>
                  <a:close/>
                </a:path>
                <a:path w="1057909" h="341630">
                  <a:moveTo>
                    <a:pt x="787908" y="256032"/>
                  </a:moveTo>
                  <a:lnTo>
                    <a:pt x="783336" y="251460"/>
                  </a:lnTo>
                  <a:lnTo>
                    <a:pt x="783336" y="256032"/>
                  </a:lnTo>
                  <a:lnTo>
                    <a:pt x="787908" y="256032"/>
                  </a:lnTo>
                  <a:close/>
                </a:path>
                <a:path w="1057909" h="341630">
                  <a:moveTo>
                    <a:pt x="787908" y="327287"/>
                  </a:moveTo>
                  <a:lnTo>
                    <a:pt x="787908" y="256032"/>
                  </a:lnTo>
                  <a:lnTo>
                    <a:pt x="783336" y="256032"/>
                  </a:lnTo>
                  <a:lnTo>
                    <a:pt x="783336" y="341376"/>
                  </a:lnTo>
                  <a:lnTo>
                    <a:pt x="784860" y="340427"/>
                  </a:lnTo>
                  <a:lnTo>
                    <a:pt x="784860" y="329184"/>
                  </a:lnTo>
                  <a:lnTo>
                    <a:pt x="787908" y="327287"/>
                  </a:lnTo>
                  <a:close/>
                </a:path>
                <a:path w="1057909" h="341630">
                  <a:moveTo>
                    <a:pt x="792480" y="16932"/>
                  </a:moveTo>
                  <a:lnTo>
                    <a:pt x="792480" y="9144"/>
                  </a:lnTo>
                  <a:lnTo>
                    <a:pt x="784860" y="12192"/>
                  </a:lnTo>
                  <a:lnTo>
                    <a:pt x="792480" y="16932"/>
                  </a:lnTo>
                  <a:close/>
                </a:path>
                <a:path w="1057909" h="341630">
                  <a:moveTo>
                    <a:pt x="792480" y="94488"/>
                  </a:moveTo>
                  <a:lnTo>
                    <a:pt x="792480" y="16932"/>
                  </a:lnTo>
                  <a:lnTo>
                    <a:pt x="784860" y="12192"/>
                  </a:lnTo>
                  <a:lnTo>
                    <a:pt x="784860" y="85344"/>
                  </a:lnTo>
                  <a:lnTo>
                    <a:pt x="787908" y="85344"/>
                  </a:lnTo>
                  <a:lnTo>
                    <a:pt x="787908" y="94488"/>
                  </a:lnTo>
                  <a:lnTo>
                    <a:pt x="792480" y="94488"/>
                  </a:lnTo>
                  <a:close/>
                </a:path>
                <a:path w="1057909" h="341630">
                  <a:moveTo>
                    <a:pt x="1046988" y="177325"/>
                  </a:moveTo>
                  <a:lnTo>
                    <a:pt x="1046988" y="175260"/>
                  </a:lnTo>
                  <a:lnTo>
                    <a:pt x="1039638" y="170688"/>
                  </a:lnTo>
                  <a:lnTo>
                    <a:pt x="784860" y="329184"/>
                  </a:lnTo>
                  <a:lnTo>
                    <a:pt x="792480" y="332232"/>
                  </a:lnTo>
                  <a:lnTo>
                    <a:pt x="792480" y="335686"/>
                  </a:lnTo>
                  <a:lnTo>
                    <a:pt x="1046988" y="177325"/>
                  </a:lnTo>
                  <a:close/>
                </a:path>
                <a:path w="1057909" h="341630">
                  <a:moveTo>
                    <a:pt x="792480" y="335686"/>
                  </a:moveTo>
                  <a:lnTo>
                    <a:pt x="792480" y="332232"/>
                  </a:lnTo>
                  <a:lnTo>
                    <a:pt x="784860" y="329184"/>
                  </a:lnTo>
                  <a:lnTo>
                    <a:pt x="784860" y="340427"/>
                  </a:lnTo>
                  <a:lnTo>
                    <a:pt x="792480" y="335686"/>
                  </a:lnTo>
                  <a:close/>
                </a:path>
                <a:path w="1057909" h="341630">
                  <a:moveTo>
                    <a:pt x="1046988" y="175260"/>
                  </a:moveTo>
                  <a:lnTo>
                    <a:pt x="1046988" y="166116"/>
                  </a:lnTo>
                  <a:lnTo>
                    <a:pt x="1039638" y="170688"/>
                  </a:lnTo>
                  <a:lnTo>
                    <a:pt x="1046988" y="17526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7954" y="1213103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61187"/>
                  </a:moveTo>
                  <a:lnTo>
                    <a:pt x="716034" y="312142"/>
                  </a:lnTo>
                  <a:lnTo>
                    <a:pt x="706444" y="265112"/>
                  </a:lnTo>
                  <a:lnTo>
                    <a:pt x="690991" y="220527"/>
                  </a:lnTo>
                  <a:lnTo>
                    <a:pt x="670108" y="178815"/>
                  </a:lnTo>
                  <a:lnTo>
                    <a:pt x="644230" y="140406"/>
                  </a:lnTo>
                  <a:lnTo>
                    <a:pt x="613790" y="105727"/>
                  </a:lnTo>
                  <a:lnTo>
                    <a:pt x="579224" y="75207"/>
                  </a:lnTo>
                  <a:lnTo>
                    <a:pt x="540963" y="49275"/>
                  </a:lnTo>
                  <a:lnTo>
                    <a:pt x="499443" y="28360"/>
                  </a:lnTo>
                  <a:lnTo>
                    <a:pt x="455097" y="12890"/>
                  </a:lnTo>
                  <a:lnTo>
                    <a:pt x="408359" y="3294"/>
                  </a:lnTo>
                  <a:lnTo>
                    <a:pt x="359663" y="0"/>
                  </a:lnTo>
                  <a:lnTo>
                    <a:pt x="310968" y="3294"/>
                  </a:lnTo>
                  <a:lnTo>
                    <a:pt x="264230" y="12890"/>
                  </a:lnTo>
                  <a:lnTo>
                    <a:pt x="219884" y="28360"/>
                  </a:lnTo>
                  <a:lnTo>
                    <a:pt x="178364" y="49275"/>
                  </a:lnTo>
                  <a:lnTo>
                    <a:pt x="140103" y="75207"/>
                  </a:lnTo>
                  <a:lnTo>
                    <a:pt x="105536" y="105727"/>
                  </a:lnTo>
                  <a:lnTo>
                    <a:pt x="75097" y="140406"/>
                  </a:lnTo>
                  <a:lnTo>
                    <a:pt x="49219" y="178815"/>
                  </a:lnTo>
                  <a:lnTo>
                    <a:pt x="28336" y="220527"/>
                  </a:lnTo>
                  <a:lnTo>
                    <a:pt x="12883" y="265112"/>
                  </a:lnTo>
                  <a:lnTo>
                    <a:pt x="3293" y="312142"/>
                  </a:lnTo>
                  <a:lnTo>
                    <a:pt x="0" y="361187"/>
                  </a:lnTo>
                  <a:lnTo>
                    <a:pt x="3293" y="409883"/>
                  </a:lnTo>
                  <a:lnTo>
                    <a:pt x="12883" y="456621"/>
                  </a:lnTo>
                  <a:lnTo>
                    <a:pt x="28336" y="500967"/>
                  </a:lnTo>
                  <a:lnTo>
                    <a:pt x="49219" y="542487"/>
                  </a:lnTo>
                  <a:lnTo>
                    <a:pt x="75097" y="580748"/>
                  </a:lnTo>
                  <a:lnTo>
                    <a:pt x="105536" y="615314"/>
                  </a:lnTo>
                  <a:lnTo>
                    <a:pt x="140103" y="645754"/>
                  </a:lnTo>
                  <a:lnTo>
                    <a:pt x="178364" y="671632"/>
                  </a:lnTo>
                  <a:lnTo>
                    <a:pt x="219884" y="692515"/>
                  </a:lnTo>
                  <a:lnTo>
                    <a:pt x="264230" y="707968"/>
                  </a:lnTo>
                  <a:lnTo>
                    <a:pt x="310968" y="717558"/>
                  </a:lnTo>
                  <a:lnTo>
                    <a:pt x="359663" y="720851"/>
                  </a:lnTo>
                  <a:lnTo>
                    <a:pt x="408359" y="717558"/>
                  </a:lnTo>
                  <a:lnTo>
                    <a:pt x="455097" y="707968"/>
                  </a:lnTo>
                  <a:lnTo>
                    <a:pt x="499443" y="692515"/>
                  </a:lnTo>
                  <a:lnTo>
                    <a:pt x="540963" y="671632"/>
                  </a:lnTo>
                  <a:lnTo>
                    <a:pt x="579224" y="645754"/>
                  </a:lnTo>
                  <a:lnTo>
                    <a:pt x="613790" y="615314"/>
                  </a:lnTo>
                  <a:lnTo>
                    <a:pt x="644230" y="580748"/>
                  </a:lnTo>
                  <a:lnTo>
                    <a:pt x="670108" y="542487"/>
                  </a:lnTo>
                  <a:lnTo>
                    <a:pt x="690991" y="500967"/>
                  </a:lnTo>
                  <a:lnTo>
                    <a:pt x="706444" y="456621"/>
                  </a:lnTo>
                  <a:lnTo>
                    <a:pt x="716034" y="409883"/>
                  </a:lnTo>
                  <a:lnTo>
                    <a:pt x="719327" y="361187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23382" y="1208532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84048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20852" y="291084"/>
                  </a:lnTo>
                  <a:lnTo>
                    <a:pt x="717804" y="274320"/>
                  </a:lnTo>
                  <a:lnTo>
                    <a:pt x="711708" y="256032"/>
                  </a:lnTo>
                  <a:lnTo>
                    <a:pt x="707136" y="239268"/>
                  </a:lnTo>
                  <a:lnTo>
                    <a:pt x="699516" y="222504"/>
                  </a:lnTo>
                  <a:lnTo>
                    <a:pt x="691896" y="207264"/>
                  </a:lnTo>
                  <a:lnTo>
                    <a:pt x="684276" y="190500"/>
                  </a:lnTo>
                  <a:lnTo>
                    <a:pt x="675132" y="175260"/>
                  </a:lnTo>
                  <a:lnTo>
                    <a:pt x="665988" y="161544"/>
                  </a:lnTo>
                  <a:lnTo>
                    <a:pt x="656844" y="146304"/>
                  </a:lnTo>
                  <a:lnTo>
                    <a:pt x="644652" y="132588"/>
                  </a:lnTo>
                  <a:lnTo>
                    <a:pt x="633984" y="118872"/>
                  </a:lnTo>
                  <a:lnTo>
                    <a:pt x="609600" y="94488"/>
                  </a:lnTo>
                  <a:lnTo>
                    <a:pt x="568452" y="62484"/>
                  </a:lnTo>
                  <a:lnTo>
                    <a:pt x="522732" y="36576"/>
                  </a:lnTo>
                  <a:lnTo>
                    <a:pt x="472440" y="16764"/>
                  </a:lnTo>
                  <a:lnTo>
                    <a:pt x="400812" y="1524"/>
                  </a:lnTo>
                  <a:lnTo>
                    <a:pt x="382524" y="0"/>
                  </a:lnTo>
                  <a:lnTo>
                    <a:pt x="345948" y="0"/>
                  </a:lnTo>
                  <a:lnTo>
                    <a:pt x="291084" y="7620"/>
                  </a:lnTo>
                  <a:lnTo>
                    <a:pt x="222504" y="28956"/>
                  </a:lnTo>
                  <a:lnTo>
                    <a:pt x="160020" y="62484"/>
                  </a:lnTo>
                  <a:lnTo>
                    <a:pt x="118872" y="94488"/>
                  </a:lnTo>
                  <a:lnTo>
                    <a:pt x="83820" y="132588"/>
                  </a:lnTo>
                  <a:lnTo>
                    <a:pt x="71628" y="146304"/>
                  </a:lnTo>
                  <a:lnTo>
                    <a:pt x="62484" y="161544"/>
                  </a:lnTo>
                  <a:lnTo>
                    <a:pt x="53340" y="175260"/>
                  </a:lnTo>
                  <a:lnTo>
                    <a:pt x="44196" y="190500"/>
                  </a:lnTo>
                  <a:lnTo>
                    <a:pt x="35052" y="207264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4320"/>
                  </a:lnTo>
                  <a:lnTo>
                    <a:pt x="7620" y="291084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7620" y="438912"/>
                  </a:lnTo>
                  <a:lnTo>
                    <a:pt x="9144" y="445008"/>
                  </a:lnTo>
                  <a:lnTo>
                    <a:pt x="9144" y="365760"/>
                  </a:lnTo>
                  <a:lnTo>
                    <a:pt x="10668" y="347472"/>
                  </a:lnTo>
                  <a:lnTo>
                    <a:pt x="10668" y="329184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38100" y="227076"/>
                  </a:lnTo>
                  <a:lnTo>
                    <a:pt x="44196" y="210312"/>
                  </a:lnTo>
                  <a:lnTo>
                    <a:pt x="51816" y="195072"/>
                  </a:lnTo>
                  <a:lnTo>
                    <a:pt x="60960" y="181356"/>
                  </a:lnTo>
                  <a:lnTo>
                    <a:pt x="70104" y="166116"/>
                  </a:lnTo>
                  <a:lnTo>
                    <a:pt x="80772" y="152400"/>
                  </a:lnTo>
                  <a:lnTo>
                    <a:pt x="89916" y="138684"/>
                  </a:lnTo>
                  <a:lnTo>
                    <a:pt x="102108" y="126492"/>
                  </a:lnTo>
                  <a:lnTo>
                    <a:pt x="112776" y="114300"/>
                  </a:lnTo>
                  <a:lnTo>
                    <a:pt x="126492" y="102108"/>
                  </a:lnTo>
                  <a:lnTo>
                    <a:pt x="138684" y="89916"/>
                  </a:lnTo>
                  <a:lnTo>
                    <a:pt x="152400" y="80772"/>
                  </a:lnTo>
                  <a:lnTo>
                    <a:pt x="166116" y="70104"/>
                  </a:lnTo>
                  <a:lnTo>
                    <a:pt x="179832" y="60960"/>
                  </a:lnTo>
                  <a:lnTo>
                    <a:pt x="195072" y="51816"/>
                  </a:lnTo>
                  <a:lnTo>
                    <a:pt x="210312" y="44196"/>
                  </a:lnTo>
                  <a:lnTo>
                    <a:pt x="227076" y="38100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10896" y="13716"/>
                  </a:lnTo>
                  <a:lnTo>
                    <a:pt x="327660" y="10668"/>
                  </a:lnTo>
                  <a:lnTo>
                    <a:pt x="345948" y="10668"/>
                  </a:lnTo>
                  <a:lnTo>
                    <a:pt x="364236" y="9144"/>
                  </a:lnTo>
                  <a:lnTo>
                    <a:pt x="417576" y="13589"/>
                  </a:lnTo>
                  <a:lnTo>
                    <a:pt x="419100" y="13716"/>
                  </a:lnTo>
                  <a:lnTo>
                    <a:pt x="435864" y="16764"/>
                  </a:lnTo>
                  <a:lnTo>
                    <a:pt x="486156" y="30480"/>
                  </a:lnTo>
                  <a:lnTo>
                    <a:pt x="502920" y="38100"/>
                  </a:lnTo>
                  <a:lnTo>
                    <a:pt x="518160" y="44196"/>
                  </a:lnTo>
                  <a:lnTo>
                    <a:pt x="562356" y="70104"/>
                  </a:lnTo>
                  <a:lnTo>
                    <a:pt x="603504" y="102108"/>
                  </a:lnTo>
                  <a:lnTo>
                    <a:pt x="626364" y="126492"/>
                  </a:lnTo>
                  <a:lnTo>
                    <a:pt x="638556" y="138684"/>
                  </a:lnTo>
                  <a:lnTo>
                    <a:pt x="649224" y="152400"/>
                  </a:lnTo>
                  <a:lnTo>
                    <a:pt x="658368" y="166116"/>
                  </a:lnTo>
                  <a:lnTo>
                    <a:pt x="667512" y="181356"/>
                  </a:lnTo>
                  <a:lnTo>
                    <a:pt x="676656" y="195072"/>
                  </a:lnTo>
                  <a:lnTo>
                    <a:pt x="684276" y="211836"/>
                  </a:lnTo>
                  <a:lnTo>
                    <a:pt x="691896" y="227076"/>
                  </a:lnTo>
                  <a:lnTo>
                    <a:pt x="697992" y="242316"/>
                  </a:lnTo>
                  <a:lnTo>
                    <a:pt x="702564" y="259080"/>
                  </a:lnTo>
                  <a:lnTo>
                    <a:pt x="708660" y="275844"/>
                  </a:lnTo>
                  <a:lnTo>
                    <a:pt x="711708" y="294132"/>
                  </a:lnTo>
                  <a:lnTo>
                    <a:pt x="714756" y="310896"/>
                  </a:lnTo>
                  <a:lnTo>
                    <a:pt x="717804" y="329184"/>
                  </a:lnTo>
                  <a:lnTo>
                    <a:pt x="719328" y="347472"/>
                  </a:lnTo>
                  <a:lnTo>
                    <a:pt x="719328" y="447294"/>
                  </a:lnTo>
                  <a:lnTo>
                    <a:pt x="720852" y="438912"/>
                  </a:lnTo>
                  <a:lnTo>
                    <a:pt x="726948" y="402336"/>
                  </a:lnTo>
                  <a:lnTo>
                    <a:pt x="728472" y="384048"/>
                  </a:lnTo>
                  <a:close/>
                </a:path>
                <a:path w="728979" h="730250">
                  <a:moveTo>
                    <a:pt x="719328" y="447294"/>
                  </a:moveTo>
                  <a:lnTo>
                    <a:pt x="719328" y="384048"/>
                  </a:lnTo>
                  <a:lnTo>
                    <a:pt x="717804" y="402336"/>
                  </a:lnTo>
                  <a:lnTo>
                    <a:pt x="714756" y="419100"/>
                  </a:lnTo>
                  <a:lnTo>
                    <a:pt x="697992" y="487680"/>
                  </a:lnTo>
                  <a:lnTo>
                    <a:pt x="676656" y="534924"/>
                  </a:lnTo>
                  <a:lnTo>
                    <a:pt x="649224" y="577596"/>
                  </a:lnTo>
                  <a:lnTo>
                    <a:pt x="626364" y="605028"/>
                  </a:lnTo>
                  <a:lnTo>
                    <a:pt x="615696" y="617220"/>
                  </a:lnTo>
                  <a:lnTo>
                    <a:pt x="601980" y="627888"/>
                  </a:lnTo>
                  <a:lnTo>
                    <a:pt x="589788" y="640080"/>
                  </a:lnTo>
                  <a:lnTo>
                    <a:pt x="576072" y="650748"/>
                  </a:lnTo>
                  <a:lnTo>
                    <a:pt x="533400" y="678180"/>
                  </a:lnTo>
                  <a:lnTo>
                    <a:pt x="486156" y="699516"/>
                  </a:lnTo>
                  <a:lnTo>
                    <a:pt x="469392" y="704088"/>
                  </a:lnTo>
                  <a:lnTo>
                    <a:pt x="452628" y="710184"/>
                  </a:lnTo>
                  <a:lnTo>
                    <a:pt x="435864" y="713232"/>
                  </a:lnTo>
                  <a:lnTo>
                    <a:pt x="417576" y="716280"/>
                  </a:lnTo>
                  <a:lnTo>
                    <a:pt x="400812" y="719328"/>
                  </a:lnTo>
                  <a:lnTo>
                    <a:pt x="382524" y="720852"/>
                  </a:lnTo>
                  <a:lnTo>
                    <a:pt x="345948" y="720852"/>
                  </a:lnTo>
                  <a:lnTo>
                    <a:pt x="327660" y="719328"/>
                  </a:lnTo>
                  <a:lnTo>
                    <a:pt x="309372" y="716280"/>
                  </a:lnTo>
                  <a:lnTo>
                    <a:pt x="275844" y="710184"/>
                  </a:lnTo>
                  <a:lnTo>
                    <a:pt x="259080" y="704088"/>
                  </a:lnTo>
                  <a:lnTo>
                    <a:pt x="242316" y="699516"/>
                  </a:lnTo>
                  <a:lnTo>
                    <a:pt x="195072" y="678180"/>
                  </a:lnTo>
                  <a:lnTo>
                    <a:pt x="152400" y="650748"/>
                  </a:lnTo>
                  <a:lnTo>
                    <a:pt x="124968" y="627888"/>
                  </a:lnTo>
                  <a:lnTo>
                    <a:pt x="112776" y="617220"/>
                  </a:lnTo>
                  <a:lnTo>
                    <a:pt x="102108" y="603504"/>
                  </a:lnTo>
                  <a:lnTo>
                    <a:pt x="89916" y="591312"/>
                  </a:lnTo>
                  <a:lnTo>
                    <a:pt x="79248" y="577596"/>
                  </a:lnTo>
                  <a:lnTo>
                    <a:pt x="60960" y="550164"/>
                  </a:lnTo>
                  <a:lnTo>
                    <a:pt x="51816" y="534924"/>
                  </a:lnTo>
                  <a:lnTo>
                    <a:pt x="44196" y="519684"/>
                  </a:lnTo>
                  <a:lnTo>
                    <a:pt x="38100" y="502920"/>
                  </a:lnTo>
                  <a:lnTo>
                    <a:pt x="30480" y="487680"/>
                  </a:lnTo>
                  <a:lnTo>
                    <a:pt x="16764" y="437388"/>
                  </a:lnTo>
                  <a:lnTo>
                    <a:pt x="10668" y="400812"/>
                  </a:lnTo>
                  <a:lnTo>
                    <a:pt x="10668" y="384048"/>
                  </a:lnTo>
                  <a:lnTo>
                    <a:pt x="9144" y="365760"/>
                  </a:lnTo>
                  <a:lnTo>
                    <a:pt x="9144" y="445008"/>
                  </a:lnTo>
                  <a:lnTo>
                    <a:pt x="12192" y="457200"/>
                  </a:lnTo>
                  <a:lnTo>
                    <a:pt x="28956" y="507492"/>
                  </a:lnTo>
                  <a:lnTo>
                    <a:pt x="62484" y="569976"/>
                  </a:lnTo>
                  <a:lnTo>
                    <a:pt x="94488" y="611124"/>
                  </a:lnTo>
                  <a:lnTo>
                    <a:pt x="132588" y="647700"/>
                  </a:lnTo>
                  <a:lnTo>
                    <a:pt x="160020" y="667512"/>
                  </a:lnTo>
                  <a:lnTo>
                    <a:pt x="175260" y="678180"/>
                  </a:lnTo>
                  <a:lnTo>
                    <a:pt x="190500" y="685800"/>
                  </a:lnTo>
                  <a:lnTo>
                    <a:pt x="205740" y="694944"/>
                  </a:lnTo>
                  <a:lnTo>
                    <a:pt x="222504" y="701040"/>
                  </a:lnTo>
                  <a:lnTo>
                    <a:pt x="239268" y="708660"/>
                  </a:lnTo>
                  <a:lnTo>
                    <a:pt x="256032" y="713232"/>
                  </a:lnTo>
                  <a:lnTo>
                    <a:pt x="272796" y="719328"/>
                  </a:lnTo>
                  <a:lnTo>
                    <a:pt x="327660" y="728472"/>
                  </a:lnTo>
                  <a:lnTo>
                    <a:pt x="345948" y="729996"/>
                  </a:lnTo>
                  <a:lnTo>
                    <a:pt x="382524" y="729996"/>
                  </a:lnTo>
                  <a:lnTo>
                    <a:pt x="400812" y="728589"/>
                  </a:lnTo>
                  <a:lnTo>
                    <a:pt x="402336" y="728472"/>
                  </a:lnTo>
                  <a:lnTo>
                    <a:pt x="420624" y="725424"/>
                  </a:lnTo>
                  <a:lnTo>
                    <a:pt x="437388" y="722376"/>
                  </a:lnTo>
                  <a:lnTo>
                    <a:pt x="455676" y="719328"/>
                  </a:lnTo>
                  <a:lnTo>
                    <a:pt x="472440" y="713232"/>
                  </a:lnTo>
                  <a:lnTo>
                    <a:pt x="489204" y="708660"/>
                  </a:lnTo>
                  <a:lnTo>
                    <a:pt x="505968" y="701040"/>
                  </a:lnTo>
                  <a:lnTo>
                    <a:pt x="522732" y="694944"/>
                  </a:lnTo>
                  <a:lnTo>
                    <a:pt x="568452" y="667512"/>
                  </a:lnTo>
                  <a:lnTo>
                    <a:pt x="582168" y="658368"/>
                  </a:lnTo>
                  <a:lnTo>
                    <a:pt x="595884" y="646176"/>
                  </a:lnTo>
                  <a:lnTo>
                    <a:pt x="609600" y="635508"/>
                  </a:lnTo>
                  <a:lnTo>
                    <a:pt x="633984" y="611124"/>
                  </a:lnTo>
                  <a:lnTo>
                    <a:pt x="646176" y="597408"/>
                  </a:lnTo>
                  <a:lnTo>
                    <a:pt x="656844" y="583692"/>
                  </a:lnTo>
                  <a:lnTo>
                    <a:pt x="665988" y="569976"/>
                  </a:lnTo>
                  <a:lnTo>
                    <a:pt x="676656" y="554736"/>
                  </a:lnTo>
                  <a:lnTo>
                    <a:pt x="684276" y="539496"/>
                  </a:lnTo>
                  <a:lnTo>
                    <a:pt x="693420" y="522732"/>
                  </a:lnTo>
                  <a:lnTo>
                    <a:pt x="699516" y="507492"/>
                  </a:lnTo>
                  <a:lnTo>
                    <a:pt x="707136" y="490728"/>
                  </a:lnTo>
                  <a:lnTo>
                    <a:pt x="711708" y="473964"/>
                  </a:lnTo>
                  <a:lnTo>
                    <a:pt x="717804" y="455676"/>
                  </a:lnTo>
                  <a:lnTo>
                    <a:pt x="719328" y="44729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472814" y="135737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223382" y="2540508"/>
            <a:ext cx="728980" cy="730250"/>
            <a:chOff x="8223382" y="2540508"/>
            <a:chExt cx="728980" cy="730250"/>
          </a:xfrm>
        </p:grpSpPr>
        <p:sp>
          <p:nvSpPr>
            <p:cNvPr id="9" name="object 9"/>
            <p:cNvSpPr/>
            <p:nvPr/>
          </p:nvSpPr>
          <p:spPr>
            <a:xfrm>
              <a:off x="8227954" y="2545079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61187"/>
                  </a:moveTo>
                  <a:lnTo>
                    <a:pt x="716034" y="312142"/>
                  </a:lnTo>
                  <a:lnTo>
                    <a:pt x="706444" y="265112"/>
                  </a:lnTo>
                  <a:lnTo>
                    <a:pt x="690991" y="220527"/>
                  </a:lnTo>
                  <a:lnTo>
                    <a:pt x="670108" y="178815"/>
                  </a:lnTo>
                  <a:lnTo>
                    <a:pt x="644230" y="140406"/>
                  </a:lnTo>
                  <a:lnTo>
                    <a:pt x="613790" y="105727"/>
                  </a:lnTo>
                  <a:lnTo>
                    <a:pt x="579224" y="75207"/>
                  </a:lnTo>
                  <a:lnTo>
                    <a:pt x="540963" y="49275"/>
                  </a:lnTo>
                  <a:lnTo>
                    <a:pt x="499443" y="28360"/>
                  </a:lnTo>
                  <a:lnTo>
                    <a:pt x="455097" y="12890"/>
                  </a:lnTo>
                  <a:lnTo>
                    <a:pt x="408359" y="3294"/>
                  </a:lnTo>
                  <a:lnTo>
                    <a:pt x="359663" y="0"/>
                  </a:lnTo>
                  <a:lnTo>
                    <a:pt x="310968" y="3294"/>
                  </a:lnTo>
                  <a:lnTo>
                    <a:pt x="264230" y="12890"/>
                  </a:lnTo>
                  <a:lnTo>
                    <a:pt x="219884" y="28360"/>
                  </a:lnTo>
                  <a:lnTo>
                    <a:pt x="178364" y="49275"/>
                  </a:lnTo>
                  <a:lnTo>
                    <a:pt x="140103" y="75207"/>
                  </a:lnTo>
                  <a:lnTo>
                    <a:pt x="105536" y="105727"/>
                  </a:lnTo>
                  <a:lnTo>
                    <a:pt x="75097" y="140406"/>
                  </a:lnTo>
                  <a:lnTo>
                    <a:pt x="49219" y="178815"/>
                  </a:lnTo>
                  <a:lnTo>
                    <a:pt x="28336" y="220527"/>
                  </a:lnTo>
                  <a:lnTo>
                    <a:pt x="12883" y="265112"/>
                  </a:lnTo>
                  <a:lnTo>
                    <a:pt x="3293" y="312142"/>
                  </a:lnTo>
                  <a:lnTo>
                    <a:pt x="0" y="361187"/>
                  </a:lnTo>
                  <a:lnTo>
                    <a:pt x="3293" y="409883"/>
                  </a:lnTo>
                  <a:lnTo>
                    <a:pt x="12883" y="456621"/>
                  </a:lnTo>
                  <a:lnTo>
                    <a:pt x="28336" y="500967"/>
                  </a:lnTo>
                  <a:lnTo>
                    <a:pt x="49219" y="542487"/>
                  </a:lnTo>
                  <a:lnTo>
                    <a:pt x="75097" y="580748"/>
                  </a:lnTo>
                  <a:lnTo>
                    <a:pt x="105536" y="615314"/>
                  </a:lnTo>
                  <a:lnTo>
                    <a:pt x="140103" y="645754"/>
                  </a:lnTo>
                  <a:lnTo>
                    <a:pt x="178364" y="671632"/>
                  </a:lnTo>
                  <a:lnTo>
                    <a:pt x="219884" y="692515"/>
                  </a:lnTo>
                  <a:lnTo>
                    <a:pt x="264230" y="707968"/>
                  </a:lnTo>
                  <a:lnTo>
                    <a:pt x="310968" y="717558"/>
                  </a:lnTo>
                  <a:lnTo>
                    <a:pt x="359663" y="720851"/>
                  </a:lnTo>
                  <a:lnTo>
                    <a:pt x="408359" y="717558"/>
                  </a:lnTo>
                  <a:lnTo>
                    <a:pt x="455097" y="707968"/>
                  </a:lnTo>
                  <a:lnTo>
                    <a:pt x="499443" y="692515"/>
                  </a:lnTo>
                  <a:lnTo>
                    <a:pt x="540963" y="671632"/>
                  </a:lnTo>
                  <a:lnTo>
                    <a:pt x="579224" y="645754"/>
                  </a:lnTo>
                  <a:lnTo>
                    <a:pt x="613790" y="615314"/>
                  </a:lnTo>
                  <a:lnTo>
                    <a:pt x="644230" y="580748"/>
                  </a:lnTo>
                  <a:lnTo>
                    <a:pt x="670108" y="542487"/>
                  </a:lnTo>
                  <a:lnTo>
                    <a:pt x="690991" y="500967"/>
                  </a:lnTo>
                  <a:lnTo>
                    <a:pt x="706444" y="456621"/>
                  </a:lnTo>
                  <a:lnTo>
                    <a:pt x="716034" y="409883"/>
                  </a:lnTo>
                  <a:lnTo>
                    <a:pt x="719327" y="361187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23382" y="2540508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84048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20852" y="291084"/>
                  </a:lnTo>
                  <a:lnTo>
                    <a:pt x="717804" y="274320"/>
                  </a:lnTo>
                  <a:lnTo>
                    <a:pt x="711708" y="256032"/>
                  </a:lnTo>
                  <a:lnTo>
                    <a:pt x="707136" y="239268"/>
                  </a:lnTo>
                  <a:lnTo>
                    <a:pt x="699516" y="222504"/>
                  </a:lnTo>
                  <a:lnTo>
                    <a:pt x="691896" y="207264"/>
                  </a:lnTo>
                  <a:lnTo>
                    <a:pt x="684276" y="190500"/>
                  </a:lnTo>
                  <a:lnTo>
                    <a:pt x="675132" y="175260"/>
                  </a:lnTo>
                  <a:lnTo>
                    <a:pt x="665988" y="161544"/>
                  </a:lnTo>
                  <a:lnTo>
                    <a:pt x="656844" y="146304"/>
                  </a:lnTo>
                  <a:lnTo>
                    <a:pt x="644652" y="132588"/>
                  </a:lnTo>
                  <a:lnTo>
                    <a:pt x="633984" y="118872"/>
                  </a:lnTo>
                  <a:lnTo>
                    <a:pt x="609600" y="94488"/>
                  </a:lnTo>
                  <a:lnTo>
                    <a:pt x="568452" y="62484"/>
                  </a:lnTo>
                  <a:lnTo>
                    <a:pt x="522732" y="36576"/>
                  </a:lnTo>
                  <a:lnTo>
                    <a:pt x="455676" y="10668"/>
                  </a:lnTo>
                  <a:lnTo>
                    <a:pt x="400812" y="1524"/>
                  </a:lnTo>
                  <a:lnTo>
                    <a:pt x="382524" y="0"/>
                  </a:lnTo>
                  <a:lnTo>
                    <a:pt x="345948" y="0"/>
                  </a:lnTo>
                  <a:lnTo>
                    <a:pt x="291084" y="7620"/>
                  </a:lnTo>
                  <a:lnTo>
                    <a:pt x="222504" y="28956"/>
                  </a:lnTo>
                  <a:lnTo>
                    <a:pt x="160020" y="62484"/>
                  </a:lnTo>
                  <a:lnTo>
                    <a:pt x="118872" y="94488"/>
                  </a:lnTo>
                  <a:lnTo>
                    <a:pt x="83820" y="132588"/>
                  </a:lnTo>
                  <a:lnTo>
                    <a:pt x="71628" y="146304"/>
                  </a:lnTo>
                  <a:lnTo>
                    <a:pt x="62484" y="161544"/>
                  </a:lnTo>
                  <a:lnTo>
                    <a:pt x="53340" y="175260"/>
                  </a:lnTo>
                  <a:lnTo>
                    <a:pt x="44196" y="190500"/>
                  </a:lnTo>
                  <a:lnTo>
                    <a:pt x="35052" y="207264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4320"/>
                  </a:lnTo>
                  <a:lnTo>
                    <a:pt x="7620" y="291084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7620" y="438912"/>
                  </a:lnTo>
                  <a:lnTo>
                    <a:pt x="9144" y="445008"/>
                  </a:lnTo>
                  <a:lnTo>
                    <a:pt x="9144" y="365760"/>
                  </a:lnTo>
                  <a:lnTo>
                    <a:pt x="10668" y="345948"/>
                  </a:lnTo>
                  <a:lnTo>
                    <a:pt x="10668" y="329184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38100" y="227076"/>
                  </a:lnTo>
                  <a:lnTo>
                    <a:pt x="44196" y="210312"/>
                  </a:lnTo>
                  <a:lnTo>
                    <a:pt x="51816" y="195072"/>
                  </a:lnTo>
                  <a:lnTo>
                    <a:pt x="60960" y="181356"/>
                  </a:lnTo>
                  <a:lnTo>
                    <a:pt x="70104" y="166116"/>
                  </a:lnTo>
                  <a:lnTo>
                    <a:pt x="80772" y="152400"/>
                  </a:lnTo>
                  <a:lnTo>
                    <a:pt x="89916" y="138684"/>
                  </a:lnTo>
                  <a:lnTo>
                    <a:pt x="102108" y="126492"/>
                  </a:lnTo>
                  <a:lnTo>
                    <a:pt x="112776" y="112776"/>
                  </a:lnTo>
                  <a:lnTo>
                    <a:pt x="126492" y="102108"/>
                  </a:lnTo>
                  <a:lnTo>
                    <a:pt x="138684" y="89916"/>
                  </a:lnTo>
                  <a:lnTo>
                    <a:pt x="152400" y="80772"/>
                  </a:lnTo>
                  <a:lnTo>
                    <a:pt x="166116" y="70104"/>
                  </a:lnTo>
                  <a:lnTo>
                    <a:pt x="179832" y="60960"/>
                  </a:lnTo>
                  <a:lnTo>
                    <a:pt x="195072" y="51816"/>
                  </a:lnTo>
                  <a:lnTo>
                    <a:pt x="210312" y="44196"/>
                  </a:lnTo>
                  <a:lnTo>
                    <a:pt x="227076" y="38100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10896" y="13716"/>
                  </a:lnTo>
                  <a:lnTo>
                    <a:pt x="327660" y="10668"/>
                  </a:lnTo>
                  <a:lnTo>
                    <a:pt x="345948" y="10668"/>
                  </a:lnTo>
                  <a:lnTo>
                    <a:pt x="364236" y="9144"/>
                  </a:lnTo>
                  <a:lnTo>
                    <a:pt x="382524" y="10668"/>
                  </a:lnTo>
                  <a:lnTo>
                    <a:pt x="400812" y="10668"/>
                  </a:lnTo>
                  <a:lnTo>
                    <a:pt x="419100" y="13716"/>
                  </a:lnTo>
                  <a:lnTo>
                    <a:pt x="435864" y="16764"/>
                  </a:lnTo>
                  <a:lnTo>
                    <a:pt x="486156" y="30480"/>
                  </a:lnTo>
                  <a:lnTo>
                    <a:pt x="502920" y="38100"/>
                  </a:lnTo>
                  <a:lnTo>
                    <a:pt x="518160" y="44196"/>
                  </a:lnTo>
                  <a:lnTo>
                    <a:pt x="562356" y="70104"/>
                  </a:lnTo>
                  <a:lnTo>
                    <a:pt x="603504" y="102108"/>
                  </a:lnTo>
                  <a:lnTo>
                    <a:pt x="626364" y="126492"/>
                  </a:lnTo>
                  <a:lnTo>
                    <a:pt x="638556" y="138684"/>
                  </a:lnTo>
                  <a:lnTo>
                    <a:pt x="649224" y="152400"/>
                  </a:lnTo>
                  <a:lnTo>
                    <a:pt x="658368" y="166116"/>
                  </a:lnTo>
                  <a:lnTo>
                    <a:pt x="667512" y="181356"/>
                  </a:lnTo>
                  <a:lnTo>
                    <a:pt x="676656" y="195072"/>
                  </a:lnTo>
                  <a:lnTo>
                    <a:pt x="684276" y="210312"/>
                  </a:lnTo>
                  <a:lnTo>
                    <a:pt x="691896" y="227076"/>
                  </a:lnTo>
                  <a:lnTo>
                    <a:pt x="697992" y="242316"/>
                  </a:lnTo>
                  <a:lnTo>
                    <a:pt x="702564" y="259080"/>
                  </a:lnTo>
                  <a:lnTo>
                    <a:pt x="708660" y="275844"/>
                  </a:lnTo>
                  <a:lnTo>
                    <a:pt x="711708" y="294132"/>
                  </a:lnTo>
                  <a:lnTo>
                    <a:pt x="714756" y="310896"/>
                  </a:lnTo>
                  <a:lnTo>
                    <a:pt x="717804" y="329184"/>
                  </a:lnTo>
                  <a:lnTo>
                    <a:pt x="719328" y="347472"/>
                  </a:lnTo>
                  <a:lnTo>
                    <a:pt x="719328" y="447294"/>
                  </a:lnTo>
                  <a:lnTo>
                    <a:pt x="720852" y="438912"/>
                  </a:lnTo>
                  <a:lnTo>
                    <a:pt x="726948" y="402336"/>
                  </a:lnTo>
                  <a:lnTo>
                    <a:pt x="728472" y="384048"/>
                  </a:lnTo>
                  <a:close/>
                </a:path>
                <a:path w="728979" h="730250">
                  <a:moveTo>
                    <a:pt x="719328" y="447294"/>
                  </a:moveTo>
                  <a:lnTo>
                    <a:pt x="719328" y="384048"/>
                  </a:lnTo>
                  <a:lnTo>
                    <a:pt x="717804" y="402336"/>
                  </a:lnTo>
                  <a:lnTo>
                    <a:pt x="714756" y="419100"/>
                  </a:lnTo>
                  <a:lnTo>
                    <a:pt x="697992" y="487680"/>
                  </a:lnTo>
                  <a:lnTo>
                    <a:pt x="676656" y="534924"/>
                  </a:lnTo>
                  <a:lnTo>
                    <a:pt x="649224" y="577596"/>
                  </a:lnTo>
                  <a:lnTo>
                    <a:pt x="626364" y="603504"/>
                  </a:lnTo>
                  <a:lnTo>
                    <a:pt x="615696" y="617220"/>
                  </a:lnTo>
                  <a:lnTo>
                    <a:pt x="601980" y="627888"/>
                  </a:lnTo>
                  <a:lnTo>
                    <a:pt x="589788" y="640080"/>
                  </a:lnTo>
                  <a:lnTo>
                    <a:pt x="576072" y="650748"/>
                  </a:lnTo>
                  <a:lnTo>
                    <a:pt x="533400" y="678180"/>
                  </a:lnTo>
                  <a:lnTo>
                    <a:pt x="486156" y="699516"/>
                  </a:lnTo>
                  <a:lnTo>
                    <a:pt x="469392" y="704088"/>
                  </a:lnTo>
                  <a:lnTo>
                    <a:pt x="452628" y="710184"/>
                  </a:lnTo>
                  <a:lnTo>
                    <a:pt x="435864" y="713232"/>
                  </a:lnTo>
                  <a:lnTo>
                    <a:pt x="417576" y="716280"/>
                  </a:lnTo>
                  <a:lnTo>
                    <a:pt x="400812" y="719328"/>
                  </a:lnTo>
                  <a:lnTo>
                    <a:pt x="382524" y="720852"/>
                  </a:lnTo>
                  <a:lnTo>
                    <a:pt x="345948" y="720852"/>
                  </a:lnTo>
                  <a:lnTo>
                    <a:pt x="327660" y="719328"/>
                  </a:lnTo>
                  <a:lnTo>
                    <a:pt x="309372" y="716280"/>
                  </a:lnTo>
                  <a:lnTo>
                    <a:pt x="275844" y="710184"/>
                  </a:lnTo>
                  <a:lnTo>
                    <a:pt x="259080" y="704088"/>
                  </a:lnTo>
                  <a:lnTo>
                    <a:pt x="242316" y="699516"/>
                  </a:lnTo>
                  <a:lnTo>
                    <a:pt x="195072" y="678180"/>
                  </a:lnTo>
                  <a:lnTo>
                    <a:pt x="152400" y="649224"/>
                  </a:lnTo>
                  <a:lnTo>
                    <a:pt x="138684" y="640080"/>
                  </a:lnTo>
                  <a:lnTo>
                    <a:pt x="124968" y="627888"/>
                  </a:lnTo>
                  <a:lnTo>
                    <a:pt x="112776" y="617220"/>
                  </a:lnTo>
                  <a:lnTo>
                    <a:pt x="102108" y="603504"/>
                  </a:lnTo>
                  <a:lnTo>
                    <a:pt x="89916" y="591312"/>
                  </a:lnTo>
                  <a:lnTo>
                    <a:pt x="79248" y="577596"/>
                  </a:lnTo>
                  <a:lnTo>
                    <a:pt x="70104" y="563880"/>
                  </a:lnTo>
                  <a:lnTo>
                    <a:pt x="60960" y="548640"/>
                  </a:lnTo>
                  <a:lnTo>
                    <a:pt x="51816" y="534924"/>
                  </a:lnTo>
                  <a:lnTo>
                    <a:pt x="44196" y="519684"/>
                  </a:lnTo>
                  <a:lnTo>
                    <a:pt x="38100" y="502920"/>
                  </a:lnTo>
                  <a:lnTo>
                    <a:pt x="30480" y="487680"/>
                  </a:lnTo>
                  <a:lnTo>
                    <a:pt x="16764" y="437388"/>
                  </a:lnTo>
                  <a:lnTo>
                    <a:pt x="10668" y="400812"/>
                  </a:lnTo>
                  <a:lnTo>
                    <a:pt x="10668" y="382524"/>
                  </a:lnTo>
                  <a:lnTo>
                    <a:pt x="9144" y="365760"/>
                  </a:lnTo>
                  <a:lnTo>
                    <a:pt x="9144" y="445008"/>
                  </a:lnTo>
                  <a:lnTo>
                    <a:pt x="12192" y="457200"/>
                  </a:lnTo>
                  <a:lnTo>
                    <a:pt x="28956" y="507492"/>
                  </a:lnTo>
                  <a:lnTo>
                    <a:pt x="62484" y="569976"/>
                  </a:lnTo>
                  <a:lnTo>
                    <a:pt x="94488" y="611124"/>
                  </a:lnTo>
                  <a:lnTo>
                    <a:pt x="132588" y="646176"/>
                  </a:lnTo>
                  <a:lnTo>
                    <a:pt x="146304" y="658368"/>
                  </a:lnTo>
                  <a:lnTo>
                    <a:pt x="160020" y="667512"/>
                  </a:lnTo>
                  <a:lnTo>
                    <a:pt x="205740" y="694944"/>
                  </a:lnTo>
                  <a:lnTo>
                    <a:pt x="222504" y="701040"/>
                  </a:lnTo>
                  <a:lnTo>
                    <a:pt x="239268" y="708660"/>
                  </a:lnTo>
                  <a:lnTo>
                    <a:pt x="256032" y="713232"/>
                  </a:lnTo>
                  <a:lnTo>
                    <a:pt x="272796" y="719328"/>
                  </a:lnTo>
                  <a:lnTo>
                    <a:pt x="327660" y="728472"/>
                  </a:lnTo>
                  <a:lnTo>
                    <a:pt x="345948" y="729996"/>
                  </a:lnTo>
                  <a:lnTo>
                    <a:pt x="382524" y="729996"/>
                  </a:lnTo>
                  <a:lnTo>
                    <a:pt x="400812" y="728589"/>
                  </a:lnTo>
                  <a:lnTo>
                    <a:pt x="402336" y="728472"/>
                  </a:lnTo>
                  <a:lnTo>
                    <a:pt x="420624" y="725424"/>
                  </a:lnTo>
                  <a:lnTo>
                    <a:pt x="437388" y="722376"/>
                  </a:lnTo>
                  <a:lnTo>
                    <a:pt x="455676" y="719328"/>
                  </a:lnTo>
                  <a:lnTo>
                    <a:pt x="472440" y="713232"/>
                  </a:lnTo>
                  <a:lnTo>
                    <a:pt x="489204" y="708660"/>
                  </a:lnTo>
                  <a:lnTo>
                    <a:pt x="522732" y="693420"/>
                  </a:lnTo>
                  <a:lnTo>
                    <a:pt x="568452" y="667512"/>
                  </a:lnTo>
                  <a:lnTo>
                    <a:pt x="609600" y="635508"/>
                  </a:lnTo>
                  <a:lnTo>
                    <a:pt x="646176" y="597408"/>
                  </a:lnTo>
                  <a:lnTo>
                    <a:pt x="665988" y="568452"/>
                  </a:lnTo>
                  <a:lnTo>
                    <a:pt x="676656" y="554736"/>
                  </a:lnTo>
                  <a:lnTo>
                    <a:pt x="684276" y="539496"/>
                  </a:lnTo>
                  <a:lnTo>
                    <a:pt x="693420" y="522732"/>
                  </a:lnTo>
                  <a:lnTo>
                    <a:pt x="699516" y="507492"/>
                  </a:lnTo>
                  <a:lnTo>
                    <a:pt x="707136" y="490728"/>
                  </a:lnTo>
                  <a:lnTo>
                    <a:pt x="711708" y="473964"/>
                  </a:lnTo>
                  <a:lnTo>
                    <a:pt x="717804" y="455676"/>
                  </a:lnTo>
                  <a:lnTo>
                    <a:pt x="719328" y="44729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472814" y="2725926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97714" y="1208532"/>
            <a:ext cx="2318385" cy="2062480"/>
            <a:chOff x="2497714" y="1208532"/>
            <a:chExt cx="2318385" cy="2062480"/>
          </a:xfrm>
        </p:grpSpPr>
        <p:sp>
          <p:nvSpPr>
            <p:cNvPr id="13" name="object 13"/>
            <p:cNvSpPr/>
            <p:nvPr/>
          </p:nvSpPr>
          <p:spPr>
            <a:xfrm>
              <a:off x="3758062" y="2069592"/>
              <a:ext cx="1057910" cy="341630"/>
            </a:xfrm>
            <a:custGeom>
              <a:avLst/>
              <a:gdLst/>
              <a:ahLst/>
              <a:cxnLst/>
              <a:rect l="l" t="t" r="r" b="b"/>
              <a:pathLst>
                <a:path w="1057910" h="341630">
                  <a:moveTo>
                    <a:pt x="787908" y="85344"/>
                  </a:moveTo>
                  <a:lnTo>
                    <a:pt x="0" y="85344"/>
                  </a:lnTo>
                  <a:lnTo>
                    <a:pt x="0" y="256032"/>
                  </a:lnTo>
                  <a:lnTo>
                    <a:pt x="4572" y="256032"/>
                  </a:lnTo>
                  <a:lnTo>
                    <a:pt x="4572" y="94488"/>
                  </a:lnTo>
                  <a:lnTo>
                    <a:pt x="9144" y="89916"/>
                  </a:lnTo>
                  <a:lnTo>
                    <a:pt x="9144" y="94488"/>
                  </a:lnTo>
                  <a:lnTo>
                    <a:pt x="783336" y="94488"/>
                  </a:lnTo>
                  <a:lnTo>
                    <a:pt x="783336" y="89916"/>
                  </a:lnTo>
                  <a:lnTo>
                    <a:pt x="787908" y="85344"/>
                  </a:lnTo>
                  <a:close/>
                </a:path>
                <a:path w="1057910" h="341630">
                  <a:moveTo>
                    <a:pt x="9144" y="94488"/>
                  </a:moveTo>
                  <a:lnTo>
                    <a:pt x="9144" y="89916"/>
                  </a:lnTo>
                  <a:lnTo>
                    <a:pt x="4572" y="94488"/>
                  </a:lnTo>
                  <a:lnTo>
                    <a:pt x="9144" y="94488"/>
                  </a:lnTo>
                  <a:close/>
                </a:path>
                <a:path w="1057910" h="341630">
                  <a:moveTo>
                    <a:pt x="9144" y="246888"/>
                  </a:moveTo>
                  <a:lnTo>
                    <a:pt x="9144" y="94488"/>
                  </a:lnTo>
                  <a:lnTo>
                    <a:pt x="4572" y="94488"/>
                  </a:lnTo>
                  <a:lnTo>
                    <a:pt x="4572" y="246888"/>
                  </a:lnTo>
                  <a:lnTo>
                    <a:pt x="9144" y="246888"/>
                  </a:lnTo>
                  <a:close/>
                </a:path>
                <a:path w="1057910" h="341630">
                  <a:moveTo>
                    <a:pt x="792480" y="324443"/>
                  </a:moveTo>
                  <a:lnTo>
                    <a:pt x="792480" y="246888"/>
                  </a:lnTo>
                  <a:lnTo>
                    <a:pt x="4572" y="246888"/>
                  </a:lnTo>
                  <a:lnTo>
                    <a:pt x="9144" y="251460"/>
                  </a:lnTo>
                  <a:lnTo>
                    <a:pt x="9144" y="256032"/>
                  </a:lnTo>
                  <a:lnTo>
                    <a:pt x="783336" y="256032"/>
                  </a:lnTo>
                  <a:lnTo>
                    <a:pt x="783336" y="251460"/>
                  </a:lnTo>
                  <a:lnTo>
                    <a:pt x="787908" y="256032"/>
                  </a:lnTo>
                  <a:lnTo>
                    <a:pt x="787908" y="327287"/>
                  </a:lnTo>
                  <a:lnTo>
                    <a:pt x="792480" y="324443"/>
                  </a:lnTo>
                  <a:close/>
                </a:path>
                <a:path w="1057910" h="341630">
                  <a:moveTo>
                    <a:pt x="9144" y="256032"/>
                  </a:moveTo>
                  <a:lnTo>
                    <a:pt x="9144" y="251460"/>
                  </a:lnTo>
                  <a:lnTo>
                    <a:pt x="4572" y="246888"/>
                  </a:lnTo>
                  <a:lnTo>
                    <a:pt x="4572" y="256032"/>
                  </a:lnTo>
                  <a:lnTo>
                    <a:pt x="9144" y="256032"/>
                  </a:lnTo>
                  <a:close/>
                </a:path>
                <a:path w="1057910" h="341630">
                  <a:moveTo>
                    <a:pt x="1057656" y="170688"/>
                  </a:moveTo>
                  <a:lnTo>
                    <a:pt x="783336" y="0"/>
                  </a:lnTo>
                  <a:lnTo>
                    <a:pt x="783336" y="85344"/>
                  </a:lnTo>
                  <a:lnTo>
                    <a:pt x="784860" y="85344"/>
                  </a:lnTo>
                  <a:lnTo>
                    <a:pt x="784860" y="12192"/>
                  </a:lnTo>
                  <a:lnTo>
                    <a:pt x="792480" y="9144"/>
                  </a:lnTo>
                  <a:lnTo>
                    <a:pt x="792480" y="16932"/>
                  </a:lnTo>
                  <a:lnTo>
                    <a:pt x="1039638" y="170688"/>
                  </a:lnTo>
                  <a:lnTo>
                    <a:pt x="1046988" y="166116"/>
                  </a:lnTo>
                  <a:lnTo>
                    <a:pt x="1046988" y="177325"/>
                  </a:lnTo>
                  <a:lnTo>
                    <a:pt x="1057656" y="170688"/>
                  </a:lnTo>
                  <a:close/>
                </a:path>
                <a:path w="1057910" h="341630">
                  <a:moveTo>
                    <a:pt x="787908" y="94488"/>
                  </a:moveTo>
                  <a:lnTo>
                    <a:pt x="787908" y="85344"/>
                  </a:lnTo>
                  <a:lnTo>
                    <a:pt x="783336" y="89916"/>
                  </a:lnTo>
                  <a:lnTo>
                    <a:pt x="783336" y="94488"/>
                  </a:lnTo>
                  <a:lnTo>
                    <a:pt x="787908" y="94488"/>
                  </a:lnTo>
                  <a:close/>
                </a:path>
                <a:path w="1057910" h="341630">
                  <a:moveTo>
                    <a:pt x="787908" y="256032"/>
                  </a:moveTo>
                  <a:lnTo>
                    <a:pt x="783336" y="251460"/>
                  </a:lnTo>
                  <a:lnTo>
                    <a:pt x="783336" y="256032"/>
                  </a:lnTo>
                  <a:lnTo>
                    <a:pt x="787908" y="256032"/>
                  </a:lnTo>
                  <a:close/>
                </a:path>
                <a:path w="1057910" h="341630">
                  <a:moveTo>
                    <a:pt x="787908" y="327287"/>
                  </a:moveTo>
                  <a:lnTo>
                    <a:pt x="787908" y="256032"/>
                  </a:lnTo>
                  <a:lnTo>
                    <a:pt x="783336" y="256032"/>
                  </a:lnTo>
                  <a:lnTo>
                    <a:pt x="783336" y="341376"/>
                  </a:lnTo>
                  <a:lnTo>
                    <a:pt x="784860" y="340427"/>
                  </a:lnTo>
                  <a:lnTo>
                    <a:pt x="784860" y="329184"/>
                  </a:lnTo>
                  <a:lnTo>
                    <a:pt x="787908" y="327287"/>
                  </a:lnTo>
                  <a:close/>
                </a:path>
                <a:path w="1057910" h="341630">
                  <a:moveTo>
                    <a:pt x="792480" y="16932"/>
                  </a:moveTo>
                  <a:lnTo>
                    <a:pt x="792480" y="9144"/>
                  </a:lnTo>
                  <a:lnTo>
                    <a:pt x="784860" y="12192"/>
                  </a:lnTo>
                  <a:lnTo>
                    <a:pt x="792480" y="16932"/>
                  </a:lnTo>
                  <a:close/>
                </a:path>
                <a:path w="1057910" h="341630">
                  <a:moveTo>
                    <a:pt x="792480" y="94488"/>
                  </a:moveTo>
                  <a:lnTo>
                    <a:pt x="792480" y="16932"/>
                  </a:lnTo>
                  <a:lnTo>
                    <a:pt x="784860" y="12192"/>
                  </a:lnTo>
                  <a:lnTo>
                    <a:pt x="784860" y="85344"/>
                  </a:lnTo>
                  <a:lnTo>
                    <a:pt x="787908" y="85344"/>
                  </a:lnTo>
                  <a:lnTo>
                    <a:pt x="787908" y="94488"/>
                  </a:lnTo>
                  <a:lnTo>
                    <a:pt x="792480" y="94488"/>
                  </a:lnTo>
                  <a:close/>
                </a:path>
                <a:path w="1057910" h="341630">
                  <a:moveTo>
                    <a:pt x="1046988" y="177325"/>
                  </a:moveTo>
                  <a:lnTo>
                    <a:pt x="1046988" y="175260"/>
                  </a:lnTo>
                  <a:lnTo>
                    <a:pt x="1039638" y="170688"/>
                  </a:lnTo>
                  <a:lnTo>
                    <a:pt x="784860" y="329184"/>
                  </a:lnTo>
                  <a:lnTo>
                    <a:pt x="792480" y="332232"/>
                  </a:lnTo>
                  <a:lnTo>
                    <a:pt x="792480" y="335686"/>
                  </a:lnTo>
                  <a:lnTo>
                    <a:pt x="1046988" y="177325"/>
                  </a:lnTo>
                  <a:close/>
                </a:path>
                <a:path w="1057910" h="341630">
                  <a:moveTo>
                    <a:pt x="792480" y="335686"/>
                  </a:moveTo>
                  <a:lnTo>
                    <a:pt x="792480" y="332232"/>
                  </a:lnTo>
                  <a:lnTo>
                    <a:pt x="784860" y="329184"/>
                  </a:lnTo>
                  <a:lnTo>
                    <a:pt x="784860" y="340427"/>
                  </a:lnTo>
                  <a:lnTo>
                    <a:pt x="792480" y="335686"/>
                  </a:lnTo>
                  <a:close/>
                </a:path>
                <a:path w="1057910" h="341630">
                  <a:moveTo>
                    <a:pt x="1046988" y="175260"/>
                  </a:moveTo>
                  <a:lnTo>
                    <a:pt x="1046988" y="166116"/>
                  </a:lnTo>
                  <a:lnTo>
                    <a:pt x="1039638" y="170688"/>
                  </a:lnTo>
                  <a:lnTo>
                    <a:pt x="1046988" y="17526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2286" y="1213103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60">
                  <a:moveTo>
                    <a:pt x="719327" y="361187"/>
                  </a:moveTo>
                  <a:lnTo>
                    <a:pt x="716034" y="312142"/>
                  </a:lnTo>
                  <a:lnTo>
                    <a:pt x="706444" y="265112"/>
                  </a:lnTo>
                  <a:lnTo>
                    <a:pt x="690991" y="220527"/>
                  </a:lnTo>
                  <a:lnTo>
                    <a:pt x="670108" y="178815"/>
                  </a:lnTo>
                  <a:lnTo>
                    <a:pt x="644230" y="140406"/>
                  </a:lnTo>
                  <a:lnTo>
                    <a:pt x="613790" y="105727"/>
                  </a:lnTo>
                  <a:lnTo>
                    <a:pt x="579224" y="75207"/>
                  </a:lnTo>
                  <a:lnTo>
                    <a:pt x="540963" y="49275"/>
                  </a:lnTo>
                  <a:lnTo>
                    <a:pt x="499443" y="28360"/>
                  </a:lnTo>
                  <a:lnTo>
                    <a:pt x="455097" y="12890"/>
                  </a:lnTo>
                  <a:lnTo>
                    <a:pt x="408359" y="3294"/>
                  </a:lnTo>
                  <a:lnTo>
                    <a:pt x="359663" y="0"/>
                  </a:lnTo>
                  <a:lnTo>
                    <a:pt x="310648" y="3294"/>
                  </a:lnTo>
                  <a:lnTo>
                    <a:pt x="263701" y="12890"/>
                  </a:lnTo>
                  <a:lnTo>
                    <a:pt x="219241" y="28360"/>
                  </a:lnTo>
                  <a:lnTo>
                    <a:pt x="177687" y="49275"/>
                  </a:lnTo>
                  <a:lnTo>
                    <a:pt x="139455" y="75207"/>
                  </a:lnTo>
                  <a:lnTo>
                    <a:pt x="104965" y="105727"/>
                  </a:lnTo>
                  <a:lnTo>
                    <a:pt x="74634" y="140406"/>
                  </a:lnTo>
                  <a:lnTo>
                    <a:pt x="48880" y="178815"/>
                  </a:lnTo>
                  <a:lnTo>
                    <a:pt x="28122" y="220527"/>
                  </a:lnTo>
                  <a:lnTo>
                    <a:pt x="12777" y="265112"/>
                  </a:lnTo>
                  <a:lnTo>
                    <a:pt x="3264" y="312142"/>
                  </a:lnTo>
                  <a:lnTo>
                    <a:pt x="0" y="361187"/>
                  </a:lnTo>
                  <a:lnTo>
                    <a:pt x="3264" y="409883"/>
                  </a:lnTo>
                  <a:lnTo>
                    <a:pt x="12777" y="456621"/>
                  </a:lnTo>
                  <a:lnTo>
                    <a:pt x="28122" y="500967"/>
                  </a:lnTo>
                  <a:lnTo>
                    <a:pt x="48880" y="542487"/>
                  </a:lnTo>
                  <a:lnTo>
                    <a:pt x="74634" y="580748"/>
                  </a:lnTo>
                  <a:lnTo>
                    <a:pt x="104965" y="615314"/>
                  </a:lnTo>
                  <a:lnTo>
                    <a:pt x="139455" y="645754"/>
                  </a:lnTo>
                  <a:lnTo>
                    <a:pt x="177687" y="671632"/>
                  </a:lnTo>
                  <a:lnTo>
                    <a:pt x="219241" y="692515"/>
                  </a:lnTo>
                  <a:lnTo>
                    <a:pt x="263701" y="707968"/>
                  </a:lnTo>
                  <a:lnTo>
                    <a:pt x="310648" y="717558"/>
                  </a:lnTo>
                  <a:lnTo>
                    <a:pt x="359663" y="720851"/>
                  </a:lnTo>
                  <a:lnTo>
                    <a:pt x="408359" y="717558"/>
                  </a:lnTo>
                  <a:lnTo>
                    <a:pt x="455097" y="707968"/>
                  </a:lnTo>
                  <a:lnTo>
                    <a:pt x="499443" y="692515"/>
                  </a:lnTo>
                  <a:lnTo>
                    <a:pt x="540963" y="671632"/>
                  </a:lnTo>
                  <a:lnTo>
                    <a:pt x="579224" y="645754"/>
                  </a:lnTo>
                  <a:lnTo>
                    <a:pt x="613790" y="615314"/>
                  </a:lnTo>
                  <a:lnTo>
                    <a:pt x="644230" y="580748"/>
                  </a:lnTo>
                  <a:lnTo>
                    <a:pt x="670108" y="542487"/>
                  </a:lnTo>
                  <a:lnTo>
                    <a:pt x="690991" y="500967"/>
                  </a:lnTo>
                  <a:lnTo>
                    <a:pt x="706444" y="456621"/>
                  </a:lnTo>
                  <a:lnTo>
                    <a:pt x="716034" y="409883"/>
                  </a:lnTo>
                  <a:lnTo>
                    <a:pt x="719327" y="361187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97714" y="1208532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80" h="730250">
                  <a:moveTo>
                    <a:pt x="726948" y="402336"/>
                  </a:moveTo>
                  <a:lnTo>
                    <a:pt x="726948" y="327660"/>
                  </a:lnTo>
                  <a:lnTo>
                    <a:pt x="720852" y="291084"/>
                  </a:lnTo>
                  <a:lnTo>
                    <a:pt x="716280" y="274320"/>
                  </a:lnTo>
                  <a:lnTo>
                    <a:pt x="711708" y="256032"/>
                  </a:lnTo>
                  <a:lnTo>
                    <a:pt x="699516" y="222504"/>
                  </a:lnTo>
                  <a:lnTo>
                    <a:pt x="691896" y="207264"/>
                  </a:lnTo>
                  <a:lnTo>
                    <a:pt x="684276" y="190500"/>
                  </a:lnTo>
                  <a:lnTo>
                    <a:pt x="655320" y="146304"/>
                  </a:lnTo>
                  <a:lnTo>
                    <a:pt x="621792" y="106680"/>
                  </a:lnTo>
                  <a:lnTo>
                    <a:pt x="582168" y="73152"/>
                  </a:lnTo>
                  <a:lnTo>
                    <a:pt x="537972" y="44196"/>
                  </a:lnTo>
                  <a:lnTo>
                    <a:pt x="521208" y="36576"/>
                  </a:lnTo>
                  <a:lnTo>
                    <a:pt x="505968" y="28956"/>
                  </a:lnTo>
                  <a:lnTo>
                    <a:pt x="472440" y="16764"/>
                  </a:lnTo>
                  <a:lnTo>
                    <a:pt x="454152" y="12192"/>
                  </a:lnTo>
                  <a:lnTo>
                    <a:pt x="437388" y="7620"/>
                  </a:lnTo>
                  <a:lnTo>
                    <a:pt x="400812" y="1524"/>
                  </a:lnTo>
                  <a:lnTo>
                    <a:pt x="382524" y="0"/>
                  </a:lnTo>
                  <a:lnTo>
                    <a:pt x="344424" y="0"/>
                  </a:lnTo>
                  <a:lnTo>
                    <a:pt x="327660" y="1397"/>
                  </a:lnTo>
                  <a:lnTo>
                    <a:pt x="326136" y="1524"/>
                  </a:lnTo>
                  <a:lnTo>
                    <a:pt x="256032" y="16764"/>
                  </a:lnTo>
                  <a:lnTo>
                    <a:pt x="205740" y="36576"/>
                  </a:lnTo>
                  <a:lnTo>
                    <a:pt x="160020" y="62484"/>
                  </a:lnTo>
                  <a:lnTo>
                    <a:pt x="118872" y="94488"/>
                  </a:lnTo>
                  <a:lnTo>
                    <a:pt x="94488" y="120396"/>
                  </a:lnTo>
                  <a:lnTo>
                    <a:pt x="82296" y="132588"/>
                  </a:lnTo>
                  <a:lnTo>
                    <a:pt x="71628" y="146304"/>
                  </a:lnTo>
                  <a:lnTo>
                    <a:pt x="60960" y="161544"/>
                  </a:lnTo>
                  <a:lnTo>
                    <a:pt x="51816" y="175260"/>
                  </a:lnTo>
                  <a:lnTo>
                    <a:pt x="44196" y="190500"/>
                  </a:lnTo>
                  <a:lnTo>
                    <a:pt x="35052" y="207264"/>
                  </a:lnTo>
                  <a:lnTo>
                    <a:pt x="27432" y="222504"/>
                  </a:lnTo>
                  <a:lnTo>
                    <a:pt x="15240" y="256032"/>
                  </a:lnTo>
                  <a:lnTo>
                    <a:pt x="10668" y="274320"/>
                  </a:lnTo>
                  <a:lnTo>
                    <a:pt x="7620" y="291084"/>
                  </a:lnTo>
                  <a:lnTo>
                    <a:pt x="3048" y="309372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3048" y="420624"/>
                  </a:lnTo>
                  <a:lnTo>
                    <a:pt x="7620" y="438912"/>
                  </a:lnTo>
                  <a:lnTo>
                    <a:pt x="9144" y="448056"/>
                  </a:lnTo>
                  <a:lnTo>
                    <a:pt x="9144" y="347472"/>
                  </a:lnTo>
                  <a:lnTo>
                    <a:pt x="10668" y="329184"/>
                  </a:lnTo>
                  <a:lnTo>
                    <a:pt x="19812" y="275844"/>
                  </a:lnTo>
                  <a:lnTo>
                    <a:pt x="36576" y="227076"/>
                  </a:lnTo>
                  <a:lnTo>
                    <a:pt x="60960" y="181356"/>
                  </a:lnTo>
                  <a:lnTo>
                    <a:pt x="70104" y="166116"/>
                  </a:lnTo>
                  <a:lnTo>
                    <a:pt x="100584" y="126492"/>
                  </a:lnTo>
                  <a:lnTo>
                    <a:pt x="138684" y="89916"/>
                  </a:lnTo>
                  <a:lnTo>
                    <a:pt x="152400" y="80772"/>
                  </a:lnTo>
                  <a:lnTo>
                    <a:pt x="166116" y="70104"/>
                  </a:lnTo>
                  <a:lnTo>
                    <a:pt x="179832" y="60960"/>
                  </a:lnTo>
                  <a:lnTo>
                    <a:pt x="195072" y="51816"/>
                  </a:lnTo>
                  <a:lnTo>
                    <a:pt x="210312" y="44196"/>
                  </a:lnTo>
                  <a:lnTo>
                    <a:pt x="225552" y="38100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09372" y="13716"/>
                  </a:lnTo>
                  <a:lnTo>
                    <a:pt x="327660" y="10668"/>
                  </a:lnTo>
                  <a:lnTo>
                    <a:pt x="345948" y="10668"/>
                  </a:lnTo>
                  <a:lnTo>
                    <a:pt x="364236" y="9144"/>
                  </a:lnTo>
                  <a:lnTo>
                    <a:pt x="417576" y="13716"/>
                  </a:lnTo>
                  <a:lnTo>
                    <a:pt x="486156" y="30480"/>
                  </a:lnTo>
                  <a:lnTo>
                    <a:pt x="501396" y="38100"/>
                  </a:lnTo>
                  <a:lnTo>
                    <a:pt x="518160" y="44196"/>
                  </a:lnTo>
                  <a:lnTo>
                    <a:pt x="562356" y="70104"/>
                  </a:lnTo>
                  <a:lnTo>
                    <a:pt x="601980" y="102108"/>
                  </a:lnTo>
                  <a:lnTo>
                    <a:pt x="637032" y="138684"/>
                  </a:lnTo>
                  <a:lnTo>
                    <a:pt x="667512" y="181356"/>
                  </a:lnTo>
                  <a:lnTo>
                    <a:pt x="696468" y="242316"/>
                  </a:lnTo>
                  <a:lnTo>
                    <a:pt x="711708" y="294132"/>
                  </a:lnTo>
                  <a:lnTo>
                    <a:pt x="719328" y="365760"/>
                  </a:lnTo>
                  <a:lnTo>
                    <a:pt x="719328" y="444500"/>
                  </a:lnTo>
                  <a:lnTo>
                    <a:pt x="720852" y="438912"/>
                  </a:lnTo>
                  <a:lnTo>
                    <a:pt x="726948" y="402336"/>
                  </a:lnTo>
                  <a:close/>
                </a:path>
                <a:path w="728980" h="730250">
                  <a:moveTo>
                    <a:pt x="719328" y="444500"/>
                  </a:moveTo>
                  <a:lnTo>
                    <a:pt x="719328" y="365760"/>
                  </a:lnTo>
                  <a:lnTo>
                    <a:pt x="714756" y="419100"/>
                  </a:lnTo>
                  <a:lnTo>
                    <a:pt x="711708" y="437388"/>
                  </a:lnTo>
                  <a:lnTo>
                    <a:pt x="702564" y="470916"/>
                  </a:lnTo>
                  <a:lnTo>
                    <a:pt x="696468" y="487680"/>
                  </a:lnTo>
                  <a:lnTo>
                    <a:pt x="690372" y="502920"/>
                  </a:lnTo>
                  <a:lnTo>
                    <a:pt x="684276" y="519684"/>
                  </a:lnTo>
                  <a:lnTo>
                    <a:pt x="675132" y="534924"/>
                  </a:lnTo>
                  <a:lnTo>
                    <a:pt x="667512" y="550164"/>
                  </a:lnTo>
                  <a:lnTo>
                    <a:pt x="658368" y="563880"/>
                  </a:lnTo>
                  <a:lnTo>
                    <a:pt x="626364" y="605028"/>
                  </a:lnTo>
                  <a:lnTo>
                    <a:pt x="614172" y="617220"/>
                  </a:lnTo>
                  <a:lnTo>
                    <a:pt x="601980" y="627888"/>
                  </a:lnTo>
                  <a:lnTo>
                    <a:pt x="589788" y="640080"/>
                  </a:lnTo>
                  <a:lnTo>
                    <a:pt x="576072" y="650748"/>
                  </a:lnTo>
                  <a:lnTo>
                    <a:pt x="562356" y="659892"/>
                  </a:lnTo>
                  <a:lnTo>
                    <a:pt x="547116" y="669036"/>
                  </a:lnTo>
                  <a:lnTo>
                    <a:pt x="533400" y="678180"/>
                  </a:lnTo>
                  <a:lnTo>
                    <a:pt x="518160" y="685800"/>
                  </a:lnTo>
                  <a:lnTo>
                    <a:pt x="501396" y="693420"/>
                  </a:lnTo>
                  <a:lnTo>
                    <a:pt x="486156" y="699516"/>
                  </a:lnTo>
                  <a:lnTo>
                    <a:pt x="469392" y="704088"/>
                  </a:lnTo>
                  <a:lnTo>
                    <a:pt x="452628" y="710184"/>
                  </a:lnTo>
                  <a:lnTo>
                    <a:pt x="435864" y="713232"/>
                  </a:lnTo>
                  <a:lnTo>
                    <a:pt x="399288" y="719328"/>
                  </a:lnTo>
                  <a:lnTo>
                    <a:pt x="382524" y="720852"/>
                  </a:lnTo>
                  <a:lnTo>
                    <a:pt x="344424" y="720725"/>
                  </a:lnTo>
                  <a:lnTo>
                    <a:pt x="327660" y="719328"/>
                  </a:lnTo>
                  <a:lnTo>
                    <a:pt x="309372" y="716280"/>
                  </a:lnTo>
                  <a:lnTo>
                    <a:pt x="275844" y="710184"/>
                  </a:lnTo>
                  <a:lnTo>
                    <a:pt x="257556" y="704088"/>
                  </a:lnTo>
                  <a:lnTo>
                    <a:pt x="242316" y="699516"/>
                  </a:lnTo>
                  <a:lnTo>
                    <a:pt x="225552" y="693420"/>
                  </a:lnTo>
                  <a:lnTo>
                    <a:pt x="195072" y="678180"/>
                  </a:lnTo>
                  <a:lnTo>
                    <a:pt x="179832" y="669036"/>
                  </a:lnTo>
                  <a:lnTo>
                    <a:pt x="166116" y="659892"/>
                  </a:lnTo>
                  <a:lnTo>
                    <a:pt x="150876" y="650748"/>
                  </a:lnTo>
                  <a:lnTo>
                    <a:pt x="138684" y="640080"/>
                  </a:lnTo>
                  <a:lnTo>
                    <a:pt x="124968" y="627888"/>
                  </a:lnTo>
                  <a:lnTo>
                    <a:pt x="112776" y="617220"/>
                  </a:lnTo>
                  <a:lnTo>
                    <a:pt x="79248" y="577596"/>
                  </a:lnTo>
                  <a:lnTo>
                    <a:pt x="51816" y="534924"/>
                  </a:lnTo>
                  <a:lnTo>
                    <a:pt x="30480" y="487680"/>
                  </a:lnTo>
                  <a:lnTo>
                    <a:pt x="16764" y="437388"/>
                  </a:lnTo>
                  <a:lnTo>
                    <a:pt x="9144" y="384048"/>
                  </a:lnTo>
                  <a:lnTo>
                    <a:pt x="9144" y="448056"/>
                  </a:lnTo>
                  <a:lnTo>
                    <a:pt x="10668" y="457200"/>
                  </a:lnTo>
                  <a:lnTo>
                    <a:pt x="15240" y="473964"/>
                  </a:lnTo>
                  <a:lnTo>
                    <a:pt x="21336" y="490728"/>
                  </a:lnTo>
                  <a:lnTo>
                    <a:pt x="28956" y="507492"/>
                  </a:lnTo>
                  <a:lnTo>
                    <a:pt x="35052" y="524256"/>
                  </a:lnTo>
                  <a:lnTo>
                    <a:pt x="44196" y="539496"/>
                  </a:lnTo>
                  <a:lnTo>
                    <a:pt x="51816" y="554736"/>
                  </a:lnTo>
                  <a:lnTo>
                    <a:pt x="62484" y="569976"/>
                  </a:lnTo>
                  <a:lnTo>
                    <a:pt x="94488" y="611124"/>
                  </a:lnTo>
                  <a:lnTo>
                    <a:pt x="132588" y="647700"/>
                  </a:lnTo>
                  <a:lnTo>
                    <a:pt x="160020" y="667512"/>
                  </a:lnTo>
                  <a:lnTo>
                    <a:pt x="175260" y="678180"/>
                  </a:lnTo>
                  <a:lnTo>
                    <a:pt x="190500" y="685800"/>
                  </a:lnTo>
                  <a:lnTo>
                    <a:pt x="205740" y="694944"/>
                  </a:lnTo>
                  <a:lnTo>
                    <a:pt x="222504" y="701040"/>
                  </a:lnTo>
                  <a:lnTo>
                    <a:pt x="239268" y="708660"/>
                  </a:lnTo>
                  <a:lnTo>
                    <a:pt x="256032" y="713232"/>
                  </a:lnTo>
                  <a:lnTo>
                    <a:pt x="272796" y="719328"/>
                  </a:lnTo>
                  <a:lnTo>
                    <a:pt x="291084" y="722376"/>
                  </a:lnTo>
                  <a:lnTo>
                    <a:pt x="307848" y="725424"/>
                  </a:lnTo>
                  <a:lnTo>
                    <a:pt x="326136" y="728472"/>
                  </a:lnTo>
                  <a:lnTo>
                    <a:pt x="344424" y="729878"/>
                  </a:lnTo>
                  <a:lnTo>
                    <a:pt x="382524" y="729996"/>
                  </a:lnTo>
                  <a:lnTo>
                    <a:pt x="399288" y="728599"/>
                  </a:lnTo>
                  <a:lnTo>
                    <a:pt x="400812" y="728472"/>
                  </a:lnTo>
                  <a:lnTo>
                    <a:pt x="455676" y="719328"/>
                  </a:lnTo>
                  <a:lnTo>
                    <a:pt x="472440" y="713232"/>
                  </a:lnTo>
                  <a:lnTo>
                    <a:pt x="489204" y="708660"/>
                  </a:lnTo>
                  <a:lnTo>
                    <a:pt x="505968" y="701040"/>
                  </a:lnTo>
                  <a:lnTo>
                    <a:pt x="521208" y="694944"/>
                  </a:lnTo>
                  <a:lnTo>
                    <a:pt x="537972" y="685800"/>
                  </a:lnTo>
                  <a:lnTo>
                    <a:pt x="553212" y="676656"/>
                  </a:lnTo>
                  <a:lnTo>
                    <a:pt x="566928" y="667512"/>
                  </a:lnTo>
                  <a:lnTo>
                    <a:pt x="582168" y="658368"/>
                  </a:lnTo>
                  <a:lnTo>
                    <a:pt x="595884" y="646176"/>
                  </a:lnTo>
                  <a:lnTo>
                    <a:pt x="609600" y="635508"/>
                  </a:lnTo>
                  <a:lnTo>
                    <a:pt x="633984" y="611124"/>
                  </a:lnTo>
                  <a:lnTo>
                    <a:pt x="665988" y="569976"/>
                  </a:lnTo>
                  <a:lnTo>
                    <a:pt x="684276" y="539496"/>
                  </a:lnTo>
                  <a:lnTo>
                    <a:pt x="691896" y="522732"/>
                  </a:lnTo>
                  <a:lnTo>
                    <a:pt x="699516" y="507492"/>
                  </a:lnTo>
                  <a:lnTo>
                    <a:pt x="711708" y="473964"/>
                  </a:lnTo>
                  <a:lnTo>
                    <a:pt x="716280" y="455676"/>
                  </a:lnTo>
                  <a:lnTo>
                    <a:pt x="719328" y="444500"/>
                  </a:lnTo>
                  <a:close/>
                </a:path>
                <a:path w="728980" h="730250">
                  <a:moveTo>
                    <a:pt x="728472" y="365760"/>
                  </a:moveTo>
                  <a:lnTo>
                    <a:pt x="726948" y="345948"/>
                  </a:lnTo>
                  <a:lnTo>
                    <a:pt x="726948" y="384048"/>
                  </a:lnTo>
                  <a:lnTo>
                    <a:pt x="728472" y="36576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02286" y="2545079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60">
                  <a:moveTo>
                    <a:pt x="719327" y="361187"/>
                  </a:moveTo>
                  <a:lnTo>
                    <a:pt x="716034" y="312142"/>
                  </a:lnTo>
                  <a:lnTo>
                    <a:pt x="706444" y="265112"/>
                  </a:lnTo>
                  <a:lnTo>
                    <a:pt x="690991" y="220527"/>
                  </a:lnTo>
                  <a:lnTo>
                    <a:pt x="670108" y="178815"/>
                  </a:lnTo>
                  <a:lnTo>
                    <a:pt x="644230" y="140406"/>
                  </a:lnTo>
                  <a:lnTo>
                    <a:pt x="613790" y="105727"/>
                  </a:lnTo>
                  <a:lnTo>
                    <a:pt x="579224" y="75207"/>
                  </a:lnTo>
                  <a:lnTo>
                    <a:pt x="540963" y="49275"/>
                  </a:lnTo>
                  <a:lnTo>
                    <a:pt x="499443" y="28360"/>
                  </a:lnTo>
                  <a:lnTo>
                    <a:pt x="455097" y="12890"/>
                  </a:lnTo>
                  <a:lnTo>
                    <a:pt x="408359" y="3294"/>
                  </a:lnTo>
                  <a:lnTo>
                    <a:pt x="359663" y="0"/>
                  </a:lnTo>
                  <a:lnTo>
                    <a:pt x="310648" y="3294"/>
                  </a:lnTo>
                  <a:lnTo>
                    <a:pt x="263701" y="12890"/>
                  </a:lnTo>
                  <a:lnTo>
                    <a:pt x="219241" y="28360"/>
                  </a:lnTo>
                  <a:lnTo>
                    <a:pt x="177687" y="49275"/>
                  </a:lnTo>
                  <a:lnTo>
                    <a:pt x="139455" y="75207"/>
                  </a:lnTo>
                  <a:lnTo>
                    <a:pt x="104965" y="105727"/>
                  </a:lnTo>
                  <a:lnTo>
                    <a:pt x="74634" y="140406"/>
                  </a:lnTo>
                  <a:lnTo>
                    <a:pt x="48880" y="178815"/>
                  </a:lnTo>
                  <a:lnTo>
                    <a:pt x="28122" y="220527"/>
                  </a:lnTo>
                  <a:lnTo>
                    <a:pt x="12777" y="265112"/>
                  </a:lnTo>
                  <a:lnTo>
                    <a:pt x="3264" y="312142"/>
                  </a:lnTo>
                  <a:lnTo>
                    <a:pt x="0" y="361187"/>
                  </a:lnTo>
                  <a:lnTo>
                    <a:pt x="3264" y="409883"/>
                  </a:lnTo>
                  <a:lnTo>
                    <a:pt x="12777" y="456621"/>
                  </a:lnTo>
                  <a:lnTo>
                    <a:pt x="28122" y="500967"/>
                  </a:lnTo>
                  <a:lnTo>
                    <a:pt x="48880" y="542487"/>
                  </a:lnTo>
                  <a:lnTo>
                    <a:pt x="74634" y="580748"/>
                  </a:lnTo>
                  <a:lnTo>
                    <a:pt x="104965" y="615314"/>
                  </a:lnTo>
                  <a:lnTo>
                    <a:pt x="139455" y="645754"/>
                  </a:lnTo>
                  <a:lnTo>
                    <a:pt x="177687" y="671632"/>
                  </a:lnTo>
                  <a:lnTo>
                    <a:pt x="219241" y="692515"/>
                  </a:lnTo>
                  <a:lnTo>
                    <a:pt x="263701" y="707968"/>
                  </a:lnTo>
                  <a:lnTo>
                    <a:pt x="310648" y="717558"/>
                  </a:lnTo>
                  <a:lnTo>
                    <a:pt x="359663" y="720851"/>
                  </a:lnTo>
                  <a:lnTo>
                    <a:pt x="408359" y="717558"/>
                  </a:lnTo>
                  <a:lnTo>
                    <a:pt x="455097" y="707968"/>
                  </a:lnTo>
                  <a:lnTo>
                    <a:pt x="499443" y="692515"/>
                  </a:lnTo>
                  <a:lnTo>
                    <a:pt x="540963" y="671632"/>
                  </a:lnTo>
                  <a:lnTo>
                    <a:pt x="579224" y="645754"/>
                  </a:lnTo>
                  <a:lnTo>
                    <a:pt x="613790" y="615314"/>
                  </a:lnTo>
                  <a:lnTo>
                    <a:pt x="644230" y="580748"/>
                  </a:lnTo>
                  <a:lnTo>
                    <a:pt x="670108" y="542487"/>
                  </a:lnTo>
                  <a:lnTo>
                    <a:pt x="690991" y="500967"/>
                  </a:lnTo>
                  <a:lnTo>
                    <a:pt x="706444" y="456621"/>
                  </a:lnTo>
                  <a:lnTo>
                    <a:pt x="716034" y="409883"/>
                  </a:lnTo>
                  <a:lnTo>
                    <a:pt x="719327" y="361187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97714" y="2540508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80" h="730250">
                  <a:moveTo>
                    <a:pt x="726948" y="402336"/>
                  </a:moveTo>
                  <a:lnTo>
                    <a:pt x="726948" y="327660"/>
                  </a:lnTo>
                  <a:lnTo>
                    <a:pt x="720852" y="291084"/>
                  </a:lnTo>
                  <a:lnTo>
                    <a:pt x="716280" y="274320"/>
                  </a:lnTo>
                  <a:lnTo>
                    <a:pt x="711708" y="256032"/>
                  </a:lnTo>
                  <a:lnTo>
                    <a:pt x="699516" y="222504"/>
                  </a:lnTo>
                  <a:lnTo>
                    <a:pt x="691896" y="207264"/>
                  </a:lnTo>
                  <a:lnTo>
                    <a:pt x="684276" y="190500"/>
                  </a:lnTo>
                  <a:lnTo>
                    <a:pt x="655320" y="146304"/>
                  </a:lnTo>
                  <a:lnTo>
                    <a:pt x="621792" y="106680"/>
                  </a:lnTo>
                  <a:lnTo>
                    <a:pt x="582168" y="73152"/>
                  </a:lnTo>
                  <a:lnTo>
                    <a:pt x="537972" y="44196"/>
                  </a:lnTo>
                  <a:lnTo>
                    <a:pt x="521208" y="36576"/>
                  </a:lnTo>
                  <a:lnTo>
                    <a:pt x="505968" y="28956"/>
                  </a:lnTo>
                  <a:lnTo>
                    <a:pt x="454152" y="10668"/>
                  </a:lnTo>
                  <a:lnTo>
                    <a:pt x="400812" y="1524"/>
                  </a:lnTo>
                  <a:lnTo>
                    <a:pt x="382524" y="0"/>
                  </a:lnTo>
                  <a:lnTo>
                    <a:pt x="344424" y="0"/>
                  </a:lnTo>
                  <a:lnTo>
                    <a:pt x="327660" y="1397"/>
                  </a:lnTo>
                  <a:lnTo>
                    <a:pt x="326136" y="1524"/>
                  </a:lnTo>
                  <a:lnTo>
                    <a:pt x="256032" y="16764"/>
                  </a:lnTo>
                  <a:lnTo>
                    <a:pt x="205740" y="36576"/>
                  </a:lnTo>
                  <a:lnTo>
                    <a:pt x="160020" y="62484"/>
                  </a:lnTo>
                  <a:lnTo>
                    <a:pt x="118872" y="94488"/>
                  </a:lnTo>
                  <a:lnTo>
                    <a:pt x="94488" y="120396"/>
                  </a:lnTo>
                  <a:lnTo>
                    <a:pt x="82296" y="132588"/>
                  </a:lnTo>
                  <a:lnTo>
                    <a:pt x="71628" y="146304"/>
                  </a:lnTo>
                  <a:lnTo>
                    <a:pt x="60960" y="161544"/>
                  </a:lnTo>
                  <a:lnTo>
                    <a:pt x="51816" y="175260"/>
                  </a:lnTo>
                  <a:lnTo>
                    <a:pt x="44196" y="190500"/>
                  </a:lnTo>
                  <a:lnTo>
                    <a:pt x="35052" y="207264"/>
                  </a:lnTo>
                  <a:lnTo>
                    <a:pt x="27432" y="222504"/>
                  </a:lnTo>
                  <a:lnTo>
                    <a:pt x="15240" y="256032"/>
                  </a:lnTo>
                  <a:lnTo>
                    <a:pt x="10668" y="274320"/>
                  </a:lnTo>
                  <a:lnTo>
                    <a:pt x="7620" y="291084"/>
                  </a:lnTo>
                  <a:lnTo>
                    <a:pt x="3048" y="309372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3048" y="420624"/>
                  </a:lnTo>
                  <a:lnTo>
                    <a:pt x="7620" y="438912"/>
                  </a:lnTo>
                  <a:lnTo>
                    <a:pt x="9144" y="448056"/>
                  </a:lnTo>
                  <a:lnTo>
                    <a:pt x="9144" y="345948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51816" y="195072"/>
                  </a:lnTo>
                  <a:lnTo>
                    <a:pt x="60960" y="181356"/>
                  </a:lnTo>
                  <a:lnTo>
                    <a:pt x="70104" y="166116"/>
                  </a:lnTo>
                  <a:lnTo>
                    <a:pt x="100584" y="126492"/>
                  </a:lnTo>
                  <a:lnTo>
                    <a:pt x="124968" y="102108"/>
                  </a:lnTo>
                  <a:lnTo>
                    <a:pt x="138684" y="89916"/>
                  </a:lnTo>
                  <a:lnTo>
                    <a:pt x="152400" y="80772"/>
                  </a:lnTo>
                  <a:lnTo>
                    <a:pt x="166116" y="70104"/>
                  </a:lnTo>
                  <a:lnTo>
                    <a:pt x="179832" y="60960"/>
                  </a:lnTo>
                  <a:lnTo>
                    <a:pt x="195072" y="51816"/>
                  </a:lnTo>
                  <a:lnTo>
                    <a:pt x="210312" y="44196"/>
                  </a:lnTo>
                  <a:lnTo>
                    <a:pt x="225552" y="38100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09372" y="13716"/>
                  </a:lnTo>
                  <a:lnTo>
                    <a:pt x="327660" y="10668"/>
                  </a:lnTo>
                  <a:lnTo>
                    <a:pt x="345948" y="10668"/>
                  </a:lnTo>
                  <a:lnTo>
                    <a:pt x="364236" y="9144"/>
                  </a:lnTo>
                  <a:lnTo>
                    <a:pt x="382524" y="10668"/>
                  </a:lnTo>
                  <a:lnTo>
                    <a:pt x="400812" y="10668"/>
                  </a:lnTo>
                  <a:lnTo>
                    <a:pt x="417576" y="13716"/>
                  </a:lnTo>
                  <a:lnTo>
                    <a:pt x="435864" y="16764"/>
                  </a:lnTo>
                  <a:lnTo>
                    <a:pt x="486156" y="30480"/>
                  </a:lnTo>
                  <a:lnTo>
                    <a:pt x="501396" y="38100"/>
                  </a:lnTo>
                  <a:lnTo>
                    <a:pt x="518160" y="44196"/>
                  </a:lnTo>
                  <a:lnTo>
                    <a:pt x="562356" y="70104"/>
                  </a:lnTo>
                  <a:lnTo>
                    <a:pt x="601980" y="102108"/>
                  </a:lnTo>
                  <a:lnTo>
                    <a:pt x="637032" y="138684"/>
                  </a:lnTo>
                  <a:lnTo>
                    <a:pt x="667512" y="181356"/>
                  </a:lnTo>
                  <a:lnTo>
                    <a:pt x="675132" y="195072"/>
                  </a:lnTo>
                  <a:lnTo>
                    <a:pt x="684276" y="210312"/>
                  </a:lnTo>
                  <a:lnTo>
                    <a:pt x="690372" y="227076"/>
                  </a:lnTo>
                  <a:lnTo>
                    <a:pt x="696468" y="242316"/>
                  </a:lnTo>
                  <a:lnTo>
                    <a:pt x="702564" y="259080"/>
                  </a:lnTo>
                  <a:lnTo>
                    <a:pt x="714756" y="310896"/>
                  </a:lnTo>
                  <a:lnTo>
                    <a:pt x="719328" y="365760"/>
                  </a:lnTo>
                  <a:lnTo>
                    <a:pt x="719328" y="444500"/>
                  </a:lnTo>
                  <a:lnTo>
                    <a:pt x="720852" y="438912"/>
                  </a:lnTo>
                  <a:lnTo>
                    <a:pt x="726948" y="402336"/>
                  </a:lnTo>
                  <a:close/>
                </a:path>
                <a:path w="728980" h="730250">
                  <a:moveTo>
                    <a:pt x="719328" y="444500"/>
                  </a:moveTo>
                  <a:lnTo>
                    <a:pt x="719328" y="365760"/>
                  </a:lnTo>
                  <a:lnTo>
                    <a:pt x="714756" y="419100"/>
                  </a:lnTo>
                  <a:lnTo>
                    <a:pt x="711708" y="437388"/>
                  </a:lnTo>
                  <a:lnTo>
                    <a:pt x="702564" y="470916"/>
                  </a:lnTo>
                  <a:lnTo>
                    <a:pt x="696468" y="487680"/>
                  </a:lnTo>
                  <a:lnTo>
                    <a:pt x="690372" y="502920"/>
                  </a:lnTo>
                  <a:lnTo>
                    <a:pt x="684276" y="519684"/>
                  </a:lnTo>
                  <a:lnTo>
                    <a:pt x="675132" y="534924"/>
                  </a:lnTo>
                  <a:lnTo>
                    <a:pt x="667512" y="550164"/>
                  </a:lnTo>
                  <a:lnTo>
                    <a:pt x="658368" y="563880"/>
                  </a:lnTo>
                  <a:lnTo>
                    <a:pt x="637032" y="591312"/>
                  </a:lnTo>
                  <a:lnTo>
                    <a:pt x="626364" y="603504"/>
                  </a:lnTo>
                  <a:lnTo>
                    <a:pt x="614172" y="617220"/>
                  </a:lnTo>
                  <a:lnTo>
                    <a:pt x="601980" y="627888"/>
                  </a:lnTo>
                  <a:lnTo>
                    <a:pt x="589788" y="640080"/>
                  </a:lnTo>
                  <a:lnTo>
                    <a:pt x="576072" y="650748"/>
                  </a:lnTo>
                  <a:lnTo>
                    <a:pt x="562356" y="659892"/>
                  </a:lnTo>
                  <a:lnTo>
                    <a:pt x="547116" y="669036"/>
                  </a:lnTo>
                  <a:lnTo>
                    <a:pt x="533400" y="678180"/>
                  </a:lnTo>
                  <a:lnTo>
                    <a:pt x="518160" y="685800"/>
                  </a:lnTo>
                  <a:lnTo>
                    <a:pt x="501396" y="693420"/>
                  </a:lnTo>
                  <a:lnTo>
                    <a:pt x="486156" y="699516"/>
                  </a:lnTo>
                  <a:lnTo>
                    <a:pt x="469392" y="704088"/>
                  </a:lnTo>
                  <a:lnTo>
                    <a:pt x="452628" y="710184"/>
                  </a:lnTo>
                  <a:lnTo>
                    <a:pt x="435864" y="713232"/>
                  </a:lnTo>
                  <a:lnTo>
                    <a:pt x="399288" y="719328"/>
                  </a:lnTo>
                  <a:lnTo>
                    <a:pt x="382524" y="720852"/>
                  </a:lnTo>
                  <a:lnTo>
                    <a:pt x="344424" y="720725"/>
                  </a:lnTo>
                  <a:lnTo>
                    <a:pt x="327660" y="719328"/>
                  </a:lnTo>
                  <a:lnTo>
                    <a:pt x="309372" y="716280"/>
                  </a:lnTo>
                  <a:lnTo>
                    <a:pt x="275844" y="710184"/>
                  </a:lnTo>
                  <a:lnTo>
                    <a:pt x="257556" y="704088"/>
                  </a:lnTo>
                  <a:lnTo>
                    <a:pt x="242316" y="699516"/>
                  </a:lnTo>
                  <a:lnTo>
                    <a:pt x="195072" y="678180"/>
                  </a:lnTo>
                  <a:lnTo>
                    <a:pt x="150876" y="649224"/>
                  </a:lnTo>
                  <a:lnTo>
                    <a:pt x="124968" y="627888"/>
                  </a:lnTo>
                  <a:lnTo>
                    <a:pt x="112776" y="617220"/>
                  </a:lnTo>
                  <a:lnTo>
                    <a:pt x="79248" y="577596"/>
                  </a:lnTo>
                  <a:lnTo>
                    <a:pt x="60960" y="548640"/>
                  </a:lnTo>
                  <a:lnTo>
                    <a:pt x="51816" y="534924"/>
                  </a:lnTo>
                  <a:lnTo>
                    <a:pt x="30480" y="487680"/>
                  </a:lnTo>
                  <a:lnTo>
                    <a:pt x="16764" y="437388"/>
                  </a:lnTo>
                  <a:lnTo>
                    <a:pt x="9144" y="382524"/>
                  </a:lnTo>
                  <a:lnTo>
                    <a:pt x="9144" y="448056"/>
                  </a:lnTo>
                  <a:lnTo>
                    <a:pt x="10668" y="457200"/>
                  </a:lnTo>
                  <a:lnTo>
                    <a:pt x="15240" y="473964"/>
                  </a:lnTo>
                  <a:lnTo>
                    <a:pt x="21336" y="490728"/>
                  </a:lnTo>
                  <a:lnTo>
                    <a:pt x="28956" y="507492"/>
                  </a:lnTo>
                  <a:lnTo>
                    <a:pt x="35052" y="524256"/>
                  </a:lnTo>
                  <a:lnTo>
                    <a:pt x="44196" y="539496"/>
                  </a:lnTo>
                  <a:lnTo>
                    <a:pt x="51816" y="554736"/>
                  </a:lnTo>
                  <a:lnTo>
                    <a:pt x="62484" y="569976"/>
                  </a:lnTo>
                  <a:lnTo>
                    <a:pt x="94488" y="611124"/>
                  </a:lnTo>
                  <a:lnTo>
                    <a:pt x="132588" y="646176"/>
                  </a:lnTo>
                  <a:lnTo>
                    <a:pt x="146304" y="658368"/>
                  </a:lnTo>
                  <a:lnTo>
                    <a:pt x="160020" y="667512"/>
                  </a:lnTo>
                  <a:lnTo>
                    <a:pt x="205740" y="694944"/>
                  </a:lnTo>
                  <a:lnTo>
                    <a:pt x="222504" y="701040"/>
                  </a:lnTo>
                  <a:lnTo>
                    <a:pt x="239268" y="708660"/>
                  </a:lnTo>
                  <a:lnTo>
                    <a:pt x="256032" y="713232"/>
                  </a:lnTo>
                  <a:lnTo>
                    <a:pt x="272796" y="719328"/>
                  </a:lnTo>
                  <a:lnTo>
                    <a:pt x="291084" y="722376"/>
                  </a:lnTo>
                  <a:lnTo>
                    <a:pt x="307848" y="725424"/>
                  </a:lnTo>
                  <a:lnTo>
                    <a:pt x="326136" y="728472"/>
                  </a:lnTo>
                  <a:lnTo>
                    <a:pt x="344424" y="729878"/>
                  </a:lnTo>
                  <a:lnTo>
                    <a:pt x="382524" y="729996"/>
                  </a:lnTo>
                  <a:lnTo>
                    <a:pt x="399288" y="728599"/>
                  </a:lnTo>
                  <a:lnTo>
                    <a:pt x="400812" y="728472"/>
                  </a:lnTo>
                  <a:lnTo>
                    <a:pt x="455676" y="719328"/>
                  </a:lnTo>
                  <a:lnTo>
                    <a:pt x="472440" y="713232"/>
                  </a:lnTo>
                  <a:lnTo>
                    <a:pt x="489204" y="708660"/>
                  </a:lnTo>
                  <a:lnTo>
                    <a:pt x="505968" y="701040"/>
                  </a:lnTo>
                  <a:lnTo>
                    <a:pt x="521208" y="693420"/>
                  </a:lnTo>
                  <a:lnTo>
                    <a:pt x="537972" y="685800"/>
                  </a:lnTo>
                  <a:lnTo>
                    <a:pt x="582168" y="656844"/>
                  </a:lnTo>
                  <a:lnTo>
                    <a:pt x="633984" y="611124"/>
                  </a:lnTo>
                  <a:lnTo>
                    <a:pt x="665988" y="568452"/>
                  </a:lnTo>
                  <a:lnTo>
                    <a:pt x="691896" y="522732"/>
                  </a:lnTo>
                  <a:lnTo>
                    <a:pt x="699516" y="507492"/>
                  </a:lnTo>
                  <a:lnTo>
                    <a:pt x="711708" y="473964"/>
                  </a:lnTo>
                  <a:lnTo>
                    <a:pt x="716280" y="455676"/>
                  </a:lnTo>
                  <a:lnTo>
                    <a:pt x="719328" y="444500"/>
                  </a:lnTo>
                  <a:close/>
                </a:path>
                <a:path w="728980" h="730250">
                  <a:moveTo>
                    <a:pt x="728472" y="365760"/>
                  </a:moveTo>
                  <a:lnTo>
                    <a:pt x="726948" y="345948"/>
                  </a:lnTo>
                  <a:lnTo>
                    <a:pt x="726948" y="384048"/>
                  </a:lnTo>
                  <a:lnTo>
                    <a:pt x="728472" y="36576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747148" y="2725926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8564" y="2713734"/>
            <a:ext cx="696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009900"/>
                </a:solidFill>
                <a:latin typeface="Arial MT"/>
                <a:cs typeface="Arial MT"/>
              </a:rPr>
              <a:t>+Q/2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47148" y="1357375"/>
            <a:ext cx="1286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1980" algn="l"/>
              </a:tabLst>
            </a:pP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3600" spc="-30" baseline="2314" dirty="0">
                <a:solidFill>
                  <a:srgbClr val="009900"/>
                </a:solidFill>
                <a:latin typeface="Arial MT"/>
                <a:cs typeface="Arial MT"/>
              </a:rPr>
              <a:t>+Q/2</a:t>
            </a:r>
            <a:endParaRPr sz="3600" baseline="2314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54586" y="1574292"/>
            <a:ext cx="684530" cy="1369060"/>
            <a:chOff x="1854586" y="1574292"/>
            <a:chExt cx="684530" cy="1369060"/>
          </a:xfrm>
        </p:grpSpPr>
        <p:sp>
          <p:nvSpPr>
            <p:cNvPr id="22" name="object 22"/>
            <p:cNvSpPr/>
            <p:nvPr/>
          </p:nvSpPr>
          <p:spPr>
            <a:xfrm>
              <a:off x="2096402" y="1574292"/>
              <a:ext cx="198755" cy="1369060"/>
            </a:xfrm>
            <a:custGeom>
              <a:avLst/>
              <a:gdLst/>
              <a:ahLst/>
              <a:cxnLst/>
              <a:rect l="l" t="t" r="r" b="b"/>
              <a:pathLst>
                <a:path w="198755" h="1369060">
                  <a:moveTo>
                    <a:pt x="171045" y="146613"/>
                  </a:moveTo>
                  <a:lnTo>
                    <a:pt x="168140" y="140208"/>
                  </a:lnTo>
                  <a:lnTo>
                    <a:pt x="81272" y="0"/>
                  </a:lnTo>
                  <a:lnTo>
                    <a:pt x="2024" y="143256"/>
                  </a:lnTo>
                  <a:lnTo>
                    <a:pt x="0" y="150518"/>
                  </a:lnTo>
                  <a:lnTo>
                    <a:pt x="690" y="157924"/>
                  </a:lnTo>
                  <a:lnTo>
                    <a:pt x="3952" y="164472"/>
                  </a:lnTo>
                  <a:lnTo>
                    <a:pt x="9644" y="169164"/>
                  </a:lnTo>
                  <a:lnTo>
                    <a:pt x="16906" y="171831"/>
                  </a:lnTo>
                  <a:lnTo>
                    <a:pt x="24312" y="171069"/>
                  </a:lnTo>
                  <a:lnTo>
                    <a:pt x="30861" y="167449"/>
                  </a:lnTo>
                  <a:lnTo>
                    <a:pt x="35552" y="161544"/>
                  </a:lnTo>
                  <a:lnTo>
                    <a:pt x="62984" y="111905"/>
                  </a:lnTo>
                  <a:lnTo>
                    <a:pt x="62984" y="38100"/>
                  </a:lnTo>
                  <a:lnTo>
                    <a:pt x="94660" y="36832"/>
                  </a:lnTo>
                  <a:lnTo>
                    <a:pt x="96512" y="36758"/>
                  </a:lnTo>
                  <a:lnTo>
                    <a:pt x="99560" y="36636"/>
                  </a:lnTo>
                  <a:lnTo>
                    <a:pt x="101084" y="36576"/>
                  </a:lnTo>
                  <a:lnTo>
                    <a:pt x="102899" y="106552"/>
                  </a:lnTo>
                  <a:lnTo>
                    <a:pt x="136136" y="160020"/>
                  </a:lnTo>
                  <a:lnTo>
                    <a:pt x="141470" y="165473"/>
                  </a:lnTo>
                  <a:lnTo>
                    <a:pt x="147947" y="168211"/>
                  </a:lnTo>
                  <a:lnTo>
                    <a:pt x="154995" y="168378"/>
                  </a:lnTo>
                  <a:lnTo>
                    <a:pt x="162044" y="166116"/>
                  </a:lnTo>
                  <a:lnTo>
                    <a:pt x="167711" y="160567"/>
                  </a:lnTo>
                  <a:lnTo>
                    <a:pt x="170807" y="153733"/>
                  </a:lnTo>
                  <a:lnTo>
                    <a:pt x="171045" y="146613"/>
                  </a:lnTo>
                  <a:close/>
                </a:path>
                <a:path w="198755" h="1369060">
                  <a:moveTo>
                    <a:pt x="134612" y="1335141"/>
                  </a:moveTo>
                  <a:lnTo>
                    <a:pt x="134612" y="1328928"/>
                  </a:lnTo>
                  <a:lnTo>
                    <a:pt x="102899" y="1330196"/>
                  </a:lnTo>
                  <a:lnTo>
                    <a:pt x="101084" y="1330269"/>
                  </a:lnTo>
                  <a:lnTo>
                    <a:pt x="99560" y="1330330"/>
                  </a:lnTo>
                  <a:lnTo>
                    <a:pt x="96512" y="1330452"/>
                  </a:lnTo>
                  <a:lnTo>
                    <a:pt x="94660" y="1259098"/>
                  </a:lnTo>
                  <a:lnTo>
                    <a:pt x="62984" y="1207008"/>
                  </a:lnTo>
                  <a:lnTo>
                    <a:pt x="57411" y="1201554"/>
                  </a:lnTo>
                  <a:lnTo>
                    <a:pt x="50411" y="1198816"/>
                  </a:lnTo>
                  <a:lnTo>
                    <a:pt x="42838" y="1198649"/>
                  </a:lnTo>
                  <a:lnTo>
                    <a:pt x="35552" y="1200912"/>
                  </a:lnTo>
                  <a:lnTo>
                    <a:pt x="30099" y="1206460"/>
                  </a:lnTo>
                  <a:lnTo>
                    <a:pt x="27360" y="1213294"/>
                  </a:lnTo>
                  <a:lnTo>
                    <a:pt x="27193" y="1220414"/>
                  </a:lnTo>
                  <a:lnTo>
                    <a:pt x="29456" y="1226820"/>
                  </a:lnTo>
                  <a:lnTo>
                    <a:pt x="116324" y="1368552"/>
                  </a:lnTo>
                  <a:lnTo>
                    <a:pt x="134612" y="1335141"/>
                  </a:lnTo>
                  <a:close/>
                </a:path>
                <a:path w="198755" h="1369060">
                  <a:moveTo>
                    <a:pt x="102899" y="106552"/>
                  </a:moveTo>
                  <a:lnTo>
                    <a:pt x="101084" y="36576"/>
                  </a:lnTo>
                  <a:lnTo>
                    <a:pt x="66032" y="37978"/>
                  </a:lnTo>
                  <a:lnTo>
                    <a:pt x="62984" y="38100"/>
                  </a:lnTo>
                  <a:lnTo>
                    <a:pt x="64812" y="108595"/>
                  </a:lnTo>
                  <a:lnTo>
                    <a:pt x="66032" y="106389"/>
                  </a:lnTo>
                  <a:lnTo>
                    <a:pt x="66032" y="47244"/>
                  </a:lnTo>
                  <a:lnTo>
                    <a:pt x="99560" y="45720"/>
                  </a:lnTo>
                  <a:lnTo>
                    <a:pt x="99560" y="101180"/>
                  </a:lnTo>
                  <a:lnTo>
                    <a:pt x="102899" y="106552"/>
                  </a:lnTo>
                  <a:close/>
                </a:path>
                <a:path w="198755" h="1369060">
                  <a:moveTo>
                    <a:pt x="64812" y="108595"/>
                  </a:moveTo>
                  <a:lnTo>
                    <a:pt x="62984" y="38100"/>
                  </a:lnTo>
                  <a:lnTo>
                    <a:pt x="62984" y="111905"/>
                  </a:lnTo>
                  <a:lnTo>
                    <a:pt x="64812" y="108595"/>
                  </a:lnTo>
                  <a:close/>
                </a:path>
                <a:path w="198755" h="1369060">
                  <a:moveTo>
                    <a:pt x="132815" y="1259664"/>
                  </a:moveTo>
                  <a:lnTo>
                    <a:pt x="102899" y="106552"/>
                  </a:lnTo>
                  <a:lnTo>
                    <a:pt x="83335" y="75079"/>
                  </a:lnTo>
                  <a:lnTo>
                    <a:pt x="64812" y="108595"/>
                  </a:lnTo>
                  <a:lnTo>
                    <a:pt x="94660" y="1259098"/>
                  </a:lnTo>
                  <a:lnTo>
                    <a:pt x="115040" y="1292612"/>
                  </a:lnTo>
                  <a:lnTo>
                    <a:pt x="132815" y="1259664"/>
                  </a:lnTo>
                  <a:close/>
                </a:path>
                <a:path w="198755" h="1369060">
                  <a:moveTo>
                    <a:pt x="99560" y="45720"/>
                  </a:moveTo>
                  <a:lnTo>
                    <a:pt x="66032" y="47244"/>
                  </a:lnTo>
                  <a:lnTo>
                    <a:pt x="83335" y="75079"/>
                  </a:lnTo>
                  <a:lnTo>
                    <a:pt x="99560" y="45720"/>
                  </a:lnTo>
                  <a:close/>
                </a:path>
                <a:path w="198755" h="1369060">
                  <a:moveTo>
                    <a:pt x="83335" y="75079"/>
                  </a:moveTo>
                  <a:lnTo>
                    <a:pt x="66032" y="47244"/>
                  </a:lnTo>
                  <a:lnTo>
                    <a:pt x="66032" y="106389"/>
                  </a:lnTo>
                  <a:lnTo>
                    <a:pt x="83335" y="75079"/>
                  </a:lnTo>
                  <a:close/>
                </a:path>
                <a:path w="198755" h="1369060">
                  <a:moveTo>
                    <a:pt x="99560" y="101180"/>
                  </a:moveTo>
                  <a:lnTo>
                    <a:pt x="99560" y="45720"/>
                  </a:lnTo>
                  <a:lnTo>
                    <a:pt x="83335" y="75079"/>
                  </a:lnTo>
                  <a:lnTo>
                    <a:pt x="99560" y="101180"/>
                  </a:lnTo>
                  <a:close/>
                </a:path>
                <a:path w="198755" h="1369060">
                  <a:moveTo>
                    <a:pt x="115040" y="1292612"/>
                  </a:moveTo>
                  <a:lnTo>
                    <a:pt x="94660" y="1259098"/>
                  </a:lnTo>
                  <a:lnTo>
                    <a:pt x="96512" y="1330452"/>
                  </a:lnTo>
                  <a:lnTo>
                    <a:pt x="99560" y="1330330"/>
                  </a:lnTo>
                  <a:lnTo>
                    <a:pt x="99560" y="1321308"/>
                  </a:lnTo>
                  <a:lnTo>
                    <a:pt x="115040" y="1292612"/>
                  </a:lnTo>
                  <a:close/>
                </a:path>
                <a:path w="198755" h="1369060">
                  <a:moveTo>
                    <a:pt x="131564" y="1319784"/>
                  </a:moveTo>
                  <a:lnTo>
                    <a:pt x="115040" y="1292612"/>
                  </a:lnTo>
                  <a:lnTo>
                    <a:pt x="99560" y="1321308"/>
                  </a:lnTo>
                  <a:lnTo>
                    <a:pt x="131564" y="1319784"/>
                  </a:lnTo>
                  <a:close/>
                </a:path>
                <a:path w="198755" h="1369060">
                  <a:moveTo>
                    <a:pt x="131564" y="1329049"/>
                  </a:moveTo>
                  <a:lnTo>
                    <a:pt x="131564" y="1319784"/>
                  </a:lnTo>
                  <a:lnTo>
                    <a:pt x="102899" y="1321149"/>
                  </a:lnTo>
                  <a:lnTo>
                    <a:pt x="101084" y="1321235"/>
                  </a:lnTo>
                  <a:lnTo>
                    <a:pt x="99560" y="1321308"/>
                  </a:lnTo>
                  <a:lnTo>
                    <a:pt x="99560" y="1330330"/>
                  </a:lnTo>
                  <a:lnTo>
                    <a:pt x="131564" y="1329049"/>
                  </a:lnTo>
                  <a:close/>
                </a:path>
                <a:path w="198755" h="1369060">
                  <a:moveTo>
                    <a:pt x="134612" y="1328928"/>
                  </a:moveTo>
                  <a:lnTo>
                    <a:pt x="132815" y="1259664"/>
                  </a:lnTo>
                  <a:lnTo>
                    <a:pt x="115040" y="1292612"/>
                  </a:lnTo>
                  <a:lnTo>
                    <a:pt x="131564" y="1319784"/>
                  </a:lnTo>
                  <a:lnTo>
                    <a:pt x="131564" y="1329049"/>
                  </a:lnTo>
                  <a:lnTo>
                    <a:pt x="134612" y="1328928"/>
                  </a:lnTo>
                  <a:close/>
                </a:path>
                <a:path w="198755" h="1369060">
                  <a:moveTo>
                    <a:pt x="198239" y="1216509"/>
                  </a:moveTo>
                  <a:lnTo>
                    <a:pt x="197477" y="1209103"/>
                  </a:lnTo>
                  <a:lnTo>
                    <a:pt x="193857" y="1202555"/>
                  </a:lnTo>
                  <a:lnTo>
                    <a:pt x="187952" y="1197864"/>
                  </a:lnTo>
                  <a:lnTo>
                    <a:pt x="180903" y="1195197"/>
                  </a:lnTo>
                  <a:lnTo>
                    <a:pt x="173855" y="1195959"/>
                  </a:lnTo>
                  <a:lnTo>
                    <a:pt x="167378" y="1199578"/>
                  </a:lnTo>
                  <a:lnTo>
                    <a:pt x="162044" y="1205484"/>
                  </a:lnTo>
                  <a:lnTo>
                    <a:pt x="132815" y="1259664"/>
                  </a:lnTo>
                  <a:lnTo>
                    <a:pt x="134612" y="1328928"/>
                  </a:lnTo>
                  <a:lnTo>
                    <a:pt x="134612" y="1335141"/>
                  </a:lnTo>
                  <a:lnTo>
                    <a:pt x="195572" y="1223772"/>
                  </a:lnTo>
                  <a:lnTo>
                    <a:pt x="198239" y="1216509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54586" y="2005583"/>
              <a:ext cx="684530" cy="457200"/>
            </a:xfrm>
            <a:custGeom>
              <a:avLst/>
              <a:gdLst/>
              <a:ahLst/>
              <a:cxnLst/>
              <a:rect l="l" t="t" r="r" b="b"/>
              <a:pathLst>
                <a:path w="684530" h="457200">
                  <a:moveTo>
                    <a:pt x="684275" y="457199"/>
                  </a:moveTo>
                  <a:lnTo>
                    <a:pt x="684275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684275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97924" y="2029459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34413" y="1568195"/>
            <a:ext cx="323215" cy="1379220"/>
          </a:xfrm>
          <a:custGeom>
            <a:avLst/>
            <a:gdLst/>
            <a:ahLst/>
            <a:cxnLst/>
            <a:rect l="l" t="t" r="r" b="b"/>
            <a:pathLst>
              <a:path w="323214" h="1379220">
                <a:moveTo>
                  <a:pt x="323088" y="1368552"/>
                </a:moveTo>
                <a:lnTo>
                  <a:pt x="0" y="1368552"/>
                </a:lnTo>
                <a:lnTo>
                  <a:pt x="0" y="1379220"/>
                </a:lnTo>
                <a:lnTo>
                  <a:pt x="323088" y="1379220"/>
                </a:lnTo>
                <a:lnTo>
                  <a:pt x="323088" y="1368552"/>
                </a:lnTo>
                <a:close/>
              </a:path>
              <a:path w="323214" h="1379220">
                <a:moveTo>
                  <a:pt x="323088" y="0"/>
                </a:moveTo>
                <a:lnTo>
                  <a:pt x="0" y="0"/>
                </a:lnTo>
                <a:lnTo>
                  <a:pt x="0" y="10668"/>
                </a:lnTo>
                <a:lnTo>
                  <a:pt x="323088" y="10668"/>
                </a:lnTo>
                <a:lnTo>
                  <a:pt x="323088" y="0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922906" y="6007191"/>
            <a:ext cx="2038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Arial MT"/>
                <a:cs typeface="Arial MT"/>
              </a:rPr>
              <a:t>AB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83358" y="1208532"/>
            <a:ext cx="728980" cy="730250"/>
            <a:chOff x="4983358" y="1208532"/>
            <a:chExt cx="728980" cy="730250"/>
          </a:xfrm>
        </p:grpSpPr>
        <p:sp>
          <p:nvSpPr>
            <p:cNvPr id="28" name="object 28"/>
            <p:cNvSpPr/>
            <p:nvPr/>
          </p:nvSpPr>
          <p:spPr>
            <a:xfrm>
              <a:off x="4987929" y="1213103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61187"/>
                  </a:moveTo>
                  <a:lnTo>
                    <a:pt x="716034" y="312142"/>
                  </a:lnTo>
                  <a:lnTo>
                    <a:pt x="706444" y="265112"/>
                  </a:lnTo>
                  <a:lnTo>
                    <a:pt x="690991" y="220527"/>
                  </a:lnTo>
                  <a:lnTo>
                    <a:pt x="670108" y="178815"/>
                  </a:lnTo>
                  <a:lnTo>
                    <a:pt x="644230" y="140406"/>
                  </a:lnTo>
                  <a:lnTo>
                    <a:pt x="613790" y="105727"/>
                  </a:lnTo>
                  <a:lnTo>
                    <a:pt x="579224" y="75207"/>
                  </a:lnTo>
                  <a:lnTo>
                    <a:pt x="540963" y="49275"/>
                  </a:lnTo>
                  <a:lnTo>
                    <a:pt x="499443" y="28360"/>
                  </a:lnTo>
                  <a:lnTo>
                    <a:pt x="455097" y="12890"/>
                  </a:lnTo>
                  <a:lnTo>
                    <a:pt x="408359" y="3294"/>
                  </a:lnTo>
                  <a:lnTo>
                    <a:pt x="359663" y="0"/>
                  </a:lnTo>
                  <a:lnTo>
                    <a:pt x="310968" y="3294"/>
                  </a:lnTo>
                  <a:lnTo>
                    <a:pt x="264230" y="12890"/>
                  </a:lnTo>
                  <a:lnTo>
                    <a:pt x="219884" y="28360"/>
                  </a:lnTo>
                  <a:lnTo>
                    <a:pt x="178364" y="49275"/>
                  </a:lnTo>
                  <a:lnTo>
                    <a:pt x="140103" y="75207"/>
                  </a:lnTo>
                  <a:lnTo>
                    <a:pt x="105536" y="105727"/>
                  </a:lnTo>
                  <a:lnTo>
                    <a:pt x="75097" y="140406"/>
                  </a:lnTo>
                  <a:lnTo>
                    <a:pt x="49219" y="178815"/>
                  </a:lnTo>
                  <a:lnTo>
                    <a:pt x="28336" y="220527"/>
                  </a:lnTo>
                  <a:lnTo>
                    <a:pt x="12883" y="265112"/>
                  </a:lnTo>
                  <a:lnTo>
                    <a:pt x="3293" y="312142"/>
                  </a:lnTo>
                  <a:lnTo>
                    <a:pt x="0" y="361187"/>
                  </a:lnTo>
                  <a:lnTo>
                    <a:pt x="3293" y="409883"/>
                  </a:lnTo>
                  <a:lnTo>
                    <a:pt x="12883" y="456621"/>
                  </a:lnTo>
                  <a:lnTo>
                    <a:pt x="28336" y="500967"/>
                  </a:lnTo>
                  <a:lnTo>
                    <a:pt x="49219" y="542487"/>
                  </a:lnTo>
                  <a:lnTo>
                    <a:pt x="75097" y="580748"/>
                  </a:lnTo>
                  <a:lnTo>
                    <a:pt x="105536" y="615314"/>
                  </a:lnTo>
                  <a:lnTo>
                    <a:pt x="140103" y="645754"/>
                  </a:lnTo>
                  <a:lnTo>
                    <a:pt x="178364" y="671632"/>
                  </a:lnTo>
                  <a:lnTo>
                    <a:pt x="219884" y="692515"/>
                  </a:lnTo>
                  <a:lnTo>
                    <a:pt x="264230" y="707968"/>
                  </a:lnTo>
                  <a:lnTo>
                    <a:pt x="310968" y="717558"/>
                  </a:lnTo>
                  <a:lnTo>
                    <a:pt x="359663" y="720851"/>
                  </a:lnTo>
                  <a:lnTo>
                    <a:pt x="408359" y="717558"/>
                  </a:lnTo>
                  <a:lnTo>
                    <a:pt x="455097" y="707968"/>
                  </a:lnTo>
                  <a:lnTo>
                    <a:pt x="499443" y="692515"/>
                  </a:lnTo>
                  <a:lnTo>
                    <a:pt x="540963" y="671632"/>
                  </a:lnTo>
                  <a:lnTo>
                    <a:pt x="579224" y="645754"/>
                  </a:lnTo>
                  <a:lnTo>
                    <a:pt x="613790" y="615314"/>
                  </a:lnTo>
                  <a:lnTo>
                    <a:pt x="644230" y="580748"/>
                  </a:lnTo>
                  <a:lnTo>
                    <a:pt x="670108" y="542487"/>
                  </a:lnTo>
                  <a:lnTo>
                    <a:pt x="690991" y="500967"/>
                  </a:lnTo>
                  <a:lnTo>
                    <a:pt x="706444" y="456621"/>
                  </a:lnTo>
                  <a:lnTo>
                    <a:pt x="716034" y="409883"/>
                  </a:lnTo>
                  <a:lnTo>
                    <a:pt x="719327" y="361187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83358" y="1208532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84048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20852" y="291084"/>
                  </a:lnTo>
                  <a:lnTo>
                    <a:pt x="716280" y="274320"/>
                  </a:lnTo>
                  <a:lnTo>
                    <a:pt x="711708" y="256032"/>
                  </a:lnTo>
                  <a:lnTo>
                    <a:pt x="707136" y="239268"/>
                  </a:lnTo>
                  <a:lnTo>
                    <a:pt x="699516" y="222504"/>
                  </a:lnTo>
                  <a:lnTo>
                    <a:pt x="691896" y="207264"/>
                  </a:lnTo>
                  <a:lnTo>
                    <a:pt x="684276" y="190500"/>
                  </a:lnTo>
                  <a:lnTo>
                    <a:pt x="675132" y="175260"/>
                  </a:lnTo>
                  <a:lnTo>
                    <a:pt x="665988" y="161544"/>
                  </a:lnTo>
                  <a:lnTo>
                    <a:pt x="656844" y="146304"/>
                  </a:lnTo>
                  <a:lnTo>
                    <a:pt x="644652" y="132588"/>
                  </a:lnTo>
                  <a:lnTo>
                    <a:pt x="633984" y="118872"/>
                  </a:lnTo>
                  <a:lnTo>
                    <a:pt x="609600" y="94488"/>
                  </a:lnTo>
                  <a:lnTo>
                    <a:pt x="568452" y="62484"/>
                  </a:lnTo>
                  <a:lnTo>
                    <a:pt x="522732" y="36576"/>
                  </a:lnTo>
                  <a:lnTo>
                    <a:pt x="472440" y="16764"/>
                  </a:lnTo>
                  <a:lnTo>
                    <a:pt x="400812" y="1524"/>
                  </a:lnTo>
                  <a:lnTo>
                    <a:pt x="382524" y="0"/>
                  </a:lnTo>
                  <a:lnTo>
                    <a:pt x="345948" y="0"/>
                  </a:lnTo>
                  <a:lnTo>
                    <a:pt x="327660" y="1406"/>
                  </a:lnTo>
                  <a:lnTo>
                    <a:pt x="326136" y="1524"/>
                  </a:lnTo>
                  <a:lnTo>
                    <a:pt x="309372" y="4572"/>
                  </a:lnTo>
                  <a:lnTo>
                    <a:pt x="291084" y="7620"/>
                  </a:lnTo>
                  <a:lnTo>
                    <a:pt x="272796" y="12192"/>
                  </a:lnTo>
                  <a:lnTo>
                    <a:pt x="222504" y="28956"/>
                  </a:lnTo>
                  <a:lnTo>
                    <a:pt x="160020" y="62484"/>
                  </a:lnTo>
                  <a:lnTo>
                    <a:pt x="118872" y="94488"/>
                  </a:lnTo>
                  <a:lnTo>
                    <a:pt x="94488" y="120396"/>
                  </a:lnTo>
                  <a:lnTo>
                    <a:pt x="82296" y="132588"/>
                  </a:lnTo>
                  <a:lnTo>
                    <a:pt x="71628" y="146304"/>
                  </a:lnTo>
                  <a:lnTo>
                    <a:pt x="62484" y="161544"/>
                  </a:lnTo>
                  <a:lnTo>
                    <a:pt x="53340" y="175260"/>
                  </a:lnTo>
                  <a:lnTo>
                    <a:pt x="44196" y="190500"/>
                  </a:lnTo>
                  <a:lnTo>
                    <a:pt x="35052" y="207264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4320"/>
                  </a:lnTo>
                  <a:lnTo>
                    <a:pt x="7620" y="291084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9144" y="448056"/>
                  </a:lnTo>
                  <a:lnTo>
                    <a:pt x="9144" y="347472"/>
                  </a:lnTo>
                  <a:lnTo>
                    <a:pt x="10668" y="329184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38100" y="227076"/>
                  </a:lnTo>
                  <a:lnTo>
                    <a:pt x="44196" y="210312"/>
                  </a:lnTo>
                  <a:lnTo>
                    <a:pt x="51816" y="195072"/>
                  </a:lnTo>
                  <a:lnTo>
                    <a:pt x="60960" y="181356"/>
                  </a:lnTo>
                  <a:lnTo>
                    <a:pt x="70104" y="166116"/>
                  </a:lnTo>
                  <a:lnTo>
                    <a:pt x="79248" y="152400"/>
                  </a:lnTo>
                  <a:lnTo>
                    <a:pt x="89916" y="138684"/>
                  </a:lnTo>
                  <a:lnTo>
                    <a:pt x="102108" y="126492"/>
                  </a:lnTo>
                  <a:lnTo>
                    <a:pt x="112776" y="114300"/>
                  </a:lnTo>
                  <a:lnTo>
                    <a:pt x="126492" y="102108"/>
                  </a:lnTo>
                  <a:lnTo>
                    <a:pt x="138684" y="89916"/>
                  </a:lnTo>
                  <a:lnTo>
                    <a:pt x="152400" y="80772"/>
                  </a:lnTo>
                  <a:lnTo>
                    <a:pt x="195072" y="51816"/>
                  </a:lnTo>
                  <a:lnTo>
                    <a:pt x="225552" y="38100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10896" y="13716"/>
                  </a:lnTo>
                  <a:lnTo>
                    <a:pt x="327660" y="10668"/>
                  </a:lnTo>
                  <a:lnTo>
                    <a:pt x="345948" y="10668"/>
                  </a:lnTo>
                  <a:lnTo>
                    <a:pt x="364236" y="9144"/>
                  </a:lnTo>
                  <a:lnTo>
                    <a:pt x="417576" y="13589"/>
                  </a:lnTo>
                  <a:lnTo>
                    <a:pt x="419100" y="13716"/>
                  </a:lnTo>
                  <a:lnTo>
                    <a:pt x="435864" y="16764"/>
                  </a:lnTo>
                  <a:lnTo>
                    <a:pt x="486156" y="30480"/>
                  </a:lnTo>
                  <a:lnTo>
                    <a:pt x="502920" y="38100"/>
                  </a:lnTo>
                  <a:lnTo>
                    <a:pt x="518160" y="44196"/>
                  </a:lnTo>
                  <a:lnTo>
                    <a:pt x="562356" y="70104"/>
                  </a:lnTo>
                  <a:lnTo>
                    <a:pt x="603504" y="102108"/>
                  </a:lnTo>
                  <a:lnTo>
                    <a:pt x="626364" y="126492"/>
                  </a:lnTo>
                  <a:lnTo>
                    <a:pt x="638556" y="138684"/>
                  </a:lnTo>
                  <a:lnTo>
                    <a:pt x="649224" y="152400"/>
                  </a:lnTo>
                  <a:lnTo>
                    <a:pt x="658368" y="166116"/>
                  </a:lnTo>
                  <a:lnTo>
                    <a:pt x="667512" y="181356"/>
                  </a:lnTo>
                  <a:lnTo>
                    <a:pt x="676656" y="195072"/>
                  </a:lnTo>
                  <a:lnTo>
                    <a:pt x="684276" y="211836"/>
                  </a:lnTo>
                  <a:lnTo>
                    <a:pt x="691896" y="227076"/>
                  </a:lnTo>
                  <a:lnTo>
                    <a:pt x="697992" y="242316"/>
                  </a:lnTo>
                  <a:lnTo>
                    <a:pt x="707136" y="275844"/>
                  </a:lnTo>
                  <a:lnTo>
                    <a:pt x="711708" y="294132"/>
                  </a:lnTo>
                  <a:lnTo>
                    <a:pt x="714756" y="310896"/>
                  </a:lnTo>
                  <a:lnTo>
                    <a:pt x="717804" y="329184"/>
                  </a:lnTo>
                  <a:lnTo>
                    <a:pt x="717804" y="347472"/>
                  </a:lnTo>
                  <a:lnTo>
                    <a:pt x="719328" y="365760"/>
                  </a:lnTo>
                  <a:lnTo>
                    <a:pt x="719328" y="447294"/>
                  </a:lnTo>
                  <a:lnTo>
                    <a:pt x="720852" y="438912"/>
                  </a:lnTo>
                  <a:lnTo>
                    <a:pt x="726948" y="402336"/>
                  </a:lnTo>
                  <a:lnTo>
                    <a:pt x="728472" y="384048"/>
                  </a:lnTo>
                  <a:close/>
                </a:path>
                <a:path w="728979" h="730250">
                  <a:moveTo>
                    <a:pt x="719328" y="447294"/>
                  </a:moveTo>
                  <a:lnTo>
                    <a:pt x="719328" y="365760"/>
                  </a:lnTo>
                  <a:lnTo>
                    <a:pt x="717804" y="384048"/>
                  </a:lnTo>
                  <a:lnTo>
                    <a:pt x="717804" y="402336"/>
                  </a:lnTo>
                  <a:lnTo>
                    <a:pt x="714756" y="419100"/>
                  </a:lnTo>
                  <a:lnTo>
                    <a:pt x="711708" y="437388"/>
                  </a:lnTo>
                  <a:lnTo>
                    <a:pt x="697992" y="487680"/>
                  </a:lnTo>
                  <a:lnTo>
                    <a:pt x="690372" y="502920"/>
                  </a:lnTo>
                  <a:lnTo>
                    <a:pt x="684276" y="519684"/>
                  </a:lnTo>
                  <a:lnTo>
                    <a:pt x="649224" y="577596"/>
                  </a:lnTo>
                  <a:lnTo>
                    <a:pt x="626364" y="605028"/>
                  </a:lnTo>
                  <a:lnTo>
                    <a:pt x="615696" y="617220"/>
                  </a:lnTo>
                  <a:lnTo>
                    <a:pt x="601980" y="627888"/>
                  </a:lnTo>
                  <a:lnTo>
                    <a:pt x="589788" y="640080"/>
                  </a:lnTo>
                  <a:lnTo>
                    <a:pt x="576072" y="650748"/>
                  </a:lnTo>
                  <a:lnTo>
                    <a:pt x="533400" y="678180"/>
                  </a:lnTo>
                  <a:lnTo>
                    <a:pt x="486156" y="699516"/>
                  </a:lnTo>
                  <a:lnTo>
                    <a:pt x="469392" y="704088"/>
                  </a:lnTo>
                  <a:lnTo>
                    <a:pt x="452628" y="710184"/>
                  </a:lnTo>
                  <a:lnTo>
                    <a:pt x="435864" y="713232"/>
                  </a:lnTo>
                  <a:lnTo>
                    <a:pt x="417576" y="716280"/>
                  </a:lnTo>
                  <a:lnTo>
                    <a:pt x="400812" y="719328"/>
                  </a:lnTo>
                  <a:lnTo>
                    <a:pt x="382524" y="720852"/>
                  </a:lnTo>
                  <a:lnTo>
                    <a:pt x="345948" y="720852"/>
                  </a:lnTo>
                  <a:lnTo>
                    <a:pt x="327660" y="719328"/>
                  </a:lnTo>
                  <a:lnTo>
                    <a:pt x="309372" y="716280"/>
                  </a:lnTo>
                  <a:lnTo>
                    <a:pt x="275844" y="710184"/>
                  </a:lnTo>
                  <a:lnTo>
                    <a:pt x="259080" y="704088"/>
                  </a:lnTo>
                  <a:lnTo>
                    <a:pt x="242316" y="699516"/>
                  </a:lnTo>
                  <a:lnTo>
                    <a:pt x="195072" y="678180"/>
                  </a:lnTo>
                  <a:lnTo>
                    <a:pt x="152400" y="650748"/>
                  </a:lnTo>
                  <a:lnTo>
                    <a:pt x="124968" y="627888"/>
                  </a:lnTo>
                  <a:lnTo>
                    <a:pt x="112776" y="617220"/>
                  </a:lnTo>
                  <a:lnTo>
                    <a:pt x="102108" y="603504"/>
                  </a:lnTo>
                  <a:lnTo>
                    <a:pt x="89916" y="591312"/>
                  </a:lnTo>
                  <a:lnTo>
                    <a:pt x="79248" y="577596"/>
                  </a:lnTo>
                  <a:lnTo>
                    <a:pt x="51816" y="534924"/>
                  </a:lnTo>
                  <a:lnTo>
                    <a:pt x="30480" y="487680"/>
                  </a:lnTo>
                  <a:lnTo>
                    <a:pt x="25908" y="470916"/>
                  </a:lnTo>
                  <a:lnTo>
                    <a:pt x="19812" y="454152"/>
                  </a:lnTo>
                  <a:lnTo>
                    <a:pt x="16764" y="437388"/>
                  </a:lnTo>
                  <a:lnTo>
                    <a:pt x="10668" y="400812"/>
                  </a:lnTo>
                  <a:lnTo>
                    <a:pt x="9144" y="384048"/>
                  </a:lnTo>
                  <a:lnTo>
                    <a:pt x="9144" y="448056"/>
                  </a:lnTo>
                  <a:lnTo>
                    <a:pt x="10668" y="457200"/>
                  </a:lnTo>
                  <a:lnTo>
                    <a:pt x="16764" y="473964"/>
                  </a:lnTo>
                  <a:lnTo>
                    <a:pt x="21336" y="490728"/>
                  </a:lnTo>
                  <a:lnTo>
                    <a:pt x="44196" y="539496"/>
                  </a:lnTo>
                  <a:lnTo>
                    <a:pt x="71628" y="583692"/>
                  </a:lnTo>
                  <a:lnTo>
                    <a:pt x="83820" y="597408"/>
                  </a:lnTo>
                  <a:lnTo>
                    <a:pt x="94488" y="611124"/>
                  </a:lnTo>
                  <a:lnTo>
                    <a:pt x="118872" y="635508"/>
                  </a:lnTo>
                  <a:lnTo>
                    <a:pt x="132588" y="647700"/>
                  </a:lnTo>
                  <a:lnTo>
                    <a:pt x="146304" y="658368"/>
                  </a:lnTo>
                  <a:lnTo>
                    <a:pt x="160020" y="667512"/>
                  </a:lnTo>
                  <a:lnTo>
                    <a:pt x="175260" y="678180"/>
                  </a:lnTo>
                  <a:lnTo>
                    <a:pt x="190500" y="685800"/>
                  </a:lnTo>
                  <a:lnTo>
                    <a:pt x="205740" y="694944"/>
                  </a:lnTo>
                  <a:lnTo>
                    <a:pt x="222504" y="701040"/>
                  </a:lnTo>
                  <a:lnTo>
                    <a:pt x="239268" y="708660"/>
                  </a:lnTo>
                  <a:lnTo>
                    <a:pt x="256032" y="713232"/>
                  </a:lnTo>
                  <a:lnTo>
                    <a:pt x="272796" y="719328"/>
                  </a:lnTo>
                  <a:lnTo>
                    <a:pt x="327660" y="728472"/>
                  </a:lnTo>
                  <a:lnTo>
                    <a:pt x="345948" y="729996"/>
                  </a:lnTo>
                  <a:lnTo>
                    <a:pt x="382524" y="729996"/>
                  </a:lnTo>
                  <a:lnTo>
                    <a:pt x="400812" y="728589"/>
                  </a:lnTo>
                  <a:lnTo>
                    <a:pt x="402336" y="728472"/>
                  </a:lnTo>
                  <a:lnTo>
                    <a:pt x="419100" y="725424"/>
                  </a:lnTo>
                  <a:lnTo>
                    <a:pt x="455676" y="719328"/>
                  </a:lnTo>
                  <a:lnTo>
                    <a:pt x="472440" y="713232"/>
                  </a:lnTo>
                  <a:lnTo>
                    <a:pt x="489204" y="708660"/>
                  </a:lnTo>
                  <a:lnTo>
                    <a:pt x="505968" y="701040"/>
                  </a:lnTo>
                  <a:lnTo>
                    <a:pt x="522732" y="694944"/>
                  </a:lnTo>
                  <a:lnTo>
                    <a:pt x="568452" y="667512"/>
                  </a:lnTo>
                  <a:lnTo>
                    <a:pt x="582168" y="658368"/>
                  </a:lnTo>
                  <a:lnTo>
                    <a:pt x="595884" y="646176"/>
                  </a:lnTo>
                  <a:lnTo>
                    <a:pt x="609600" y="635508"/>
                  </a:lnTo>
                  <a:lnTo>
                    <a:pt x="633984" y="611124"/>
                  </a:lnTo>
                  <a:lnTo>
                    <a:pt x="646176" y="597408"/>
                  </a:lnTo>
                  <a:lnTo>
                    <a:pt x="656844" y="583692"/>
                  </a:lnTo>
                  <a:lnTo>
                    <a:pt x="665988" y="569976"/>
                  </a:lnTo>
                  <a:lnTo>
                    <a:pt x="676656" y="554736"/>
                  </a:lnTo>
                  <a:lnTo>
                    <a:pt x="684276" y="539496"/>
                  </a:lnTo>
                  <a:lnTo>
                    <a:pt x="693420" y="522732"/>
                  </a:lnTo>
                  <a:lnTo>
                    <a:pt x="699516" y="507492"/>
                  </a:lnTo>
                  <a:lnTo>
                    <a:pt x="707136" y="490728"/>
                  </a:lnTo>
                  <a:lnTo>
                    <a:pt x="711708" y="473964"/>
                  </a:lnTo>
                  <a:lnTo>
                    <a:pt x="717804" y="455676"/>
                  </a:lnTo>
                  <a:lnTo>
                    <a:pt x="719328" y="44729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32791" y="135737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83358" y="2540508"/>
            <a:ext cx="728980" cy="730250"/>
            <a:chOff x="4983358" y="2540508"/>
            <a:chExt cx="728980" cy="730250"/>
          </a:xfrm>
        </p:grpSpPr>
        <p:sp>
          <p:nvSpPr>
            <p:cNvPr id="32" name="object 32"/>
            <p:cNvSpPr/>
            <p:nvPr/>
          </p:nvSpPr>
          <p:spPr>
            <a:xfrm>
              <a:off x="4987929" y="2545079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61187"/>
                  </a:moveTo>
                  <a:lnTo>
                    <a:pt x="716034" y="312142"/>
                  </a:lnTo>
                  <a:lnTo>
                    <a:pt x="706444" y="265112"/>
                  </a:lnTo>
                  <a:lnTo>
                    <a:pt x="690991" y="220527"/>
                  </a:lnTo>
                  <a:lnTo>
                    <a:pt x="670108" y="178815"/>
                  </a:lnTo>
                  <a:lnTo>
                    <a:pt x="644230" y="140406"/>
                  </a:lnTo>
                  <a:lnTo>
                    <a:pt x="613790" y="105727"/>
                  </a:lnTo>
                  <a:lnTo>
                    <a:pt x="579224" y="75207"/>
                  </a:lnTo>
                  <a:lnTo>
                    <a:pt x="540963" y="49275"/>
                  </a:lnTo>
                  <a:lnTo>
                    <a:pt x="499443" y="28360"/>
                  </a:lnTo>
                  <a:lnTo>
                    <a:pt x="455097" y="12890"/>
                  </a:lnTo>
                  <a:lnTo>
                    <a:pt x="408359" y="3294"/>
                  </a:lnTo>
                  <a:lnTo>
                    <a:pt x="359663" y="0"/>
                  </a:lnTo>
                  <a:lnTo>
                    <a:pt x="310968" y="3294"/>
                  </a:lnTo>
                  <a:lnTo>
                    <a:pt x="264230" y="12890"/>
                  </a:lnTo>
                  <a:lnTo>
                    <a:pt x="219884" y="28360"/>
                  </a:lnTo>
                  <a:lnTo>
                    <a:pt x="178364" y="49275"/>
                  </a:lnTo>
                  <a:lnTo>
                    <a:pt x="140103" y="75207"/>
                  </a:lnTo>
                  <a:lnTo>
                    <a:pt x="105536" y="105727"/>
                  </a:lnTo>
                  <a:lnTo>
                    <a:pt x="75097" y="140406"/>
                  </a:lnTo>
                  <a:lnTo>
                    <a:pt x="49219" y="178815"/>
                  </a:lnTo>
                  <a:lnTo>
                    <a:pt x="28336" y="220527"/>
                  </a:lnTo>
                  <a:lnTo>
                    <a:pt x="12883" y="265112"/>
                  </a:lnTo>
                  <a:lnTo>
                    <a:pt x="3293" y="312142"/>
                  </a:lnTo>
                  <a:lnTo>
                    <a:pt x="0" y="361187"/>
                  </a:lnTo>
                  <a:lnTo>
                    <a:pt x="3293" y="409883"/>
                  </a:lnTo>
                  <a:lnTo>
                    <a:pt x="12883" y="456621"/>
                  </a:lnTo>
                  <a:lnTo>
                    <a:pt x="28336" y="500967"/>
                  </a:lnTo>
                  <a:lnTo>
                    <a:pt x="49219" y="542487"/>
                  </a:lnTo>
                  <a:lnTo>
                    <a:pt x="75097" y="580748"/>
                  </a:lnTo>
                  <a:lnTo>
                    <a:pt x="105536" y="615314"/>
                  </a:lnTo>
                  <a:lnTo>
                    <a:pt x="140103" y="645754"/>
                  </a:lnTo>
                  <a:lnTo>
                    <a:pt x="178364" y="671632"/>
                  </a:lnTo>
                  <a:lnTo>
                    <a:pt x="219884" y="692515"/>
                  </a:lnTo>
                  <a:lnTo>
                    <a:pt x="264230" y="707968"/>
                  </a:lnTo>
                  <a:lnTo>
                    <a:pt x="310968" y="717558"/>
                  </a:lnTo>
                  <a:lnTo>
                    <a:pt x="359663" y="720851"/>
                  </a:lnTo>
                  <a:lnTo>
                    <a:pt x="408359" y="717558"/>
                  </a:lnTo>
                  <a:lnTo>
                    <a:pt x="455097" y="707968"/>
                  </a:lnTo>
                  <a:lnTo>
                    <a:pt x="499443" y="692515"/>
                  </a:lnTo>
                  <a:lnTo>
                    <a:pt x="540963" y="671632"/>
                  </a:lnTo>
                  <a:lnTo>
                    <a:pt x="579224" y="645754"/>
                  </a:lnTo>
                  <a:lnTo>
                    <a:pt x="613790" y="615314"/>
                  </a:lnTo>
                  <a:lnTo>
                    <a:pt x="644230" y="580748"/>
                  </a:lnTo>
                  <a:lnTo>
                    <a:pt x="670108" y="542487"/>
                  </a:lnTo>
                  <a:lnTo>
                    <a:pt x="690991" y="500967"/>
                  </a:lnTo>
                  <a:lnTo>
                    <a:pt x="706444" y="456621"/>
                  </a:lnTo>
                  <a:lnTo>
                    <a:pt x="716034" y="409883"/>
                  </a:lnTo>
                  <a:lnTo>
                    <a:pt x="719327" y="361187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83358" y="2540508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84048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20852" y="291084"/>
                  </a:lnTo>
                  <a:lnTo>
                    <a:pt x="716280" y="274320"/>
                  </a:lnTo>
                  <a:lnTo>
                    <a:pt x="711708" y="256032"/>
                  </a:lnTo>
                  <a:lnTo>
                    <a:pt x="707136" y="239268"/>
                  </a:lnTo>
                  <a:lnTo>
                    <a:pt x="699516" y="222504"/>
                  </a:lnTo>
                  <a:lnTo>
                    <a:pt x="691896" y="207264"/>
                  </a:lnTo>
                  <a:lnTo>
                    <a:pt x="684276" y="190500"/>
                  </a:lnTo>
                  <a:lnTo>
                    <a:pt x="675132" y="175260"/>
                  </a:lnTo>
                  <a:lnTo>
                    <a:pt x="665988" y="161544"/>
                  </a:lnTo>
                  <a:lnTo>
                    <a:pt x="656844" y="146304"/>
                  </a:lnTo>
                  <a:lnTo>
                    <a:pt x="644652" y="132588"/>
                  </a:lnTo>
                  <a:lnTo>
                    <a:pt x="633984" y="118872"/>
                  </a:lnTo>
                  <a:lnTo>
                    <a:pt x="609600" y="94488"/>
                  </a:lnTo>
                  <a:lnTo>
                    <a:pt x="568452" y="62484"/>
                  </a:lnTo>
                  <a:lnTo>
                    <a:pt x="522732" y="36576"/>
                  </a:lnTo>
                  <a:lnTo>
                    <a:pt x="455676" y="10668"/>
                  </a:lnTo>
                  <a:lnTo>
                    <a:pt x="400812" y="1524"/>
                  </a:lnTo>
                  <a:lnTo>
                    <a:pt x="382524" y="0"/>
                  </a:lnTo>
                  <a:lnTo>
                    <a:pt x="345948" y="0"/>
                  </a:lnTo>
                  <a:lnTo>
                    <a:pt x="327660" y="1406"/>
                  </a:lnTo>
                  <a:lnTo>
                    <a:pt x="326136" y="1524"/>
                  </a:lnTo>
                  <a:lnTo>
                    <a:pt x="309372" y="4572"/>
                  </a:lnTo>
                  <a:lnTo>
                    <a:pt x="291084" y="7620"/>
                  </a:lnTo>
                  <a:lnTo>
                    <a:pt x="272796" y="12192"/>
                  </a:lnTo>
                  <a:lnTo>
                    <a:pt x="222504" y="28956"/>
                  </a:lnTo>
                  <a:lnTo>
                    <a:pt x="160020" y="62484"/>
                  </a:lnTo>
                  <a:lnTo>
                    <a:pt x="118872" y="94488"/>
                  </a:lnTo>
                  <a:lnTo>
                    <a:pt x="94488" y="120396"/>
                  </a:lnTo>
                  <a:lnTo>
                    <a:pt x="82296" y="132588"/>
                  </a:lnTo>
                  <a:lnTo>
                    <a:pt x="71628" y="146304"/>
                  </a:lnTo>
                  <a:lnTo>
                    <a:pt x="62484" y="161544"/>
                  </a:lnTo>
                  <a:lnTo>
                    <a:pt x="53340" y="175260"/>
                  </a:lnTo>
                  <a:lnTo>
                    <a:pt x="44196" y="190500"/>
                  </a:lnTo>
                  <a:lnTo>
                    <a:pt x="35052" y="207264"/>
                  </a:lnTo>
                  <a:lnTo>
                    <a:pt x="28956" y="222504"/>
                  </a:lnTo>
                  <a:lnTo>
                    <a:pt x="21336" y="239268"/>
                  </a:lnTo>
                  <a:lnTo>
                    <a:pt x="16764" y="256032"/>
                  </a:lnTo>
                  <a:lnTo>
                    <a:pt x="10668" y="274320"/>
                  </a:lnTo>
                  <a:lnTo>
                    <a:pt x="7620" y="291084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9144" y="448056"/>
                  </a:lnTo>
                  <a:lnTo>
                    <a:pt x="9144" y="345948"/>
                  </a:lnTo>
                  <a:lnTo>
                    <a:pt x="10668" y="329184"/>
                  </a:lnTo>
                  <a:lnTo>
                    <a:pt x="16764" y="292608"/>
                  </a:lnTo>
                  <a:lnTo>
                    <a:pt x="30480" y="242316"/>
                  </a:lnTo>
                  <a:lnTo>
                    <a:pt x="38100" y="227076"/>
                  </a:lnTo>
                  <a:lnTo>
                    <a:pt x="44196" y="210312"/>
                  </a:lnTo>
                  <a:lnTo>
                    <a:pt x="51816" y="195072"/>
                  </a:lnTo>
                  <a:lnTo>
                    <a:pt x="60960" y="181356"/>
                  </a:lnTo>
                  <a:lnTo>
                    <a:pt x="70104" y="166116"/>
                  </a:lnTo>
                  <a:lnTo>
                    <a:pt x="79248" y="152400"/>
                  </a:lnTo>
                  <a:lnTo>
                    <a:pt x="89916" y="138684"/>
                  </a:lnTo>
                  <a:lnTo>
                    <a:pt x="102108" y="126492"/>
                  </a:lnTo>
                  <a:lnTo>
                    <a:pt x="112776" y="112776"/>
                  </a:lnTo>
                  <a:lnTo>
                    <a:pt x="126492" y="102108"/>
                  </a:lnTo>
                  <a:lnTo>
                    <a:pt x="138684" y="89916"/>
                  </a:lnTo>
                  <a:lnTo>
                    <a:pt x="152400" y="80772"/>
                  </a:lnTo>
                  <a:lnTo>
                    <a:pt x="195072" y="51816"/>
                  </a:lnTo>
                  <a:lnTo>
                    <a:pt x="225552" y="38100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10896" y="13716"/>
                  </a:lnTo>
                  <a:lnTo>
                    <a:pt x="327660" y="10668"/>
                  </a:lnTo>
                  <a:lnTo>
                    <a:pt x="345948" y="10668"/>
                  </a:lnTo>
                  <a:lnTo>
                    <a:pt x="364236" y="9144"/>
                  </a:lnTo>
                  <a:lnTo>
                    <a:pt x="382524" y="10668"/>
                  </a:lnTo>
                  <a:lnTo>
                    <a:pt x="400812" y="10668"/>
                  </a:lnTo>
                  <a:lnTo>
                    <a:pt x="419100" y="13716"/>
                  </a:lnTo>
                  <a:lnTo>
                    <a:pt x="435864" y="16764"/>
                  </a:lnTo>
                  <a:lnTo>
                    <a:pt x="486156" y="30480"/>
                  </a:lnTo>
                  <a:lnTo>
                    <a:pt x="502920" y="38100"/>
                  </a:lnTo>
                  <a:lnTo>
                    <a:pt x="518160" y="44196"/>
                  </a:lnTo>
                  <a:lnTo>
                    <a:pt x="562356" y="70104"/>
                  </a:lnTo>
                  <a:lnTo>
                    <a:pt x="603504" y="102108"/>
                  </a:lnTo>
                  <a:lnTo>
                    <a:pt x="626364" y="126492"/>
                  </a:lnTo>
                  <a:lnTo>
                    <a:pt x="638556" y="138684"/>
                  </a:lnTo>
                  <a:lnTo>
                    <a:pt x="649224" y="152400"/>
                  </a:lnTo>
                  <a:lnTo>
                    <a:pt x="658368" y="166116"/>
                  </a:lnTo>
                  <a:lnTo>
                    <a:pt x="667512" y="181356"/>
                  </a:lnTo>
                  <a:lnTo>
                    <a:pt x="676656" y="195072"/>
                  </a:lnTo>
                  <a:lnTo>
                    <a:pt x="697992" y="242316"/>
                  </a:lnTo>
                  <a:lnTo>
                    <a:pt x="711708" y="294132"/>
                  </a:lnTo>
                  <a:lnTo>
                    <a:pt x="717804" y="329184"/>
                  </a:lnTo>
                  <a:lnTo>
                    <a:pt x="717804" y="347472"/>
                  </a:lnTo>
                  <a:lnTo>
                    <a:pt x="719328" y="365760"/>
                  </a:lnTo>
                  <a:lnTo>
                    <a:pt x="719328" y="447294"/>
                  </a:lnTo>
                  <a:lnTo>
                    <a:pt x="720852" y="438912"/>
                  </a:lnTo>
                  <a:lnTo>
                    <a:pt x="726948" y="402336"/>
                  </a:lnTo>
                  <a:lnTo>
                    <a:pt x="728472" y="384048"/>
                  </a:lnTo>
                  <a:close/>
                </a:path>
                <a:path w="728979" h="730250">
                  <a:moveTo>
                    <a:pt x="719328" y="447294"/>
                  </a:moveTo>
                  <a:lnTo>
                    <a:pt x="719328" y="365760"/>
                  </a:lnTo>
                  <a:lnTo>
                    <a:pt x="717804" y="384048"/>
                  </a:lnTo>
                  <a:lnTo>
                    <a:pt x="717804" y="402336"/>
                  </a:lnTo>
                  <a:lnTo>
                    <a:pt x="714756" y="419100"/>
                  </a:lnTo>
                  <a:lnTo>
                    <a:pt x="711708" y="437388"/>
                  </a:lnTo>
                  <a:lnTo>
                    <a:pt x="697992" y="487680"/>
                  </a:lnTo>
                  <a:lnTo>
                    <a:pt x="690372" y="502920"/>
                  </a:lnTo>
                  <a:lnTo>
                    <a:pt x="684276" y="519684"/>
                  </a:lnTo>
                  <a:lnTo>
                    <a:pt x="649224" y="577596"/>
                  </a:lnTo>
                  <a:lnTo>
                    <a:pt x="626364" y="603504"/>
                  </a:lnTo>
                  <a:lnTo>
                    <a:pt x="615696" y="617220"/>
                  </a:lnTo>
                  <a:lnTo>
                    <a:pt x="601980" y="627888"/>
                  </a:lnTo>
                  <a:lnTo>
                    <a:pt x="589788" y="640080"/>
                  </a:lnTo>
                  <a:lnTo>
                    <a:pt x="576072" y="650748"/>
                  </a:lnTo>
                  <a:lnTo>
                    <a:pt x="533400" y="678180"/>
                  </a:lnTo>
                  <a:lnTo>
                    <a:pt x="486156" y="699516"/>
                  </a:lnTo>
                  <a:lnTo>
                    <a:pt x="469392" y="704088"/>
                  </a:lnTo>
                  <a:lnTo>
                    <a:pt x="452628" y="710184"/>
                  </a:lnTo>
                  <a:lnTo>
                    <a:pt x="435864" y="713232"/>
                  </a:lnTo>
                  <a:lnTo>
                    <a:pt x="417576" y="716280"/>
                  </a:lnTo>
                  <a:lnTo>
                    <a:pt x="400812" y="719328"/>
                  </a:lnTo>
                  <a:lnTo>
                    <a:pt x="382524" y="720852"/>
                  </a:lnTo>
                  <a:lnTo>
                    <a:pt x="345948" y="720852"/>
                  </a:lnTo>
                  <a:lnTo>
                    <a:pt x="327660" y="719328"/>
                  </a:lnTo>
                  <a:lnTo>
                    <a:pt x="309372" y="716280"/>
                  </a:lnTo>
                  <a:lnTo>
                    <a:pt x="275844" y="710184"/>
                  </a:lnTo>
                  <a:lnTo>
                    <a:pt x="259080" y="704088"/>
                  </a:lnTo>
                  <a:lnTo>
                    <a:pt x="242316" y="699516"/>
                  </a:lnTo>
                  <a:lnTo>
                    <a:pt x="195072" y="678180"/>
                  </a:lnTo>
                  <a:lnTo>
                    <a:pt x="152400" y="649224"/>
                  </a:lnTo>
                  <a:lnTo>
                    <a:pt x="138684" y="640080"/>
                  </a:lnTo>
                  <a:lnTo>
                    <a:pt x="124968" y="627888"/>
                  </a:lnTo>
                  <a:lnTo>
                    <a:pt x="112776" y="617220"/>
                  </a:lnTo>
                  <a:lnTo>
                    <a:pt x="102108" y="603504"/>
                  </a:lnTo>
                  <a:lnTo>
                    <a:pt x="89916" y="591312"/>
                  </a:lnTo>
                  <a:lnTo>
                    <a:pt x="79248" y="577596"/>
                  </a:lnTo>
                  <a:lnTo>
                    <a:pt x="70104" y="563880"/>
                  </a:lnTo>
                  <a:lnTo>
                    <a:pt x="60960" y="548640"/>
                  </a:lnTo>
                  <a:lnTo>
                    <a:pt x="51816" y="534924"/>
                  </a:lnTo>
                  <a:lnTo>
                    <a:pt x="44196" y="519684"/>
                  </a:lnTo>
                  <a:lnTo>
                    <a:pt x="36576" y="502920"/>
                  </a:lnTo>
                  <a:lnTo>
                    <a:pt x="30480" y="487680"/>
                  </a:lnTo>
                  <a:lnTo>
                    <a:pt x="25908" y="470916"/>
                  </a:lnTo>
                  <a:lnTo>
                    <a:pt x="19812" y="454152"/>
                  </a:lnTo>
                  <a:lnTo>
                    <a:pt x="16764" y="437388"/>
                  </a:lnTo>
                  <a:lnTo>
                    <a:pt x="10668" y="400812"/>
                  </a:lnTo>
                  <a:lnTo>
                    <a:pt x="9144" y="382524"/>
                  </a:lnTo>
                  <a:lnTo>
                    <a:pt x="9144" y="448056"/>
                  </a:lnTo>
                  <a:lnTo>
                    <a:pt x="10668" y="457200"/>
                  </a:lnTo>
                  <a:lnTo>
                    <a:pt x="16764" y="473964"/>
                  </a:lnTo>
                  <a:lnTo>
                    <a:pt x="21336" y="490728"/>
                  </a:lnTo>
                  <a:lnTo>
                    <a:pt x="44196" y="539496"/>
                  </a:lnTo>
                  <a:lnTo>
                    <a:pt x="71628" y="583692"/>
                  </a:lnTo>
                  <a:lnTo>
                    <a:pt x="83820" y="597408"/>
                  </a:lnTo>
                  <a:lnTo>
                    <a:pt x="94488" y="611124"/>
                  </a:lnTo>
                  <a:lnTo>
                    <a:pt x="118872" y="635508"/>
                  </a:lnTo>
                  <a:lnTo>
                    <a:pt x="132588" y="646176"/>
                  </a:lnTo>
                  <a:lnTo>
                    <a:pt x="146304" y="658368"/>
                  </a:lnTo>
                  <a:lnTo>
                    <a:pt x="160020" y="667512"/>
                  </a:lnTo>
                  <a:lnTo>
                    <a:pt x="205740" y="694944"/>
                  </a:lnTo>
                  <a:lnTo>
                    <a:pt x="222504" y="701040"/>
                  </a:lnTo>
                  <a:lnTo>
                    <a:pt x="239268" y="708660"/>
                  </a:lnTo>
                  <a:lnTo>
                    <a:pt x="256032" y="713232"/>
                  </a:lnTo>
                  <a:lnTo>
                    <a:pt x="272796" y="719328"/>
                  </a:lnTo>
                  <a:lnTo>
                    <a:pt x="327660" y="728472"/>
                  </a:lnTo>
                  <a:lnTo>
                    <a:pt x="345948" y="729996"/>
                  </a:lnTo>
                  <a:lnTo>
                    <a:pt x="382524" y="729996"/>
                  </a:lnTo>
                  <a:lnTo>
                    <a:pt x="400812" y="728589"/>
                  </a:lnTo>
                  <a:lnTo>
                    <a:pt x="402336" y="728472"/>
                  </a:lnTo>
                  <a:lnTo>
                    <a:pt x="419100" y="725424"/>
                  </a:lnTo>
                  <a:lnTo>
                    <a:pt x="455676" y="719328"/>
                  </a:lnTo>
                  <a:lnTo>
                    <a:pt x="472440" y="713232"/>
                  </a:lnTo>
                  <a:lnTo>
                    <a:pt x="489204" y="708660"/>
                  </a:lnTo>
                  <a:lnTo>
                    <a:pt x="522732" y="693420"/>
                  </a:lnTo>
                  <a:lnTo>
                    <a:pt x="568452" y="667512"/>
                  </a:lnTo>
                  <a:lnTo>
                    <a:pt x="609600" y="635508"/>
                  </a:lnTo>
                  <a:lnTo>
                    <a:pt x="646176" y="597408"/>
                  </a:lnTo>
                  <a:lnTo>
                    <a:pt x="665988" y="568452"/>
                  </a:lnTo>
                  <a:lnTo>
                    <a:pt x="676656" y="554736"/>
                  </a:lnTo>
                  <a:lnTo>
                    <a:pt x="684276" y="539496"/>
                  </a:lnTo>
                  <a:lnTo>
                    <a:pt x="693420" y="522732"/>
                  </a:lnTo>
                  <a:lnTo>
                    <a:pt x="699516" y="507492"/>
                  </a:lnTo>
                  <a:lnTo>
                    <a:pt x="707136" y="490728"/>
                  </a:lnTo>
                  <a:lnTo>
                    <a:pt x="711708" y="473964"/>
                  </a:lnTo>
                  <a:lnTo>
                    <a:pt x="717804" y="455676"/>
                  </a:lnTo>
                  <a:lnTo>
                    <a:pt x="719328" y="447294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232791" y="2725926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62350" y="3406140"/>
            <a:ext cx="1449705" cy="477520"/>
            <a:chOff x="6062350" y="3406140"/>
            <a:chExt cx="1449705" cy="477520"/>
          </a:xfrm>
        </p:grpSpPr>
        <p:sp>
          <p:nvSpPr>
            <p:cNvPr id="36" name="object 36"/>
            <p:cNvSpPr/>
            <p:nvPr/>
          </p:nvSpPr>
          <p:spPr>
            <a:xfrm>
              <a:off x="6066921" y="3410711"/>
              <a:ext cx="1440180" cy="467995"/>
            </a:xfrm>
            <a:custGeom>
              <a:avLst/>
              <a:gdLst/>
              <a:ahLst/>
              <a:cxnLst/>
              <a:rect l="l" t="t" r="r" b="b"/>
              <a:pathLst>
                <a:path w="1440179" h="467995">
                  <a:moveTo>
                    <a:pt x="1440179" y="467867"/>
                  </a:moveTo>
                  <a:lnTo>
                    <a:pt x="1440179" y="0"/>
                  </a:lnTo>
                  <a:lnTo>
                    <a:pt x="0" y="0"/>
                  </a:lnTo>
                  <a:lnTo>
                    <a:pt x="0" y="467867"/>
                  </a:lnTo>
                  <a:lnTo>
                    <a:pt x="1440179" y="467867"/>
                  </a:lnTo>
                  <a:close/>
                </a:path>
              </a:pathLst>
            </a:custGeom>
            <a:solidFill>
              <a:srgbClr val="98F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62350" y="3406140"/>
              <a:ext cx="1449705" cy="477520"/>
            </a:xfrm>
            <a:custGeom>
              <a:avLst/>
              <a:gdLst/>
              <a:ahLst/>
              <a:cxnLst/>
              <a:rect l="l" t="t" r="r" b="b"/>
              <a:pathLst>
                <a:path w="1449704" h="477520">
                  <a:moveTo>
                    <a:pt x="1449324" y="477012"/>
                  </a:moveTo>
                  <a:lnTo>
                    <a:pt x="1449324" y="0"/>
                  </a:lnTo>
                  <a:lnTo>
                    <a:pt x="0" y="0"/>
                  </a:lnTo>
                  <a:lnTo>
                    <a:pt x="0" y="477012"/>
                  </a:lnTo>
                  <a:lnTo>
                    <a:pt x="4572" y="477012"/>
                  </a:ln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1440180" y="9144"/>
                  </a:lnTo>
                  <a:lnTo>
                    <a:pt x="1440180" y="4572"/>
                  </a:lnTo>
                  <a:lnTo>
                    <a:pt x="1444752" y="9144"/>
                  </a:lnTo>
                  <a:lnTo>
                    <a:pt x="1444752" y="477012"/>
                  </a:lnTo>
                  <a:lnTo>
                    <a:pt x="1449324" y="477012"/>
                  </a:lnTo>
                  <a:close/>
                </a:path>
                <a:path w="1449704" h="477520">
                  <a:moveTo>
                    <a:pt x="10668" y="9144"/>
                  </a:move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close/>
                </a:path>
                <a:path w="1449704" h="477520">
                  <a:moveTo>
                    <a:pt x="10668" y="467868"/>
                  </a:moveTo>
                  <a:lnTo>
                    <a:pt x="10668" y="9144"/>
                  </a:lnTo>
                  <a:lnTo>
                    <a:pt x="4572" y="9144"/>
                  </a:lnTo>
                  <a:lnTo>
                    <a:pt x="4572" y="467868"/>
                  </a:lnTo>
                  <a:lnTo>
                    <a:pt x="10668" y="467868"/>
                  </a:lnTo>
                  <a:close/>
                </a:path>
                <a:path w="1449704" h="477520">
                  <a:moveTo>
                    <a:pt x="1444752" y="467868"/>
                  </a:moveTo>
                  <a:lnTo>
                    <a:pt x="4572" y="467868"/>
                  </a:lnTo>
                  <a:lnTo>
                    <a:pt x="10668" y="472440"/>
                  </a:lnTo>
                  <a:lnTo>
                    <a:pt x="10668" y="477012"/>
                  </a:lnTo>
                  <a:lnTo>
                    <a:pt x="1440180" y="477012"/>
                  </a:lnTo>
                  <a:lnTo>
                    <a:pt x="1440180" y="472440"/>
                  </a:lnTo>
                  <a:lnTo>
                    <a:pt x="1444752" y="467868"/>
                  </a:lnTo>
                  <a:close/>
                </a:path>
                <a:path w="1449704" h="477520">
                  <a:moveTo>
                    <a:pt x="10668" y="477012"/>
                  </a:moveTo>
                  <a:lnTo>
                    <a:pt x="10668" y="472440"/>
                  </a:lnTo>
                  <a:lnTo>
                    <a:pt x="4572" y="467868"/>
                  </a:lnTo>
                  <a:lnTo>
                    <a:pt x="4572" y="477012"/>
                  </a:lnTo>
                  <a:lnTo>
                    <a:pt x="10668" y="477012"/>
                  </a:lnTo>
                  <a:close/>
                </a:path>
                <a:path w="1449704" h="477520">
                  <a:moveTo>
                    <a:pt x="1444752" y="9144"/>
                  </a:moveTo>
                  <a:lnTo>
                    <a:pt x="1440180" y="4572"/>
                  </a:lnTo>
                  <a:lnTo>
                    <a:pt x="1440180" y="9144"/>
                  </a:lnTo>
                  <a:lnTo>
                    <a:pt x="1444752" y="9144"/>
                  </a:lnTo>
                  <a:close/>
                </a:path>
                <a:path w="1449704" h="477520">
                  <a:moveTo>
                    <a:pt x="1444752" y="467868"/>
                  </a:moveTo>
                  <a:lnTo>
                    <a:pt x="1444752" y="9144"/>
                  </a:lnTo>
                  <a:lnTo>
                    <a:pt x="1440180" y="9144"/>
                  </a:lnTo>
                  <a:lnTo>
                    <a:pt x="1440180" y="467868"/>
                  </a:lnTo>
                  <a:lnTo>
                    <a:pt x="1444752" y="467868"/>
                  </a:lnTo>
                  <a:close/>
                </a:path>
                <a:path w="1449704" h="477520">
                  <a:moveTo>
                    <a:pt x="1444752" y="477012"/>
                  </a:moveTo>
                  <a:lnTo>
                    <a:pt x="1444752" y="467868"/>
                  </a:lnTo>
                  <a:lnTo>
                    <a:pt x="1440180" y="472440"/>
                  </a:lnTo>
                  <a:lnTo>
                    <a:pt x="1440180" y="477012"/>
                  </a:lnTo>
                  <a:lnTo>
                    <a:pt x="1444752" y="477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174376" y="3469638"/>
            <a:ext cx="8132445" cy="116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446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Ground</a:t>
            </a: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730"/>
              </a:spcBef>
            </a:pP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What</a:t>
            </a:r>
            <a:r>
              <a:rPr sz="2000" spc="-5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magnitude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electrostatic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force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between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sphere</a:t>
            </a:r>
            <a:r>
              <a:rPr sz="2000" spc="-15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</a:t>
            </a:r>
            <a:r>
              <a:rPr sz="2000" spc="-1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3200"/>
                </a:solidFill>
                <a:latin typeface="Arial MT"/>
                <a:cs typeface="Arial MT"/>
              </a:rPr>
              <a:t>B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after</a:t>
            </a:r>
            <a:r>
              <a:rPr sz="2000" spc="-3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removing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conducting</a:t>
            </a:r>
            <a:r>
              <a:rPr sz="2000" spc="-5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wire?</a:t>
            </a:r>
            <a:r>
              <a:rPr sz="2000" spc="-20" dirty="0">
                <a:solidFill>
                  <a:srgbClr val="FF32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Ignore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induced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charges.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707257" y="2886455"/>
            <a:ext cx="523240" cy="524510"/>
          </a:xfrm>
          <a:custGeom>
            <a:avLst/>
            <a:gdLst/>
            <a:ahLst/>
            <a:cxnLst/>
            <a:rect l="l" t="t" r="r" b="b"/>
            <a:pathLst>
              <a:path w="523239" h="524510">
                <a:moveTo>
                  <a:pt x="522731" y="522731"/>
                </a:moveTo>
                <a:lnTo>
                  <a:pt x="521207" y="496823"/>
                </a:lnTo>
                <a:lnTo>
                  <a:pt x="519683" y="469391"/>
                </a:lnTo>
                <a:lnTo>
                  <a:pt x="516635" y="443483"/>
                </a:lnTo>
                <a:lnTo>
                  <a:pt x="505967" y="393191"/>
                </a:lnTo>
                <a:lnTo>
                  <a:pt x="490727" y="342899"/>
                </a:lnTo>
                <a:lnTo>
                  <a:pt x="470915" y="295655"/>
                </a:lnTo>
                <a:lnTo>
                  <a:pt x="458723" y="274319"/>
                </a:lnTo>
                <a:lnTo>
                  <a:pt x="446531" y="251459"/>
                </a:lnTo>
                <a:lnTo>
                  <a:pt x="402335" y="190499"/>
                </a:lnTo>
                <a:lnTo>
                  <a:pt x="350519" y="135635"/>
                </a:lnTo>
                <a:lnTo>
                  <a:pt x="312419" y="103631"/>
                </a:lnTo>
                <a:lnTo>
                  <a:pt x="248411" y="62483"/>
                </a:lnTo>
                <a:lnTo>
                  <a:pt x="202691" y="41147"/>
                </a:lnTo>
                <a:lnTo>
                  <a:pt x="155447" y="22859"/>
                </a:lnTo>
                <a:lnTo>
                  <a:pt x="129539" y="16763"/>
                </a:lnTo>
                <a:lnTo>
                  <a:pt x="105155" y="10667"/>
                </a:lnTo>
                <a:lnTo>
                  <a:pt x="79247" y="6095"/>
                </a:lnTo>
                <a:lnTo>
                  <a:pt x="53339" y="3047"/>
                </a:lnTo>
                <a:lnTo>
                  <a:pt x="25907" y="0"/>
                </a:lnTo>
                <a:lnTo>
                  <a:pt x="0" y="0"/>
                </a:lnTo>
                <a:lnTo>
                  <a:pt x="0" y="38099"/>
                </a:lnTo>
                <a:lnTo>
                  <a:pt x="25907" y="38099"/>
                </a:lnTo>
                <a:lnTo>
                  <a:pt x="74675" y="44195"/>
                </a:lnTo>
                <a:lnTo>
                  <a:pt x="97535" y="48767"/>
                </a:lnTo>
                <a:lnTo>
                  <a:pt x="121919" y="53339"/>
                </a:lnTo>
                <a:lnTo>
                  <a:pt x="144779" y="59435"/>
                </a:lnTo>
                <a:lnTo>
                  <a:pt x="166115" y="68579"/>
                </a:lnTo>
                <a:lnTo>
                  <a:pt x="188975" y="76199"/>
                </a:lnTo>
                <a:lnTo>
                  <a:pt x="231647" y="97535"/>
                </a:lnTo>
                <a:lnTo>
                  <a:pt x="271271" y="121919"/>
                </a:lnTo>
                <a:lnTo>
                  <a:pt x="307847" y="149351"/>
                </a:lnTo>
                <a:lnTo>
                  <a:pt x="342899" y="181355"/>
                </a:lnTo>
                <a:lnTo>
                  <a:pt x="373379" y="214883"/>
                </a:lnTo>
                <a:lnTo>
                  <a:pt x="402335" y="252983"/>
                </a:lnTo>
                <a:lnTo>
                  <a:pt x="425195" y="292607"/>
                </a:lnTo>
                <a:lnTo>
                  <a:pt x="446531" y="335279"/>
                </a:lnTo>
                <a:lnTo>
                  <a:pt x="469391" y="402335"/>
                </a:lnTo>
                <a:lnTo>
                  <a:pt x="478535" y="451103"/>
                </a:lnTo>
                <a:lnTo>
                  <a:pt x="484631" y="524255"/>
                </a:lnTo>
                <a:lnTo>
                  <a:pt x="522731" y="5227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885063" y="2588766"/>
            <a:ext cx="12585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5080" indent="-3479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conducting </a:t>
            </a:r>
            <a:r>
              <a:rPr sz="2000" spc="-20" dirty="0">
                <a:latin typeface="Arial MT"/>
                <a:cs typeface="Arial MT"/>
              </a:rPr>
              <a:t>wire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06290" y="4997196"/>
            <a:ext cx="728980" cy="2063750"/>
            <a:chOff x="7106290" y="4997196"/>
            <a:chExt cx="728980" cy="2063750"/>
          </a:xfrm>
        </p:grpSpPr>
        <p:sp>
          <p:nvSpPr>
            <p:cNvPr id="42" name="object 42"/>
            <p:cNvSpPr/>
            <p:nvPr/>
          </p:nvSpPr>
          <p:spPr>
            <a:xfrm>
              <a:off x="7110861" y="5003291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59663"/>
                  </a:moveTo>
                  <a:lnTo>
                    <a:pt x="716034" y="310648"/>
                  </a:lnTo>
                  <a:lnTo>
                    <a:pt x="706444" y="263701"/>
                  </a:lnTo>
                  <a:lnTo>
                    <a:pt x="690991" y="219241"/>
                  </a:lnTo>
                  <a:lnTo>
                    <a:pt x="670108" y="177687"/>
                  </a:lnTo>
                  <a:lnTo>
                    <a:pt x="644230" y="139455"/>
                  </a:lnTo>
                  <a:lnTo>
                    <a:pt x="613790" y="104965"/>
                  </a:lnTo>
                  <a:lnTo>
                    <a:pt x="579224" y="74634"/>
                  </a:lnTo>
                  <a:lnTo>
                    <a:pt x="540963" y="48880"/>
                  </a:lnTo>
                  <a:lnTo>
                    <a:pt x="499443" y="28122"/>
                  </a:lnTo>
                  <a:lnTo>
                    <a:pt x="455097" y="12777"/>
                  </a:lnTo>
                  <a:lnTo>
                    <a:pt x="408359" y="3264"/>
                  </a:lnTo>
                  <a:lnTo>
                    <a:pt x="359663" y="0"/>
                  </a:lnTo>
                  <a:lnTo>
                    <a:pt x="310648" y="3264"/>
                  </a:lnTo>
                  <a:lnTo>
                    <a:pt x="263701" y="12777"/>
                  </a:lnTo>
                  <a:lnTo>
                    <a:pt x="219241" y="28122"/>
                  </a:lnTo>
                  <a:lnTo>
                    <a:pt x="177687" y="48880"/>
                  </a:lnTo>
                  <a:lnTo>
                    <a:pt x="139455" y="74634"/>
                  </a:lnTo>
                  <a:lnTo>
                    <a:pt x="104965" y="104965"/>
                  </a:lnTo>
                  <a:lnTo>
                    <a:pt x="74634" y="139455"/>
                  </a:lnTo>
                  <a:lnTo>
                    <a:pt x="48880" y="177687"/>
                  </a:lnTo>
                  <a:lnTo>
                    <a:pt x="28122" y="219241"/>
                  </a:lnTo>
                  <a:lnTo>
                    <a:pt x="12777" y="263701"/>
                  </a:lnTo>
                  <a:lnTo>
                    <a:pt x="3264" y="310648"/>
                  </a:lnTo>
                  <a:lnTo>
                    <a:pt x="0" y="359663"/>
                  </a:lnTo>
                  <a:lnTo>
                    <a:pt x="3264" y="408709"/>
                  </a:lnTo>
                  <a:lnTo>
                    <a:pt x="12777" y="455739"/>
                  </a:lnTo>
                  <a:lnTo>
                    <a:pt x="28122" y="500324"/>
                  </a:lnTo>
                  <a:lnTo>
                    <a:pt x="48880" y="542035"/>
                  </a:lnTo>
                  <a:lnTo>
                    <a:pt x="74634" y="580445"/>
                  </a:lnTo>
                  <a:lnTo>
                    <a:pt x="104965" y="615124"/>
                  </a:lnTo>
                  <a:lnTo>
                    <a:pt x="139455" y="645644"/>
                  </a:lnTo>
                  <a:lnTo>
                    <a:pt x="177687" y="671575"/>
                  </a:lnTo>
                  <a:lnTo>
                    <a:pt x="219241" y="692491"/>
                  </a:lnTo>
                  <a:lnTo>
                    <a:pt x="263701" y="707961"/>
                  </a:lnTo>
                  <a:lnTo>
                    <a:pt x="31064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06290" y="4997196"/>
              <a:ext cx="728980" cy="731520"/>
            </a:xfrm>
            <a:custGeom>
              <a:avLst/>
              <a:gdLst/>
              <a:ahLst/>
              <a:cxnLst/>
              <a:rect l="l" t="t" r="r" b="b"/>
              <a:pathLst>
                <a:path w="728979" h="731520">
                  <a:moveTo>
                    <a:pt x="728472" y="365760"/>
                  </a:moveTo>
                  <a:lnTo>
                    <a:pt x="723900" y="310896"/>
                  </a:lnTo>
                  <a:lnTo>
                    <a:pt x="711708" y="257556"/>
                  </a:lnTo>
                  <a:lnTo>
                    <a:pt x="691896" y="207264"/>
                  </a:lnTo>
                  <a:lnTo>
                    <a:pt x="665988" y="161544"/>
                  </a:lnTo>
                  <a:lnTo>
                    <a:pt x="633984" y="120396"/>
                  </a:lnTo>
                  <a:lnTo>
                    <a:pt x="608076" y="96012"/>
                  </a:lnTo>
                  <a:lnTo>
                    <a:pt x="595884" y="83820"/>
                  </a:lnTo>
                  <a:lnTo>
                    <a:pt x="553212" y="53340"/>
                  </a:lnTo>
                  <a:lnTo>
                    <a:pt x="521208" y="36576"/>
                  </a:lnTo>
                  <a:lnTo>
                    <a:pt x="505968" y="28956"/>
                  </a:lnTo>
                  <a:lnTo>
                    <a:pt x="472440" y="16764"/>
                  </a:lnTo>
                  <a:lnTo>
                    <a:pt x="454152" y="12192"/>
                  </a:lnTo>
                  <a:lnTo>
                    <a:pt x="437388" y="7620"/>
                  </a:lnTo>
                  <a:lnTo>
                    <a:pt x="419100" y="4572"/>
                  </a:lnTo>
                  <a:lnTo>
                    <a:pt x="364236" y="0"/>
                  </a:lnTo>
                  <a:lnTo>
                    <a:pt x="345948" y="1406"/>
                  </a:lnTo>
                  <a:lnTo>
                    <a:pt x="307848" y="4572"/>
                  </a:lnTo>
                  <a:lnTo>
                    <a:pt x="256032" y="16764"/>
                  </a:lnTo>
                  <a:lnTo>
                    <a:pt x="205740" y="36576"/>
                  </a:lnTo>
                  <a:lnTo>
                    <a:pt x="160020" y="62484"/>
                  </a:lnTo>
                  <a:lnTo>
                    <a:pt x="118872" y="96012"/>
                  </a:lnTo>
                  <a:lnTo>
                    <a:pt x="82296" y="134112"/>
                  </a:lnTo>
                  <a:lnTo>
                    <a:pt x="42672" y="192024"/>
                  </a:lnTo>
                  <a:lnTo>
                    <a:pt x="15240" y="257556"/>
                  </a:lnTo>
                  <a:lnTo>
                    <a:pt x="3048" y="310896"/>
                  </a:lnTo>
                  <a:lnTo>
                    <a:pt x="0" y="347472"/>
                  </a:lnTo>
                  <a:lnTo>
                    <a:pt x="0" y="384048"/>
                  </a:lnTo>
                  <a:lnTo>
                    <a:pt x="3048" y="422148"/>
                  </a:lnTo>
                  <a:lnTo>
                    <a:pt x="7620" y="438912"/>
                  </a:lnTo>
                  <a:lnTo>
                    <a:pt x="9144" y="448056"/>
                  </a:lnTo>
                  <a:lnTo>
                    <a:pt x="9144" y="347472"/>
                  </a:lnTo>
                  <a:lnTo>
                    <a:pt x="10668" y="329184"/>
                  </a:lnTo>
                  <a:lnTo>
                    <a:pt x="13716" y="312420"/>
                  </a:lnTo>
                  <a:lnTo>
                    <a:pt x="16764" y="294132"/>
                  </a:lnTo>
                  <a:lnTo>
                    <a:pt x="36576" y="227076"/>
                  </a:lnTo>
                  <a:lnTo>
                    <a:pt x="60960" y="181356"/>
                  </a:lnTo>
                  <a:lnTo>
                    <a:pt x="70104" y="167640"/>
                  </a:lnTo>
                  <a:lnTo>
                    <a:pt x="79248" y="152400"/>
                  </a:lnTo>
                  <a:lnTo>
                    <a:pt x="89916" y="140208"/>
                  </a:lnTo>
                  <a:lnTo>
                    <a:pt x="100584" y="126492"/>
                  </a:lnTo>
                  <a:lnTo>
                    <a:pt x="124968" y="102108"/>
                  </a:lnTo>
                  <a:lnTo>
                    <a:pt x="152400" y="80772"/>
                  </a:lnTo>
                  <a:lnTo>
                    <a:pt x="166116" y="71628"/>
                  </a:lnTo>
                  <a:lnTo>
                    <a:pt x="179832" y="60960"/>
                  </a:lnTo>
                  <a:lnTo>
                    <a:pt x="225552" y="38100"/>
                  </a:lnTo>
                  <a:lnTo>
                    <a:pt x="292608" y="16764"/>
                  </a:lnTo>
                  <a:lnTo>
                    <a:pt x="344424" y="10795"/>
                  </a:lnTo>
                  <a:lnTo>
                    <a:pt x="382524" y="10668"/>
                  </a:lnTo>
                  <a:lnTo>
                    <a:pt x="399288" y="12065"/>
                  </a:lnTo>
                  <a:lnTo>
                    <a:pt x="469392" y="25908"/>
                  </a:lnTo>
                  <a:lnTo>
                    <a:pt x="518160" y="45720"/>
                  </a:lnTo>
                  <a:lnTo>
                    <a:pt x="576072" y="80772"/>
                  </a:lnTo>
                  <a:lnTo>
                    <a:pt x="626364" y="126492"/>
                  </a:lnTo>
                  <a:lnTo>
                    <a:pt x="658368" y="167640"/>
                  </a:lnTo>
                  <a:lnTo>
                    <a:pt x="675132" y="196596"/>
                  </a:lnTo>
                  <a:lnTo>
                    <a:pt x="684276" y="211836"/>
                  </a:lnTo>
                  <a:lnTo>
                    <a:pt x="702564" y="260604"/>
                  </a:lnTo>
                  <a:lnTo>
                    <a:pt x="714756" y="312420"/>
                  </a:lnTo>
                  <a:lnTo>
                    <a:pt x="719328" y="365760"/>
                  </a:lnTo>
                  <a:lnTo>
                    <a:pt x="719328" y="445008"/>
                  </a:lnTo>
                  <a:lnTo>
                    <a:pt x="720852" y="438912"/>
                  </a:lnTo>
                  <a:lnTo>
                    <a:pt x="723900" y="420624"/>
                  </a:lnTo>
                  <a:lnTo>
                    <a:pt x="726948" y="403860"/>
                  </a:lnTo>
                  <a:lnTo>
                    <a:pt x="726948" y="384048"/>
                  </a:lnTo>
                  <a:lnTo>
                    <a:pt x="728472" y="365760"/>
                  </a:lnTo>
                  <a:close/>
                </a:path>
                <a:path w="728979" h="731520">
                  <a:moveTo>
                    <a:pt x="719328" y="445008"/>
                  </a:moveTo>
                  <a:lnTo>
                    <a:pt x="719328" y="365760"/>
                  </a:lnTo>
                  <a:lnTo>
                    <a:pt x="714756" y="420624"/>
                  </a:lnTo>
                  <a:lnTo>
                    <a:pt x="711708" y="437388"/>
                  </a:lnTo>
                  <a:lnTo>
                    <a:pt x="707136" y="454152"/>
                  </a:lnTo>
                  <a:lnTo>
                    <a:pt x="702564" y="472440"/>
                  </a:lnTo>
                  <a:lnTo>
                    <a:pt x="696468" y="487680"/>
                  </a:lnTo>
                  <a:lnTo>
                    <a:pt x="690372" y="504444"/>
                  </a:lnTo>
                  <a:lnTo>
                    <a:pt x="684276" y="519684"/>
                  </a:lnTo>
                  <a:lnTo>
                    <a:pt x="675132" y="534924"/>
                  </a:lnTo>
                  <a:lnTo>
                    <a:pt x="667512" y="550164"/>
                  </a:lnTo>
                  <a:lnTo>
                    <a:pt x="637032" y="592836"/>
                  </a:lnTo>
                  <a:lnTo>
                    <a:pt x="601980" y="629412"/>
                  </a:lnTo>
                  <a:lnTo>
                    <a:pt x="562356" y="661416"/>
                  </a:lnTo>
                  <a:lnTo>
                    <a:pt x="518160" y="685800"/>
                  </a:lnTo>
                  <a:lnTo>
                    <a:pt x="469392" y="705612"/>
                  </a:lnTo>
                  <a:lnTo>
                    <a:pt x="417576" y="717804"/>
                  </a:lnTo>
                  <a:lnTo>
                    <a:pt x="400812" y="719201"/>
                  </a:lnTo>
                  <a:lnTo>
                    <a:pt x="382524" y="720852"/>
                  </a:lnTo>
                  <a:lnTo>
                    <a:pt x="344424" y="720725"/>
                  </a:lnTo>
                  <a:lnTo>
                    <a:pt x="292608" y="714756"/>
                  </a:lnTo>
                  <a:lnTo>
                    <a:pt x="242316" y="699516"/>
                  </a:lnTo>
                  <a:lnTo>
                    <a:pt x="225552" y="693420"/>
                  </a:lnTo>
                  <a:lnTo>
                    <a:pt x="179832" y="670560"/>
                  </a:lnTo>
                  <a:lnTo>
                    <a:pt x="166116" y="661416"/>
                  </a:lnTo>
                  <a:lnTo>
                    <a:pt x="150876" y="650748"/>
                  </a:lnTo>
                  <a:lnTo>
                    <a:pt x="138684" y="640080"/>
                  </a:lnTo>
                  <a:lnTo>
                    <a:pt x="124968" y="629412"/>
                  </a:lnTo>
                  <a:lnTo>
                    <a:pt x="100584" y="605028"/>
                  </a:lnTo>
                  <a:lnTo>
                    <a:pt x="89916" y="591312"/>
                  </a:lnTo>
                  <a:lnTo>
                    <a:pt x="79248" y="579120"/>
                  </a:lnTo>
                  <a:lnTo>
                    <a:pt x="70104" y="563880"/>
                  </a:lnTo>
                  <a:lnTo>
                    <a:pt x="60960" y="550164"/>
                  </a:lnTo>
                  <a:lnTo>
                    <a:pt x="51816" y="534924"/>
                  </a:lnTo>
                  <a:lnTo>
                    <a:pt x="24384" y="470916"/>
                  </a:lnTo>
                  <a:lnTo>
                    <a:pt x="13716" y="420624"/>
                  </a:lnTo>
                  <a:lnTo>
                    <a:pt x="9144" y="384048"/>
                  </a:lnTo>
                  <a:lnTo>
                    <a:pt x="9144" y="448056"/>
                  </a:lnTo>
                  <a:lnTo>
                    <a:pt x="27432" y="507492"/>
                  </a:lnTo>
                  <a:lnTo>
                    <a:pt x="44196" y="539496"/>
                  </a:lnTo>
                  <a:lnTo>
                    <a:pt x="51816" y="554736"/>
                  </a:lnTo>
                  <a:lnTo>
                    <a:pt x="62484" y="569976"/>
                  </a:lnTo>
                  <a:lnTo>
                    <a:pt x="71628" y="583692"/>
                  </a:lnTo>
                  <a:lnTo>
                    <a:pt x="82296" y="598932"/>
                  </a:lnTo>
                  <a:lnTo>
                    <a:pt x="94488" y="611124"/>
                  </a:lnTo>
                  <a:lnTo>
                    <a:pt x="106680" y="624840"/>
                  </a:lnTo>
                  <a:lnTo>
                    <a:pt x="118872" y="635508"/>
                  </a:lnTo>
                  <a:lnTo>
                    <a:pt x="160020" y="669036"/>
                  </a:lnTo>
                  <a:lnTo>
                    <a:pt x="205740" y="694944"/>
                  </a:lnTo>
                  <a:lnTo>
                    <a:pt x="256032" y="714756"/>
                  </a:lnTo>
                  <a:lnTo>
                    <a:pt x="307848" y="726948"/>
                  </a:lnTo>
                  <a:lnTo>
                    <a:pt x="364236" y="731520"/>
                  </a:lnTo>
                  <a:lnTo>
                    <a:pt x="417576" y="727075"/>
                  </a:lnTo>
                  <a:lnTo>
                    <a:pt x="419100" y="726948"/>
                  </a:lnTo>
                  <a:lnTo>
                    <a:pt x="437388" y="723900"/>
                  </a:lnTo>
                  <a:lnTo>
                    <a:pt x="454152" y="719328"/>
                  </a:lnTo>
                  <a:lnTo>
                    <a:pt x="472440" y="714756"/>
                  </a:lnTo>
                  <a:lnTo>
                    <a:pt x="505968" y="702564"/>
                  </a:lnTo>
                  <a:lnTo>
                    <a:pt x="521208" y="694944"/>
                  </a:lnTo>
                  <a:lnTo>
                    <a:pt x="537972" y="687324"/>
                  </a:lnTo>
                  <a:lnTo>
                    <a:pt x="582168" y="658368"/>
                  </a:lnTo>
                  <a:lnTo>
                    <a:pt x="608076" y="635508"/>
                  </a:lnTo>
                  <a:lnTo>
                    <a:pt x="621792" y="623316"/>
                  </a:lnTo>
                  <a:lnTo>
                    <a:pt x="665988" y="569976"/>
                  </a:lnTo>
                  <a:lnTo>
                    <a:pt x="691896" y="524256"/>
                  </a:lnTo>
                  <a:lnTo>
                    <a:pt x="711708" y="473964"/>
                  </a:lnTo>
                  <a:lnTo>
                    <a:pt x="716280" y="457200"/>
                  </a:lnTo>
                  <a:lnTo>
                    <a:pt x="719328" y="44500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10861" y="6335267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4" h="719454">
                  <a:moveTo>
                    <a:pt x="719327" y="359663"/>
                  </a:moveTo>
                  <a:lnTo>
                    <a:pt x="716034" y="310648"/>
                  </a:lnTo>
                  <a:lnTo>
                    <a:pt x="706444" y="263701"/>
                  </a:lnTo>
                  <a:lnTo>
                    <a:pt x="690991" y="219241"/>
                  </a:lnTo>
                  <a:lnTo>
                    <a:pt x="670108" y="177687"/>
                  </a:lnTo>
                  <a:lnTo>
                    <a:pt x="644230" y="139455"/>
                  </a:lnTo>
                  <a:lnTo>
                    <a:pt x="613790" y="104965"/>
                  </a:lnTo>
                  <a:lnTo>
                    <a:pt x="579224" y="74634"/>
                  </a:lnTo>
                  <a:lnTo>
                    <a:pt x="540963" y="48880"/>
                  </a:lnTo>
                  <a:lnTo>
                    <a:pt x="499443" y="28122"/>
                  </a:lnTo>
                  <a:lnTo>
                    <a:pt x="455097" y="12777"/>
                  </a:lnTo>
                  <a:lnTo>
                    <a:pt x="408359" y="3264"/>
                  </a:lnTo>
                  <a:lnTo>
                    <a:pt x="359663" y="0"/>
                  </a:lnTo>
                  <a:lnTo>
                    <a:pt x="310648" y="3264"/>
                  </a:lnTo>
                  <a:lnTo>
                    <a:pt x="263701" y="12777"/>
                  </a:lnTo>
                  <a:lnTo>
                    <a:pt x="219241" y="28122"/>
                  </a:lnTo>
                  <a:lnTo>
                    <a:pt x="177687" y="48880"/>
                  </a:lnTo>
                  <a:lnTo>
                    <a:pt x="139455" y="74634"/>
                  </a:lnTo>
                  <a:lnTo>
                    <a:pt x="104965" y="104965"/>
                  </a:lnTo>
                  <a:lnTo>
                    <a:pt x="74634" y="139455"/>
                  </a:lnTo>
                  <a:lnTo>
                    <a:pt x="48880" y="177687"/>
                  </a:lnTo>
                  <a:lnTo>
                    <a:pt x="28122" y="219241"/>
                  </a:lnTo>
                  <a:lnTo>
                    <a:pt x="12777" y="263701"/>
                  </a:lnTo>
                  <a:lnTo>
                    <a:pt x="3264" y="310648"/>
                  </a:lnTo>
                  <a:lnTo>
                    <a:pt x="0" y="359663"/>
                  </a:lnTo>
                  <a:lnTo>
                    <a:pt x="3264" y="408679"/>
                  </a:lnTo>
                  <a:lnTo>
                    <a:pt x="12777" y="455626"/>
                  </a:lnTo>
                  <a:lnTo>
                    <a:pt x="28122" y="500086"/>
                  </a:lnTo>
                  <a:lnTo>
                    <a:pt x="48880" y="541640"/>
                  </a:lnTo>
                  <a:lnTo>
                    <a:pt x="74634" y="579872"/>
                  </a:lnTo>
                  <a:lnTo>
                    <a:pt x="104965" y="614362"/>
                  </a:lnTo>
                  <a:lnTo>
                    <a:pt x="139455" y="644693"/>
                  </a:lnTo>
                  <a:lnTo>
                    <a:pt x="177687" y="670447"/>
                  </a:lnTo>
                  <a:lnTo>
                    <a:pt x="219241" y="691205"/>
                  </a:lnTo>
                  <a:lnTo>
                    <a:pt x="263701" y="706550"/>
                  </a:lnTo>
                  <a:lnTo>
                    <a:pt x="310648" y="716063"/>
                  </a:lnTo>
                  <a:lnTo>
                    <a:pt x="359663" y="719327"/>
                  </a:lnTo>
                  <a:lnTo>
                    <a:pt x="408359" y="716063"/>
                  </a:lnTo>
                  <a:lnTo>
                    <a:pt x="455097" y="706550"/>
                  </a:lnTo>
                  <a:lnTo>
                    <a:pt x="499443" y="691205"/>
                  </a:lnTo>
                  <a:lnTo>
                    <a:pt x="540963" y="670447"/>
                  </a:lnTo>
                  <a:lnTo>
                    <a:pt x="579224" y="644693"/>
                  </a:lnTo>
                  <a:lnTo>
                    <a:pt x="613790" y="614362"/>
                  </a:lnTo>
                  <a:lnTo>
                    <a:pt x="644230" y="579872"/>
                  </a:lnTo>
                  <a:lnTo>
                    <a:pt x="670108" y="541640"/>
                  </a:lnTo>
                  <a:lnTo>
                    <a:pt x="690991" y="500086"/>
                  </a:lnTo>
                  <a:lnTo>
                    <a:pt x="706444" y="455626"/>
                  </a:lnTo>
                  <a:lnTo>
                    <a:pt x="716034" y="40867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106290" y="6329172"/>
              <a:ext cx="728980" cy="731520"/>
            </a:xfrm>
            <a:custGeom>
              <a:avLst/>
              <a:gdLst/>
              <a:ahLst/>
              <a:cxnLst/>
              <a:rect l="l" t="t" r="r" b="b"/>
              <a:pathLst>
                <a:path w="728979" h="731520">
                  <a:moveTo>
                    <a:pt x="728472" y="365760"/>
                  </a:moveTo>
                  <a:lnTo>
                    <a:pt x="725424" y="327660"/>
                  </a:lnTo>
                  <a:lnTo>
                    <a:pt x="716280" y="274320"/>
                  </a:lnTo>
                  <a:lnTo>
                    <a:pt x="699516" y="224028"/>
                  </a:lnTo>
                  <a:lnTo>
                    <a:pt x="665988" y="161544"/>
                  </a:lnTo>
                  <a:lnTo>
                    <a:pt x="633984" y="120396"/>
                  </a:lnTo>
                  <a:lnTo>
                    <a:pt x="608076" y="96012"/>
                  </a:lnTo>
                  <a:lnTo>
                    <a:pt x="595884" y="83820"/>
                  </a:lnTo>
                  <a:lnTo>
                    <a:pt x="553212" y="53340"/>
                  </a:lnTo>
                  <a:lnTo>
                    <a:pt x="521208" y="36576"/>
                  </a:lnTo>
                  <a:lnTo>
                    <a:pt x="505968" y="28956"/>
                  </a:lnTo>
                  <a:lnTo>
                    <a:pt x="472440" y="16764"/>
                  </a:lnTo>
                  <a:lnTo>
                    <a:pt x="454152" y="12192"/>
                  </a:lnTo>
                  <a:lnTo>
                    <a:pt x="437388" y="7620"/>
                  </a:lnTo>
                  <a:lnTo>
                    <a:pt x="419100" y="4572"/>
                  </a:lnTo>
                  <a:lnTo>
                    <a:pt x="364236" y="0"/>
                  </a:lnTo>
                  <a:lnTo>
                    <a:pt x="345948" y="1406"/>
                  </a:lnTo>
                  <a:lnTo>
                    <a:pt x="307848" y="4572"/>
                  </a:lnTo>
                  <a:lnTo>
                    <a:pt x="256032" y="16764"/>
                  </a:lnTo>
                  <a:lnTo>
                    <a:pt x="205740" y="36576"/>
                  </a:lnTo>
                  <a:lnTo>
                    <a:pt x="160020" y="62484"/>
                  </a:lnTo>
                  <a:lnTo>
                    <a:pt x="118872" y="96012"/>
                  </a:lnTo>
                  <a:lnTo>
                    <a:pt x="82296" y="134112"/>
                  </a:lnTo>
                  <a:lnTo>
                    <a:pt x="42672" y="192024"/>
                  </a:lnTo>
                  <a:lnTo>
                    <a:pt x="15240" y="257556"/>
                  </a:lnTo>
                  <a:lnTo>
                    <a:pt x="3048" y="310896"/>
                  </a:lnTo>
                  <a:lnTo>
                    <a:pt x="0" y="347472"/>
                  </a:lnTo>
                  <a:lnTo>
                    <a:pt x="0" y="384048"/>
                  </a:lnTo>
                  <a:lnTo>
                    <a:pt x="3048" y="422148"/>
                  </a:lnTo>
                  <a:lnTo>
                    <a:pt x="7620" y="438912"/>
                  </a:lnTo>
                  <a:lnTo>
                    <a:pt x="9144" y="448056"/>
                  </a:lnTo>
                  <a:lnTo>
                    <a:pt x="9144" y="347472"/>
                  </a:lnTo>
                  <a:lnTo>
                    <a:pt x="10668" y="329184"/>
                  </a:lnTo>
                  <a:lnTo>
                    <a:pt x="19812" y="277368"/>
                  </a:lnTo>
                  <a:lnTo>
                    <a:pt x="36576" y="227076"/>
                  </a:lnTo>
                  <a:lnTo>
                    <a:pt x="70104" y="166116"/>
                  </a:lnTo>
                  <a:lnTo>
                    <a:pt x="89916" y="140208"/>
                  </a:lnTo>
                  <a:lnTo>
                    <a:pt x="100584" y="126492"/>
                  </a:lnTo>
                  <a:lnTo>
                    <a:pt x="166116" y="70104"/>
                  </a:lnTo>
                  <a:lnTo>
                    <a:pt x="225552" y="38100"/>
                  </a:lnTo>
                  <a:lnTo>
                    <a:pt x="292608" y="16764"/>
                  </a:lnTo>
                  <a:lnTo>
                    <a:pt x="344424" y="10795"/>
                  </a:lnTo>
                  <a:lnTo>
                    <a:pt x="382524" y="10668"/>
                  </a:lnTo>
                  <a:lnTo>
                    <a:pt x="399288" y="12065"/>
                  </a:lnTo>
                  <a:lnTo>
                    <a:pt x="469392" y="25908"/>
                  </a:lnTo>
                  <a:lnTo>
                    <a:pt x="518160" y="45720"/>
                  </a:lnTo>
                  <a:lnTo>
                    <a:pt x="576072" y="80772"/>
                  </a:lnTo>
                  <a:lnTo>
                    <a:pt x="626364" y="126492"/>
                  </a:lnTo>
                  <a:lnTo>
                    <a:pt x="637032" y="140208"/>
                  </a:lnTo>
                  <a:lnTo>
                    <a:pt x="647700" y="152400"/>
                  </a:lnTo>
                  <a:lnTo>
                    <a:pt x="658368" y="167640"/>
                  </a:lnTo>
                  <a:lnTo>
                    <a:pt x="667512" y="181356"/>
                  </a:lnTo>
                  <a:lnTo>
                    <a:pt x="675132" y="196596"/>
                  </a:lnTo>
                  <a:lnTo>
                    <a:pt x="684276" y="211836"/>
                  </a:lnTo>
                  <a:lnTo>
                    <a:pt x="702564" y="260604"/>
                  </a:lnTo>
                  <a:lnTo>
                    <a:pt x="714756" y="312420"/>
                  </a:lnTo>
                  <a:lnTo>
                    <a:pt x="719328" y="365760"/>
                  </a:lnTo>
                  <a:lnTo>
                    <a:pt x="719328" y="445008"/>
                  </a:lnTo>
                  <a:lnTo>
                    <a:pt x="720852" y="438912"/>
                  </a:lnTo>
                  <a:lnTo>
                    <a:pt x="726948" y="402336"/>
                  </a:lnTo>
                  <a:lnTo>
                    <a:pt x="726948" y="384048"/>
                  </a:lnTo>
                  <a:lnTo>
                    <a:pt x="728472" y="365760"/>
                  </a:lnTo>
                  <a:close/>
                </a:path>
                <a:path w="728979" h="731520">
                  <a:moveTo>
                    <a:pt x="719328" y="445008"/>
                  </a:moveTo>
                  <a:lnTo>
                    <a:pt x="719328" y="365760"/>
                  </a:lnTo>
                  <a:lnTo>
                    <a:pt x="714756" y="420624"/>
                  </a:lnTo>
                  <a:lnTo>
                    <a:pt x="711708" y="437388"/>
                  </a:lnTo>
                  <a:lnTo>
                    <a:pt x="707136" y="454152"/>
                  </a:lnTo>
                  <a:lnTo>
                    <a:pt x="702564" y="472440"/>
                  </a:lnTo>
                  <a:lnTo>
                    <a:pt x="696468" y="487680"/>
                  </a:lnTo>
                  <a:lnTo>
                    <a:pt x="690372" y="504444"/>
                  </a:lnTo>
                  <a:lnTo>
                    <a:pt x="684276" y="519684"/>
                  </a:lnTo>
                  <a:lnTo>
                    <a:pt x="675132" y="534924"/>
                  </a:lnTo>
                  <a:lnTo>
                    <a:pt x="667512" y="550164"/>
                  </a:lnTo>
                  <a:lnTo>
                    <a:pt x="637032" y="592836"/>
                  </a:lnTo>
                  <a:lnTo>
                    <a:pt x="601980" y="629412"/>
                  </a:lnTo>
                  <a:lnTo>
                    <a:pt x="562356" y="661416"/>
                  </a:lnTo>
                  <a:lnTo>
                    <a:pt x="518160" y="685800"/>
                  </a:lnTo>
                  <a:lnTo>
                    <a:pt x="469392" y="705612"/>
                  </a:lnTo>
                  <a:lnTo>
                    <a:pt x="417576" y="717804"/>
                  </a:lnTo>
                  <a:lnTo>
                    <a:pt x="400812" y="719201"/>
                  </a:lnTo>
                  <a:lnTo>
                    <a:pt x="382524" y="720852"/>
                  </a:lnTo>
                  <a:lnTo>
                    <a:pt x="344424" y="720725"/>
                  </a:lnTo>
                  <a:lnTo>
                    <a:pt x="292608" y="714756"/>
                  </a:lnTo>
                  <a:lnTo>
                    <a:pt x="242316" y="699516"/>
                  </a:lnTo>
                  <a:lnTo>
                    <a:pt x="225552" y="693420"/>
                  </a:lnTo>
                  <a:lnTo>
                    <a:pt x="179832" y="670560"/>
                  </a:lnTo>
                  <a:lnTo>
                    <a:pt x="166116" y="659892"/>
                  </a:lnTo>
                  <a:lnTo>
                    <a:pt x="150876" y="650748"/>
                  </a:lnTo>
                  <a:lnTo>
                    <a:pt x="138684" y="640080"/>
                  </a:lnTo>
                  <a:lnTo>
                    <a:pt x="124968" y="629412"/>
                  </a:lnTo>
                  <a:lnTo>
                    <a:pt x="100584" y="605028"/>
                  </a:lnTo>
                  <a:lnTo>
                    <a:pt x="89916" y="591312"/>
                  </a:lnTo>
                  <a:lnTo>
                    <a:pt x="79248" y="579120"/>
                  </a:lnTo>
                  <a:lnTo>
                    <a:pt x="70104" y="563880"/>
                  </a:lnTo>
                  <a:lnTo>
                    <a:pt x="36576" y="504444"/>
                  </a:lnTo>
                  <a:lnTo>
                    <a:pt x="19812" y="454152"/>
                  </a:lnTo>
                  <a:lnTo>
                    <a:pt x="10668" y="402336"/>
                  </a:lnTo>
                  <a:lnTo>
                    <a:pt x="9144" y="384048"/>
                  </a:lnTo>
                  <a:lnTo>
                    <a:pt x="9144" y="448056"/>
                  </a:lnTo>
                  <a:lnTo>
                    <a:pt x="27432" y="507492"/>
                  </a:lnTo>
                  <a:lnTo>
                    <a:pt x="44196" y="539496"/>
                  </a:lnTo>
                  <a:lnTo>
                    <a:pt x="51816" y="554736"/>
                  </a:lnTo>
                  <a:lnTo>
                    <a:pt x="62484" y="569976"/>
                  </a:lnTo>
                  <a:lnTo>
                    <a:pt x="71628" y="583692"/>
                  </a:lnTo>
                  <a:lnTo>
                    <a:pt x="82296" y="597408"/>
                  </a:lnTo>
                  <a:lnTo>
                    <a:pt x="106680" y="624840"/>
                  </a:lnTo>
                  <a:lnTo>
                    <a:pt x="118872" y="635508"/>
                  </a:lnTo>
                  <a:lnTo>
                    <a:pt x="132588" y="647700"/>
                  </a:lnTo>
                  <a:lnTo>
                    <a:pt x="190500" y="687324"/>
                  </a:lnTo>
                  <a:lnTo>
                    <a:pt x="256032" y="714756"/>
                  </a:lnTo>
                  <a:lnTo>
                    <a:pt x="307848" y="726948"/>
                  </a:lnTo>
                  <a:lnTo>
                    <a:pt x="364236" y="731520"/>
                  </a:lnTo>
                  <a:lnTo>
                    <a:pt x="417576" y="727075"/>
                  </a:lnTo>
                  <a:lnTo>
                    <a:pt x="419100" y="726948"/>
                  </a:lnTo>
                  <a:lnTo>
                    <a:pt x="437388" y="723900"/>
                  </a:lnTo>
                  <a:lnTo>
                    <a:pt x="454152" y="719328"/>
                  </a:lnTo>
                  <a:lnTo>
                    <a:pt x="472440" y="714756"/>
                  </a:lnTo>
                  <a:lnTo>
                    <a:pt x="505968" y="702564"/>
                  </a:lnTo>
                  <a:lnTo>
                    <a:pt x="521208" y="694944"/>
                  </a:lnTo>
                  <a:lnTo>
                    <a:pt x="537972" y="687324"/>
                  </a:lnTo>
                  <a:lnTo>
                    <a:pt x="582168" y="658368"/>
                  </a:lnTo>
                  <a:lnTo>
                    <a:pt x="608076" y="635508"/>
                  </a:lnTo>
                  <a:lnTo>
                    <a:pt x="621792" y="623316"/>
                  </a:lnTo>
                  <a:lnTo>
                    <a:pt x="665988" y="569976"/>
                  </a:lnTo>
                  <a:lnTo>
                    <a:pt x="691896" y="524256"/>
                  </a:lnTo>
                  <a:lnTo>
                    <a:pt x="711708" y="473964"/>
                  </a:lnTo>
                  <a:lnTo>
                    <a:pt x="716280" y="457200"/>
                  </a:lnTo>
                  <a:lnTo>
                    <a:pt x="719328" y="44500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804035" y="5146037"/>
            <a:ext cx="1838325" cy="176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3880">
              <a:lnSpc>
                <a:spcPct val="100000"/>
              </a:lnSpc>
              <a:spcBef>
                <a:spcPts val="100"/>
              </a:spcBef>
              <a:tabLst>
                <a:tab pos="1153795" algn="l"/>
              </a:tabLst>
            </a:pP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009900"/>
                </a:solidFill>
                <a:latin typeface="Arial MT"/>
                <a:cs typeface="Arial MT"/>
              </a:rPr>
              <a:t>+Q/2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700"/>
              </a:spcBef>
              <a:tabLst>
                <a:tab pos="332105" algn="l"/>
              </a:tabLst>
            </a:pPr>
            <a:r>
              <a:rPr sz="1800" spc="-50" dirty="0">
                <a:latin typeface="Arial MT"/>
                <a:cs typeface="Arial MT"/>
              </a:rPr>
              <a:t>F</a:t>
            </a:r>
            <a:r>
              <a:rPr sz="1800" dirty="0">
                <a:latin typeface="Arial MT"/>
                <a:cs typeface="Arial MT"/>
              </a:rPr>
              <a:t>	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800">
              <a:latin typeface="Arial MT"/>
              <a:cs typeface="Arial MT"/>
            </a:endParaRPr>
          </a:p>
          <a:p>
            <a:pPr marL="563880">
              <a:lnSpc>
                <a:spcPct val="100000"/>
              </a:lnSpc>
              <a:tabLst>
                <a:tab pos="1116965" algn="l"/>
              </a:tabLst>
            </a:pPr>
            <a:r>
              <a:rPr sz="2400" spc="-5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3600" baseline="2314" dirty="0">
                <a:solidFill>
                  <a:srgbClr val="009900"/>
                </a:solidFill>
                <a:latin typeface="Arial MT"/>
                <a:cs typeface="Arial MT"/>
              </a:rPr>
              <a:t>q</a:t>
            </a:r>
            <a:r>
              <a:rPr sz="3600" spc="-15" baseline="2314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3600" baseline="2314" dirty="0">
                <a:solidFill>
                  <a:srgbClr val="009900"/>
                </a:solidFill>
                <a:latin typeface="Arial MT"/>
                <a:cs typeface="Arial MT"/>
              </a:rPr>
              <a:t>=</a:t>
            </a:r>
            <a:r>
              <a:rPr sz="3600" spc="-15" baseline="2314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3600" spc="-75" baseline="2314" dirty="0">
                <a:solidFill>
                  <a:srgbClr val="009900"/>
                </a:solidFill>
                <a:latin typeface="Arial MT"/>
                <a:cs typeface="Arial MT"/>
              </a:rPr>
              <a:t>0</a:t>
            </a:r>
            <a:endParaRPr sz="3600" baseline="2314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52381" y="1048512"/>
            <a:ext cx="8789035" cy="3649979"/>
          </a:xfrm>
          <a:custGeom>
            <a:avLst/>
            <a:gdLst/>
            <a:ahLst/>
            <a:cxnLst/>
            <a:rect l="l" t="t" r="r" b="b"/>
            <a:pathLst>
              <a:path w="8789035" h="3649979">
                <a:moveTo>
                  <a:pt x="8788905" y="3649980"/>
                </a:moveTo>
                <a:lnTo>
                  <a:pt x="8788905" y="0"/>
                </a:lnTo>
                <a:lnTo>
                  <a:pt x="0" y="0"/>
                </a:lnTo>
                <a:lnTo>
                  <a:pt x="0" y="3649980"/>
                </a:lnTo>
                <a:lnTo>
                  <a:pt x="4572" y="3649980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8779761" y="9144"/>
                </a:lnTo>
                <a:lnTo>
                  <a:pt x="8779761" y="4572"/>
                </a:lnTo>
                <a:lnTo>
                  <a:pt x="8784333" y="9144"/>
                </a:lnTo>
                <a:lnTo>
                  <a:pt x="8784333" y="3649980"/>
                </a:lnTo>
                <a:lnTo>
                  <a:pt x="8788905" y="3649980"/>
                </a:lnTo>
                <a:close/>
              </a:path>
              <a:path w="8789035" h="3649979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8789035" h="3649979">
                <a:moveTo>
                  <a:pt x="9144" y="3639312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3639312"/>
                </a:lnTo>
                <a:lnTo>
                  <a:pt x="9144" y="3639312"/>
                </a:lnTo>
                <a:close/>
              </a:path>
              <a:path w="8789035" h="3649979">
                <a:moveTo>
                  <a:pt x="8784333" y="3639312"/>
                </a:moveTo>
                <a:lnTo>
                  <a:pt x="4572" y="3639312"/>
                </a:lnTo>
                <a:lnTo>
                  <a:pt x="9144" y="3643884"/>
                </a:lnTo>
                <a:lnTo>
                  <a:pt x="9144" y="3649980"/>
                </a:lnTo>
                <a:lnTo>
                  <a:pt x="8779761" y="3649980"/>
                </a:lnTo>
                <a:lnTo>
                  <a:pt x="8779761" y="3643884"/>
                </a:lnTo>
                <a:lnTo>
                  <a:pt x="8784333" y="3639312"/>
                </a:lnTo>
                <a:close/>
              </a:path>
              <a:path w="8789035" h="3649979">
                <a:moveTo>
                  <a:pt x="9144" y="3649980"/>
                </a:moveTo>
                <a:lnTo>
                  <a:pt x="9144" y="3643884"/>
                </a:lnTo>
                <a:lnTo>
                  <a:pt x="4572" y="3639312"/>
                </a:lnTo>
                <a:lnTo>
                  <a:pt x="4572" y="3649980"/>
                </a:lnTo>
                <a:lnTo>
                  <a:pt x="9144" y="3649980"/>
                </a:lnTo>
                <a:close/>
              </a:path>
              <a:path w="8789035" h="3649979">
                <a:moveTo>
                  <a:pt x="8784333" y="9144"/>
                </a:moveTo>
                <a:lnTo>
                  <a:pt x="8779761" y="4572"/>
                </a:lnTo>
                <a:lnTo>
                  <a:pt x="8779761" y="9144"/>
                </a:lnTo>
                <a:lnTo>
                  <a:pt x="8784333" y="9144"/>
                </a:lnTo>
                <a:close/>
              </a:path>
              <a:path w="8789035" h="3649979">
                <a:moveTo>
                  <a:pt x="8784333" y="3639312"/>
                </a:moveTo>
                <a:lnTo>
                  <a:pt x="8784333" y="9144"/>
                </a:lnTo>
                <a:lnTo>
                  <a:pt x="8779761" y="9144"/>
                </a:lnTo>
                <a:lnTo>
                  <a:pt x="8779761" y="3639312"/>
                </a:lnTo>
                <a:lnTo>
                  <a:pt x="8784333" y="3639312"/>
                </a:lnTo>
                <a:close/>
              </a:path>
              <a:path w="8789035" h="3649979">
                <a:moveTo>
                  <a:pt x="8784333" y="3649980"/>
                </a:moveTo>
                <a:lnTo>
                  <a:pt x="8784333" y="3639312"/>
                </a:lnTo>
                <a:lnTo>
                  <a:pt x="8779761" y="3643884"/>
                </a:lnTo>
                <a:lnTo>
                  <a:pt x="8779761" y="3649980"/>
                </a:lnTo>
                <a:lnTo>
                  <a:pt x="8784333" y="3649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4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Coulomb's</a:t>
            </a:r>
            <a:r>
              <a:rPr spc="-25" dirty="0">
                <a:solidFill>
                  <a:srgbClr val="0000FF"/>
                </a:solidFill>
              </a:rPr>
              <a:t> Law</a:t>
            </a:r>
          </a:p>
          <a:p>
            <a:pPr marL="12700">
              <a:lnSpc>
                <a:spcPts val="2315"/>
              </a:lnSpc>
            </a:pPr>
            <a:r>
              <a:rPr dirty="0"/>
              <a:t>Example</a:t>
            </a:r>
            <a:r>
              <a:rPr spc="-65" dirty="0"/>
              <a:t> </a:t>
            </a:r>
            <a:r>
              <a:rPr spc="-50" dirty="0"/>
              <a:t>8</a:t>
            </a:r>
          </a:p>
        </p:txBody>
      </p:sp>
      <p:sp>
        <p:nvSpPr>
          <p:cNvPr id="49" name="object 49"/>
          <p:cNvSpPr/>
          <p:nvPr/>
        </p:nvSpPr>
        <p:spPr>
          <a:xfrm>
            <a:off x="793877" y="368820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8947404" y="4395216"/>
                </a:moveTo>
                <a:lnTo>
                  <a:pt x="8938260" y="4395216"/>
                </a:lnTo>
                <a:lnTo>
                  <a:pt x="8938260" y="4405884"/>
                </a:lnTo>
                <a:lnTo>
                  <a:pt x="8938260" y="6757416"/>
                </a:lnTo>
                <a:lnTo>
                  <a:pt x="167640" y="6757416"/>
                </a:lnTo>
                <a:lnTo>
                  <a:pt x="167640" y="4405884"/>
                </a:lnTo>
                <a:lnTo>
                  <a:pt x="8938260" y="4405884"/>
                </a:lnTo>
                <a:lnTo>
                  <a:pt x="8938260" y="4395216"/>
                </a:lnTo>
                <a:lnTo>
                  <a:pt x="158496" y="4395216"/>
                </a:lnTo>
                <a:lnTo>
                  <a:pt x="158496" y="6768084"/>
                </a:lnTo>
                <a:lnTo>
                  <a:pt x="163068" y="6768084"/>
                </a:lnTo>
                <a:lnTo>
                  <a:pt x="167640" y="6768084"/>
                </a:lnTo>
                <a:lnTo>
                  <a:pt x="8938260" y="6768084"/>
                </a:lnTo>
                <a:lnTo>
                  <a:pt x="8942832" y="6768084"/>
                </a:lnTo>
                <a:lnTo>
                  <a:pt x="8947404" y="6768084"/>
                </a:lnTo>
                <a:lnTo>
                  <a:pt x="8947404" y="4395216"/>
                </a:lnTo>
                <a:close/>
              </a:path>
              <a:path w="9105900" h="6819900">
                <a:moveTo>
                  <a:pt x="9105900" y="0"/>
                </a:moveTo>
                <a:lnTo>
                  <a:pt x="9093708" y="0"/>
                </a:lnTo>
                <a:lnTo>
                  <a:pt x="9093708" y="12192"/>
                </a:lnTo>
                <a:lnTo>
                  <a:pt x="9093708" y="6807708"/>
                </a:lnTo>
                <a:lnTo>
                  <a:pt x="12192" y="6807708"/>
                </a:lnTo>
                <a:lnTo>
                  <a:pt x="12192" y="12192"/>
                </a:lnTo>
                <a:lnTo>
                  <a:pt x="9093708" y="12192"/>
                </a:lnTo>
                <a:lnTo>
                  <a:pt x="9093708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12192" y="6819900"/>
                </a:lnTo>
                <a:lnTo>
                  <a:pt x="9093708" y="6819900"/>
                </a:lnTo>
                <a:lnTo>
                  <a:pt x="9099804" y="6819900"/>
                </a:lnTo>
                <a:lnTo>
                  <a:pt x="9105900" y="6819900"/>
                </a:lnTo>
                <a:lnTo>
                  <a:pt x="9105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005212" y="4721451"/>
            <a:ext cx="5137785" cy="16592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147955" marR="5080">
              <a:lnSpc>
                <a:spcPct val="100000"/>
              </a:lnSpc>
              <a:spcBef>
                <a:spcPts val="43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huge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electrons. </a:t>
            </a:r>
            <a:r>
              <a:rPr sz="2000" dirty="0">
                <a:latin typeface="Arial MT"/>
                <a:cs typeface="Arial MT"/>
              </a:rPr>
              <a:t>Electrons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sphere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until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sphere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neutralized.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Thus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contains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charge.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61978" y="2298192"/>
            <a:ext cx="728980" cy="2062480"/>
            <a:chOff x="1561978" y="2298192"/>
            <a:chExt cx="728980" cy="2062480"/>
          </a:xfrm>
        </p:grpSpPr>
        <p:sp>
          <p:nvSpPr>
            <p:cNvPr id="4" name="object 4"/>
            <p:cNvSpPr/>
            <p:nvPr/>
          </p:nvSpPr>
          <p:spPr>
            <a:xfrm>
              <a:off x="1566550" y="2302763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60">
                  <a:moveTo>
                    <a:pt x="719327" y="359663"/>
                  </a:moveTo>
                  <a:lnTo>
                    <a:pt x="716063" y="310968"/>
                  </a:lnTo>
                  <a:lnTo>
                    <a:pt x="706550" y="264230"/>
                  </a:lnTo>
                  <a:lnTo>
                    <a:pt x="691205" y="219884"/>
                  </a:lnTo>
                  <a:lnTo>
                    <a:pt x="670447" y="178364"/>
                  </a:lnTo>
                  <a:lnTo>
                    <a:pt x="644693" y="140103"/>
                  </a:lnTo>
                  <a:lnTo>
                    <a:pt x="614362" y="105536"/>
                  </a:lnTo>
                  <a:lnTo>
                    <a:pt x="579872" y="75097"/>
                  </a:lnTo>
                  <a:lnTo>
                    <a:pt x="541640" y="49219"/>
                  </a:lnTo>
                  <a:lnTo>
                    <a:pt x="500086" y="28336"/>
                  </a:lnTo>
                  <a:lnTo>
                    <a:pt x="455626" y="12883"/>
                  </a:lnTo>
                  <a:lnTo>
                    <a:pt x="408679" y="3293"/>
                  </a:lnTo>
                  <a:lnTo>
                    <a:pt x="359663" y="0"/>
                  </a:lnTo>
                  <a:lnTo>
                    <a:pt x="310968" y="3293"/>
                  </a:lnTo>
                  <a:lnTo>
                    <a:pt x="264230" y="12883"/>
                  </a:lnTo>
                  <a:lnTo>
                    <a:pt x="219884" y="28336"/>
                  </a:lnTo>
                  <a:lnTo>
                    <a:pt x="178364" y="49219"/>
                  </a:lnTo>
                  <a:lnTo>
                    <a:pt x="140103" y="75097"/>
                  </a:lnTo>
                  <a:lnTo>
                    <a:pt x="105536" y="105536"/>
                  </a:lnTo>
                  <a:lnTo>
                    <a:pt x="75097" y="140103"/>
                  </a:lnTo>
                  <a:lnTo>
                    <a:pt x="49219" y="178364"/>
                  </a:lnTo>
                  <a:lnTo>
                    <a:pt x="28336" y="219884"/>
                  </a:lnTo>
                  <a:lnTo>
                    <a:pt x="12883" y="264230"/>
                  </a:lnTo>
                  <a:lnTo>
                    <a:pt x="3293" y="310968"/>
                  </a:lnTo>
                  <a:lnTo>
                    <a:pt x="0" y="359663"/>
                  </a:lnTo>
                  <a:lnTo>
                    <a:pt x="3293" y="408709"/>
                  </a:lnTo>
                  <a:lnTo>
                    <a:pt x="12883" y="455739"/>
                  </a:lnTo>
                  <a:lnTo>
                    <a:pt x="28336" y="500324"/>
                  </a:lnTo>
                  <a:lnTo>
                    <a:pt x="49219" y="542035"/>
                  </a:lnTo>
                  <a:lnTo>
                    <a:pt x="75097" y="580445"/>
                  </a:lnTo>
                  <a:lnTo>
                    <a:pt x="105536" y="615124"/>
                  </a:lnTo>
                  <a:lnTo>
                    <a:pt x="140103" y="645644"/>
                  </a:lnTo>
                  <a:lnTo>
                    <a:pt x="178364" y="671575"/>
                  </a:lnTo>
                  <a:lnTo>
                    <a:pt x="219884" y="692491"/>
                  </a:lnTo>
                  <a:lnTo>
                    <a:pt x="264230" y="707961"/>
                  </a:lnTo>
                  <a:lnTo>
                    <a:pt x="310968" y="717557"/>
                  </a:lnTo>
                  <a:lnTo>
                    <a:pt x="359663" y="720851"/>
                  </a:lnTo>
                  <a:lnTo>
                    <a:pt x="408679" y="717557"/>
                  </a:lnTo>
                  <a:lnTo>
                    <a:pt x="455626" y="707961"/>
                  </a:lnTo>
                  <a:lnTo>
                    <a:pt x="500086" y="692491"/>
                  </a:lnTo>
                  <a:lnTo>
                    <a:pt x="541640" y="671575"/>
                  </a:lnTo>
                  <a:lnTo>
                    <a:pt x="579872" y="645644"/>
                  </a:lnTo>
                  <a:lnTo>
                    <a:pt x="614362" y="615124"/>
                  </a:lnTo>
                  <a:lnTo>
                    <a:pt x="644693" y="580445"/>
                  </a:lnTo>
                  <a:lnTo>
                    <a:pt x="670447" y="542035"/>
                  </a:lnTo>
                  <a:lnTo>
                    <a:pt x="691205" y="500324"/>
                  </a:lnTo>
                  <a:lnTo>
                    <a:pt x="706550" y="455739"/>
                  </a:lnTo>
                  <a:lnTo>
                    <a:pt x="716063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61978" y="2298192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80" h="730250">
                  <a:moveTo>
                    <a:pt x="728472" y="382524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17804" y="272796"/>
                  </a:lnTo>
                  <a:lnTo>
                    <a:pt x="711708" y="256032"/>
                  </a:lnTo>
                  <a:lnTo>
                    <a:pt x="707136" y="239268"/>
                  </a:lnTo>
                  <a:lnTo>
                    <a:pt x="699516" y="222504"/>
                  </a:lnTo>
                  <a:lnTo>
                    <a:pt x="693420" y="205740"/>
                  </a:lnTo>
                  <a:lnTo>
                    <a:pt x="684276" y="190500"/>
                  </a:lnTo>
                  <a:lnTo>
                    <a:pt x="676656" y="175260"/>
                  </a:lnTo>
                  <a:lnTo>
                    <a:pt x="665988" y="160020"/>
                  </a:lnTo>
                  <a:lnTo>
                    <a:pt x="656844" y="146304"/>
                  </a:lnTo>
                  <a:lnTo>
                    <a:pt x="609600" y="94488"/>
                  </a:lnTo>
                  <a:lnTo>
                    <a:pt x="568452" y="60960"/>
                  </a:lnTo>
                  <a:lnTo>
                    <a:pt x="537972" y="44196"/>
                  </a:lnTo>
                  <a:lnTo>
                    <a:pt x="522732" y="35052"/>
                  </a:lnTo>
                  <a:lnTo>
                    <a:pt x="472440" y="15240"/>
                  </a:lnTo>
                  <a:lnTo>
                    <a:pt x="420624" y="3048"/>
                  </a:lnTo>
                  <a:lnTo>
                    <a:pt x="345948" y="0"/>
                  </a:lnTo>
                  <a:lnTo>
                    <a:pt x="310896" y="2921"/>
                  </a:lnTo>
                  <a:lnTo>
                    <a:pt x="309372" y="3048"/>
                  </a:lnTo>
                  <a:lnTo>
                    <a:pt x="256032" y="15240"/>
                  </a:lnTo>
                  <a:lnTo>
                    <a:pt x="207264" y="35052"/>
                  </a:lnTo>
                  <a:lnTo>
                    <a:pt x="190500" y="44196"/>
                  </a:lnTo>
                  <a:lnTo>
                    <a:pt x="175260" y="51816"/>
                  </a:lnTo>
                  <a:lnTo>
                    <a:pt x="161544" y="62484"/>
                  </a:lnTo>
                  <a:lnTo>
                    <a:pt x="146304" y="71628"/>
                  </a:lnTo>
                  <a:lnTo>
                    <a:pt x="132588" y="82296"/>
                  </a:lnTo>
                  <a:lnTo>
                    <a:pt x="94488" y="118872"/>
                  </a:lnTo>
                  <a:lnTo>
                    <a:pt x="62484" y="160020"/>
                  </a:lnTo>
                  <a:lnTo>
                    <a:pt x="36576" y="205740"/>
                  </a:lnTo>
                  <a:lnTo>
                    <a:pt x="16764" y="256032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7620" y="438912"/>
                  </a:lnTo>
                  <a:lnTo>
                    <a:pt x="9144" y="444500"/>
                  </a:lnTo>
                  <a:lnTo>
                    <a:pt x="9144" y="364236"/>
                  </a:lnTo>
                  <a:lnTo>
                    <a:pt x="13716" y="310896"/>
                  </a:lnTo>
                  <a:lnTo>
                    <a:pt x="25908" y="259080"/>
                  </a:lnTo>
                  <a:lnTo>
                    <a:pt x="44196" y="210312"/>
                  </a:lnTo>
                  <a:lnTo>
                    <a:pt x="53340" y="195072"/>
                  </a:lnTo>
                  <a:lnTo>
                    <a:pt x="60960" y="179832"/>
                  </a:lnTo>
                  <a:lnTo>
                    <a:pt x="102108" y="124968"/>
                  </a:lnTo>
                  <a:lnTo>
                    <a:pt x="138684" y="89916"/>
                  </a:lnTo>
                  <a:lnTo>
                    <a:pt x="181356" y="60960"/>
                  </a:lnTo>
                  <a:lnTo>
                    <a:pt x="195072" y="51816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10896" y="13716"/>
                  </a:lnTo>
                  <a:lnTo>
                    <a:pt x="327660" y="10668"/>
                  </a:lnTo>
                  <a:lnTo>
                    <a:pt x="345948" y="9144"/>
                  </a:lnTo>
                  <a:lnTo>
                    <a:pt x="384048" y="9271"/>
                  </a:lnTo>
                  <a:lnTo>
                    <a:pt x="400812" y="10668"/>
                  </a:lnTo>
                  <a:lnTo>
                    <a:pt x="419100" y="13716"/>
                  </a:lnTo>
                  <a:lnTo>
                    <a:pt x="452628" y="19812"/>
                  </a:lnTo>
                  <a:lnTo>
                    <a:pt x="470916" y="24384"/>
                  </a:lnTo>
                  <a:lnTo>
                    <a:pt x="486156" y="30480"/>
                  </a:lnTo>
                  <a:lnTo>
                    <a:pt x="502920" y="36576"/>
                  </a:lnTo>
                  <a:lnTo>
                    <a:pt x="533400" y="51816"/>
                  </a:lnTo>
                  <a:lnTo>
                    <a:pt x="548640" y="60960"/>
                  </a:lnTo>
                  <a:lnTo>
                    <a:pt x="562356" y="70104"/>
                  </a:lnTo>
                  <a:lnTo>
                    <a:pt x="577596" y="79248"/>
                  </a:lnTo>
                  <a:lnTo>
                    <a:pt x="589788" y="89916"/>
                  </a:lnTo>
                  <a:lnTo>
                    <a:pt x="603504" y="102108"/>
                  </a:lnTo>
                  <a:lnTo>
                    <a:pt x="615696" y="112776"/>
                  </a:lnTo>
                  <a:lnTo>
                    <a:pt x="649224" y="152400"/>
                  </a:lnTo>
                  <a:lnTo>
                    <a:pt x="676656" y="195072"/>
                  </a:lnTo>
                  <a:lnTo>
                    <a:pt x="704088" y="259080"/>
                  </a:lnTo>
                  <a:lnTo>
                    <a:pt x="714756" y="310896"/>
                  </a:lnTo>
                  <a:lnTo>
                    <a:pt x="717804" y="327660"/>
                  </a:lnTo>
                  <a:lnTo>
                    <a:pt x="719328" y="345948"/>
                  </a:lnTo>
                  <a:lnTo>
                    <a:pt x="719328" y="446532"/>
                  </a:lnTo>
                  <a:lnTo>
                    <a:pt x="720852" y="437388"/>
                  </a:lnTo>
                  <a:lnTo>
                    <a:pt x="725424" y="420624"/>
                  </a:lnTo>
                  <a:lnTo>
                    <a:pt x="728472" y="382524"/>
                  </a:lnTo>
                  <a:close/>
                </a:path>
                <a:path w="728980" h="730250">
                  <a:moveTo>
                    <a:pt x="719328" y="446532"/>
                  </a:moveTo>
                  <a:lnTo>
                    <a:pt x="719328" y="382524"/>
                  </a:lnTo>
                  <a:lnTo>
                    <a:pt x="717804" y="400812"/>
                  </a:lnTo>
                  <a:lnTo>
                    <a:pt x="714756" y="419100"/>
                  </a:lnTo>
                  <a:lnTo>
                    <a:pt x="711708" y="435864"/>
                  </a:lnTo>
                  <a:lnTo>
                    <a:pt x="708660" y="454152"/>
                  </a:lnTo>
                  <a:lnTo>
                    <a:pt x="704088" y="470916"/>
                  </a:lnTo>
                  <a:lnTo>
                    <a:pt x="676656" y="533400"/>
                  </a:lnTo>
                  <a:lnTo>
                    <a:pt x="649224" y="577596"/>
                  </a:lnTo>
                  <a:lnTo>
                    <a:pt x="626364" y="603504"/>
                  </a:lnTo>
                  <a:lnTo>
                    <a:pt x="615696" y="615696"/>
                  </a:lnTo>
                  <a:lnTo>
                    <a:pt x="603504" y="627888"/>
                  </a:lnTo>
                  <a:lnTo>
                    <a:pt x="562356" y="659892"/>
                  </a:lnTo>
                  <a:lnTo>
                    <a:pt x="548640" y="669036"/>
                  </a:lnTo>
                  <a:lnTo>
                    <a:pt x="533400" y="676656"/>
                  </a:lnTo>
                  <a:lnTo>
                    <a:pt x="518160" y="685800"/>
                  </a:lnTo>
                  <a:lnTo>
                    <a:pt x="469392" y="704088"/>
                  </a:lnTo>
                  <a:lnTo>
                    <a:pt x="419100" y="716280"/>
                  </a:lnTo>
                  <a:lnTo>
                    <a:pt x="364236" y="720852"/>
                  </a:lnTo>
                  <a:lnTo>
                    <a:pt x="327660" y="717804"/>
                  </a:lnTo>
                  <a:lnTo>
                    <a:pt x="259080" y="704088"/>
                  </a:lnTo>
                  <a:lnTo>
                    <a:pt x="210312" y="684276"/>
                  </a:lnTo>
                  <a:lnTo>
                    <a:pt x="166116" y="659892"/>
                  </a:lnTo>
                  <a:lnTo>
                    <a:pt x="126492" y="627888"/>
                  </a:lnTo>
                  <a:lnTo>
                    <a:pt x="89916" y="591312"/>
                  </a:lnTo>
                  <a:lnTo>
                    <a:pt x="80772" y="577596"/>
                  </a:lnTo>
                  <a:lnTo>
                    <a:pt x="70104" y="563880"/>
                  </a:lnTo>
                  <a:lnTo>
                    <a:pt x="51816" y="533400"/>
                  </a:lnTo>
                  <a:lnTo>
                    <a:pt x="44196" y="518160"/>
                  </a:lnTo>
                  <a:lnTo>
                    <a:pt x="38100" y="502920"/>
                  </a:lnTo>
                  <a:lnTo>
                    <a:pt x="30480" y="486156"/>
                  </a:lnTo>
                  <a:lnTo>
                    <a:pt x="25908" y="470916"/>
                  </a:lnTo>
                  <a:lnTo>
                    <a:pt x="21336" y="452628"/>
                  </a:lnTo>
                  <a:lnTo>
                    <a:pt x="16764" y="435864"/>
                  </a:lnTo>
                  <a:lnTo>
                    <a:pt x="13716" y="419100"/>
                  </a:lnTo>
                  <a:lnTo>
                    <a:pt x="9144" y="364236"/>
                  </a:lnTo>
                  <a:lnTo>
                    <a:pt x="9144" y="444500"/>
                  </a:lnTo>
                  <a:lnTo>
                    <a:pt x="12192" y="455676"/>
                  </a:lnTo>
                  <a:lnTo>
                    <a:pt x="16764" y="473964"/>
                  </a:lnTo>
                  <a:lnTo>
                    <a:pt x="22860" y="490728"/>
                  </a:lnTo>
                  <a:lnTo>
                    <a:pt x="44196" y="537972"/>
                  </a:lnTo>
                  <a:lnTo>
                    <a:pt x="73152" y="583692"/>
                  </a:lnTo>
                  <a:lnTo>
                    <a:pt x="106680" y="623316"/>
                  </a:lnTo>
                  <a:lnTo>
                    <a:pt x="146304" y="656844"/>
                  </a:lnTo>
                  <a:lnTo>
                    <a:pt x="190500" y="685800"/>
                  </a:lnTo>
                  <a:lnTo>
                    <a:pt x="207264" y="693420"/>
                  </a:lnTo>
                  <a:lnTo>
                    <a:pt x="222504" y="701040"/>
                  </a:lnTo>
                  <a:lnTo>
                    <a:pt x="256032" y="713232"/>
                  </a:lnTo>
                  <a:lnTo>
                    <a:pt x="274320" y="717804"/>
                  </a:lnTo>
                  <a:lnTo>
                    <a:pt x="291084" y="722376"/>
                  </a:lnTo>
                  <a:lnTo>
                    <a:pt x="327660" y="728472"/>
                  </a:lnTo>
                  <a:lnTo>
                    <a:pt x="345948" y="728472"/>
                  </a:lnTo>
                  <a:lnTo>
                    <a:pt x="364236" y="729996"/>
                  </a:lnTo>
                  <a:lnTo>
                    <a:pt x="382524" y="728589"/>
                  </a:lnTo>
                  <a:lnTo>
                    <a:pt x="402336" y="728472"/>
                  </a:lnTo>
                  <a:lnTo>
                    <a:pt x="420624" y="725424"/>
                  </a:lnTo>
                  <a:lnTo>
                    <a:pt x="472440" y="713232"/>
                  </a:lnTo>
                  <a:lnTo>
                    <a:pt x="522732" y="693420"/>
                  </a:lnTo>
                  <a:lnTo>
                    <a:pt x="568452" y="667512"/>
                  </a:lnTo>
                  <a:lnTo>
                    <a:pt x="609600" y="633984"/>
                  </a:lnTo>
                  <a:lnTo>
                    <a:pt x="621792" y="623316"/>
                  </a:lnTo>
                  <a:lnTo>
                    <a:pt x="633984" y="609600"/>
                  </a:lnTo>
                  <a:lnTo>
                    <a:pt x="646176" y="597408"/>
                  </a:lnTo>
                  <a:lnTo>
                    <a:pt x="656844" y="582168"/>
                  </a:lnTo>
                  <a:lnTo>
                    <a:pt x="665988" y="568452"/>
                  </a:lnTo>
                  <a:lnTo>
                    <a:pt x="676656" y="553212"/>
                  </a:lnTo>
                  <a:lnTo>
                    <a:pt x="684276" y="537972"/>
                  </a:lnTo>
                  <a:lnTo>
                    <a:pt x="693420" y="522732"/>
                  </a:lnTo>
                  <a:lnTo>
                    <a:pt x="699516" y="505968"/>
                  </a:lnTo>
                  <a:lnTo>
                    <a:pt x="707136" y="490728"/>
                  </a:lnTo>
                  <a:lnTo>
                    <a:pt x="713232" y="472440"/>
                  </a:lnTo>
                  <a:lnTo>
                    <a:pt x="717804" y="455676"/>
                  </a:lnTo>
                  <a:lnTo>
                    <a:pt x="719328" y="44653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66550" y="3634739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60">
                  <a:moveTo>
                    <a:pt x="719327" y="359663"/>
                  </a:moveTo>
                  <a:lnTo>
                    <a:pt x="716063" y="310968"/>
                  </a:lnTo>
                  <a:lnTo>
                    <a:pt x="706550" y="264230"/>
                  </a:lnTo>
                  <a:lnTo>
                    <a:pt x="691205" y="219884"/>
                  </a:lnTo>
                  <a:lnTo>
                    <a:pt x="670447" y="178364"/>
                  </a:lnTo>
                  <a:lnTo>
                    <a:pt x="644693" y="140103"/>
                  </a:lnTo>
                  <a:lnTo>
                    <a:pt x="614362" y="105536"/>
                  </a:lnTo>
                  <a:lnTo>
                    <a:pt x="579872" y="75097"/>
                  </a:lnTo>
                  <a:lnTo>
                    <a:pt x="541640" y="49219"/>
                  </a:lnTo>
                  <a:lnTo>
                    <a:pt x="500086" y="28336"/>
                  </a:lnTo>
                  <a:lnTo>
                    <a:pt x="455626" y="12883"/>
                  </a:lnTo>
                  <a:lnTo>
                    <a:pt x="408679" y="3293"/>
                  </a:lnTo>
                  <a:lnTo>
                    <a:pt x="359663" y="0"/>
                  </a:lnTo>
                  <a:lnTo>
                    <a:pt x="310968" y="3293"/>
                  </a:lnTo>
                  <a:lnTo>
                    <a:pt x="264230" y="12883"/>
                  </a:lnTo>
                  <a:lnTo>
                    <a:pt x="219884" y="28336"/>
                  </a:lnTo>
                  <a:lnTo>
                    <a:pt x="178364" y="49219"/>
                  </a:lnTo>
                  <a:lnTo>
                    <a:pt x="140103" y="75097"/>
                  </a:lnTo>
                  <a:lnTo>
                    <a:pt x="105536" y="105536"/>
                  </a:lnTo>
                  <a:lnTo>
                    <a:pt x="75097" y="140103"/>
                  </a:lnTo>
                  <a:lnTo>
                    <a:pt x="49219" y="178364"/>
                  </a:lnTo>
                  <a:lnTo>
                    <a:pt x="28336" y="219884"/>
                  </a:lnTo>
                  <a:lnTo>
                    <a:pt x="12883" y="264230"/>
                  </a:lnTo>
                  <a:lnTo>
                    <a:pt x="3293" y="310968"/>
                  </a:lnTo>
                  <a:lnTo>
                    <a:pt x="0" y="359663"/>
                  </a:lnTo>
                  <a:lnTo>
                    <a:pt x="3293" y="408709"/>
                  </a:lnTo>
                  <a:lnTo>
                    <a:pt x="12883" y="455739"/>
                  </a:lnTo>
                  <a:lnTo>
                    <a:pt x="28336" y="500324"/>
                  </a:lnTo>
                  <a:lnTo>
                    <a:pt x="49219" y="542035"/>
                  </a:lnTo>
                  <a:lnTo>
                    <a:pt x="75097" y="580445"/>
                  </a:lnTo>
                  <a:lnTo>
                    <a:pt x="105536" y="615124"/>
                  </a:lnTo>
                  <a:lnTo>
                    <a:pt x="140103" y="645644"/>
                  </a:lnTo>
                  <a:lnTo>
                    <a:pt x="178364" y="671575"/>
                  </a:lnTo>
                  <a:lnTo>
                    <a:pt x="219884" y="692491"/>
                  </a:lnTo>
                  <a:lnTo>
                    <a:pt x="264230" y="707961"/>
                  </a:lnTo>
                  <a:lnTo>
                    <a:pt x="310968" y="717557"/>
                  </a:lnTo>
                  <a:lnTo>
                    <a:pt x="359663" y="720851"/>
                  </a:lnTo>
                  <a:lnTo>
                    <a:pt x="408679" y="717557"/>
                  </a:lnTo>
                  <a:lnTo>
                    <a:pt x="455626" y="707961"/>
                  </a:lnTo>
                  <a:lnTo>
                    <a:pt x="500086" y="692491"/>
                  </a:lnTo>
                  <a:lnTo>
                    <a:pt x="541640" y="671575"/>
                  </a:lnTo>
                  <a:lnTo>
                    <a:pt x="579872" y="645644"/>
                  </a:lnTo>
                  <a:lnTo>
                    <a:pt x="614362" y="615124"/>
                  </a:lnTo>
                  <a:lnTo>
                    <a:pt x="644693" y="580445"/>
                  </a:lnTo>
                  <a:lnTo>
                    <a:pt x="670447" y="542035"/>
                  </a:lnTo>
                  <a:lnTo>
                    <a:pt x="691205" y="500324"/>
                  </a:lnTo>
                  <a:lnTo>
                    <a:pt x="706550" y="455739"/>
                  </a:lnTo>
                  <a:lnTo>
                    <a:pt x="716063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61978" y="3630168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80" h="730250">
                  <a:moveTo>
                    <a:pt x="728472" y="382524"/>
                  </a:moveTo>
                  <a:lnTo>
                    <a:pt x="728472" y="345948"/>
                  </a:lnTo>
                  <a:lnTo>
                    <a:pt x="726948" y="327660"/>
                  </a:lnTo>
                  <a:lnTo>
                    <a:pt x="717804" y="272796"/>
                  </a:lnTo>
                  <a:lnTo>
                    <a:pt x="711708" y="256032"/>
                  </a:lnTo>
                  <a:lnTo>
                    <a:pt x="707136" y="239268"/>
                  </a:lnTo>
                  <a:lnTo>
                    <a:pt x="699516" y="222504"/>
                  </a:lnTo>
                  <a:lnTo>
                    <a:pt x="693420" y="205740"/>
                  </a:lnTo>
                  <a:lnTo>
                    <a:pt x="684276" y="190500"/>
                  </a:lnTo>
                  <a:lnTo>
                    <a:pt x="676656" y="175260"/>
                  </a:lnTo>
                  <a:lnTo>
                    <a:pt x="665988" y="160020"/>
                  </a:lnTo>
                  <a:lnTo>
                    <a:pt x="656844" y="146304"/>
                  </a:lnTo>
                  <a:lnTo>
                    <a:pt x="609600" y="94488"/>
                  </a:lnTo>
                  <a:lnTo>
                    <a:pt x="568452" y="60960"/>
                  </a:lnTo>
                  <a:lnTo>
                    <a:pt x="522732" y="35052"/>
                  </a:lnTo>
                  <a:lnTo>
                    <a:pt x="472440" y="15240"/>
                  </a:lnTo>
                  <a:lnTo>
                    <a:pt x="420624" y="3048"/>
                  </a:lnTo>
                  <a:lnTo>
                    <a:pt x="345948" y="0"/>
                  </a:lnTo>
                  <a:lnTo>
                    <a:pt x="310896" y="2921"/>
                  </a:lnTo>
                  <a:lnTo>
                    <a:pt x="309372" y="3048"/>
                  </a:lnTo>
                  <a:lnTo>
                    <a:pt x="256032" y="15240"/>
                  </a:lnTo>
                  <a:lnTo>
                    <a:pt x="207264" y="35052"/>
                  </a:lnTo>
                  <a:lnTo>
                    <a:pt x="190500" y="44196"/>
                  </a:lnTo>
                  <a:lnTo>
                    <a:pt x="175260" y="51816"/>
                  </a:lnTo>
                  <a:lnTo>
                    <a:pt x="161544" y="62484"/>
                  </a:lnTo>
                  <a:lnTo>
                    <a:pt x="146304" y="71628"/>
                  </a:lnTo>
                  <a:lnTo>
                    <a:pt x="132588" y="82296"/>
                  </a:lnTo>
                  <a:lnTo>
                    <a:pt x="94488" y="118872"/>
                  </a:lnTo>
                  <a:lnTo>
                    <a:pt x="62484" y="160020"/>
                  </a:lnTo>
                  <a:lnTo>
                    <a:pt x="36576" y="205740"/>
                  </a:lnTo>
                  <a:lnTo>
                    <a:pt x="16764" y="256032"/>
                  </a:lnTo>
                  <a:lnTo>
                    <a:pt x="1524" y="327660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1524" y="402336"/>
                  </a:lnTo>
                  <a:lnTo>
                    <a:pt x="7620" y="438912"/>
                  </a:lnTo>
                  <a:lnTo>
                    <a:pt x="9144" y="444500"/>
                  </a:lnTo>
                  <a:lnTo>
                    <a:pt x="9144" y="364236"/>
                  </a:lnTo>
                  <a:lnTo>
                    <a:pt x="13716" y="310896"/>
                  </a:lnTo>
                  <a:lnTo>
                    <a:pt x="25908" y="259080"/>
                  </a:lnTo>
                  <a:lnTo>
                    <a:pt x="44196" y="210312"/>
                  </a:lnTo>
                  <a:lnTo>
                    <a:pt x="53340" y="195072"/>
                  </a:lnTo>
                  <a:lnTo>
                    <a:pt x="60960" y="179832"/>
                  </a:lnTo>
                  <a:lnTo>
                    <a:pt x="70104" y="166116"/>
                  </a:lnTo>
                  <a:lnTo>
                    <a:pt x="80772" y="150876"/>
                  </a:lnTo>
                  <a:lnTo>
                    <a:pt x="91440" y="138684"/>
                  </a:lnTo>
                  <a:lnTo>
                    <a:pt x="102108" y="124968"/>
                  </a:lnTo>
                  <a:lnTo>
                    <a:pt x="138684" y="89916"/>
                  </a:lnTo>
                  <a:lnTo>
                    <a:pt x="181356" y="60960"/>
                  </a:lnTo>
                  <a:lnTo>
                    <a:pt x="195072" y="51816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10896" y="13716"/>
                  </a:lnTo>
                  <a:lnTo>
                    <a:pt x="327660" y="10668"/>
                  </a:lnTo>
                  <a:lnTo>
                    <a:pt x="345948" y="9144"/>
                  </a:lnTo>
                  <a:lnTo>
                    <a:pt x="384048" y="9271"/>
                  </a:lnTo>
                  <a:lnTo>
                    <a:pt x="400812" y="10668"/>
                  </a:lnTo>
                  <a:lnTo>
                    <a:pt x="419100" y="13716"/>
                  </a:lnTo>
                  <a:lnTo>
                    <a:pt x="452628" y="19812"/>
                  </a:lnTo>
                  <a:lnTo>
                    <a:pt x="470916" y="24384"/>
                  </a:lnTo>
                  <a:lnTo>
                    <a:pt x="486156" y="30480"/>
                  </a:lnTo>
                  <a:lnTo>
                    <a:pt x="502920" y="36576"/>
                  </a:lnTo>
                  <a:lnTo>
                    <a:pt x="533400" y="51816"/>
                  </a:lnTo>
                  <a:lnTo>
                    <a:pt x="548640" y="60960"/>
                  </a:lnTo>
                  <a:lnTo>
                    <a:pt x="562356" y="70104"/>
                  </a:lnTo>
                  <a:lnTo>
                    <a:pt x="577596" y="79248"/>
                  </a:lnTo>
                  <a:lnTo>
                    <a:pt x="589788" y="89916"/>
                  </a:lnTo>
                  <a:lnTo>
                    <a:pt x="603504" y="100584"/>
                  </a:lnTo>
                  <a:lnTo>
                    <a:pt x="627888" y="124968"/>
                  </a:lnTo>
                  <a:lnTo>
                    <a:pt x="667512" y="179832"/>
                  </a:lnTo>
                  <a:lnTo>
                    <a:pt x="691896" y="225552"/>
                  </a:lnTo>
                  <a:lnTo>
                    <a:pt x="708660" y="275844"/>
                  </a:lnTo>
                  <a:lnTo>
                    <a:pt x="714756" y="310896"/>
                  </a:lnTo>
                  <a:lnTo>
                    <a:pt x="717804" y="327660"/>
                  </a:lnTo>
                  <a:lnTo>
                    <a:pt x="719328" y="345948"/>
                  </a:lnTo>
                  <a:lnTo>
                    <a:pt x="719328" y="446532"/>
                  </a:lnTo>
                  <a:lnTo>
                    <a:pt x="720852" y="437388"/>
                  </a:lnTo>
                  <a:lnTo>
                    <a:pt x="725424" y="420624"/>
                  </a:lnTo>
                  <a:lnTo>
                    <a:pt x="728472" y="382524"/>
                  </a:lnTo>
                  <a:close/>
                </a:path>
                <a:path w="728980" h="730250">
                  <a:moveTo>
                    <a:pt x="719328" y="446532"/>
                  </a:moveTo>
                  <a:lnTo>
                    <a:pt x="719328" y="382524"/>
                  </a:lnTo>
                  <a:lnTo>
                    <a:pt x="717804" y="400812"/>
                  </a:lnTo>
                  <a:lnTo>
                    <a:pt x="714756" y="419100"/>
                  </a:lnTo>
                  <a:lnTo>
                    <a:pt x="711708" y="435864"/>
                  </a:lnTo>
                  <a:lnTo>
                    <a:pt x="708660" y="454152"/>
                  </a:lnTo>
                  <a:lnTo>
                    <a:pt x="704088" y="470916"/>
                  </a:lnTo>
                  <a:lnTo>
                    <a:pt x="697992" y="486156"/>
                  </a:lnTo>
                  <a:lnTo>
                    <a:pt x="691896" y="502920"/>
                  </a:lnTo>
                  <a:lnTo>
                    <a:pt x="676656" y="533400"/>
                  </a:lnTo>
                  <a:lnTo>
                    <a:pt x="658368" y="563880"/>
                  </a:lnTo>
                  <a:lnTo>
                    <a:pt x="649224" y="577596"/>
                  </a:lnTo>
                  <a:lnTo>
                    <a:pt x="638556" y="591312"/>
                  </a:lnTo>
                  <a:lnTo>
                    <a:pt x="626364" y="603504"/>
                  </a:lnTo>
                  <a:lnTo>
                    <a:pt x="615696" y="615696"/>
                  </a:lnTo>
                  <a:lnTo>
                    <a:pt x="603504" y="627888"/>
                  </a:lnTo>
                  <a:lnTo>
                    <a:pt x="562356" y="659892"/>
                  </a:lnTo>
                  <a:lnTo>
                    <a:pt x="548640" y="669036"/>
                  </a:lnTo>
                  <a:lnTo>
                    <a:pt x="533400" y="676656"/>
                  </a:lnTo>
                  <a:lnTo>
                    <a:pt x="518160" y="685800"/>
                  </a:lnTo>
                  <a:lnTo>
                    <a:pt x="469392" y="704088"/>
                  </a:lnTo>
                  <a:lnTo>
                    <a:pt x="419100" y="716280"/>
                  </a:lnTo>
                  <a:lnTo>
                    <a:pt x="345948" y="719328"/>
                  </a:lnTo>
                  <a:lnTo>
                    <a:pt x="327660" y="717804"/>
                  </a:lnTo>
                  <a:lnTo>
                    <a:pt x="259080" y="704088"/>
                  </a:lnTo>
                  <a:lnTo>
                    <a:pt x="210312" y="684276"/>
                  </a:lnTo>
                  <a:lnTo>
                    <a:pt x="166116" y="659892"/>
                  </a:lnTo>
                  <a:lnTo>
                    <a:pt x="126492" y="627888"/>
                  </a:lnTo>
                  <a:lnTo>
                    <a:pt x="89916" y="591312"/>
                  </a:lnTo>
                  <a:lnTo>
                    <a:pt x="80772" y="577596"/>
                  </a:lnTo>
                  <a:lnTo>
                    <a:pt x="70104" y="563880"/>
                  </a:lnTo>
                  <a:lnTo>
                    <a:pt x="51816" y="533400"/>
                  </a:lnTo>
                  <a:lnTo>
                    <a:pt x="44196" y="518160"/>
                  </a:lnTo>
                  <a:lnTo>
                    <a:pt x="38100" y="502920"/>
                  </a:lnTo>
                  <a:lnTo>
                    <a:pt x="30480" y="486156"/>
                  </a:lnTo>
                  <a:lnTo>
                    <a:pt x="16764" y="435864"/>
                  </a:lnTo>
                  <a:lnTo>
                    <a:pt x="13716" y="419100"/>
                  </a:lnTo>
                  <a:lnTo>
                    <a:pt x="9144" y="364236"/>
                  </a:lnTo>
                  <a:lnTo>
                    <a:pt x="9144" y="444500"/>
                  </a:lnTo>
                  <a:lnTo>
                    <a:pt x="22860" y="490728"/>
                  </a:lnTo>
                  <a:lnTo>
                    <a:pt x="44196" y="537972"/>
                  </a:lnTo>
                  <a:lnTo>
                    <a:pt x="73152" y="583692"/>
                  </a:lnTo>
                  <a:lnTo>
                    <a:pt x="106680" y="623316"/>
                  </a:lnTo>
                  <a:lnTo>
                    <a:pt x="146304" y="656844"/>
                  </a:lnTo>
                  <a:lnTo>
                    <a:pt x="190500" y="685800"/>
                  </a:lnTo>
                  <a:lnTo>
                    <a:pt x="207264" y="693420"/>
                  </a:lnTo>
                  <a:lnTo>
                    <a:pt x="222504" y="701040"/>
                  </a:lnTo>
                  <a:lnTo>
                    <a:pt x="256032" y="713232"/>
                  </a:lnTo>
                  <a:lnTo>
                    <a:pt x="274320" y="717804"/>
                  </a:lnTo>
                  <a:lnTo>
                    <a:pt x="291084" y="722376"/>
                  </a:lnTo>
                  <a:lnTo>
                    <a:pt x="309372" y="725424"/>
                  </a:lnTo>
                  <a:lnTo>
                    <a:pt x="364236" y="729996"/>
                  </a:lnTo>
                  <a:lnTo>
                    <a:pt x="382524" y="728589"/>
                  </a:lnTo>
                  <a:lnTo>
                    <a:pt x="420624" y="725424"/>
                  </a:lnTo>
                  <a:lnTo>
                    <a:pt x="472440" y="713232"/>
                  </a:lnTo>
                  <a:lnTo>
                    <a:pt x="522732" y="693420"/>
                  </a:lnTo>
                  <a:lnTo>
                    <a:pt x="568452" y="667512"/>
                  </a:lnTo>
                  <a:lnTo>
                    <a:pt x="609600" y="633984"/>
                  </a:lnTo>
                  <a:lnTo>
                    <a:pt x="621792" y="623316"/>
                  </a:lnTo>
                  <a:lnTo>
                    <a:pt x="646176" y="595884"/>
                  </a:lnTo>
                  <a:lnTo>
                    <a:pt x="656844" y="582168"/>
                  </a:lnTo>
                  <a:lnTo>
                    <a:pt x="665988" y="568452"/>
                  </a:lnTo>
                  <a:lnTo>
                    <a:pt x="676656" y="553212"/>
                  </a:lnTo>
                  <a:lnTo>
                    <a:pt x="684276" y="537972"/>
                  </a:lnTo>
                  <a:lnTo>
                    <a:pt x="693420" y="522732"/>
                  </a:lnTo>
                  <a:lnTo>
                    <a:pt x="699516" y="505968"/>
                  </a:lnTo>
                  <a:lnTo>
                    <a:pt x="707136" y="489204"/>
                  </a:lnTo>
                  <a:lnTo>
                    <a:pt x="713232" y="472440"/>
                  </a:lnTo>
                  <a:lnTo>
                    <a:pt x="717804" y="455676"/>
                  </a:lnTo>
                  <a:lnTo>
                    <a:pt x="719328" y="446532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86012" y="3814062"/>
            <a:ext cx="2016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27380" algn="l"/>
              </a:tabLst>
            </a:pPr>
            <a:r>
              <a:rPr sz="2400" spc="-5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q</a:t>
            </a:r>
            <a:r>
              <a:rPr sz="2400" baseline="-20833" dirty="0">
                <a:solidFill>
                  <a:srgbClr val="009900"/>
                </a:solidFill>
                <a:latin typeface="Arial MT"/>
                <a:cs typeface="Arial MT"/>
              </a:rPr>
              <a:t>B</a:t>
            </a:r>
            <a:r>
              <a:rPr sz="2400" spc="307" baseline="-20833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=+</a:t>
            </a:r>
            <a:r>
              <a:rPr sz="2400" spc="-1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9900"/>
                </a:solidFill>
                <a:latin typeface="Arial MT"/>
                <a:cs typeface="Arial MT"/>
              </a:rPr>
              <a:t>20e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73786" y="2621280"/>
            <a:ext cx="2170430" cy="1449705"/>
            <a:chOff x="3073786" y="2621280"/>
            <a:chExt cx="2170430" cy="1449705"/>
          </a:xfrm>
        </p:grpSpPr>
        <p:sp>
          <p:nvSpPr>
            <p:cNvPr id="10" name="object 10"/>
            <p:cNvSpPr/>
            <p:nvPr/>
          </p:nvSpPr>
          <p:spPr>
            <a:xfrm>
              <a:off x="3073786" y="3157728"/>
              <a:ext cx="1057910" cy="341630"/>
            </a:xfrm>
            <a:custGeom>
              <a:avLst/>
              <a:gdLst/>
              <a:ahLst/>
              <a:cxnLst/>
              <a:rect l="l" t="t" r="r" b="b"/>
              <a:pathLst>
                <a:path w="1057910" h="341629">
                  <a:moveTo>
                    <a:pt x="787908" y="83820"/>
                  </a:moveTo>
                  <a:lnTo>
                    <a:pt x="0" y="83820"/>
                  </a:lnTo>
                  <a:lnTo>
                    <a:pt x="0" y="256032"/>
                  </a:lnTo>
                  <a:lnTo>
                    <a:pt x="4572" y="256032"/>
                  </a:lnTo>
                  <a:lnTo>
                    <a:pt x="4572" y="94488"/>
                  </a:lnTo>
                  <a:lnTo>
                    <a:pt x="9144" y="89916"/>
                  </a:lnTo>
                  <a:lnTo>
                    <a:pt x="9144" y="94488"/>
                  </a:lnTo>
                  <a:lnTo>
                    <a:pt x="783336" y="94488"/>
                  </a:lnTo>
                  <a:lnTo>
                    <a:pt x="783336" y="89916"/>
                  </a:lnTo>
                  <a:lnTo>
                    <a:pt x="787908" y="83820"/>
                  </a:lnTo>
                  <a:close/>
                </a:path>
                <a:path w="1057910" h="341629">
                  <a:moveTo>
                    <a:pt x="9144" y="94488"/>
                  </a:moveTo>
                  <a:lnTo>
                    <a:pt x="9144" y="89916"/>
                  </a:lnTo>
                  <a:lnTo>
                    <a:pt x="4572" y="94488"/>
                  </a:lnTo>
                  <a:lnTo>
                    <a:pt x="9144" y="94488"/>
                  </a:lnTo>
                  <a:close/>
                </a:path>
                <a:path w="1057910" h="341629">
                  <a:moveTo>
                    <a:pt x="9144" y="246888"/>
                  </a:moveTo>
                  <a:lnTo>
                    <a:pt x="9144" y="94488"/>
                  </a:lnTo>
                  <a:lnTo>
                    <a:pt x="4572" y="94488"/>
                  </a:lnTo>
                  <a:lnTo>
                    <a:pt x="4572" y="246888"/>
                  </a:lnTo>
                  <a:lnTo>
                    <a:pt x="9144" y="246888"/>
                  </a:lnTo>
                  <a:close/>
                </a:path>
                <a:path w="1057910" h="341629">
                  <a:moveTo>
                    <a:pt x="792480" y="322963"/>
                  </a:moveTo>
                  <a:lnTo>
                    <a:pt x="792480" y="246888"/>
                  </a:lnTo>
                  <a:lnTo>
                    <a:pt x="4572" y="246888"/>
                  </a:lnTo>
                  <a:lnTo>
                    <a:pt x="9144" y="251460"/>
                  </a:lnTo>
                  <a:lnTo>
                    <a:pt x="9144" y="256032"/>
                  </a:lnTo>
                  <a:lnTo>
                    <a:pt x="783336" y="256032"/>
                  </a:lnTo>
                  <a:lnTo>
                    <a:pt x="783336" y="251460"/>
                  </a:lnTo>
                  <a:lnTo>
                    <a:pt x="787908" y="256032"/>
                  </a:lnTo>
                  <a:lnTo>
                    <a:pt x="787908" y="325781"/>
                  </a:lnTo>
                  <a:lnTo>
                    <a:pt x="792480" y="322963"/>
                  </a:lnTo>
                  <a:close/>
                </a:path>
                <a:path w="1057910" h="341629">
                  <a:moveTo>
                    <a:pt x="9144" y="256032"/>
                  </a:moveTo>
                  <a:lnTo>
                    <a:pt x="9144" y="251460"/>
                  </a:lnTo>
                  <a:lnTo>
                    <a:pt x="4572" y="246888"/>
                  </a:lnTo>
                  <a:lnTo>
                    <a:pt x="4572" y="256032"/>
                  </a:lnTo>
                  <a:lnTo>
                    <a:pt x="9144" y="256032"/>
                  </a:lnTo>
                  <a:close/>
                </a:path>
                <a:path w="1057910" h="341629">
                  <a:moveTo>
                    <a:pt x="1057656" y="170688"/>
                  </a:moveTo>
                  <a:lnTo>
                    <a:pt x="783336" y="0"/>
                  </a:lnTo>
                  <a:lnTo>
                    <a:pt x="783336" y="83820"/>
                  </a:lnTo>
                  <a:lnTo>
                    <a:pt x="784860" y="83820"/>
                  </a:lnTo>
                  <a:lnTo>
                    <a:pt x="784860" y="12192"/>
                  </a:lnTo>
                  <a:lnTo>
                    <a:pt x="792480" y="7620"/>
                  </a:lnTo>
                  <a:lnTo>
                    <a:pt x="792480" y="16888"/>
                  </a:lnTo>
                  <a:lnTo>
                    <a:pt x="1040805" y="169926"/>
                  </a:lnTo>
                  <a:lnTo>
                    <a:pt x="1046988" y="166116"/>
                  </a:lnTo>
                  <a:lnTo>
                    <a:pt x="1046988" y="177325"/>
                  </a:lnTo>
                  <a:lnTo>
                    <a:pt x="1057656" y="170688"/>
                  </a:lnTo>
                  <a:close/>
                </a:path>
                <a:path w="1057910" h="341629">
                  <a:moveTo>
                    <a:pt x="787908" y="94488"/>
                  </a:moveTo>
                  <a:lnTo>
                    <a:pt x="787908" y="83820"/>
                  </a:lnTo>
                  <a:lnTo>
                    <a:pt x="783336" y="89916"/>
                  </a:lnTo>
                  <a:lnTo>
                    <a:pt x="783336" y="94488"/>
                  </a:lnTo>
                  <a:lnTo>
                    <a:pt x="787908" y="94488"/>
                  </a:lnTo>
                  <a:close/>
                </a:path>
                <a:path w="1057910" h="341629">
                  <a:moveTo>
                    <a:pt x="787908" y="256032"/>
                  </a:moveTo>
                  <a:lnTo>
                    <a:pt x="783336" y="251460"/>
                  </a:lnTo>
                  <a:lnTo>
                    <a:pt x="783336" y="256032"/>
                  </a:lnTo>
                  <a:lnTo>
                    <a:pt x="787908" y="256032"/>
                  </a:lnTo>
                  <a:close/>
                </a:path>
                <a:path w="1057910" h="341629">
                  <a:moveTo>
                    <a:pt x="787908" y="325781"/>
                  </a:moveTo>
                  <a:lnTo>
                    <a:pt x="787908" y="256032"/>
                  </a:lnTo>
                  <a:lnTo>
                    <a:pt x="783336" y="256032"/>
                  </a:lnTo>
                  <a:lnTo>
                    <a:pt x="783336" y="341376"/>
                  </a:lnTo>
                  <a:lnTo>
                    <a:pt x="784860" y="340427"/>
                  </a:lnTo>
                  <a:lnTo>
                    <a:pt x="784860" y="327660"/>
                  </a:lnTo>
                  <a:lnTo>
                    <a:pt x="787908" y="325781"/>
                  </a:lnTo>
                  <a:close/>
                </a:path>
                <a:path w="1057910" h="341629">
                  <a:moveTo>
                    <a:pt x="792480" y="16888"/>
                  </a:moveTo>
                  <a:lnTo>
                    <a:pt x="792480" y="7620"/>
                  </a:lnTo>
                  <a:lnTo>
                    <a:pt x="784860" y="12192"/>
                  </a:lnTo>
                  <a:lnTo>
                    <a:pt x="792480" y="16888"/>
                  </a:lnTo>
                  <a:close/>
                </a:path>
                <a:path w="1057910" h="341629">
                  <a:moveTo>
                    <a:pt x="792480" y="94488"/>
                  </a:moveTo>
                  <a:lnTo>
                    <a:pt x="792480" y="16888"/>
                  </a:lnTo>
                  <a:lnTo>
                    <a:pt x="784860" y="12192"/>
                  </a:lnTo>
                  <a:lnTo>
                    <a:pt x="784860" y="83820"/>
                  </a:lnTo>
                  <a:lnTo>
                    <a:pt x="787908" y="83820"/>
                  </a:lnTo>
                  <a:lnTo>
                    <a:pt x="787908" y="94488"/>
                  </a:lnTo>
                  <a:lnTo>
                    <a:pt x="792480" y="94488"/>
                  </a:lnTo>
                  <a:close/>
                </a:path>
                <a:path w="1057910" h="341629">
                  <a:moveTo>
                    <a:pt x="1046988" y="177325"/>
                  </a:moveTo>
                  <a:lnTo>
                    <a:pt x="1046988" y="173736"/>
                  </a:lnTo>
                  <a:lnTo>
                    <a:pt x="1040805" y="169926"/>
                  </a:lnTo>
                  <a:lnTo>
                    <a:pt x="784860" y="327660"/>
                  </a:lnTo>
                  <a:lnTo>
                    <a:pt x="792480" y="332232"/>
                  </a:lnTo>
                  <a:lnTo>
                    <a:pt x="792480" y="335686"/>
                  </a:lnTo>
                  <a:lnTo>
                    <a:pt x="1046988" y="177325"/>
                  </a:lnTo>
                  <a:close/>
                </a:path>
                <a:path w="1057910" h="341629">
                  <a:moveTo>
                    <a:pt x="792480" y="335686"/>
                  </a:moveTo>
                  <a:lnTo>
                    <a:pt x="792480" y="332232"/>
                  </a:lnTo>
                  <a:lnTo>
                    <a:pt x="784860" y="327660"/>
                  </a:lnTo>
                  <a:lnTo>
                    <a:pt x="784860" y="340427"/>
                  </a:lnTo>
                  <a:lnTo>
                    <a:pt x="792480" y="335686"/>
                  </a:lnTo>
                  <a:close/>
                </a:path>
                <a:path w="1057910" h="341629">
                  <a:moveTo>
                    <a:pt x="1046988" y="173736"/>
                  </a:moveTo>
                  <a:lnTo>
                    <a:pt x="1046988" y="166116"/>
                  </a:lnTo>
                  <a:lnTo>
                    <a:pt x="1040805" y="169926"/>
                  </a:lnTo>
                  <a:lnTo>
                    <a:pt x="1046988" y="173736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061" y="2625851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61187"/>
                  </a:moveTo>
                  <a:lnTo>
                    <a:pt x="716034" y="312142"/>
                  </a:lnTo>
                  <a:lnTo>
                    <a:pt x="706444" y="265112"/>
                  </a:lnTo>
                  <a:lnTo>
                    <a:pt x="690991" y="220527"/>
                  </a:lnTo>
                  <a:lnTo>
                    <a:pt x="670108" y="178815"/>
                  </a:lnTo>
                  <a:lnTo>
                    <a:pt x="644230" y="140406"/>
                  </a:lnTo>
                  <a:lnTo>
                    <a:pt x="613790" y="105727"/>
                  </a:lnTo>
                  <a:lnTo>
                    <a:pt x="579224" y="75207"/>
                  </a:lnTo>
                  <a:lnTo>
                    <a:pt x="540963" y="49275"/>
                  </a:lnTo>
                  <a:lnTo>
                    <a:pt x="499443" y="28360"/>
                  </a:lnTo>
                  <a:lnTo>
                    <a:pt x="455097" y="12890"/>
                  </a:lnTo>
                  <a:lnTo>
                    <a:pt x="408359" y="3294"/>
                  </a:lnTo>
                  <a:lnTo>
                    <a:pt x="359663" y="0"/>
                  </a:lnTo>
                  <a:lnTo>
                    <a:pt x="310648" y="3294"/>
                  </a:lnTo>
                  <a:lnTo>
                    <a:pt x="263701" y="12890"/>
                  </a:lnTo>
                  <a:lnTo>
                    <a:pt x="219241" y="28360"/>
                  </a:lnTo>
                  <a:lnTo>
                    <a:pt x="177687" y="49275"/>
                  </a:lnTo>
                  <a:lnTo>
                    <a:pt x="139455" y="75207"/>
                  </a:lnTo>
                  <a:lnTo>
                    <a:pt x="104965" y="105727"/>
                  </a:lnTo>
                  <a:lnTo>
                    <a:pt x="74634" y="140406"/>
                  </a:lnTo>
                  <a:lnTo>
                    <a:pt x="48880" y="178815"/>
                  </a:lnTo>
                  <a:lnTo>
                    <a:pt x="28122" y="220527"/>
                  </a:lnTo>
                  <a:lnTo>
                    <a:pt x="12777" y="265112"/>
                  </a:lnTo>
                  <a:lnTo>
                    <a:pt x="3264" y="312142"/>
                  </a:lnTo>
                  <a:lnTo>
                    <a:pt x="0" y="361187"/>
                  </a:lnTo>
                  <a:lnTo>
                    <a:pt x="3264" y="409883"/>
                  </a:lnTo>
                  <a:lnTo>
                    <a:pt x="12777" y="456621"/>
                  </a:lnTo>
                  <a:lnTo>
                    <a:pt x="28122" y="500967"/>
                  </a:lnTo>
                  <a:lnTo>
                    <a:pt x="48880" y="542487"/>
                  </a:lnTo>
                  <a:lnTo>
                    <a:pt x="74634" y="580748"/>
                  </a:lnTo>
                  <a:lnTo>
                    <a:pt x="104965" y="615314"/>
                  </a:lnTo>
                  <a:lnTo>
                    <a:pt x="139455" y="645754"/>
                  </a:lnTo>
                  <a:lnTo>
                    <a:pt x="177687" y="671632"/>
                  </a:lnTo>
                  <a:lnTo>
                    <a:pt x="219241" y="692515"/>
                  </a:lnTo>
                  <a:lnTo>
                    <a:pt x="263701" y="707968"/>
                  </a:lnTo>
                  <a:lnTo>
                    <a:pt x="310648" y="717558"/>
                  </a:lnTo>
                  <a:lnTo>
                    <a:pt x="359663" y="720851"/>
                  </a:lnTo>
                  <a:lnTo>
                    <a:pt x="408359" y="717558"/>
                  </a:lnTo>
                  <a:lnTo>
                    <a:pt x="455097" y="707968"/>
                  </a:lnTo>
                  <a:lnTo>
                    <a:pt x="499443" y="692515"/>
                  </a:lnTo>
                  <a:lnTo>
                    <a:pt x="540963" y="671632"/>
                  </a:lnTo>
                  <a:lnTo>
                    <a:pt x="579224" y="645754"/>
                  </a:lnTo>
                  <a:lnTo>
                    <a:pt x="613790" y="615314"/>
                  </a:lnTo>
                  <a:lnTo>
                    <a:pt x="644230" y="580748"/>
                  </a:lnTo>
                  <a:lnTo>
                    <a:pt x="670108" y="542487"/>
                  </a:lnTo>
                  <a:lnTo>
                    <a:pt x="690991" y="500967"/>
                  </a:lnTo>
                  <a:lnTo>
                    <a:pt x="706444" y="456621"/>
                  </a:lnTo>
                  <a:lnTo>
                    <a:pt x="716034" y="409883"/>
                  </a:lnTo>
                  <a:lnTo>
                    <a:pt x="719327" y="361187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15490" y="2621280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65760"/>
                  </a:moveTo>
                  <a:lnTo>
                    <a:pt x="723900" y="309372"/>
                  </a:lnTo>
                  <a:lnTo>
                    <a:pt x="720852" y="291084"/>
                  </a:lnTo>
                  <a:lnTo>
                    <a:pt x="716280" y="274320"/>
                  </a:lnTo>
                  <a:lnTo>
                    <a:pt x="711708" y="256032"/>
                  </a:lnTo>
                  <a:lnTo>
                    <a:pt x="699516" y="222504"/>
                  </a:lnTo>
                  <a:lnTo>
                    <a:pt x="691896" y="207264"/>
                  </a:lnTo>
                  <a:lnTo>
                    <a:pt x="684276" y="190500"/>
                  </a:lnTo>
                  <a:lnTo>
                    <a:pt x="655320" y="146304"/>
                  </a:lnTo>
                  <a:lnTo>
                    <a:pt x="621792" y="106680"/>
                  </a:lnTo>
                  <a:lnTo>
                    <a:pt x="582168" y="73152"/>
                  </a:lnTo>
                  <a:lnTo>
                    <a:pt x="537972" y="44196"/>
                  </a:lnTo>
                  <a:lnTo>
                    <a:pt x="521208" y="36576"/>
                  </a:lnTo>
                  <a:lnTo>
                    <a:pt x="505968" y="28956"/>
                  </a:lnTo>
                  <a:lnTo>
                    <a:pt x="472440" y="16764"/>
                  </a:lnTo>
                  <a:lnTo>
                    <a:pt x="454152" y="12192"/>
                  </a:lnTo>
                  <a:lnTo>
                    <a:pt x="437388" y="7620"/>
                  </a:lnTo>
                  <a:lnTo>
                    <a:pt x="400812" y="1524"/>
                  </a:lnTo>
                  <a:lnTo>
                    <a:pt x="382524" y="0"/>
                  </a:lnTo>
                  <a:lnTo>
                    <a:pt x="344424" y="0"/>
                  </a:lnTo>
                  <a:lnTo>
                    <a:pt x="289560" y="7620"/>
                  </a:lnTo>
                  <a:lnTo>
                    <a:pt x="237744" y="22860"/>
                  </a:lnTo>
                  <a:lnTo>
                    <a:pt x="190500" y="44196"/>
                  </a:lnTo>
                  <a:lnTo>
                    <a:pt x="118872" y="94488"/>
                  </a:lnTo>
                  <a:lnTo>
                    <a:pt x="94488" y="120396"/>
                  </a:lnTo>
                  <a:lnTo>
                    <a:pt x="82296" y="132588"/>
                  </a:lnTo>
                  <a:lnTo>
                    <a:pt x="42672" y="192024"/>
                  </a:lnTo>
                  <a:lnTo>
                    <a:pt x="21336" y="239268"/>
                  </a:lnTo>
                  <a:lnTo>
                    <a:pt x="6096" y="291084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3048" y="420624"/>
                  </a:lnTo>
                  <a:lnTo>
                    <a:pt x="7620" y="438912"/>
                  </a:lnTo>
                  <a:lnTo>
                    <a:pt x="9144" y="448056"/>
                  </a:lnTo>
                  <a:lnTo>
                    <a:pt x="9144" y="347472"/>
                  </a:lnTo>
                  <a:lnTo>
                    <a:pt x="10668" y="329184"/>
                  </a:lnTo>
                  <a:lnTo>
                    <a:pt x="13716" y="310896"/>
                  </a:lnTo>
                  <a:lnTo>
                    <a:pt x="16764" y="294132"/>
                  </a:lnTo>
                  <a:lnTo>
                    <a:pt x="19812" y="275844"/>
                  </a:lnTo>
                  <a:lnTo>
                    <a:pt x="36576" y="227076"/>
                  </a:lnTo>
                  <a:lnTo>
                    <a:pt x="60960" y="181356"/>
                  </a:lnTo>
                  <a:lnTo>
                    <a:pt x="70104" y="166116"/>
                  </a:lnTo>
                  <a:lnTo>
                    <a:pt x="100584" y="126492"/>
                  </a:lnTo>
                  <a:lnTo>
                    <a:pt x="166116" y="70104"/>
                  </a:lnTo>
                  <a:lnTo>
                    <a:pt x="210312" y="44196"/>
                  </a:lnTo>
                  <a:lnTo>
                    <a:pt x="259080" y="25908"/>
                  </a:lnTo>
                  <a:lnTo>
                    <a:pt x="309372" y="13716"/>
                  </a:lnTo>
                  <a:lnTo>
                    <a:pt x="364236" y="9144"/>
                  </a:lnTo>
                  <a:lnTo>
                    <a:pt x="399288" y="12065"/>
                  </a:lnTo>
                  <a:lnTo>
                    <a:pt x="469392" y="25908"/>
                  </a:lnTo>
                  <a:lnTo>
                    <a:pt x="501396" y="38100"/>
                  </a:lnTo>
                  <a:lnTo>
                    <a:pt x="518160" y="44196"/>
                  </a:lnTo>
                  <a:lnTo>
                    <a:pt x="533400" y="53340"/>
                  </a:lnTo>
                  <a:lnTo>
                    <a:pt x="548640" y="60960"/>
                  </a:lnTo>
                  <a:lnTo>
                    <a:pt x="562356" y="70104"/>
                  </a:lnTo>
                  <a:lnTo>
                    <a:pt x="601980" y="102108"/>
                  </a:lnTo>
                  <a:lnTo>
                    <a:pt x="637032" y="138684"/>
                  </a:lnTo>
                  <a:lnTo>
                    <a:pt x="667512" y="181356"/>
                  </a:lnTo>
                  <a:lnTo>
                    <a:pt x="675132" y="196596"/>
                  </a:lnTo>
                  <a:lnTo>
                    <a:pt x="684276" y="211836"/>
                  </a:lnTo>
                  <a:lnTo>
                    <a:pt x="690372" y="227076"/>
                  </a:lnTo>
                  <a:lnTo>
                    <a:pt x="696468" y="243840"/>
                  </a:lnTo>
                  <a:lnTo>
                    <a:pt x="702564" y="259080"/>
                  </a:lnTo>
                  <a:lnTo>
                    <a:pt x="707136" y="275844"/>
                  </a:lnTo>
                  <a:lnTo>
                    <a:pt x="711708" y="294132"/>
                  </a:lnTo>
                  <a:lnTo>
                    <a:pt x="714756" y="310896"/>
                  </a:lnTo>
                  <a:lnTo>
                    <a:pt x="719328" y="365760"/>
                  </a:lnTo>
                  <a:lnTo>
                    <a:pt x="719328" y="444500"/>
                  </a:lnTo>
                  <a:lnTo>
                    <a:pt x="720852" y="438912"/>
                  </a:lnTo>
                  <a:lnTo>
                    <a:pt x="726948" y="402336"/>
                  </a:lnTo>
                  <a:lnTo>
                    <a:pt x="726948" y="384048"/>
                  </a:lnTo>
                  <a:lnTo>
                    <a:pt x="728472" y="365760"/>
                  </a:lnTo>
                  <a:close/>
                </a:path>
                <a:path w="728979" h="730250">
                  <a:moveTo>
                    <a:pt x="719328" y="444500"/>
                  </a:moveTo>
                  <a:lnTo>
                    <a:pt x="719328" y="365760"/>
                  </a:lnTo>
                  <a:lnTo>
                    <a:pt x="714756" y="419100"/>
                  </a:lnTo>
                  <a:lnTo>
                    <a:pt x="711708" y="437388"/>
                  </a:lnTo>
                  <a:lnTo>
                    <a:pt x="702564" y="470916"/>
                  </a:lnTo>
                  <a:lnTo>
                    <a:pt x="690372" y="504444"/>
                  </a:lnTo>
                  <a:lnTo>
                    <a:pt x="684276" y="519684"/>
                  </a:lnTo>
                  <a:lnTo>
                    <a:pt x="675132" y="534924"/>
                  </a:lnTo>
                  <a:lnTo>
                    <a:pt x="667512" y="550164"/>
                  </a:lnTo>
                  <a:lnTo>
                    <a:pt x="658368" y="563880"/>
                  </a:lnTo>
                  <a:lnTo>
                    <a:pt x="626364" y="605028"/>
                  </a:lnTo>
                  <a:lnTo>
                    <a:pt x="614172" y="617220"/>
                  </a:lnTo>
                  <a:lnTo>
                    <a:pt x="601980" y="627888"/>
                  </a:lnTo>
                  <a:lnTo>
                    <a:pt x="589788" y="640080"/>
                  </a:lnTo>
                  <a:lnTo>
                    <a:pt x="576072" y="650748"/>
                  </a:lnTo>
                  <a:lnTo>
                    <a:pt x="562356" y="659892"/>
                  </a:lnTo>
                  <a:lnTo>
                    <a:pt x="547116" y="669036"/>
                  </a:lnTo>
                  <a:lnTo>
                    <a:pt x="533400" y="678180"/>
                  </a:lnTo>
                  <a:lnTo>
                    <a:pt x="486156" y="699516"/>
                  </a:lnTo>
                  <a:lnTo>
                    <a:pt x="435864" y="713232"/>
                  </a:lnTo>
                  <a:lnTo>
                    <a:pt x="382524" y="720852"/>
                  </a:lnTo>
                  <a:lnTo>
                    <a:pt x="344424" y="720725"/>
                  </a:lnTo>
                  <a:lnTo>
                    <a:pt x="327660" y="719328"/>
                  </a:lnTo>
                  <a:lnTo>
                    <a:pt x="309372" y="716280"/>
                  </a:lnTo>
                  <a:lnTo>
                    <a:pt x="292608" y="713232"/>
                  </a:lnTo>
                  <a:lnTo>
                    <a:pt x="274320" y="710184"/>
                  </a:lnTo>
                  <a:lnTo>
                    <a:pt x="257556" y="705612"/>
                  </a:lnTo>
                  <a:lnTo>
                    <a:pt x="242316" y="699516"/>
                  </a:lnTo>
                  <a:lnTo>
                    <a:pt x="225552" y="693420"/>
                  </a:lnTo>
                  <a:lnTo>
                    <a:pt x="195072" y="678180"/>
                  </a:lnTo>
                  <a:lnTo>
                    <a:pt x="179832" y="669036"/>
                  </a:lnTo>
                  <a:lnTo>
                    <a:pt x="166116" y="659892"/>
                  </a:lnTo>
                  <a:lnTo>
                    <a:pt x="150876" y="650748"/>
                  </a:lnTo>
                  <a:lnTo>
                    <a:pt x="138684" y="640080"/>
                  </a:lnTo>
                  <a:lnTo>
                    <a:pt x="124968" y="627888"/>
                  </a:lnTo>
                  <a:lnTo>
                    <a:pt x="112776" y="617220"/>
                  </a:lnTo>
                  <a:lnTo>
                    <a:pt x="79248" y="577596"/>
                  </a:lnTo>
                  <a:lnTo>
                    <a:pt x="51816" y="534924"/>
                  </a:lnTo>
                  <a:lnTo>
                    <a:pt x="30480" y="487680"/>
                  </a:lnTo>
                  <a:lnTo>
                    <a:pt x="16764" y="437388"/>
                  </a:lnTo>
                  <a:lnTo>
                    <a:pt x="9144" y="384048"/>
                  </a:lnTo>
                  <a:lnTo>
                    <a:pt x="9144" y="448056"/>
                  </a:lnTo>
                  <a:lnTo>
                    <a:pt x="27432" y="507492"/>
                  </a:lnTo>
                  <a:lnTo>
                    <a:pt x="44196" y="539496"/>
                  </a:lnTo>
                  <a:lnTo>
                    <a:pt x="51816" y="554736"/>
                  </a:lnTo>
                  <a:lnTo>
                    <a:pt x="62484" y="569976"/>
                  </a:lnTo>
                  <a:lnTo>
                    <a:pt x="71628" y="583692"/>
                  </a:lnTo>
                  <a:lnTo>
                    <a:pt x="82296" y="597408"/>
                  </a:lnTo>
                  <a:lnTo>
                    <a:pt x="118872" y="635508"/>
                  </a:lnTo>
                  <a:lnTo>
                    <a:pt x="160020" y="667512"/>
                  </a:lnTo>
                  <a:lnTo>
                    <a:pt x="175260" y="678180"/>
                  </a:lnTo>
                  <a:lnTo>
                    <a:pt x="190500" y="685800"/>
                  </a:lnTo>
                  <a:lnTo>
                    <a:pt x="205740" y="694944"/>
                  </a:lnTo>
                  <a:lnTo>
                    <a:pt x="222504" y="702564"/>
                  </a:lnTo>
                  <a:lnTo>
                    <a:pt x="256032" y="714756"/>
                  </a:lnTo>
                  <a:lnTo>
                    <a:pt x="272796" y="719328"/>
                  </a:lnTo>
                  <a:lnTo>
                    <a:pt x="291084" y="722376"/>
                  </a:lnTo>
                  <a:lnTo>
                    <a:pt x="307848" y="726948"/>
                  </a:lnTo>
                  <a:lnTo>
                    <a:pt x="344424" y="729996"/>
                  </a:lnTo>
                  <a:lnTo>
                    <a:pt x="382524" y="729996"/>
                  </a:lnTo>
                  <a:lnTo>
                    <a:pt x="437388" y="722376"/>
                  </a:lnTo>
                  <a:lnTo>
                    <a:pt x="472440" y="713232"/>
                  </a:lnTo>
                  <a:lnTo>
                    <a:pt x="489204" y="708660"/>
                  </a:lnTo>
                  <a:lnTo>
                    <a:pt x="505968" y="701040"/>
                  </a:lnTo>
                  <a:lnTo>
                    <a:pt x="521208" y="694944"/>
                  </a:lnTo>
                  <a:lnTo>
                    <a:pt x="537972" y="685800"/>
                  </a:lnTo>
                  <a:lnTo>
                    <a:pt x="553212" y="678180"/>
                  </a:lnTo>
                  <a:lnTo>
                    <a:pt x="566928" y="667512"/>
                  </a:lnTo>
                  <a:lnTo>
                    <a:pt x="582168" y="658368"/>
                  </a:lnTo>
                  <a:lnTo>
                    <a:pt x="595884" y="647700"/>
                  </a:lnTo>
                  <a:lnTo>
                    <a:pt x="608076" y="635508"/>
                  </a:lnTo>
                  <a:lnTo>
                    <a:pt x="621792" y="623316"/>
                  </a:lnTo>
                  <a:lnTo>
                    <a:pt x="633984" y="611124"/>
                  </a:lnTo>
                  <a:lnTo>
                    <a:pt x="665988" y="569976"/>
                  </a:lnTo>
                  <a:lnTo>
                    <a:pt x="684276" y="539496"/>
                  </a:lnTo>
                  <a:lnTo>
                    <a:pt x="691896" y="522732"/>
                  </a:lnTo>
                  <a:lnTo>
                    <a:pt x="699516" y="507492"/>
                  </a:lnTo>
                  <a:lnTo>
                    <a:pt x="711708" y="473964"/>
                  </a:lnTo>
                  <a:lnTo>
                    <a:pt x="716280" y="455676"/>
                  </a:lnTo>
                  <a:lnTo>
                    <a:pt x="719328" y="44450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061" y="3345179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61187"/>
                  </a:moveTo>
                  <a:lnTo>
                    <a:pt x="716034" y="312142"/>
                  </a:lnTo>
                  <a:lnTo>
                    <a:pt x="706444" y="265112"/>
                  </a:lnTo>
                  <a:lnTo>
                    <a:pt x="690991" y="220527"/>
                  </a:lnTo>
                  <a:lnTo>
                    <a:pt x="670108" y="178815"/>
                  </a:lnTo>
                  <a:lnTo>
                    <a:pt x="644230" y="140406"/>
                  </a:lnTo>
                  <a:lnTo>
                    <a:pt x="613790" y="105727"/>
                  </a:lnTo>
                  <a:lnTo>
                    <a:pt x="579224" y="75207"/>
                  </a:lnTo>
                  <a:lnTo>
                    <a:pt x="540963" y="49275"/>
                  </a:lnTo>
                  <a:lnTo>
                    <a:pt x="499443" y="28360"/>
                  </a:lnTo>
                  <a:lnTo>
                    <a:pt x="455097" y="12890"/>
                  </a:lnTo>
                  <a:lnTo>
                    <a:pt x="408359" y="3294"/>
                  </a:lnTo>
                  <a:lnTo>
                    <a:pt x="359663" y="0"/>
                  </a:lnTo>
                  <a:lnTo>
                    <a:pt x="310648" y="3294"/>
                  </a:lnTo>
                  <a:lnTo>
                    <a:pt x="263701" y="12890"/>
                  </a:lnTo>
                  <a:lnTo>
                    <a:pt x="219241" y="28360"/>
                  </a:lnTo>
                  <a:lnTo>
                    <a:pt x="177687" y="49275"/>
                  </a:lnTo>
                  <a:lnTo>
                    <a:pt x="139455" y="75207"/>
                  </a:lnTo>
                  <a:lnTo>
                    <a:pt x="104965" y="105727"/>
                  </a:lnTo>
                  <a:lnTo>
                    <a:pt x="74634" y="140406"/>
                  </a:lnTo>
                  <a:lnTo>
                    <a:pt x="48880" y="178815"/>
                  </a:lnTo>
                  <a:lnTo>
                    <a:pt x="28122" y="220527"/>
                  </a:lnTo>
                  <a:lnTo>
                    <a:pt x="12777" y="265112"/>
                  </a:lnTo>
                  <a:lnTo>
                    <a:pt x="3264" y="312142"/>
                  </a:lnTo>
                  <a:lnTo>
                    <a:pt x="0" y="361187"/>
                  </a:lnTo>
                  <a:lnTo>
                    <a:pt x="3264" y="409883"/>
                  </a:lnTo>
                  <a:lnTo>
                    <a:pt x="12777" y="456621"/>
                  </a:lnTo>
                  <a:lnTo>
                    <a:pt x="28122" y="500967"/>
                  </a:lnTo>
                  <a:lnTo>
                    <a:pt x="48880" y="542487"/>
                  </a:lnTo>
                  <a:lnTo>
                    <a:pt x="74634" y="580748"/>
                  </a:lnTo>
                  <a:lnTo>
                    <a:pt x="104965" y="615314"/>
                  </a:lnTo>
                  <a:lnTo>
                    <a:pt x="139455" y="645754"/>
                  </a:lnTo>
                  <a:lnTo>
                    <a:pt x="177687" y="671632"/>
                  </a:lnTo>
                  <a:lnTo>
                    <a:pt x="219241" y="692515"/>
                  </a:lnTo>
                  <a:lnTo>
                    <a:pt x="263701" y="707968"/>
                  </a:lnTo>
                  <a:lnTo>
                    <a:pt x="310648" y="717558"/>
                  </a:lnTo>
                  <a:lnTo>
                    <a:pt x="359663" y="720851"/>
                  </a:lnTo>
                  <a:lnTo>
                    <a:pt x="408359" y="717558"/>
                  </a:lnTo>
                  <a:lnTo>
                    <a:pt x="455097" y="707968"/>
                  </a:lnTo>
                  <a:lnTo>
                    <a:pt x="499443" y="692515"/>
                  </a:lnTo>
                  <a:lnTo>
                    <a:pt x="540963" y="671632"/>
                  </a:lnTo>
                  <a:lnTo>
                    <a:pt x="579224" y="645754"/>
                  </a:lnTo>
                  <a:lnTo>
                    <a:pt x="613790" y="615314"/>
                  </a:lnTo>
                  <a:lnTo>
                    <a:pt x="644230" y="580748"/>
                  </a:lnTo>
                  <a:lnTo>
                    <a:pt x="670108" y="542487"/>
                  </a:lnTo>
                  <a:lnTo>
                    <a:pt x="690991" y="500967"/>
                  </a:lnTo>
                  <a:lnTo>
                    <a:pt x="706444" y="456621"/>
                  </a:lnTo>
                  <a:lnTo>
                    <a:pt x="716034" y="409883"/>
                  </a:lnTo>
                  <a:lnTo>
                    <a:pt x="719327" y="361187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15490" y="3340608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65760"/>
                  </a:moveTo>
                  <a:lnTo>
                    <a:pt x="723900" y="309372"/>
                  </a:lnTo>
                  <a:lnTo>
                    <a:pt x="720852" y="291084"/>
                  </a:lnTo>
                  <a:lnTo>
                    <a:pt x="716280" y="274320"/>
                  </a:lnTo>
                  <a:lnTo>
                    <a:pt x="711708" y="256032"/>
                  </a:lnTo>
                  <a:lnTo>
                    <a:pt x="699516" y="222504"/>
                  </a:lnTo>
                  <a:lnTo>
                    <a:pt x="691896" y="207264"/>
                  </a:lnTo>
                  <a:lnTo>
                    <a:pt x="684276" y="190500"/>
                  </a:lnTo>
                  <a:lnTo>
                    <a:pt x="655320" y="146304"/>
                  </a:lnTo>
                  <a:lnTo>
                    <a:pt x="621792" y="106680"/>
                  </a:lnTo>
                  <a:lnTo>
                    <a:pt x="582168" y="73152"/>
                  </a:lnTo>
                  <a:lnTo>
                    <a:pt x="537972" y="44196"/>
                  </a:lnTo>
                  <a:lnTo>
                    <a:pt x="521208" y="36576"/>
                  </a:lnTo>
                  <a:lnTo>
                    <a:pt x="505968" y="28956"/>
                  </a:lnTo>
                  <a:lnTo>
                    <a:pt x="454152" y="10668"/>
                  </a:lnTo>
                  <a:lnTo>
                    <a:pt x="400812" y="1524"/>
                  </a:lnTo>
                  <a:lnTo>
                    <a:pt x="382524" y="0"/>
                  </a:lnTo>
                  <a:lnTo>
                    <a:pt x="344424" y="0"/>
                  </a:lnTo>
                  <a:lnTo>
                    <a:pt x="289560" y="7620"/>
                  </a:lnTo>
                  <a:lnTo>
                    <a:pt x="237744" y="22860"/>
                  </a:lnTo>
                  <a:lnTo>
                    <a:pt x="190500" y="44196"/>
                  </a:lnTo>
                  <a:lnTo>
                    <a:pt x="118872" y="94488"/>
                  </a:lnTo>
                  <a:lnTo>
                    <a:pt x="94488" y="120396"/>
                  </a:lnTo>
                  <a:lnTo>
                    <a:pt x="82296" y="132588"/>
                  </a:lnTo>
                  <a:lnTo>
                    <a:pt x="51816" y="175260"/>
                  </a:lnTo>
                  <a:lnTo>
                    <a:pt x="35052" y="207264"/>
                  </a:lnTo>
                  <a:lnTo>
                    <a:pt x="27432" y="222504"/>
                  </a:lnTo>
                  <a:lnTo>
                    <a:pt x="15240" y="256032"/>
                  </a:lnTo>
                  <a:lnTo>
                    <a:pt x="10668" y="274320"/>
                  </a:lnTo>
                  <a:lnTo>
                    <a:pt x="6096" y="291084"/>
                  </a:lnTo>
                  <a:lnTo>
                    <a:pt x="3048" y="309372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3048" y="420624"/>
                  </a:lnTo>
                  <a:lnTo>
                    <a:pt x="7620" y="438912"/>
                  </a:lnTo>
                  <a:lnTo>
                    <a:pt x="9144" y="448056"/>
                  </a:lnTo>
                  <a:lnTo>
                    <a:pt x="9144" y="345948"/>
                  </a:lnTo>
                  <a:lnTo>
                    <a:pt x="10668" y="329184"/>
                  </a:lnTo>
                  <a:lnTo>
                    <a:pt x="19812" y="275844"/>
                  </a:lnTo>
                  <a:lnTo>
                    <a:pt x="36576" y="227076"/>
                  </a:lnTo>
                  <a:lnTo>
                    <a:pt x="60960" y="181356"/>
                  </a:lnTo>
                  <a:lnTo>
                    <a:pt x="70104" y="166116"/>
                  </a:lnTo>
                  <a:lnTo>
                    <a:pt x="100584" y="126492"/>
                  </a:lnTo>
                  <a:lnTo>
                    <a:pt x="124968" y="102108"/>
                  </a:lnTo>
                  <a:lnTo>
                    <a:pt x="138684" y="89916"/>
                  </a:lnTo>
                  <a:lnTo>
                    <a:pt x="152400" y="80772"/>
                  </a:lnTo>
                  <a:lnTo>
                    <a:pt x="166116" y="70104"/>
                  </a:lnTo>
                  <a:lnTo>
                    <a:pt x="179832" y="60960"/>
                  </a:lnTo>
                  <a:lnTo>
                    <a:pt x="195072" y="51816"/>
                  </a:lnTo>
                  <a:lnTo>
                    <a:pt x="210312" y="44196"/>
                  </a:lnTo>
                  <a:lnTo>
                    <a:pt x="225552" y="38100"/>
                  </a:lnTo>
                  <a:lnTo>
                    <a:pt x="242316" y="30480"/>
                  </a:lnTo>
                  <a:lnTo>
                    <a:pt x="292608" y="16764"/>
                  </a:lnTo>
                  <a:lnTo>
                    <a:pt x="309372" y="13716"/>
                  </a:lnTo>
                  <a:lnTo>
                    <a:pt x="327660" y="10668"/>
                  </a:lnTo>
                  <a:lnTo>
                    <a:pt x="345948" y="10668"/>
                  </a:lnTo>
                  <a:lnTo>
                    <a:pt x="364236" y="9144"/>
                  </a:lnTo>
                  <a:lnTo>
                    <a:pt x="382524" y="10668"/>
                  </a:lnTo>
                  <a:lnTo>
                    <a:pt x="400812" y="10668"/>
                  </a:lnTo>
                  <a:lnTo>
                    <a:pt x="417576" y="13716"/>
                  </a:lnTo>
                  <a:lnTo>
                    <a:pt x="435864" y="16764"/>
                  </a:lnTo>
                  <a:lnTo>
                    <a:pt x="486156" y="30480"/>
                  </a:lnTo>
                  <a:lnTo>
                    <a:pt x="501396" y="38100"/>
                  </a:lnTo>
                  <a:lnTo>
                    <a:pt x="518160" y="44196"/>
                  </a:lnTo>
                  <a:lnTo>
                    <a:pt x="562356" y="70104"/>
                  </a:lnTo>
                  <a:lnTo>
                    <a:pt x="601980" y="102108"/>
                  </a:lnTo>
                  <a:lnTo>
                    <a:pt x="637032" y="138684"/>
                  </a:lnTo>
                  <a:lnTo>
                    <a:pt x="667512" y="181356"/>
                  </a:lnTo>
                  <a:lnTo>
                    <a:pt x="675132" y="195072"/>
                  </a:lnTo>
                  <a:lnTo>
                    <a:pt x="684276" y="210312"/>
                  </a:lnTo>
                  <a:lnTo>
                    <a:pt x="690372" y="227076"/>
                  </a:lnTo>
                  <a:lnTo>
                    <a:pt x="696468" y="242316"/>
                  </a:lnTo>
                  <a:lnTo>
                    <a:pt x="702564" y="259080"/>
                  </a:lnTo>
                  <a:lnTo>
                    <a:pt x="707136" y="275844"/>
                  </a:lnTo>
                  <a:lnTo>
                    <a:pt x="711708" y="294132"/>
                  </a:lnTo>
                  <a:lnTo>
                    <a:pt x="714756" y="310896"/>
                  </a:lnTo>
                  <a:lnTo>
                    <a:pt x="719328" y="365760"/>
                  </a:lnTo>
                  <a:lnTo>
                    <a:pt x="719328" y="444500"/>
                  </a:lnTo>
                  <a:lnTo>
                    <a:pt x="720852" y="438912"/>
                  </a:lnTo>
                  <a:lnTo>
                    <a:pt x="726948" y="402336"/>
                  </a:lnTo>
                  <a:lnTo>
                    <a:pt x="726948" y="384048"/>
                  </a:lnTo>
                  <a:lnTo>
                    <a:pt x="728472" y="365760"/>
                  </a:lnTo>
                  <a:close/>
                </a:path>
                <a:path w="728979" h="730250">
                  <a:moveTo>
                    <a:pt x="719328" y="444500"/>
                  </a:moveTo>
                  <a:lnTo>
                    <a:pt x="719328" y="365760"/>
                  </a:lnTo>
                  <a:lnTo>
                    <a:pt x="714756" y="419100"/>
                  </a:lnTo>
                  <a:lnTo>
                    <a:pt x="711708" y="437388"/>
                  </a:lnTo>
                  <a:lnTo>
                    <a:pt x="702564" y="470916"/>
                  </a:lnTo>
                  <a:lnTo>
                    <a:pt x="696468" y="487680"/>
                  </a:lnTo>
                  <a:lnTo>
                    <a:pt x="690372" y="502920"/>
                  </a:lnTo>
                  <a:lnTo>
                    <a:pt x="684276" y="519684"/>
                  </a:lnTo>
                  <a:lnTo>
                    <a:pt x="675132" y="534924"/>
                  </a:lnTo>
                  <a:lnTo>
                    <a:pt x="667512" y="550164"/>
                  </a:lnTo>
                  <a:lnTo>
                    <a:pt x="658368" y="563880"/>
                  </a:lnTo>
                  <a:lnTo>
                    <a:pt x="637032" y="591312"/>
                  </a:lnTo>
                  <a:lnTo>
                    <a:pt x="626364" y="603504"/>
                  </a:lnTo>
                  <a:lnTo>
                    <a:pt x="614172" y="617220"/>
                  </a:lnTo>
                  <a:lnTo>
                    <a:pt x="601980" y="627888"/>
                  </a:lnTo>
                  <a:lnTo>
                    <a:pt x="589788" y="640080"/>
                  </a:lnTo>
                  <a:lnTo>
                    <a:pt x="576072" y="650748"/>
                  </a:lnTo>
                  <a:lnTo>
                    <a:pt x="562356" y="659892"/>
                  </a:lnTo>
                  <a:lnTo>
                    <a:pt x="547116" y="669036"/>
                  </a:lnTo>
                  <a:lnTo>
                    <a:pt x="533400" y="678180"/>
                  </a:lnTo>
                  <a:lnTo>
                    <a:pt x="518160" y="685800"/>
                  </a:lnTo>
                  <a:lnTo>
                    <a:pt x="501396" y="693420"/>
                  </a:lnTo>
                  <a:lnTo>
                    <a:pt x="486156" y="699516"/>
                  </a:lnTo>
                  <a:lnTo>
                    <a:pt x="469392" y="704088"/>
                  </a:lnTo>
                  <a:lnTo>
                    <a:pt x="452628" y="710184"/>
                  </a:lnTo>
                  <a:lnTo>
                    <a:pt x="435864" y="713232"/>
                  </a:lnTo>
                  <a:lnTo>
                    <a:pt x="399288" y="719328"/>
                  </a:lnTo>
                  <a:lnTo>
                    <a:pt x="382524" y="720852"/>
                  </a:lnTo>
                  <a:lnTo>
                    <a:pt x="344424" y="720725"/>
                  </a:lnTo>
                  <a:lnTo>
                    <a:pt x="327660" y="719328"/>
                  </a:lnTo>
                  <a:lnTo>
                    <a:pt x="309372" y="716280"/>
                  </a:lnTo>
                  <a:lnTo>
                    <a:pt x="292608" y="713232"/>
                  </a:lnTo>
                  <a:lnTo>
                    <a:pt x="274320" y="710184"/>
                  </a:lnTo>
                  <a:lnTo>
                    <a:pt x="257556" y="704088"/>
                  </a:lnTo>
                  <a:lnTo>
                    <a:pt x="242316" y="699516"/>
                  </a:lnTo>
                  <a:lnTo>
                    <a:pt x="225552" y="693420"/>
                  </a:lnTo>
                  <a:lnTo>
                    <a:pt x="179832" y="669036"/>
                  </a:lnTo>
                  <a:lnTo>
                    <a:pt x="138684" y="640080"/>
                  </a:lnTo>
                  <a:lnTo>
                    <a:pt x="124968" y="627888"/>
                  </a:lnTo>
                  <a:lnTo>
                    <a:pt x="112776" y="617220"/>
                  </a:lnTo>
                  <a:lnTo>
                    <a:pt x="79248" y="577596"/>
                  </a:lnTo>
                  <a:lnTo>
                    <a:pt x="60960" y="548640"/>
                  </a:lnTo>
                  <a:lnTo>
                    <a:pt x="51816" y="534924"/>
                  </a:lnTo>
                  <a:lnTo>
                    <a:pt x="30480" y="487680"/>
                  </a:lnTo>
                  <a:lnTo>
                    <a:pt x="16764" y="437388"/>
                  </a:lnTo>
                  <a:lnTo>
                    <a:pt x="9144" y="382524"/>
                  </a:lnTo>
                  <a:lnTo>
                    <a:pt x="9144" y="448056"/>
                  </a:lnTo>
                  <a:lnTo>
                    <a:pt x="27432" y="507492"/>
                  </a:lnTo>
                  <a:lnTo>
                    <a:pt x="44196" y="539496"/>
                  </a:lnTo>
                  <a:lnTo>
                    <a:pt x="51816" y="554736"/>
                  </a:lnTo>
                  <a:lnTo>
                    <a:pt x="62484" y="569976"/>
                  </a:lnTo>
                  <a:lnTo>
                    <a:pt x="71628" y="583692"/>
                  </a:lnTo>
                  <a:lnTo>
                    <a:pt x="82296" y="597408"/>
                  </a:lnTo>
                  <a:lnTo>
                    <a:pt x="94488" y="611124"/>
                  </a:lnTo>
                  <a:lnTo>
                    <a:pt x="118872" y="635508"/>
                  </a:lnTo>
                  <a:lnTo>
                    <a:pt x="132588" y="646176"/>
                  </a:lnTo>
                  <a:lnTo>
                    <a:pt x="146304" y="658368"/>
                  </a:lnTo>
                  <a:lnTo>
                    <a:pt x="160020" y="667512"/>
                  </a:lnTo>
                  <a:lnTo>
                    <a:pt x="205740" y="694944"/>
                  </a:lnTo>
                  <a:lnTo>
                    <a:pt x="222504" y="701040"/>
                  </a:lnTo>
                  <a:lnTo>
                    <a:pt x="239268" y="708660"/>
                  </a:lnTo>
                  <a:lnTo>
                    <a:pt x="256032" y="713232"/>
                  </a:lnTo>
                  <a:lnTo>
                    <a:pt x="272796" y="719328"/>
                  </a:lnTo>
                  <a:lnTo>
                    <a:pt x="291084" y="722376"/>
                  </a:lnTo>
                  <a:lnTo>
                    <a:pt x="307848" y="725424"/>
                  </a:lnTo>
                  <a:lnTo>
                    <a:pt x="326136" y="728472"/>
                  </a:lnTo>
                  <a:lnTo>
                    <a:pt x="344424" y="729996"/>
                  </a:lnTo>
                  <a:lnTo>
                    <a:pt x="382524" y="729996"/>
                  </a:lnTo>
                  <a:lnTo>
                    <a:pt x="399288" y="728599"/>
                  </a:lnTo>
                  <a:lnTo>
                    <a:pt x="400812" y="728472"/>
                  </a:lnTo>
                  <a:lnTo>
                    <a:pt x="437388" y="722376"/>
                  </a:lnTo>
                  <a:lnTo>
                    <a:pt x="454152" y="719328"/>
                  </a:lnTo>
                  <a:lnTo>
                    <a:pt x="472440" y="713232"/>
                  </a:lnTo>
                  <a:lnTo>
                    <a:pt x="489204" y="708660"/>
                  </a:lnTo>
                  <a:lnTo>
                    <a:pt x="505968" y="701040"/>
                  </a:lnTo>
                  <a:lnTo>
                    <a:pt x="521208" y="693420"/>
                  </a:lnTo>
                  <a:lnTo>
                    <a:pt x="537972" y="685800"/>
                  </a:lnTo>
                  <a:lnTo>
                    <a:pt x="582168" y="656844"/>
                  </a:lnTo>
                  <a:lnTo>
                    <a:pt x="621792" y="623316"/>
                  </a:lnTo>
                  <a:lnTo>
                    <a:pt x="655320" y="583692"/>
                  </a:lnTo>
                  <a:lnTo>
                    <a:pt x="684276" y="539496"/>
                  </a:lnTo>
                  <a:lnTo>
                    <a:pt x="691896" y="522732"/>
                  </a:lnTo>
                  <a:lnTo>
                    <a:pt x="699516" y="507492"/>
                  </a:lnTo>
                  <a:lnTo>
                    <a:pt x="711708" y="473964"/>
                  </a:lnTo>
                  <a:lnTo>
                    <a:pt x="716280" y="455676"/>
                  </a:lnTo>
                  <a:lnTo>
                    <a:pt x="719328" y="44450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64923" y="2770122"/>
            <a:ext cx="22923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02686" y="2298192"/>
            <a:ext cx="2169160" cy="1201420"/>
            <a:chOff x="5702686" y="2298192"/>
            <a:chExt cx="2169160" cy="1201420"/>
          </a:xfrm>
        </p:grpSpPr>
        <p:sp>
          <p:nvSpPr>
            <p:cNvPr id="17" name="object 17"/>
            <p:cNvSpPr/>
            <p:nvPr/>
          </p:nvSpPr>
          <p:spPr>
            <a:xfrm>
              <a:off x="5702686" y="3157728"/>
              <a:ext cx="1057910" cy="341630"/>
            </a:xfrm>
            <a:custGeom>
              <a:avLst/>
              <a:gdLst/>
              <a:ahLst/>
              <a:cxnLst/>
              <a:rect l="l" t="t" r="r" b="b"/>
              <a:pathLst>
                <a:path w="1057909" h="341629">
                  <a:moveTo>
                    <a:pt x="787908" y="83820"/>
                  </a:moveTo>
                  <a:lnTo>
                    <a:pt x="0" y="83820"/>
                  </a:lnTo>
                  <a:lnTo>
                    <a:pt x="0" y="256032"/>
                  </a:lnTo>
                  <a:lnTo>
                    <a:pt x="4572" y="256032"/>
                  </a:lnTo>
                  <a:lnTo>
                    <a:pt x="4572" y="94488"/>
                  </a:lnTo>
                  <a:lnTo>
                    <a:pt x="9144" y="89916"/>
                  </a:lnTo>
                  <a:lnTo>
                    <a:pt x="9144" y="94488"/>
                  </a:lnTo>
                  <a:lnTo>
                    <a:pt x="783336" y="94488"/>
                  </a:lnTo>
                  <a:lnTo>
                    <a:pt x="783336" y="89916"/>
                  </a:lnTo>
                  <a:lnTo>
                    <a:pt x="787908" y="83820"/>
                  </a:lnTo>
                  <a:close/>
                </a:path>
                <a:path w="1057909" h="341629">
                  <a:moveTo>
                    <a:pt x="9144" y="94488"/>
                  </a:moveTo>
                  <a:lnTo>
                    <a:pt x="9144" y="89916"/>
                  </a:lnTo>
                  <a:lnTo>
                    <a:pt x="4572" y="94488"/>
                  </a:lnTo>
                  <a:lnTo>
                    <a:pt x="9144" y="94488"/>
                  </a:lnTo>
                  <a:close/>
                </a:path>
                <a:path w="1057909" h="341629">
                  <a:moveTo>
                    <a:pt x="9144" y="246888"/>
                  </a:moveTo>
                  <a:lnTo>
                    <a:pt x="9144" y="94488"/>
                  </a:lnTo>
                  <a:lnTo>
                    <a:pt x="4572" y="94488"/>
                  </a:lnTo>
                  <a:lnTo>
                    <a:pt x="4572" y="246888"/>
                  </a:lnTo>
                  <a:lnTo>
                    <a:pt x="9144" y="246888"/>
                  </a:lnTo>
                  <a:close/>
                </a:path>
                <a:path w="1057909" h="341629">
                  <a:moveTo>
                    <a:pt x="792480" y="322963"/>
                  </a:moveTo>
                  <a:lnTo>
                    <a:pt x="792480" y="246888"/>
                  </a:lnTo>
                  <a:lnTo>
                    <a:pt x="4572" y="246888"/>
                  </a:lnTo>
                  <a:lnTo>
                    <a:pt x="9144" y="251460"/>
                  </a:lnTo>
                  <a:lnTo>
                    <a:pt x="9144" y="256032"/>
                  </a:lnTo>
                  <a:lnTo>
                    <a:pt x="783336" y="256032"/>
                  </a:lnTo>
                  <a:lnTo>
                    <a:pt x="783336" y="251460"/>
                  </a:lnTo>
                  <a:lnTo>
                    <a:pt x="787908" y="256032"/>
                  </a:lnTo>
                  <a:lnTo>
                    <a:pt x="787908" y="325781"/>
                  </a:lnTo>
                  <a:lnTo>
                    <a:pt x="792480" y="322963"/>
                  </a:lnTo>
                  <a:close/>
                </a:path>
                <a:path w="1057909" h="341629">
                  <a:moveTo>
                    <a:pt x="9144" y="256032"/>
                  </a:moveTo>
                  <a:lnTo>
                    <a:pt x="9144" y="251460"/>
                  </a:lnTo>
                  <a:lnTo>
                    <a:pt x="4572" y="246888"/>
                  </a:lnTo>
                  <a:lnTo>
                    <a:pt x="4572" y="256032"/>
                  </a:lnTo>
                  <a:lnTo>
                    <a:pt x="9144" y="256032"/>
                  </a:lnTo>
                  <a:close/>
                </a:path>
                <a:path w="1057909" h="341629">
                  <a:moveTo>
                    <a:pt x="1057656" y="170688"/>
                  </a:moveTo>
                  <a:lnTo>
                    <a:pt x="783336" y="0"/>
                  </a:lnTo>
                  <a:lnTo>
                    <a:pt x="783336" y="83820"/>
                  </a:lnTo>
                  <a:lnTo>
                    <a:pt x="784860" y="83820"/>
                  </a:lnTo>
                  <a:lnTo>
                    <a:pt x="784860" y="12192"/>
                  </a:lnTo>
                  <a:lnTo>
                    <a:pt x="792480" y="7620"/>
                  </a:lnTo>
                  <a:lnTo>
                    <a:pt x="792480" y="16888"/>
                  </a:lnTo>
                  <a:lnTo>
                    <a:pt x="1040805" y="169926"/>
                  </a:lnTo>
                  <a:lnTo>
                    <a:pt x="1046988" y="166116"/>
                  </a:lnTo>
                  <a:lnTo>
                    <a:pt x="1046988" y="177325"/>
                  </a:lnTo>
                  <a:lnTo>
                    <a:pt x="1057656" y="170688"/>
                  </a:lnTo>
                  <a:close/>
                </a:path>
                <a:path w="1057909" h="341629">
                  <a:moveTo>
                    <a:pt x="787908" y="94488"/>
                  </a:moveTo>
                  <a:lnTo>
                    <a:pt x="787908" y="83820"/>
                  </a:lnTo>
                  <a:lnTo>
                    <a:pt x="783336" y="89916"/>
                  </a:lnTo>
                  <a:lnTo>
                    <a:pt x="783336" y="94488"/>
                  </a:lnTo>
                  <a:lnTo>
                    <a:pt x="787908" y="94488"/>
                  </a:lnTo>
                  <a:close/>
                </a:path>
                <a:path w="1057909" h="341629">
                  <a:moveTo>
                    <a:pt x="787908" y="256032"/>
                  </a:moveTo>
                  <a:lnTo>
                    <a:pt x="783336" y="251460"/>
                  </a:lnTo>
                  <a:lnTo>
                    <a:pt x="783336" y="256032"/>
                  </a:lnTo>
                  <a:lnTo>
                    <a:pt x="787908" y="256032"/>
                  </a:lnTo>
                  <a:close/>
                </a:path>
                <a:path w="1057909" h="341629">
                  <a:moveTo>
                    <a:pt x="787908" y="325781"/>
                  </a:moveTo>
                  <a:lnTo>
                    <a:pt x="787908" y="256032"/>
                  </a:lnTo>
                  <a:lnTo>
                    <a:pt x="783336" y="256032"/>
                  </a:lnTo>
                  <a:lnTo>
                    <a:pt x="783336" y="341376"/>
                  </a:lnTo>
                  <a:lnTo>
                    <a:pt x="784860" y="340427"/>
                  </a:lnTo>
                  <a:lnTo>
                    <a:pt x="784860" y="327660"/>
                  </a:lnTo>
                  <a:lnTo>
                    <a:pt x="787908" y="325781"/>
                  </a:lnTo>
                  <a:close/>
                </a:path>
                <a:path w="1057909" h="341629">
                  <a:moveTo>
                    <a:pt x="792480" y="16888"/>
                  </a:moveTo>
                  <a:lnTo>
                    <a:pt x="792480" y="7620"/>
                  </a:lnTo>
                  <a:lnTo>
                    <a:pt x="784860" y="12192"/>
                  </a:lnTo>
                  <a:lnTo>
                    <a:pt x="792480" y="16888"/>
                  </a:lnTo>
                  <a:close/>
                </a:path>
                <a:path w="1057909" h="341629">
                  <a:moveTo>
                    <a:pt x="792480" y="94488"/>
                  </a:moveTo>
                  <a:lnTo>
                    <a:pt x="792480" y="16888"/>
                  </a:lnTo>
                  <a:lnTo>
                    <a:pt x="784860" y="12192"/>
                  </a:lnTo>
                  <a:lnTo>
                    <a:pt x="784860" y="83820"/>
                  </a:lnTo>
                  <a:lnTo>
                    <a:pt x="787908" y="83820"/>
                  </a:lnTo>
                  <a:lnTo>
                    <a:pt x="787908" y="94488"/>
                  </a:lnTo>
                  <a:lnTo>
                    <a:pt x="792480" y="94488"/>
                  </a:lnTo>
                  <a:close/>
                </a:path>
                <a:path w="1057909" h="341629">
                  <a:moveTo>
                    <a:pt x="1046988" y="177325"/>
                  </a:moveTo>
                  <a:lnTo>
                    <a:pt x="1046988" y="173736"/>
                  </a:lnTo>
                  <a:lnTo>
                    <a:pt x="1040805" y="169926"/>
                  </a:lnTo>
                  <a:lnTo>
                    <a:pt x="784860" y="327660"/>
                  </a:lnTo>
                  <a:lnTo>
                    <a:pt x="792480" y="332232"/>
                  </a:lnTo>
                  <a:lnTo>
                    <a:pt x="792480" y="335686"/>
                  </a:lnTo>
                  <a:lnTo>
                    <a:pt x="1046988" y="177325"/>
                  </a:lnTo>
                  <a:close/>
                </a:path>
                <a:path w="1057909" h="341629">
                  <a:moveTo>
                    <a:pt x="792480" y="335686"/>
                  </a:moveTo>
                  <a:lnTo>
                    <a:pt x="792480" y="332232"/>
                  </a:lnTo>
                  <a:lnTo>
                    <a:pt x="784860" y="327660"/>
                  </a:lnTo>
                  <a:lnTo>
                    <a:pt x="784860" y="340427"/>
                  </a:lnTo>
                  <a:lnTo>
                    <a:pt x="792480" y="335686"/>
                  </a:lnTo>
                  <a:close/>
                </a:path>
                <a:path w="1057909" h="341629">
                  <a:moveTo>
                    <a:pt x="1046988" y="173736"/>
                  </a:moveTo>
                  <a:lnTo>
                    <a:pt x="1046988" y="166116"/>
                  </a:lnTo>
                  <a:lnTo>
                    <a:pt x="1040805" y="169926"/>
                  </a:lnTo>
                  <a:lnTo>
                    <a:pt x="1046988" y="173736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47438" y="2302763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59663"/>
                  </a:moveTo>
                  <a:lnTo>
                    <a:pt x="716034" y="310968"/>
                  </a:lnTo>
                  <a:lnTo>
                    <a:pt x="706444" y="264230"/>
                  </a:lnTo>
                  <a:lnTo>
                    <a:pt x="690991" y="219884"/>
                  </a:lnTo>
                  <a:lnTo>
                    <a:pt x="670108" y="178364"/>
                  </a:lnTo>
                  <a:lnTo>
                    <a:pt x="644230" y="140103"/>
                  </a:lnTo>
                  <a:lnTo>
                    <a:pt x="613790" y="105536"/>
                  </a:lnTo>
                  <a:lnTo>
                    <a:pt x="579224" y="75097"/>
                  </a:lnTo>
                  <a:lnTo>
                    <a:pt x="540963" y="49219"/>
                  </a:lnTo>
                  <a:lnTo>
                    <a:pt x="499443" y="28336"/>
                  </a:lnTo>
                  <a:lnTo>
                    <a:pt x="455097" y="12883"/>
                  </a:lnTo>
                  <a:lnTo>
                    <a:pt x="408359" y="3293"/>
                  </a:lnTo>
                  <a:lnTo>
                    <a:pt x="359663" y="0"/>
                  </a:lnTo>
                  <a:lnTo>
                    <a:pt x="310648" y="3293"/>
                  </a:lnTo>
                  <a:lnTo>
                    <a:pt x="263701" y="12883"/>
                  </a:lnTo>
                  <a:lnTo>
                    <a:pt x="219241" y="28336"/>
                  </a:lnTo>
                  <a:lnTo>
                    <a:pt x="177687" y="49219"/>
                  </a:lnTo>
                  <a:lnTo>
                    <a:pt x="139455" y="75097"/>
                  </a:lnTo>
                  <a:lnTo>
                    <a:pt x="104965" y="105536"/>
                  </a:lnTo>
                  <a:lnTo>
                    <a:pt x="74634" y="140103"/>
                  </a:lnTo>
                  <a:lnTo>
                    <a:pt x="48880" y="178364"/>
                  </a:lnTo>
                  <a:lnTo>
                    <a:pt x="28122" y="219884"/>
                  </a:lnTo>
                  <a:lnTo>
                    <a:pt x="12777" y="264230"/>
                  </a:lnTo>
                  <a:lnTo>
                    <a:pt x="3264" y="310968"/>
                  </a:lnTo>
                  <a:lnTo>
                    <a:pt x="0" y="359663"/>
                  </a:lnTo>
                  <a:lnTo>
                    <a:pt x="3264" y="408709"/>
                  </a:lnTo>
                  <a:lnTo>
                    <a:pt x="12777" y="455739"/>
                  </a:lnTo>
                  <a:lnTo>
                    <a:pt x="28122" y="500324"/>
                  </a:lnTo>
                  <a:lnTo>
                    <a:pt x="48880" y="542035"/>
                  </a:lnTo>
                  <a:lnTo>
                    <a:pt x="74634" y="580445"/>
                  </a:lnTo>
                  <a:lnTo>
                    <a:pt x="104965" y="615124"/>
                  </a:lnTo>
                  <a:lnTo>
                    <a:pt x="139455" y="645644"/>
                  </a:lnTo>
                  <a:lnTo>
                    <a:pt x="177687" y="671575"/>
                  </a:lnTo>
                  <a:lnTo>
                    <a:pt x="219241" y="692491"/>
                  </a:lnTo>
                  <a:lnTo>
                    <a:pt x="263701" y="707961"/>
                  </a:lnTo>
                  <a:lnTo>
                    <a:pt x="31064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42866" y="2298192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64236"/>
                  </a:moveTo>
                  <a:lnTo>
                    <a:pt x="723900" y="309372"/>
                  </a:lnTo>
                  <a:lnTo>
                    <a:pt x="711708" y="256032"/>
                  </a:lnTo>
                  <a:lnTo>
                    <a:pt x="691896" y="205740"/>
                  </a:lnTo>
                  <a:lnTo>
                    <a:pt x="665988" y="160020"/>
                  </a:lnTo>
                  <a:lnTo>
                    <a:pt x="633984" y="118872"/>
                  </a:lnTo>
                  <a:lnTo>
                    <a:pt x="608076" y="94488"/>
                  </a:lnTo>
                  <a:lnTo>
                    <a:pt x="595884" y="82296"/>
                  </a:lnTo>
                  <a:lnTo>
                    <a:pt x="582168" y="71628"/>
                  </a:lnTo>
                  <a:lnTo>
                    <a:pt x="566928" y="60960"/>
                  </a:lnTo>
                  <a:lnTo>
                    <a:pt x="553212" y="51816"/>
                  </a:lnTo>
                  <a:lnTo>
                    <a:pt x="537972" y="44196"/>
                  </a:lnTo>
                  <a:lnTo>
                    <a:pt x="521208" y="35052"/>
                  </a:lnTo>
                  <a:lnTo>
                    <a:pt x="505968" y="27432"/>
                  </a:lnTo>
                  <a:lnTo>
                    <a:pt x="472440" y="15240"/>
                  </a:lnTo>
                  <a:lnTo>
                    <a:pt x="454152" y="10668"/>
                  </a:lnTo>
                  <a:lnTo>
                    <a:pt x="437388" y="6096"/>
                  </a:lnTo>
                  <a:lnTo>
                    <a:pt x="419100" y="3048"/>
                  </a:lnTo>
                  <a:lnTo>
                    <a:pt x="382524" y="0"/>
                  </a:lnTo>
                  <a:lnTo>
                    <a:pt x="344424" y="0"/>
                  </a:lnTo>
                  <a:lnTo>
                    <a:pt x="309372" y="2921"/>
                  </a:lnTo>
                  <a:lnTo>
                    <a:pt x="307848" y="3048"/>
                  </a:lnTo>
                  <a:lnTo>
                    <a:pt x="256032" y="15240"/>
                  </a:lnTo>
                  <a:lnTo>
                    <a:pt x="205740" y="35052"/>
                  </a:lnTo>
                  <a:lnTo>
                    <a:pt x="190500" y="44196"/>
                  </a:lnTo>
                  <a:lnTo>
                    <a:pt x="175260" y="51816"/>
                  </a:lnTo>
                  <a:lnTo>
                    <a:pt x="160020" y="62484"/>
                  </a:lnTo>
                  <a:lnTo>
                    <a:pt x="146304" y="71628"/>
                  </a:lnTo>
                  <a:lnTo>
                    <a:pt x="132588" y="82296"/>
                  </a:lnTo>
                  <a:lnTo>
                    <a:pt x="94488" y="118872"/>
                  </a:lnTo>
                  <a:lnTo>
                    <a:pt x="60960" y="160020"/>
                  </a:lnTo>
                  <a:lnTo>
                    <a:pt x="35052" y="205740"/>
                  </a:lnTo>
                  <a:lnTo>
                    <a:pt x="15240" y="256032"/>
                  </a:lnTo>
                  <a:lnTo>
                    <a:pt x="3048" y="309372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3048" y="420624"/>
                  </a:lnTo>
                  <a:lnTo>
                    <a:pt x="6096" y="438912"/>
                  </a:lnTo>
                  <a:lnTo>
                    <a:pt x="9144" y="450088"/>
                  </a:lnTo>
                  <a:lnTo>
                    <a:pt x="9144" y="345948"/>
                  </a:lnTo>
                  <a:lnTo>
                    <a:pt x="10668" y="327660"/>
                  </a:lnTo>
                  <a:lnTo>
                    <a:pt x="13716" y="310896"/>
                  </a:lnTo>
                  <a:lnTo>
                    <a:pt x="16764" y="292608"/>
                  </a:lnTo>
                  <a:lnTo>
                    <a:pt x="19812" y="275844"/>
                  </a:lnTo>
                  <a:lnTo>
                    <a:pt x="36576" y="225552"/>
                  </a:lnTo>
                  <a:lnTo>
                    <a:pt x="60960" y="179832"/>
                  </a:lnTo>
                  <a:lnTo>
                    <a:pt x="100584" y="124968"/>
                  </a:lnTo>
                  <a:lnTo>
                    <a:pt x="138684" y="89916"/>
                  </a:lnTo>
                  <a:lnTo>
                    <a:pt x="150876" y="79248"/>
                  </a:lnTo>
                  <a:lnTo>
                    <a:pt x="166116" y="70104"/>
                  </a:lnTo>
                  <a:lnTo>
                    <a:pt x="179832" y="60960"/>
                  </a:lnTo>
                  <a:lnTo>
                    <a:pt x="195072" y="51816"/>
                  </a:lnTo>
                  <a:lnTo>
                    <a:pt x="259080" y="24384"/>
                  </a:lnTo>
                  <a:lnTo>
                    <a:pt x="309372" y="13716"/>
                  </a:lnTo>
                  <a:lnTo>
                    <a:pt x="382524" y="9144"/>
                  </a:lnTo>
                  <a:lnTo>
                    <a:pt x="399288" y="10541"/>
                  </a:lnTo>
                  <a:lnTo>
                    <a:pt x="400812" y="10668"/>
                  </a:lnTo>
                  <a:lnTo>
                    <a:pt x="417576" y="13716"/>
                  </a:lnTo>
                  <a:lnTo>
                    <a:pt x="435864" y="16764"/>
                  </a:lnTo>
                  <a:lnTo>
                    <a:pt x="486156" y="30480"/>
                  </a:lnTo>
                  <a:lnTo>
                    <a:pt x="533400" y="51816"/>
                  </a:lnTo>
                  <a:lnTo>
                    <a:pt x="547116" y="60960"/>
                  </a:lnTo>
                  <a:lnTo>
                    <a:pt x="562356" y="70104"/>
                  </a:lnTo>
                  <a:lnTo>
                    <a:pt x="576072" y="79248"/>
                  </a:lnTo>
                  <a:lnTo>
                    <a:pt x="589788" y="89916"/>
                  </a:lnTo>
                  <a:lnTo>
                    <a:pt x="601980" y="102108"/>
                  </a:lnTo>
                  <a:lnTo>
                    <a:pt x="614172" y="112776"/>
                  </a:lnTo>
                  <a:lnTo>
                    <a:pt x="626364" y="124968"/>
                  </a:lnTo>
                  <a:lnTo>
                    <a:pt x="658368" y="166116"/>
                  </a:lnTo>
                  <a:lnTo>
                    <a:pt x="667512" y="179832"/>
                  </a:lnTo>
                  <a:lnTo>
                    <a:pt x="675132" y="195072"/>
                  </a:lnTo>
                  <a:lnTo>
                    <a:pt x="684276" y="210312"/>
                  </a:lnTo>
                  <a:lnTo>
                    <a:pt x="702564" y="259080"/>
                  </a:lnTo>
                  <a:lnTo>
                    <a:pt x="714756" y="310896"/>
                  </a:lnTo>
                  <a:lnTo>
                    <a:pt x="717804" y="345948"/>
                  </a:lnTo>
                  <a:lnTo>
                    <a:pt x="717804" y="449580"/>
                  </a:lnTo>
                  <a:lnTo>
                    <a:pt x="720852" y="437388"/>
                  </a:lnTo>
                  <a:lnTo>
                    <a:pt x="723900" y="420624"/>
                  </a:lnTo>
                  <a:lnTo>
                    <a:pt x="726948" y="402336"/>
                  </a:lnTo>
                  <a:lnTo>
                    <a:pt x="726948" y="382524"/>
                  </a:lnTo>
                  <a:lnTo>
                    <a:pt x="728472" y="364236"/>
                  </a:lnTo>
                  <a:close/>
                </a:path>
                <a:path w="728979" h="730250">
                  <a:moveTo>
                    <a:pt x="717804" y="449580"/>
                  </a:moveTo>
                  <a:lnTo>
                    <a:pt x="717804" y="382524"/>
                  </a:lnTo>
                  <a:lnTo>
                    <a:pt x="714756" y="419100"/>
                  </a:lnTo>
                  <a:lnTo>
                    <a:pt x="711708" y="435864"/>
                  </a:lnTo>
                  <a:lnTo>
                    <a:pt x="696468" y="487680"/>
                  </a:lnTo>
                  <a:lnTo>
                    <a:pt x="667512" y="548640"/>
                  </a:lnTo>
                  <a:lnTo>
                    <a:pt x="637032" y="591312"/>
                  </a:lnTo>
                  <a:lnTo>
                    <a:pt x="601980" y="627888"/>
                  </a:lnTo>
                  <a:lnTo>
                    <a:pt x="562356" y="659892"/>
                  </a:lnTo>
                  <a:lnTo>
                    <a:pt x="533400" y="676656"/>
                  </a:lnTo>
                  <a:lnTo>
                    <a:pt x="518160" y="685800"/>
                  </a:lnTo>
                  <a:lnTo>
                    <a:pt x="501396" y="691896"/>
                  </a:lnTo>
                  <a:lnTo>
                    <a:pt x="486156" y="697992"/>
                  </a:lnTo>
                  <a:lnTo>
                    <a:pt x="469392" y="704088"/>
                  </a:lnTo>
                  <a:lnTo>
                    <a:pt x="435864" y="713232"/>
                  </a:lnTo>
                  <a:lnTo>
                    <a:pt x="417576" y="716280"/>
                  </a:lnTo>
                  <a:lnTo>
                    <a:pt x="400812" y="717677"/>
                  </a:lnTo>
                  <a:lnTo>
                    <a:pt x="382524" y="719328"/>
                  </a:lnTo>
                  <a:lnTo>
                    <a:pt x="309372" y="716280"/>
                  </a:lnTo>
                  <a:lnTo>
                    <a:pt x="257556" y="704088"/>
                  </a:lnTo>
                  <a:lnTo>
                    <a:pt x="242316" y="697992"/>
                  </a:lnTo>
                  <a:lnTo>
                    <a:pt x="225552" y="691896"/>
                  </a:lnTo>
                  <a:lnTo>
                    <a:pt x="179832" y="669036"/>
                  </a:lnTo>
                  <a:lnTo>
                    <a:pt x="164592" y="659892"/>
                  </a:lnTo>
                  <a:lnTo>
                    <a:pt x="150876" y="649224"/>
                  </a:lnTo>
                  <a:lnTo>
                    <a:pt x="138684" y="638556"/>
                  </a:lnTo>
                  <a:lnTo>
                    <a:pt x="124968" y="627888"/>
                  </a:lnTo>
                  <a:lnTo>
                    <a:pt x="89916" y="591312"/>
                  </a:lnTo>
                  <a:lnTo>
                    <a:pt x="51816" y="533400"/>
                  </a:lnTo>
                  <a:lnTo>
                    <a:pt x="30480" y="486156"/>
                  </a:lnTo>
                  <a:lnTo>
                    <a:pt x="24384" y="470916"/>
                  </a:lnTo>
                  <a:lnTo>
                    <a:pt x="19812" y="452628"/>
                  </a:lnTo>
                  <a:lnTo>
                    <a:pt x="13716" y="419100"/>
                  </a:lnTo>
                  <a:lnTo>
                    <a:pt x="10668" y="400812"/>
                  </a:lnTo>
                  <a:lnTo>
                    <a:pt x="9144" y="382524"/>
                  </a:lnTo>
                  <a:lnTo>
                    <a:pt x="9144" y="450088"/>
                  </a:lnTo>
                  <a:lnTo>
                    <a:pt x="10668" y="455676"/>
                  </a:lnTo>
                  <a:lnTo>
                    <a:pt x="15240" y="473964"/>
                  </a:lnTo>
                  <a:lnTo>
                    <a:pt x="21336" y="490728"/>
                  </a:lnTo>
                  <a:lnTo>
                    <a:pt x="27432" y="505968"/>
                  </a:lnTo>
                  <a:lnTo>
                    <a:pt x="35052" y="522732"/>
                  </a:lnTo>
                  <a:lnTo>
                    <a:pt x="44196" y="537972"/>
                  </a:lnTo>
                  <a:lnTo>
                    <a:pt x="51816" y="553212"/>
                  </a:lnTo>
                  <a:lnTo>
                    <a:pt x="60960" y="568452"/>
                  </a:lnTo>
                  <a:lnTo>
                    <a:pt x="71628" y="583692"/>
                  </a:lnTo>
                  <a:lnTo>
                    <a:pt x="82296" y="597408"/>
                  </a:lnTo>
                  <a:lnTo>
                    <a:pt x="94488" y="609600"/>
                  </a:lnTo>
                  <a:lnTo>
                    <a:pt x="106680" y="623316"/>
                  </a:lnTo>
                  <a:lnTo>
                    <a:pt x="160020" y="667512"/>
                  </a:lnTo>
                  <a:lnTo>
                    <a:pt x="205740" y="693420"/>
                  </a:lnTo>
                  <a:lnTo>
                    <a:pt x="256032" y="713232"/>
                  </a:lnTo>
                  <a:lnTo>
                    <a:pt x="307848" y="725424"/>
                  </a:lnTo>
                  <a:lnTo>
                    <a:pt x="345948" y="728589"/>
                  </a:lnTo>
                  <a:lnTo>
                    <a:pt x="364236" y="729996"/>
                  </a:lnTo>
                  <a:lnTo>
                    <a:pt x="382524" y="728472"/>
                  </a:lnTo>
                  <a:lnTo>
                    <a:pt x="400812" y="728472"/>
                  </a:lnTo>
                  <a:lnTo>
                    <a:pt x="437388" y="722376"/>
                  </a:lnTo>
                  <a:lnTo>
                    <a:pt x="454152" y="717804"/>
                  </a:lnTo>
                  <a:lnTo>
                    <a:pt x="472440" y="713232"/>
                  </a:lnTo>
                  <a:lnTo>
                    <a:pt x="505968" y="701040"/>
                  </a:lnTo>
                  <a:lnTo>
                    <a:pt x="521208" y="693420"/>
                  </a:lnTo>
                  <a:lnTo>
                    <a:pt x="537972" y="685800"/>
                  </a:lnTo>
                  <a:lnTo>
                    <a:pt x="553212" y="676656"/>
                  </a:lnTo>
                  <a:lnTo>
                    <a:pt x="566928" y="667512"/>
                  </a:lnTo>
                  <a:lnTo>
                    <a:pt x="582168" y="656844"/>
                  </a:lnTo>
                  <a:lnTo>
                    <a:pt x="595884" y="646176"/>
                  </a:lnTo>
                  <a:lnTo>
                    <a:pt x="608076" y="633984"/>
                  </a:lnTo>
                  <a:lnTo>
                    <a:pt x="621792" y="623316"/>
                  </a:lnTo>
                  <a:lnTo>
                    <a:pt x="633984" y="609600"/>
                  </a:lnTo>
                  <a:lnTo>
                    <a:pt x="644652" y="597408"/>
                  </a:lnTo>
                  <a:lnTo>
                    <a:pt x="655320" y="582168"/>
                  </a:lnTo>
                  <a:lnTo>
                    <a:pt x="665988" y="568452"/>
                  </a:lnTo>
                  <a:lnTo>
                    <a:pt x="691896" y="522732"/>
                  </a:lnTo>
                  <a:lnTo>
                    <a:pt x="711708" y="472440"/>
                  </a:lnTo>
                  <a:lnTo>
                    <a:pt x="716280" y="455676"/>
                  </a:lnTo>
                  <a:lnTo>
                    <a:pt x="717804" y="44958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773312" y="2445511"/>
            <a:ext cx="5873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41985" algn="l"/>
                <a:tab pos="5631180" algn="l"/>
              </a:tabLst>
            </a:pP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q</a:t>
            </a:r>
            <a:r>
              <a:rPr sz="2400" baseline="-20833" dirty="0">
                <a:solidFill>
                  <a:srgbClr val="009900"/>
                </a:solidFill>
                <a:latin typeface="Arial MT"/>
                <a:cs typeface="Arial MT"/>
              </a:rPr>
              <a:t>A</a:t>
            </a:r>
            <a:r>
              <a:rPr sz="2400" spc="179" baseline="-20833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Arial MT"/>
                <a:cs typeface="Arial MT"/>
              </a:rPr>
              <a:t>-</a:t>
            </a:r>
            <a:r>
              <a:rPr sz="2400" spc="-25" dirty="0">
                <a:solidFill>
                  <a:srgbClr val="009900"/>
                </a:solidFill>
                <a:latin typeface="Arial MT"/>
                <a:cs typeface="Arial MT"/>
              </a:rPr>
              <a:t>50e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42866" y="3630167"/>
            <a:ext cx="728980" cy="730250"/>
            <a:chOff x="7142866" y="3630167"/>
            <a:chExt cx="728980" cy="730250"/>
          </a:xfrm>
        </p:grpSpPr>
        <p:sp>
          <p:nvSpPr>
            <p:cNvPr id="22" name="object 22"/>
            <p:cNvSpPr/>
            <p:nvPr/>
          </p:nvSpPr>
          <p:spPr>
            <a:xfrm>
              <a:off x="7147437" y="3634739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4" h="721360">
                  <a:moveTo>
                    <a:pt x="719327" y="359663"/>
                  </a:moveTo>
                  <a:lnTo>
                    <a:pt x="716034" y="310968"/>
                  </a:lnTo>
                  <a:lnTo>
                    <a:pt x="706444" y="264230"/>
                  </a:lnTo>
                  <a:lnTo>
                    <a:pt x="690991" y="219884"/>
                  </a:lnTo>
                  <a:lnTo>
                    <a:pt x="670108" y="178364"/>
                  </a:lnTo>
                  <a:lnTo>
                    <a:pt x="644230" y="140103"/>
                  </a:lnTo>
                  <a:lnTo>
                    <a:pt x="613790" y="105536"/>
                  </a:lnTo>
                  <a:lnTo>
                    <a:pt x="579224" y="75097"/>
                  </a:lnTo>
                  <a:lnTo>
                    <a:pt x="540963" y="49219"/>
                  </a:lnTo>
                  <a:lnTo>
                    <a:pt x="499443" y="28336"/>
                  </a:lnTo>
                  <a:lnTo>
                    <a:pt x="455097" y="12883"/>
                  </a:lnTo>
                  <a:lnTo>
                    <a:pt x="408359" y="3293"/>
                  </a:lnTo>
                  <a:lnTo>
                    <a:pt x="359663" y="0"/>
                  </a:lnTo>
                  <a:lnTo>
                    <a:pt x="310648" y="3293"/>
                  </a:lnTo>
                  <a:lnTo>
                    <a:pt x="263701" y="12883"/>
                  </a:lnTo>
                  <a:lnTo>
                    <a:pt x="219241" y="28336"/>
                  </a:lnTo>
                  <a:lnTo>
                    <a:pt x="177687" y="49219"/>
                  </a:lnTo>
                  <a:lnTo>
                    <a:pt x="139455" y="75097"/>
                  </a:lnTo>
                  <a:lnTo>
                    <a:pt x="104965" y="105536"/>
                  </a:lnTo>
                  <a:lnTo>
                    <a:pt x="74634" y="140103"/>
                  </a:lnTo>
                  <a:lnTo>
                    <a:pt x="48880" y="178364"/>
                  </a:lnTo>
                  <a:lnTo>
                    <a:pt x="28122" y="219884"/>
                  </a:lnTo>
                  <a:lnTo>
                    <a:pt x="12777" y="264230"/>
                  </a:lnTo>
                  <a:lnTo>
                    <a:pt x="3264" y="310968"/>
                  </a:lnTo>
                  <a:lnTo>
                    <a:pt x="0" y="359663"/>
                  </a:lnTo>
                  <a:lnTo>
                    <a:pt x="3264" y="408709"/>
                  </a:lnTo>
                  <a:lnTo>
                    <a:pt x="12777" y="455739"/>
                  </a:lnTo>
                  <a:lnTo>
                    <a:pt x="28122" y="500324"/>
                  </a:lnTo>
                  <a:lnTo>
                    <a:pt x="48880" y="542035"/>
                  </a:lnTo>
                  <a:lnTo>
                    <a:pt x="74634" y="580445"/>
                  </a:lnTo>
                  <a:lnTo>
                    <a:pt x="104965" y="615124"/>
                  </a:lnTo>
                  <a:lnTo>
                    <a:pt x="139455" y="645644"/>
                  </a:lnTo>
                  <a:lnTo>
                    <a:pt x="177687" y="671575"/>
                  </a:lnTo>
                  <a:lnTo>
                    <a:pt x="219241" y="692491"/>
                  </a:lnTo>
                  <a:lnTo>
                    <a:pt x="263701" y="707961"/>
                  </a:lnTo>
                  <a:lnTo>
                    <a:pt x="310648" y="717557"/>
                  </a:lnTo>
                  <a:lnTo>
                    <a:pt x="359663" y="720851"/>
                  </a:lnTo>
                  <a:lnTo>
                    <a:pt x="408359" y="717557"/>
                  </a:lnTo>
                  <a:lnTo>
                    <a:pt x="455097" y="707961"/>
                  </a:lnTo>
                  <a:lnTo>
                    <a:pt x="499443" y="692491"/>
                  </a:lnTo>
                  <a:lnTo>
                    <a:pt x="540963" y="671575"/>
                  </a:lnTo>
                  <a:lnTo>
                    <a:pt x="579224" y="645644"/>
                  </a:lnTo>
                  <a:lnTo>
                    <a:pt x="613790" y="615124"/>
                  </a:lnTo>
                  <a:lnTo>
                    <a:pt x="644230" y="580445"/>
                  </a:lnTo>
                  <a:lnTo>
                    <a:pt x="670108" y="542035"/>
                  </a:lnTo>
                  <a:lnTo>
                    <a:pt x="690991" y="500324"/>
                  </a:lnTo>
                  <a:lnTo>
                    <a:pt x="706444" y="455739"/>
                  </a:lnTo>
                  <a:lnTo>
                    <a:pt x="716034" y="408709"/>
                  </a:lnTo>
                  <a:lnTo>
                    <a:pt x="719327" y="359663"/>
                  </a:lnTo>
                  <a:close/>
                </a:path>
              </a:pathLst>
            </a:custGeom>
            <a:solidFill>
              <a:srgbClr val="EDF2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42866" y="3630167"/>
              <a:ext cx="728980" cy="730250"/>
            </a:xfrm>
            <a:custGeom>
              <a:avLst/>
              <a:gdLst/>
              <a:ahLst/>
              <a:cxnLst/>
              <a:rect l="l" t="t" r="r" b="b"/>
              <a:pathLst>
                <a:path w="728979" h="730250">
                  <a:moveTo>
                    <a:pt x="728472" y="364236"/>
                  </a:moveTo>
                  <a:lnTo>
                    <a:pt x="723900" y="309372"/>
                  </a:lnTo>
                  <a:lnTo>
                    <a:pt x="711708" y="256032"/>
                  </a:lnTo>
                  <a:lnTo>
                    <a:pt x="691896" y="205740"/>
                  </a:lnTo>
                  <a:lnTo>
                    <a:pt x="665988" y="160020"/>
                  </a:lnTo>
                  <a:lnTo>
                    <a:pt x="633984" y="118872"/>
                  </a:lnTo>
                  <a:lnTo>
                    <a:pt x="608076" y="94488"/>
                  </a:lnTo>
                  <a:lnTo>
                    <a:pt x="595884" y="82296"/>
                  </a:lnTo>
                  <a:lnTo>
                    <a:pt x="553212" y="51816"/>
                  </a:lnTo>
                  <a:lnTo>
                    <a:pt x="521208" y="35052"/>
                  </a:lnTo>
                  <a:lnTo>
                    <a:pt x="505968" y="27432"/>
                  </a:lnTo>
                  <a:lnTo>
                    <a:pt x="472440" y="15240"/>
                  </a:lnTo>
                  <a:lnTo>
                    <a:pt x="454152" y="10668"/>
                  </a:lnTo>
                  <a:lnTo>
                    <a:pt x="437388" y="6096"/>
                  </a:lnTo>
                  <a:lnTo>
                    <a:pt x="419100" y="3048"/>
                  </a:lnTo>
                  <a:lnTo>
                    <a:pt x="382524" y="0"/>
                  </a:lnTo>
                  <a:lnTo>
                    <a:pt x="344424" y="0"/>
                  </a:lnTo>
                  <a:lnTo>
                    <a:pt x="309372" y="2921"/>
                  </a:lnTo>
                  <a:lnTo>
                    <a:pt x="307848" y="3048"/>
                  </a:lnTo>
                  <a:lnTo>
                    <a:pt x="256032" y="15240"/>
                  </a:lnTo>
                  <a:lnTo>
                    <a:pt x="205740" y="35052"/>
                  </a:lnTo>
                  <a:lnTo>
                    <a:pt x="190500" y="44196"/>
                  </a:lnTo>
                  <a:lnTo>
                    <a:pt x="175260" y="51816"/>
                  </a:lnTo>
                  <a:lnTo>
                    <a:pt x="160020" y="62484"/>
                  </a:lnTo>
                  <a:lnTo>
                    <a:pt x="146304" y="71628"/>
                  </a:lnTo>
                  <a:lnTo>
                    <a:pt x="132588" y="82296"/>
                  </a:lnTo>
                  <a:lnTo>
                    <a:pt x="94488" y="118872"/>
                  </a:lnTo>
                  <a:lnTo>
                    <a:pt x="60960" y="160020"/>
                  </a:lnTo>
                  <a:lnTo>
                    <a:pt x="35052" y="205740"/>
                  </a:lnTo>
                  <a:lnTo>
                    <a:pt x="15240" y="256032"/>
                  </a:lnTo>
                  <a:lnTo>
                    <a:pt x="3048" y="309372"/>
                  </a:lnTo>
                  <a:lnTo>
                    <a:pt x="0" y="345948"/>
                  </a:lnTo>
                  <a:lnTo>
                    <a:pt x="0" y="384048"/>
                  </a:lnTo>
                  <a:lnTo>
                    <a:pt x="3048" y="420624"/>
                  </a:lnTo>
                  <a:lnTo>
                    <a:pt x="6096" y="438912"/>
                  </a:lnTo>
                  <a:lnTo>
                    <a:pt x="9144" y="450088"/>
                  </a:lnTo>
                  <a:lnTo>
                    <a:pt x="9144" y="345948"/>
                  </a:lnTo>
                  <a:lnTo>
                    <a:pt x="10668" y="327660"/>
                  </a:lnTo>
                  <a:lnTo>
                    <a:pt x="13716" y="310896"/>
                  </a:lnTo>
                  <a:lnTo>
                    <a:pt x="16764" y="292608"/>
                  </a:lnTo>
                  <a:lnTo>
                    <a:pt x="19812" y="275844"/>
                  </a:lnTo>
                  <a:lnTo>
                    <a:pt x="36576" y="225552"/>
                  </a:lnTo>
                  <a:lnTo>
                    <a:pt x="60960" y="179832"/>
                  </a:lnTo>
                  <a:lnTo>
                    <a:pt x="70104" y="166116"/>
                  </a:lnTo>
                  <a:lnTo>
                    <a:pt x="79248" y="150876"/>
                  </a:lnTo>
                  <a:lnTo>
                    <a:pt x="89916" y="138684"/>
                  </a:lnTo>
                  <a:lnTo>
                    <a:pt x="100584" y="124968"/>
                  </a:lnTo>
                  <a:lnTo>
                    <a:pt x="124968" y="100584"/>
                  </a:lnTo>
                  <a:lnTo>
                    <a:pt x="138684" y="89916"/>
                  </a:lnTo>
                  <a:lnTo>
                    <a:pt x="150876" y="79248"/>
                  </a:lnTo>
                  <a:lnTo>
                    <a:pt x="166116" y="70104"/>
                  </a:lnTo>
                  <a:lnTo>
                    <a:pt x="225552" y="36576"/>
                  </a:lnTo>
                  <a:lnTo>
                    <a:pt x="275844" y="19812"/>
                  </a:lnTo>
                  <a:lnTo>
                    <a:pt x="327660" y="10668"/>
                  </a:lnTo>
                  <a:lnTo>
                    <a:pt x="382524" y="9144"/>
                  </a:lnTo>
                  <a:lnTo>
                    <a:pt x="399288" y="10541"/>
                  </a:lnTo>
                  <a:lnTo>
                    <a:pt x="400812" y="10668"/>
                  </a:lnTo>
                  <a:lnTo>
                    <a:pt x="417576" y="13716"/>
                  </a:lnTo>
                  <a:lnTo>
                    <a:pt x="435864" y="16764"/>
                  </a:lnTo>
                  <a:lnTo>
                    <a:pt x="452628" y="19812"/>
                  </a:lnTo>
                  <a:lnTo>
                    <a:pt x="501396" y="36576"/>
                  </a:lnTo>
                  <a:lnTo>
                    <a:pt x="547116" y="60960"/>
                  </a:lnTo>
                  <a:lnTo>
                    <a:pt x="562356" y="70104"/>
                  </a:lnTo>
                  <a:lnTo>
                    <a:pt x="601980" y="100584"/>
                  </a:lnTo>
                  <a:lnTo>
                    <a:pt x="658368" y="166116"/>
                  </a:lnTo>
                  <a:lnTo>
                    <a:pt x="675132" y="195072"/>
                  </a:lnTo>
                  <a:lnTo>
                    <a:pt x="684276" y="210312"/>
                  </a:lnTo>
                  <a:lnTo>
                    <a:pt x="702564" y="259080"/>
                  </a:lnTo>
                  <a:lnTo>
                    <a:pt x="714756" y="310896"/>
                  </a:lnTo>
                  <a:lnTo>
                    <a:pt x="717804" y="345948"/>
                  </a:lnTo>
                  <a:lnTo>
                    <a:pt x="717804" y="449580"/>
                  </a:lnTo>
                  <a:lnTo>
                    <a:pt x="720852" y="437388"/>
                  </a:lnTo>
                  <a:lnTo>
                    <a:pt x="723900" y="420624"/>
                  </a:lnTo>
                  <a:lnTo>
                    <a:pt x="726948" y="402336"/>
                  </a:lnTo>
                  <a:lnTo>
                    <a:pt x="726948" y="382524"/>
                  </a:lnTo>
                  <a:lnTo>
                    <a:pt x="728472" y="364236"/>
                  </a:lnTo>
                  <a:close/>
                </a:path>
                <a:path w="728979" h="730250">
                  <a:moveTo>
                    <a:pt x="717804" y="449580"/>
                  </a:moveTo>
                  <a:lnTo>
                    <a:pt x="717804" y="382524"/>
                  </a:lnTo>
                  <a:lnTo>
                    <a:pt x="714756" y="419100"/>
                  </a:lnTo>
                  <a:lnTo>
                    <a:pt x="711708" y="435864"/>
                  </a:lnTo>
                  <a:lnTo>
                    <a:pt x="707136" y="454152"/>
                  </a:lnTo>
                  <a:lnTo>
                    <a:pt x="702564" y="470916"/>
                  </a:lnTo>
                  <a:lnTo>
                    <a:pt x="696468" y="486156"/>
                  </a:lnTo>
                  <a:lnTo>
                    <a:pt x="690372" y="502920"/>
                  </a:lnTo>
                  <a:lnTo>
                    <a:pt x="667512" y="548640"/>
                  </a:lnTo>
                  <a:lnTo>
                    <a:pt x="637032" y="591312"/>
                  </a:lnTo>
                  <a:lnTo>
                    <a:pt x="601980" y="627888"/>
                  </a:lnTo>
                  <a:lnTo>
                    <a:pt x="562356" y="659892"/>
                  </a:lnTo>
                  <a:lnTo>
                    <a:pt x="533400" y="676656"/>
                  </a:lnTo>
                  <a:lnTo>
                    <a:pt x="518160" y="685800"/>
                  </a:lnTo>
                  <a:lnTo>
                    <a:pt x="501396" y="691896"/>
                  </a:lnTo>
                  <a:lnTo>
                    <a:pt x="486156" y="697992"/>
                  </a:lnTo>
                  <a:lnTo>
                    <a:pt x="469392" y="704088"/>
                  </a:lnTo>
                  <a:lnTo>
                    <a:pt x="435864" y="713232"/>
                  </a:lnTo>
                  <a:lnTo>
                    <a:pt x="417576" y="716280"/>
                  </a:lnTo>
                  <a:lnTo>
                    <a:pt x="400812" y="717677"/>
                  </a:lnTo>
                  <a:lnTo>
                    <a:pt x="382524" y="719328"/>
                  </a:lnTo>
                  <a:lnTo>
                    <a:pt x="344424" y="719201"/>
                  </a:lnTo>
                  <a:lnTo>
                    <a:pt x="292608" y="713232"/>
                  </a:lnTo>
                  <a:lnTo>
                    <a:pt x="242316" y="697992"/>
                  </a:lnTo>
                  <a:lnTo>
                    <a:pt x="225552" y="691896"/>
                  </a:lnTo>
                  <a:lnTo>
                    <a:pt x="179832" y="669036"/>
                  </a:lnTo>
                  <a:lnTo>
                    <a:pt x="164592" y="659892"/>
                  </a:lnTo>
                  <a:lnTo>
                    <a:pt x="150876" y="649224"/>
                  </a:lnTo>
                  <a:lnTo>
                    <a:pt x="138684" y="638556"/>
                  </a:lnTo>
                  <a:lnTo>
                    <a:pt x="124968" y="627888"/>
                  </a:lnTo>
                  <a:lnTo>
                    <a:pt x="89916" y="591312"/>
                  </a:lnTo>
                  <a:lnTo>
                    <a:pt x="51816" y="533400"/>
                  </a:lnTo>
                  <a:lnTo>
                    <a:pt x="24384" y="469392"/>
                  </a:lnTo>
                  <a:lnTo>
                    <a:pt x="13716" y="419100"/>
                  </a:lnTo>
                  <a:lnTo>
                    <a:pt x="9144" y="382524"/>
                  </a:lnTo>
                  <a:lnTo>
                    <a:pt x="9144" y="450088"/>
                  </a:lnTo>
                  <a:lnTo>
                    <a:pt x="21336" y="490728"/>
                  </a:lnTo>
                  <a:lnTo>
                    <a:pt x="44196" y="537972"/>
                  </a:lnTo>
                  <a:lnTo>
                    <a:pt x="51816" y="553212"/>
                  </a:lnTo>
                  <a:lnTo>
                    <a:pt x="60960" y="568452"/>
                  </a:lnTo>
                  <a:lnTo>
                    <a:pt x="71628" y="583692"/>
                  </a:lnTo>
                  <a:lnTo>
                    <a:pt x="82296" y="597408"/>
                  </a:lnTo>
                  <a:lnTo>
                    <a:pt x="94488" y="609600"/>
                  </a:lnTo>
                  <a:lnTo>
                    <a:pt x="106680" y="623316"/>
                  </a:lnTo>
                  <a:lnTo>
                    <a:pt x="160020" y="667512"/>
                  </a:lnTo>
                  <a:lnTo>
                    <a:pt x="205740" y="693420"/>
                  </a:lnTo>
                  <a:lnTo>
                    <a:pt x="256032" y="713232"/>
                  </a:lnTo>
                  <a:lnTo>
                    <a:pt x="307848" y="725424"/>
                  </a:lnTo>
                  <a:lnTo>
                    <a:pt x="364236" y="729996"/>
                  </a:lnTo>
                  <a:lnTo>
                    <a:pt x="417576" y="725551"/>
                  </a:lnTo>
                  <a:lnTo>
                    <a:pt x="419100" y="725424"/>
                  </a:lnTo>
                  <a:lnTo>
                    <a:pt x="437388" y="722376"/>
                  </a:lnTo>
                  <a:lnTo>
                    <a:pt x="454152" y="717804"/>
                  </a:lnTo>
                  <a:lnTo>
                    <a:pt x="472440" y="713232"/>
                  </a:lnTo>
                  <a:lnTo>
                    <a:pt x="505968" y="701040"/>
                  </a:lnTo>
                  <a:lnTo>
                    <a:pt x="521208" y="693420"/>
                  </a:lnTo>
                  <a:lnTo>
                    <a:pt x="537972" y="685800"/>
                  </a:lnTo>
                  <a:lnTo>
                    <a:pt x="582168" y="656844"/>
                  </a:lnTo>
                  <a:lnTo>
                    <a:pt x="608076" y="633984"/>
                  </a:lnTo>
                  <a:lnTo>
                    <a:pt x="621792" y="623316"/>
                  </a:lnTo>
                  <a:lnTo>
                    <a:pt x="665988" y="568452"/>
                  </a:lnTo>
                  <a:lnTo>
                    <a:pt x="691896" y="522732"/>
                  </a:lnTo>
                  <a:lnTo>
                    <a:pt x="711708" y="472440"/>
                  </a:lnTo>
                  <a:lnTo>
                    <a:pt x="716280" y="455676"/>
                  </a:lnTo>
                  <a:lnTo>
                    <a:pt x="717804" y="44958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956686" y="2445511"/>
            <a:ext cx="1326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q</a:t>
            </a:r>
            <a:r>
              <a:rPr sz="2400" baseline="-20833" dirty="0">
                <a:solidFill>
                  <a:srgbClr val="009900"/>
                </a:solidFill>
                <a:latin typeface="Arial MT"/>
                <a:cs typeface="Arial MT"/>
              </a:rPr>
              <a:t>A</a:t>
            </a:r>
            <a:r>
              <a:rPr sz="2400" spc="179" baseline="-20833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Arial MT"/>
                <a:cs typeface="Arial MT"/>
              </a:rPr>
              <a:t>-</a:t>
            </a:r>
            <a:r>
              <a:rPr sz="2400" spc="-25" dirty="0">
                <a:solidFill>
                  <a:srgbClr val="009900"/>
                </a:solidFill>
                <a:latin typeface="Arial MT"/>
                <a:cs typeface="Arial MT"/>
              </a:rPr>
              <a:t>15e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66898" y="3814062"/>
            <a:ext cx="1938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26110" algn="l"/>
              </a:tabLst>
            </a:pPr>
            <a:r>
              <a:rPr sz="2400" spc="-5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q</a:t>
            </a:r>
            <a:r>
              <a:rPr sz="2400" baseline="-20833" dirty="0">
                <a:solidFill>
                  <a:srgbClr val="009900"/>
                </a:solidFill>
                <a:latin typeface="Arial MT"/>
                <a:cs typeface="Arial MT"/>
              </a:rPr>
              <a:t>B</a:t>
            </a:r>
            <a:r>
              <a:rPr sz="2400" spc="307" baseline="-20833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Arial MT"/>
                <a:cs typeface="Arial MT"/>
              </a:rPr>
              <a:t>-</a:t>
            </a:r>
            <a:r>
              <a:rPr sz="2400" spc="-25" dirty="0">
                <a:solidFill>
                  <a:srgbClr val="009900"/>
                </a:solidFill>
                <a:latin typeface="Arial MT"/>
                <a:cs typeface="Arial MT"/>
              </a:rPr>
              <a:t>15e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63049" y="1106424"/>
            <a:ext cx="8789035" cy="4598035"/>
          </a:xfrm>
          <a:custGeom>
            <a:avLst/>
            <a:gdLst/>
            <a:ahLst/>
            <a:cxnLst/>
            <a:rect l="l" t="t" r="r" b="b"/>
            <a:pathLst>
              <a:path w="8789035" h="4598035">
                <a:moveTo>
                  <a:pt x="8788905" y="4597908"/>
                </a:moveTo>
                <a:lnTo>
                  <a:pt x="8788905" y="0"/>
                </a:lnTo>
                <a:lnTo>
                  <a:pt x="0" y="0"/>
                </a:lnTo>
                <a:lnTo>
                  <a:pt x="0" y="4597908"/>
                </a:lnTo>
                <a:lnTo>
                  <a:pt x="6096" y="4597908"/>
                </a:lnTo>
                <a:lnTo>
                  <a:pt x="6096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8779761" y="10668"/>
                </a:lnTo>
                <a:lnTo>
                  <a:pt x="8779761" y="4572"/>
                </a:lnTo>
                <a:lnTo>
                  <a:pt x="8784333" y="10668"/>
                </a:lnTo>
                <a:lnTo>
                  <a:pt x="8784333" y="4597908"/>
                </a:lnTo>
                <a:lnTo>
                  <a:pt x="8788905" y="4597908"/>
                </a:lnTo>
                <a:close/>
              </a:path>
              <a:path w="8789035" h="4598035">
                <a:moveTo>
                  <a:pt x="10668" y="10668"/>
                </a:moveTo>
                <a:lnTo>
                  <a:pt x="10668" y="4572"/>
                </a:lnTo>
                <a:lnTo>
                  <a:pt x="6096" y="10668"/>
                </a:lnTo>
                <a:lnTo>
                  <a:pt x="10668" y="10668"/>
                </a:lnTo>
                <a:close/>
              </a:path>
              <a:path w="8789035" h="4598035">
                <a:moveTo>
                  <a:pt x="10668" y="4588764"/>
                </a:moveTo>
                <a:lnTo>
                  <a:pt x="10668" y="10668"/>
                </a:lnTo>
                <a:lnTo>
                  <a:pt x="6096" y="10668"/>
                </a:lnTo>
                <a:lnTo>
                  <a:pt x="6096" y="4588764"/>
                </a:lnTo>
                <a:lnTo>
                  <a:pt x="10668" y="4588764"/>
                </a:lnTo>
                <a:close/>
              </a:path>
              <a:path w="8789035" h="4598035">
                <a:moveTo>
                  <a:pt x="8784333" y="4588764"/>
                </a:moveTo>
                <a:lnTo>
                  <a:pt x="6096" y="4588764"/>
                </a:lnTo>
                <a:lnTo>
                  <a:pt x="10668" y="4593336"/>
                </a:lnTo>
                <a:lnTo>
                  <a:pt x="10668" y="4597908"/>
                </a:lnTo>
                <a:lnTo>
                  <a:pt x="8779761" y="4597908"/>
                </a:lnTo>
                <a:lnTo>
                  <a:pt x="8779761" y="4593336"/>
                </a:lnTo>
                <a:lnTo>
                  <a:pt x="8784333" y="4588764"/>
                </a:lnTo>
                <a:close/>
              </a:path>
              <a:path w="8789035" h="4598035">
                <a:moveTo>
                  <a:pt x="10668" y="4597908"/>
                </a:moveTo>
                <a:lnTo>
                  <a:pt x="10668" y="4593336"/>
                </a:lnTo>
                <a:lnTo>
                  <a:pt x="6096" y="4588764"/>
                </a:lnTo>
                <a:lnTo>
                  <a:pt x="6096" y="4597908"/>
                </a:lnTo>
                <a:lnTo>
                  <a:pt x="10668" y="4597908"/>
                </a:lnTo>
                <a:close/>
              </a:path>
              <a:path w="8789035" h="4598035">
                <a:moveTo>
                  <a:pt x="8784333" y="10668"/>
                </a:moveTo>
                <a:lnTo>
                  <a:pt x="8779761" y="4572"/>
                </a:lnTo>
                <a:lnTo>
                  <a:pt x="8779761" y="10668"/>
                </a:lnTo>
                <a:lnTo>
                  <a:pt x="8784333" y="10668"/>
                </a:lnTo>
                <a:close/>
              </a:path>
              <a:path w="8789035" h="4598035">
                <a:moveTo>
                  <a:pt x="8784333" y="4588764"/>
                </a:moveTo>
                <a:lnTo>
                  <a:pt x="8784333" y="10668"/>
                </a:lnTo>
                <a:lnTo>
                  <a:pt x="8779761" y="10668"/>
                </a:lnTo>
                <a:lnTo>
                  <a:pt x="8779761" y="4588764"/>
                </a:lnTo>
                <a:lnTo>
                  <a:pt x="8784333" y="4588764"/>
                </a:lnTo>
                <a:close/>
              </a:path>
              <a:path w="8789035" h="4598035">
                <a:moveTo>
                  <a:pt x="8784333" y="4597908"/>
                </a:moveTo>
                <a:lnTo>
                  <a:pt x="8784333" y="4588764"/>
                </a:lnTo>
                <a:lnTo>
                  <a:pt x="8779761" y="4593336"/>
                </a:lnTo>
                <a:lnTo>
                  <a:pt x="8779761" y="4597908"/>
                </a:lnTo>
                <a:lnTo>
                  <a:pt x="8784333" y="4597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81412" y="4271262"/>
            <a:ext cx="7045325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835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Touching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spheres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touch,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charge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sphere</a:t>
            </a:r>
            <a:r>
              <a:rPr sz="2000" spc="-1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A?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2719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FF"/>
                </a:solidFill>
              </a:rPr>
              <a:t>21-</a:t>
            </a:r>
            <a:r>
              <a:rPr dirty="0">
                <a:solidFill>
                  <a:srgbClr val="0000FF"/>
                </a:solidFill>
              </a:rPr>
              <a:t>4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Coulomb's</a:t>
            </a:r>
            <a:r>
              <a:rPr spc="-25" dirty="0">
                <a:solidFill>
                  <a:srgbClr val="0000FF"/>
                </a:solidFill>
              </a:rPr>
              <a:t> Law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16820" y="528728"/>
            <a:ext cx="6580505" cy="154813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Checkpoint</a:t>
            </a:r>
            <a:r>
              <a:rPr sz="2200" b="1" spc="-9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 marL="139065" marR="5080">
              <a:lnSpc>
                <a:spcPct val="100000"/>
              </a:lnSpc>
              <a:spcBef>
                <a:spcPts val="1170"/>
              </a:spcBef>
            </a:pPr>
            <a:r>
              <a:rPr sz="2000" spc="-10" dirty="0">
                <a:latin typeface="Arial MT"/>
                <a:cs typeface="Arial MT"/>
              </a:rPr>
              <a:t>Two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identical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(same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size)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electrically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isolated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200"/>
                </a:solidFill>
                <a:latin typeface="Arial MT"/>
                <a:cs typeface="Arial MT"/>
              </a:rPr>
              <a:t>conducting </a:t>
            </a:r>
            <a:r>
              <a:rPr sz="2000" dirty="0">
                <a:latin typeface="Arial MT"/>
                <a:cs typeface="Arial MT"/>
              </a:rPr>
              <a:t>spheres</a:t>
            </a:r>
            <a:r>
              <a:rPr sz="2000" spc="-1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  <a:p>
            <a:pPr marL="4749165">
              <a:lnSpc>
                <a:spcPts val="2100"/>
              </a:lnSpc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3877" y="368820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4786884" y="4296156"/>
                </a:moveTo>
                <a:lnTo>
                  <a:pt x="4776216" y="4296156"/>
                </a:lnTo>
                <a:lnTo>
                  <a:pt x="4776216" y="4334256"/>
                </a:lnTo>
                <a:lnTo>
                  <a:pt x="4786884" y="4334256"/>
                </a:lnTo>
                <a:lnTo>
                  <a:pt x="4786884" y="4296156"/>
                </a:lnTo>
                <a:close/>
              </a:path>
              <a:path w="9105900" h="6819900">
                <a:moveTo>
                  <a:pt x="4786884" y="4229100"/>
                </a:moveTo>
                <a:lnTo>
                  <a:pt x="4776216" y="4229100"/>
                </a:lnTo>
                <a:lnTo>
                  <a:pt x="4776216" y="4267200"/>
                </a:lnTo>
                <a:lnTo>
                  <a:pt x="4786884" y="4267200"/>
                </a:lnTo>
                <a:lnTo>
                  <a:pt x="4786884" y="4229100"/>
                </a:lnTo>
                <a:close/>
              </a:path>
              <a:path w="9105900" h="6819900">
                <a:moveTo>
                  <a:pt x="4786884" y="4162044"/>
                </a:moveTo>
                <a:lnTo>
                  <a:pt x="4776216" y="4162044"/>
                </a:lnTo>
                <a:lnTo>
                  <a:pt x="4776216" y="4200144"/>
                </a:lnTo>
                <a:lnTo>
                  <a:pt x="4786884" y="4200144"/>
                </a:lnTo>
                <a:lnTo>
                  <a:pt x="4786884" y="4162044"/>
                </a:lnTo>
                <a:close/>
              </a:path>
              <a:path w="9105900" h="6819900">
                <a:moveTo>
                  <a:pt x="4786884" y="4094988"/>
                </a:moveTo>
                <a:lnTo>
                  <a:pt x="4776216" y="4094988"/>
                </a:lnTo>
                <a:lnTo>
                  <a:pt x="4776216" y="4133088"/>
                </a:lnTo>
                <a:lnTo>
                  <a:pt x="4786884" y="4133088"/>
                </a:lnTo>
                <a:lnTo>
                  <a:pt x="4786884" y="4094988"/>
                </a:lnTo>
                <a:close/>
              </a:path>
              <a:path w="9105900" h="6819900">
                <a:moveTo>
                  <a:pt x="4786884" y="4029456"/>
                </a:moveTo>
                <a:lnTo>
                  <a:pt x="4776216" y="4029456"/>
                </a:lnTo>
                <a:lnTo>
                  <a:pt x="4776216" y="4067556"/>
                </a:lnTo>
                <a:lnTo>
                  <a:pt x="4786884" y="4067556"/>
                </a:lnTo>
                <a:lnTo>
                  <a:pt x="4786884" y="4029456"/>
                </a:lnTo>
                <a:close/>
              </a:path>
              <a:path w="9105900" h="6819900">
                <a:moveTo>
                  <a:pt x="4786884" y="3962400"/>
                </a:moveTo>
                <a:lnTo>
                  <a:pt x="4776216" y="3962400"/>
                </a:lnTo>
                <a:lnTo>
                  <a:pt x="4776216" y="4000500"/>
                </a:lnTo>
                <a:lnTo>
                  <a:pt x="4786884" y="4000500"/>
                </a:lnTo>
                <a:lnTo>
                  <a:pt x="4786884" y="3962400"/>
                </a:lnTo>
                <a:close/>
              </a:path>
              <a:path w="9105900" h="6819900">
                <a:moveTo>
                  <a:pt x="4786884" y="3895344"/>
                </a:moveTo>
                <a:lnTo>
                  <a:pt x="4776216" y="3895344"/>
                </a:lnTo>
                <a:lnTo>
                  <a:pt x="4776216" y="3933444"/>
                </a:lnTo>
                <a:lnTo>
                  <a:pt x="4786884" y="3933444"/>
                </a:lnTo>
                <a:lnTo>
                  <a:pt x="4786884" y="3895344"/>
                </a:lnTo>
                <a:close/>
              </a:path>
              <a:path w="9105900" h="6819900">
                <a:moveTo>
                  <a:pt x="4786884" y="3828288"/>
                </a:moveTo>
                <a:lnTo>
                  <a:pt x="4776216" y="3828288"/>
                </a:lnTo>
                <a:lnTo>
                  <a:pt x="4776216" y="3866388"/>
                </a:lnTo>
                <a:lnTo>
                  <a:pt x="4786884" y="3866388"/>
                </a:lnTo>
                <a:lnTo>
                  <a:pt x="4786884" y="3828288"/>
                </a:lnTo>
                <a:close/>
              </a:path>
              <a:path w="9105900" h="6819900">
                <a:moveTo>
                  <a:pt x="4786884" y="3762756"/>
                </a:moveTo>
                <a:lnTo>
                  <a:pt x="4776216" y="3762756"/>
                </a:lnTo>
                <a:lnTo>
                  <a:pt x="4776216" y="3800856"/>
                </a:lnTo>
                <a:lnTo>
                  <a:pt x="4786884" y="3800856"/>
                </a:lnTo>
                <a:lnTo>
                  <a:pt x="4786884" y="3762756"/>
                </a:lnTo>
                <a:close/>
              </a:path>
              <a:path w="9105900" h="6819900">
                <a:moveTo>
                  <a:pt x="4786884" y="3695700"/>
                </a:moveTo>
                <a:lnTo>
                  <a:pt x="4776216" y="3695700"/>
                </a:lnTo>
                <a:lnTo>
                  <a:pt x="4776216" y="3733800"/>
                </a:lnTo>
                <a:lnTo>
                  <a:pt x="4786884" y="3733800"/>
                </a:lnTo>
                <a:lnTo>
                  <a:pt x="4786884" y="3695700"/>
                </a:lnTo>
                <a:close/>
              </a:path>
              <a:path w="9105900" h="6819900">
                <a:moveTo>
                  <a:pt x="4786884" y="3628644"/>
                </a:moveTo>
                <a:lnTo>
                  <a:pt x="4776216" y="3628644"/>
                </a:lnTo>
                <a:lnTo>
                  <a:pt x="4776216" y="3666744"/>
                </a:lnTo>
                <a:lnTo>
                  <a:pt x="4786884" y="3666744"/>
                </a:lnTo>
                <a:lnTo>
                  <a:pt x="4786884" y="3628644"/>
                </a:lnTo>
                <a:close/>
              </a:path>
              <a:path w="9105900" h="6819900">
                <a:moveTo>
                  <a:pt x="4786884" y="3561588"/>
                </a:moveTo>
                <a:lnTo>
                  <a:pt x="4776216" y="3561588"/>
                </a:lnTo>
                <a:lnTo>
                  <a:pt x="4776216" y="3599688"/>
                </a:lnTo>
                <a:lnTo>
                  <a:pt x="4786884" y="3599688"/>
                </a:lnTo>
                <a:lnTo>
                  <a:pt x="4786884" y="3561588"/>
                </a:lnTo>
                <a:close/>
              </a:path>
              <a:path w="9105900" h="6819900">
                <a:moveTo>
                  <a:pt x="4786884" y="3496056"/>
                </a:moveTo>
                <a:lnTo>
                  <a:pt x="4776216" y="3496056"/>
                </a:lnTo>
                <a:lnTo>
                  <a:pt x="4776216" y="3534156"/>
                </a:lnTo>
                <a:lnTo>
                  <a:pt x="4786884" y="3534156"/>
                </a:lnTo>
                <a:lnTo>
                  <a:pt x="4786884" y="3496056"/>
                </a:lnTo>
                <a:close/>
              </a:path>
              <a:path w="9105900" h="6819900">
                <a:moveTo>
                  <a:pt x="4786884" y="3429000"/>
                </a:moveTo>
                <a:lnTo>
                  <a:pt x="4776216" y="3429000"/>
                </a:lnTo>
                <a:lnTo>
                  <a:pt x="4776216" y="3467100"/>
                </a:lnTo>
                <a:lnTo>
                  <a:pt x="4786884" y="3467100"/>
                </a:lnTo>
                <a:lnTo>
                  <a:pt x="4786884" y="3429000"/>
                </a:lnTo>
                <a:close/>
              </a:path>
              <a:path w="9105900" h="6819900">
                <a:moveTo>
                  <a:pt x="4786884" y="3361944"/>
                </a:moveTo>
                <a:lnTo>
                  <a:pt x="4776216" y="3361944"/>
                </a:lnTo>
                <a:lnTo>
                  <a:pt x="4776216" y="3400044"/>
                </a:lnTo>
                <a:lnTo>
                  <a:pt x="4786884" y="3400044"/>
                </a:lnTo>
                <a:lnTo>
                  <a:pt x="4786884" y="3361944"/>
                </a:lnTo>
                <a:close/>
              </a:path>
              <a:path w="9105900" h="6819900">
                <a:moveTo>
                  <a:pt x="4786884" y="3294888"/>
                </a:moveTo>
                <a:lnTo>
                  <a:pt x="4776216" y="3294888"/>
                </a:lnTo>
                <a:lnTo>
                  <a:pt x="4776216" y="3332988"/>
                </a:lnTo>
                <a:lnTo>
                  <a:pt x="4786884" y="3332988"/>
                </a:lnTo>
                <a:lnTo>
                  <a:pt x="4786884" y="3294888"/>
                </a:lnTo>
                <a:close/>
              </a:path>
              <a:path w="9105900" h="6819900">
                <a:moveTo>
                  <a:pt x="4786884" y="3229356"/>
                </a:moveTo>
                <a:lnTo>
                  <a:pt x="4776216" y="3229356"/>
                </a:lnTo>
                <a:lnTo>
                  <a:pt x="4776216" y="3267456"/>
                </a:lnTo>
                <a:lnTo>
                  <a:pt x="4786884" y="3267456"/>
                </a:lnTo>
                <a:lnTo>
                  <a:pt x="4786884" y="3229356"/>
                </a:lnTo>
                <a:close/>
              </a:path>
              <a:path w="9105900" h="6819900">
                <a:moveTo>
                  <a:pt x="4786884" y="3162300"/>
                </a:moveTo>
                <a:lnTo>
                  <a:pt x="4776216" y="3162300"/>
                </a:lnTo>
                <a:lnTo>
                  <a:pt x="4776216" y="3200400"/>
                </a:lnTo>
                <a:lnTo>
                  <a:pt x="4786884" y="3200400"/>
                </a:lnTo>
                <a:lnTo>
                  <a:pt x="4786884" y="3162300"/>
                </a:lnTo>
                <a:close/>
              </a:path>
              <a:path w="9105900" h="6819900">
                <a:moveTo>
                  <a:pt x="4786884" y="3095244"/>
                </a:moveTo>
                <a:lnTo>
                  <a:pt x="4776216" y="3095244"/>
                </a:lnTo>
                <a:lnTo>
                  <a:pt x="4776216" y="3133344"/>
                </a:lnTo>
                <a:lnTo>
                  <a:pt x="4786884" y="3133344"/>
                </a:lnTo>
                <a:lnTo>
                  <a:pt x="4786884" y="3095244"/>
                </a:lnTo>
                <a:close/>
              </a:path>
              <a:path w="9105900" h="6819900">
                <a:moveTo>
                  <a:pt x="4786884" y="3028188"/>
                </a:moveTo>
                <a:lnTo>
                  <a:pt x="4776216" y="3028188"/>
                </a:lnTo>
                <a:lnTo>
                  <a:pt x="4776216" y="3066288"/>
                </a:lnTo>
                <a:lnTo>
                  <a:pt x="4786884" y="3066288"/>
                </a:lnTo>
                <a:lnTo>
                  <a:pt x="4786884" y="3028188"/>
                </a:lnTo>
                <a:close/>
              </a:path>
              <a:path w="9105900" h="6819900">
                <a:moveTo>
                  <a:pt x="4786884" y="2962656"/>
                </a:moveTo>
                <a:lnTo>
                  <a:pt x="4776216" y="2962656"/>
                </a:lnTo>
                <a:lnTo>
                  <a:pt x="4776216" y="3000756"/>
                </a:lnTo>
                <a:lnTo>
                  <a:pt x="4786884" y="3000756"/>
                </a:lnTo>
                <a:lnTo>
                  <a:pt x="4786884" y="2962656"/>
                </a:lnTo>
                <a:close/>
              </a:path>
              <a:path w="9105900" h="6819900">
                <a:moveTo>
                  <a:pt x="4786884" y="2895600"/>
                </a:moveTo>
                <a:lnTo>
                  <a:pt x="4776216" y="2895600"/>
                </a:lnTo>
                <a:lnTo>
                  <a:pt x="4776216" y="2933700"/>
                </a:lnTo>
                <a:lnTo>
                  <a:pt x="4786884" y="2933700"/>
                </a:lnTo>
                <a:lnTo>
                  <a:pt x="4786884" y="2895600"/>
                </a:lnTo>
                <a:close/>
              </a:path>
              <a:path w="9105900" h="6819900">
                <a:moveTo>
                  <a:pt x="4786884" y="2828544"/>
                </a:moveTo>
                <a:lnTo>
                  <a:pt x="4776216" y="2828544"/>
                </a:lnTo>
                <a:lnTo>
                  <a:pt x="4776216" y="2866644"/>
                </a:lnTo>
                <a:lnTo>
                  <a:pt x="4786884" y="2866644"/>
                </a:lnTo>
                <a:lnTo>
                  <a:pt x="4786884" y="2828544"/>
                </a:lnTo>
                <a:close/>
              </a:path>
              <a:path w="9105900" h="6819900">
                <a:moveTo>
                  <a:pt x="4786884" y="2761488"/>
                </a:moveTo>
                <a:lnTo>
                  <a:pt x="4776216" y="2761488"/>
                </a:lnTo>
                <a:lnTo>
                  <a:pt x="4776216" y="2799588"/>
                </a:lnTo>
                <a:lnTo>
                  <a:pt x="4786884" y="2799588"/>
                </a:lnTo>
                <a:lnTo>
                  <a:pt x="4786884" y="2761488"/>
                </a:lnTo>
                <a:close/>
              </a:path>
              <a:path w="9105900" h="6819900">
                <a:moveTo>
                  <a:pt x="4786884" y="2695956"/>
                </a:moveTo>
                <a:lnTo>
                  <a:pt x="4776216" y="2695956"/>
                </a:lnTo>
                <a:lnTo>
                  <a:pt x="4776216" y="2734056"/>
                </a:lnTo>
                <a:lnTo>
                  <a:pt x="4786884" y="2734056"/>
                </a:lnTo>
                <a:lnTo>
                  <a:pt x="4786884" y="2695956"/>
                </a:lnTo>
                <a:close/>
              </a:path>
              <a:path w="9105900" h="6819900">
                <a:moveTo>
                  <a:pt x="4786884" y="2628900"/>
                </a:moveTo>
                <a:lnTo>
                  <a:pt x="4776216" y="2628900"/>
                </a:lnTo>
                <a:lnTo>
                  <a:pt x="4776216" y="2667000"/>
                </a:lnTo>
                <a:lnTo>
                  <a:pt x="4786884" y="2667000"/>
                </a:lnTo>
                <a:lnTo>
                  <a:pt x="4786884" y="2628900"/>
                </a:lnTo>
                <a:close/>
              </a:path>
              <a:path w="9105900" h="6819900">
                <a:moveTo>
                  <a:pt x="4786884" y="2561844"/>
                </a:moveTo>
                <a:lnTo>
                  <a:pt x="4776216" y="2561844"/>
                </a:lnTo>
                <a:lnTo>
                  <a:pt x="4776216" y="2599944"/>
                </a:lnTo>
                <a:lnTo>
                  <a:pt x="4786884" y="2599944"/>
                </a:lnTo>
                <a:lnTo>
                  <a:pt x="4786884" y="2561844"/>
                </a:lnTo>
                <a:close/>
              </a:path>
              <a:path w="9105900" h="6819900">
                <a:moveTo>
                  <a:pt x="4786884" y="2494788"/>
                </a:moveTo>
                <a:lnTo>
                  <a:pt x="4776216" y="2494788"/>
                </a:lnTo>
                <a:lnTo>
                  <a:pt x="4776216" y="2532888"/>
                </a:lnTo>
                <a:lnTo>
                  <a:pt x="4786884" y="2532888"/>
                </a:lnTo>
                <a:lnTo>
                  <a:pt x="4786884" y="2494788"/>
                </a:lnTo>
                <a:close/>
              </a:path>
              <a:path w="9105900" h="6819900">
                <a:moveTo>
                  <a:pt x="4786884" y="2429256"/>
                </a:moveTo>
                <a:lnTo>
                  <a:pt x="4776216" y="2429256"/>
                </a:lnTo>
                <a:lnTo>
                  <a:pt x="4776216" y="2467356"/>
                </a:lnTo>
                <a:lnTo>
                  <a:pt x="4786884" y="2467356"/>
                </a:lnTo>
                <a:lnTo>
                  <a:pt x="4786884" y="2429256"/>
                </a:lnTo>
                <a:close/>
              </a:path>
              <a:path w="9105900" h="6819900">
                <a:moveTo>
                  <a:pt x="4786884" y="2362200"/>
                </a:moveTo>
                <a:lnTo>
                  <a:pt x="4776216" y="2362200"/>
                </a:lnTo>
                <a:lnTo>
                  <a:pt x="4776216" y="2400300"/>
                </a:lnTo>
                <a:lnTo>
                  <a:pt x="4786884" y="2400300"/>
                </a:lnTo>
                <a:lnTo>
                  <a:pt x="4786884" y="2362200"/>
                </a:lnTo>
                <a:close/>
              </a:path>
              <a:path w="9105900" h="6819900">
                <a:moveTo>
                  <a:pt x="4786884" y="2295144"/>
                </a:moveTo>
                <a:lnTo>
                  <a:pt x="4776216" y="2295144"/>
                </a:lnTo>
                <a:lnTo>
                  <a:pt x="4776216" y="2333244"/>
                </a:lnTo>
                <a:lnTo>
                  <a:pt x="4786884" y="2333244"/>
                </a:lnTo>
                <a:lnTo>
                  <a:pt x="4786884" y="2295144"/>
                </a:lnTo>
                <a:close/>
              </a:path>
              <a:path w="9105900" h="6819900">
                <a:moveTo>
                  <a:pt x="4786884" y="2228088"/>
                </a:moveTo>
                <a:lnTo>
                  <a:pt x="4776216" y="2228088"/>
                </a:lnTo>
                <a:lnTo>
                  <a:pt x="4776216" y="2266188"/>
                </a:lnTo>
                <a:lnTo>
                  <a:pt x="4786884" y="2266188"/>
                </a:lnTo>
                <a:lnTo>
                  <a:pt x="4786884" y="2228088"/>
                </a:lnTo>
                <a:close/>
              </a:path>
              <a:path w="9105900" h="6819900">
                <a:moveTo>
                  <a:pt x="4786884" y="2162556"/>
                </a:moveTo>
                <a:lnTo>
                  <a:pt x="4776216" y="2162556"/>
                </a:lnTo>
                <a:lnTo>
                  <a:pt x="4776216" y="2200656"/>
                </a:lnTo>
                <a:lnTo>
                  <a:pt x="4786884" y="2200656"/>
                </a:lnTo>
                <a:lnTo>
                  <a:pt x="4786884" y="2162556"/>
                </a:lnTo>
                <a:close/>
              </a:path>
              <a:path w="9105900" h="6819900">
                <a:moveTo>
                  <a:pt x="4786884" y="2095500"/>
                </a:moveTo>
                <a:lnTo>
                  <a:pt x="4776216" y="2095500"/>
                </a:lnTo>
                <a:lnTo>
                  <a:pt x="4776216" y="2133600"/>
                </a:lnTo>
                <a:lnTo>
                  <a:pt x="4786884" y="2133600"/>
                </a:lnTo>
                <a:lnTo>
                  <a:pt x="4786884" y="2095500"/>
                </a:lnTo>
                <a:close/>
              </a:path>
              <a:path w="9105900" h="6819900">
                <a:moveTo>
                  <a:pt x="4786884" y="2028444"/>
                </a:moveTo>
                <a:lnTo>
                  <a:pt x="4776216" y="2028444"/>
                </a:lnTo>
                <a:lnTo>
                  <a:pt x="4776216" y="2066544"/>
                </a:lnTo>
                <a:lnTo>
                  <a:pt x="4786884" y="2066544"/>
                </a:lnTo>
                <a:lnTo>
                  <a:pt x="4786884" y="2028444"/>
                </a:lnTo>
                <a:close/>
              </a:path>
              <a:path w="9105900" h="6819900">
                <a:moveTo>
                  <a:pt x="4786884" y="1961388"/>
                </a:moveTo>
                <a:lnTo>
                  <a:pt x="4776216" y="1961388"/>
                </a:lnTo>
                <a:lnTo>
                  <a:pt x="4776216" y="1999488"/>
                </a:lnTo>
                <a:lnTo>
                  <a:pt x="4786884" y="1999488"/>
                </a:lnTo>
                <a:lnTo>
                  <a:pt x="4786884" y="1961388"/>
                </a:lnTo>
                <a:close/>
              </a:path>
              <a:path w="9105900" h="6819900">
                <a:moveTo>
                  <a:pt x="4786884" y="1895856"/>
                </a:moveTo>
                <a:lnTo>
                  <a:pt x="4776216" y="1895856"/>
                </a:lnTo>
                <a:lnTo>
                  <a:pt x="4776216" y="1933956"/>
                </a:lnTo>
                <a:lnTo>
                  <a:pt x="4786884" y="1933956"/>
                </a:lnTo>
                <a:lnTo>
                  <a:pt x="4786884" y="1895856"/>
                </a:lnTo>
                <a:close/>
              </a:path>
              <a:path w="9105900" h="6819900">
                <a:moveTo>
                  <a:pt x="4786884" y="1828800"/>
                </a:moveTo>
                <a:lnTo>
                  <a:pt x="4776216" y="1828800"/>
                </a:lnTo>
                <a:lnTo>
                  <a:pt x="4776216" y="1866900"/>
                </a:lnTo>
                <a:lnTo>
                  <a:pt x="4786884" y="1866900"/>
                </a:lnTo>
                <a:lnTo>
                  <a:pt x="4786884" y="1828800"/>
                </a:lnTo>
                <a:close/>
              </a:path>
              <a:path w="9105900" h="6819900">
                <a:moveTo>
                  <a:pt x="4786884" y="1761744"/>
                </a:moveTo>
                <a:lnTo>
                  <a:pt x="4776216" y="1761744"/>
                </a:lnTo>
                <a:lnTo>
                  <a:pt x="4776216" y="1799844"/>
                </a:lnTo>
                <a:lnTo>
                  <a:pt x="4786884" y="1799844"/>
                </a:lnTo>
                <a:lnTo>
                  <a:pt x="4786884" y="1761744"/>
                </a:lnTo>
                <a:close/>
              </a:path>
              <a:path w="9105900" h="6819900">
                <a:moveTo>
                  <a:pt x="4786884" y="1694688"/>
                </a:moveTo>
                <a:lnTo>
                  <a:pt x="4776216" y="1694688"/>
                </a:lnTo>
                <a:lnTo>
                  <a:pt x="4776216" y="1732788"/>
                </a:lnTo>
                <a:lnTo>
                  <a:pt x="4786884" y="1732788"/>
                </a:lnTo>
                <a:lnTo>
                  <a:pt x="4786884" y="1694688"/>
                </a:lnTo>
                <a:close/>
              </a:path>
              <a:path w="9105900" h="6819900">
                <a:moveTo>
                  <a:pt x="4786884" y="1629156"/>
                </a:moveTo>
                <a:lnTo>
                  <a:pt x="4776216" y="1629156"/>
                </a:lnTo>
                <a:lnTo>
                  <a:pt x="4776216" y="1667256"/>
                </a:lnTo>
                <a:lnTo>
                  <a:pt x="4786884" y="1667256"/>
                </a:lnTo>
                <a:lnTo>
                  <a:pt x="4786884" y="1629156"/>
                </a:lnTo>
                <a:close/>
              </a:path>
              <a:path w="9105900" h="6819900">
                <a:moveTo>
                  <a:pt x="4786884" y="1562100"/>
                </a:moveTo>
                <a:lnTo>
                  <a:pt x="4776216" y="1562100"/>
                </a:lnTo>
                <a:lnTo>
                  <a:pt x="4776216" y="1600200"/>
                </a:lnTo>
                <a:lnTo>
                  <a:pt x="4786884" y="1600200"/>
                </a:lnTo>
                <a:lnTo>
                  <a:pt x="4786884" y="1562100"/>
                </a:lnTo>
                <a:close/>
              </a:path>
              <a:path w="9105900" h="6819900">
                <a:moveTo>
                  <a:pt x="4786884" y="1495044"/>
                </a:moveTo>
                <a:lnTo>
                  <a:pt x="4776216" y="1495044"/>
                </a:lnTo>
                <a:lnTo>
                  <a:pt x="4776216" y="1533144"/>
                </a:lnTo>
                <a:lnTo>
                  <a:pt x="4786884" y="1533144"/>
                </a:lnTo>
                <a:lnTo>
                  <a:pt x="4786884" y="1495044"/>
                </a:lnTo>
                <a:close/>
              </a:path>
              <a:path w="9105900" h="6819900">
                <a:moveTo>
                  <a:pt x="4786884" y="1427988"/>
                </a:moveTo>
                <a:lnTo>
                  <a:pt x="4776216" y="1427988"/>
                </a:lnTo>
                <a:lnTo>
                  <a:pt x="4776216" y="1466088"/>
                </a:lnTo>
                <a:lnTo>
                  <a:pt x="4786884" y="1466088"/>
                </a:lnTo>
                <a:lnTo>
                  <a:pt x="4786884" y="1427988"/>
                </a:lnTo>
                <a:close/>
              </a:path>
              <a:path w="9105900" h="6819900">
                <a:moveTo>
                  <a:pt x="4786884" y="1362456"/>
                </a:moveTo>
                <a:lnTo>
                  <a:pt x="4776216" y="1362456"/>
                </a:lnTo>
                <a:lnTo>
                  <a:pt x="4776216" y="1400556"/>
                </a:lnTo>
                <a:lnTo>
                  <a:pt x="4786884" y="1400556"/>
                </a:lnTo>
                <a:lnTo>
                  <a:pt x="4786884" y="1362456"/>
                </a:lnTo>
                <a:close/>
              </a:path>
              <a:path w="9105900" h="6819900">
                <a:moveTo>
                  <a:pt x="4818888" y="4395216"/>
                </a:moveTo>
                <a:lnTo>
                  <a:pt x="4786884" y="4395216"/>
                </a:lnTo>
                <a:lnTo>
                  <a:pt x="4786884" y="4361688"/>
                </a:lnTo>
                <a:lnTo>
                  <a:pt x="4776216" y="4361688"/>
                </a:lnTo>
                <a:lnTo>
                  <a:pt x="4776216" y="4399788"/>
                </a:lnTo>
                <a:lnTo>
                  <a:pt x="4780788" y="4399788"/>
                </a:lnTo>
                <a:lnTo>
                  <a:pt x="4780788" y="4405884"/>
                </a:lnTo>
                <a:lnTo>
                  <a:pt x="4786884" y="4405884"/>
                </a:lnTo>
                <a:lnTo>
                  <a:pt x="4818888" y="4405884"/>
                </a:lnTo>
                <a:lnTo>
                  <a:pt x="4818888" y="4395216"/>
                </a:lnTo>
                <a:close/>
              </a:path>
              <a:path w="9105900" h="6819900">
                <a:moveTo>
                  <a:pt x="4838700" y="1347216"/>
                </a:moveTo>
                <a:lnTo>
                  <a:pt x="4800600" y="1347216"/>
                </a:lnTo>
                <a:lnTo>
                  <a:pt x="4800600" y="1357884"/>
                </a:lnTo>
                <a:lnTo>
                  <a:pt x="4838700" y="1357884"/>
                </a:lnTo>
                <a:lnTo>
                  <a:pt x="4838700" y="1347216"/>
                </a:lnTo>
                <a:close/>
              </a:path>
              <a:path w="9105900" h="6819900">
                <a:moveTo>
                  <a:pt x="4885944" y="4395216"/>
                </a:moveTo>
                <a:lnTo>
                  <a:pt x="4847844" y="4395216"/>
                </a:lnTo>
                <a:lnTo>
                  <a:pt x="4847844" y="4405884"/>
                </a:lnTo>
                <a:lnTo>
                  <a:pt x="4885944" y="4405884"/>
                </a:lnTo>
                <a:lnTo>
                  <a:pt x="4885944" y="4395216"/>
                </a:lnTo>
                <a:close/>
              </a:path>
              <a:path w="9105900" h="6819900">
                <a:moveTo>
                  <a:pt x="4905756" y="1347216"/>
                </a:moveTo>
                <a:lnTo>
                  <a:pt x="4867656" y="1347216"/>
                </a:lnTo>
                <a:lnTo>
                  <a:pt x="4867656" y="1357884"/>
                </a:lnTo>
                <a:lnTo>
                  <a:pt x="4905756" y="1357884"/>
                </a:lnTo>
                <a:lnTo>
                  <a:pt x="4905756" y="1347216"/>
                </a:lnTo>
                <a:close/>
              </a:path>
              <a:path w="9105900" h="6819900">
                <a:moveTo>
                  <a:pt x="4953000" y="4395216"/>
                </a:moveTo>
                <a:lnTo>
                  <a:pt x="4914900" y="4395216"/>
                </a:lnTo>
                <a:lnTo>
                  <a:pt x="4914900" y="4405884"/>
                </a:lnTo>
                <a:lnTo>
                  <a:pt x="4953000" y="4405884"/>
                </a:lnTo>
                <a:lnTo>
                  <a:pt x="4953000" y="4395216"/>
                </a:lnTo>
                <a:close/>
              </a:path>
              <a:path w="9105900" h="6819900">
                <a:moveTo>
                  <a:pt x="4971288" y="1347216"/>
                </a:moveTo>
                <a:lnTo>
                  <a:pt x="4933188" y="1347216"/>
                </a:lnTo>
                <a:lnTo>
                  <a:pt x="4933188" y="1357884"/>
                </a:lnTo>
                <a:lnTo>
                  <a:pt x="4971288" y="1357884"/>
                </a:lnTo>
                <a:lnTo>
                  <a:pt x="4971288" y="1347216"/>
                </a:lnTo>
                <a:close/>
              </a:path>
              <a:path w="9105900" h="6819900">
                <a:moveTo>
                  <a:pt x="5020056" y="4395216"/>
                </a:moveTo>
                <a:lnTo>
                  <a:pt x="4981956" y="4395216"/>
                </a:lnTo>
                <a:lnTo>
                  <a:pt x="4981956" y="4405884"/>
                </a:lnTo>
                <a:lnTo>
                  <a:pt x="5020056" y="4405884"/>
                </a:lnTo>
                <a:lnTo>
                  <a:pt x="5020056" y="4395216"/>
                </a:lnTo>
                <a:close/>
              </a:path>
              <a:path w="9105900" h="6819900">
                <a:moveTo>
                  <a:pt x="5038344" y="1347216"/>
                </a:moveTo>
                <a:lnTo>
                  <a:pt x="5000244" y="1347216"/>
                </a:lnTo>
                <a:lnTo>
                  <a:pt x="5000244" y="1357884"/>
                </a:lnTo>
                <a:lnTo>
                  <a:pt x="5038344" y="1357884"/>
                </a:lnTo>
                <a:lnTo>
                  <a:pt x="5038344" y="1347216"/>
                </a:lnTo>
                <a:close/>
              </a:path>
              <a:path w="9105900" h="6819900">
                <a:moveTo>
                  <a:pt x="5085588" y="4395216"/>
                </a:moveTo>
                <a:lnTo>
                  <a:pt x="5047488" y="4395216"/>
                </a:lnTo>
                <a:lnTo>
                  <a:pt x="5047488" y="4405884"/>
                </a:lnTo>
                <a:lnTo>
                  <a:pt x="5085588" y="4405884"/>
                </a:lnTo>
                <a:lnTo>
                  <a:pt x="5085588" y="4395216"/>
                </a:lnTo>
                <a:close/>
              </a:path>
              <a:path w="9105900" h="6819900">
                <a:moveTo>
                  <a:pt x="5105400" y="1347216"/>
                </a:moveTo>
                <a:lnTo>
                  <a:pt x="5067300" y="1347216"/>
                </a:lnTo>
                <a:lnTo>
                  <a:pt x="5067300" y="1357884"/>
                </a:lnTo>
                <a:lnTo>
                  <a:pt x="5105400" y="1357884"/>
                </a:lnTo>
                <a:lnTo>
                  <a:pt x="5105400" y="1347216"/>
                </a:lnTo>
                <a:close/>
              </a:path>
              <a:path w="9105900" h="6819900">
                <a:moveTo>
                  <a:pt x="5152644" y="4395216"/>
                </a:moveTo>
                <a:lnTo>
                  <a:pt x="5114544" y="4395216"/>
                </a:lnTo>
                <a:lnTo>
                  <a:pt x="5114544" y="4405884"/>
                </a:lnTo>
                <a:lnTo>
                  <a:pt x="5152644" y="4405884"/>
                </a:lnTo>
                <a:lnTo>
                  <a:pt x="5152644" y="4395216"/>
                </a:lnTo>
                <a:close/>
              </a:path>
              <a:path w="9105900" h="6819900">
                <a:moveTo>
                  <a:pt x="5172456" y="1347216"/>
                </a:moveTo>
                <a:lnTo>
                  <a:pt x="5134356" y="1347216"/>
                </a:lnTo>
                <a:lnTo>
                  <a:pt x="5134356" y="1357884"/>
                </a:lnTo>
                <a:lnTo>
                  <a:pt x="5172456" y="1357884"/>
                </a:lnTo>
                <a:lnTo>
                  <a:pt x="5172456" y="1347216"/>
                </a:lnTo>
                <a:close/>
              </a:path>
              <a:path w="9105900" h="6819900">
                <a:moveTo>
                  <a:pt x="5219700" y="4395216"/>
                </a:moveTo>
                <a:lnTo>
                  <a:pt x="5181600" y="4395216"/>
                </a:lnTo>
                <a:lnTo>
                  <a:pt x="5181600" y="4405884"/>
                </a:lnTo>
                <a:lnTo>
                  <a:pt x="5219700" y="4405884"/>
                </a:lnTo>
                <a:lnTo>
                  <a:pt x="5219700" y="4395216"/>
                </a:lnTo>
                <a:close/>
              </a:path>
              <a:path w="9105900" h="6819900">
                <a:moveTo>
                  <a:pt x="5237988" y="1347216"/>
                </a:moveTo>
                <a:lnTo>
                  <a:pt x="5199888" y="1347216"/>
                </a:lnTo>
                <a:lnTo>
                  <a:pt x="5199888" y="1357884"/>
                </a:lnTo>
                <a:lnTo>
                  <a:pt x="5237988" y="1357884"/>
                </a:lnTo>
                <a:lnTo>
                  <a:pt x="5237988" y="1347216"/>
                </a:lnTo>
                <a:close/>
              </a:path>
              <a:path w="9105900" h="6819900">
                <a:moveTo>
                  <a:pt x="5286756" y="4395216"/>
                </a:moveTo>
                <a:lnTo>
                  <a:pt x="5248656" y="4395216"/>
                </a:lnTo>
                <a:lnTo>
                  <a:pt x="5248656" y="4405884"/>
                </a:lnTo>
                <a:lnTo>
                  <a:pt x="5286756" y="4405884"/>
                </a:lnTo>
                <a:lnTo>
                  <a:pt x="5286756" y="4395216"/>
                </a:lnTo>
                <a:close/>
              </a:path>
              <a:path w="9105900" h="6819900">
                <a:moveTo>
                  <a:pt x="5305044" y="1347216"/>
                </a:moveTo>
                <a:lnTo>
                  <a:pt x="5266944" y="1347216"/>
                </a:lnTo>
                <a:lnTo>
                  <a:pt x="5266944" y="1357884"/>
                </a:lnTo>
                <a:lnTo>
                  <a:pt x="5305044" y="1357884"/>
                </a:lnTo>
                <a:lnTo>
                  <a:pt x="5305044" y="1347216"/>
                </a:lnTo>
                <a:close/>
              </a:path>
              <a:path w="9105900" h="6819900">
                <a:moveTo>
                  <a:pt x="5352288" y="4395216"/>
                </a:moveTo>
                <a:lnTo>
                  <a:pt x="5314188" y="4395216"/>
                </a:lnTo>
                <a:lnTo>
                  <a:pt x="5314188" y="4405884"/>
                </a:lnTo>
                <a:lnTo>
                  <a:pt x="5352288" y="4405884"/>
                </a:lnTo>
                <a:lnTo>
                  <a:pt x="5352288" y="4395216"/>
                </a:lnTo>
                <a:close/>
              </a:path>
              <a:path w="9105900" h="6819900">
                <a:moveTo>
                  <a:pt x="5372100" y="1347216"/>
                </a:moveTo>
                <a:lnTo>
                  <a:pt x="5334000" y="1347216"/>
                </a:lnTo>
                <a:lnTo>
                  <a:pt x="5334000" y="1357884"/>
                </a:lnTo>
                <a:lnTo>
                  <a:pt x="5372100" y="1357884"/>
                </a:lnTo>
                <a:lnTo>
                  <a:pt x="5372100" y="1347216"/>
                </a:lnTo>
                <a:close/>
              </a:path>
              <a:path w="9105900" h="6819900">
                <a:moveTo>
                  <a:pt x="5419344" y="4395216"/>
                </a:moveTo>
                <a:lnTo>
                  <a:pt x="5381244" y="4395216"/>
                </a:lnTo>
                <a:lnTo>
                  <a:pt x="5381244" y="4405884"/>
                </a:lnTo>
                <a:lnTo>
                  <a:pt x="5419344" y="4405884"/>
                </a:lnTo>
                <a:lnTo>
                  <a:pt x="5419344" y="4395216"/>
                </a:lnTo>
                <a:close/>
              </a:path>
              <a:path w="9105900" h="6819900">
                <a:moveTo>
                  <a:pt x="5439156" y="1347216"/>
                </a:moveTo>
                <a:lnTo>
                  <a:pt x="5401056" y="1347216"/>
                </a:lnTo>
                <a:lnTo>
                  <a:pt x="5401056" y="1357884"/>
                </a:lnTo>
                <a:lnTo>
                  <a:pt x="5439156" y="1357884"/>
                </a:lnTo>
                <a:lnTo>
                  <a:pt x="5439156" y="1347216"/>
                </a:lnTo>
                <a:close/>
              </a:path>
              <a:path w="9105900" h="6819900">
                <a:moveTo>
                  <a:pt x="5486400" y="4395216"/>
                </a:moveTo>
                <a:lnTo>
                  <a:pt x="5448300" y="4395216"/>
                </a:lnTo>
                <a:lnTo>
                  <a:pt x="5448300" y="4405884"/>
                </a:lnTo>
                <a:lnTo>
                  <a:pt x="5486400" y="4405884"/>
                </a:lnTo>
                <a:lnTo>
                  <a:pt x="5486400" y="4395216"/>
                </a:lnTo>
                <a:close/>
              </a:path>
              <a:path w="9105900" h="6819900">
                <a:moveTo>
                  <a:pt x="5504688" y="1347216"/>
                </a:moveTo>
                <a:lnTo>
                  <a:pt x="5466588" y="1347216"/>
                </a:lnTo>
                <a:lnTo>
                  <a:pt x="5466588" y="1357884"/>
                </a:lnTo>
                <a:lnTo>
                  <a:pt x="5504688" y="1357884"/>
                </a:lnTo>
                <a:lnTo>
                  <a:pt x="5504688" y="1347216"/>
                </a:lnTo>
                <a:close/>
              </a:path>
              <a:path w="9105900" h="6819900">
                <a:moveTo>
                  <a:pt x="5553456" y="4395216"/>
                </a:moveTo>
                <a:lnTo>
                  <a:pt x="5515356" y="4395216"/>
                </a:lnTo>
                <a:lnTo>
                  <a:pt x="5515356" y="4405884"/>
                </a:lnTo>
                <a:lnTo>
                  <a:pt x="5553456" y="4405884"/>
                </a:lnTo>
                <a:lnTo>
                  <a:pt x="5553456" y="4395216"/>
                </a:lnTo>
                <a:close/>
              </a:path>
              <a:path w="9105900" h="6819900">
                <a:moveTo>
                  <a:pt x="5571744" y="1347216"/>
                </a:moveTo>
                <a:lnTo>
                  <a:pt x="5533644" y="1347216"/>
                </a:lnTo>
                <a:lnTo>
                  <a:pt x="5533644" y="1357884"/>
                </a:lnTo>
                <a:lnTo>
                  <a:pt x="5571744" y="1357884"/>
                </a:lnTo>
                <a:lnTo>
                  <a:pt x="5571744" y="1347216"/>
                </a:lnTo>
                <a:close/>
              </a:path>
              <a:path w="9105900" h="6819900">
                <a:moveTo>
                  <a:pt x="5618988" y="4395216"/>
                </a:moveTo>
                <a:lnTo>
                  <a:pt x="5580888" y="4395216"/>
                </a:lnTo>
                <a:lnTo>
                  <a:pt x="5580888" y="4405884"/>
                </a:lnTo>
                <a:lnTo>
                  <a:pt x="5618988" y="4405884"/>
                </a:lnTo>
                <a:lnTo>
                  <a:pt x="5618988" y="4395216"/>
                </a:lnTo>
                <a:close/>
              </a:path>
              <a:path w="9105900" h="6819900">
                <a:moveTo>
                  <a:pt x="5638800" y="1347216"/>
                </a:moveTo>
                <a:lnTo>
                  <a:pt x="5600700" y="1347216"/>
                </a:lnTo>
                <a:lnTo>
                  <a:pt x="5600700" y="1357884"/>
                </a:lnTo>
                <a:lnTo>
                  <a:pt x="5638800" y="1357884"/>
                </a:lnTo>
                <a:lnTo>
                  <a:pt x="5638800" y="1347216"/>
                </a:lnTo>
                <a:close/>
              </a:path>
              <a:path w="9105900" h="6819900">
                <a:moveTo>
                  <a:pt x="5686044" y="4395216"/>
                </a:moveTo>
                <a:lnTo>
                  <a:pt x="5647944" y="4395216"/>
                </a:lnTo>
                <a:lnTo>
                  <a:pt x="5647944" y="4405884"/>
                </a:lnTo>
                <a:lnTo>
                  <a:pt x="5686044" y="4405884"/>
                </a:lnTo>
                <a:lnTo>
                  <a:pt x="5686044" y="4395216"/>
                </a:lnTo>
                <a:close/>
              </a:path>
              <a:path w="9105900" h="6819900">
                <a:moveTo>
                  <a:pt x="5705856" y="1347216"/>
                </a:moveTo>
                <a:lnTo>
                  <a:pt x="5667756" y="1347216"/>
                </a:lnTo>
                <a:lnTo>
                  <a:pt x="5667756" y="1357884"/>
                </a:lnTo>
                <a:lnTo>
                  <a:pt x="5705856" y="1357884"/>
                </a:lnTo>
                <a:lnTo>
                  <a:pt x="5705856" y="1347216"/>
                </a:lnTo>
                <a:close/>
              </a:path>
              <a:path w="9105900" h="6819900">
                <a:moveTo>
                  <a:pt x="5753100" y="4395216"/>
                </a:moveTo>
                <a:lnTo>
                  <a:pt x="5715000" y="4395216"/>
                </a:lnTo>
                <a:lnTo>
                  <a:pt x="5715000" y="4405884"/>
                </a:lnTo>
                <a:lnTo>
                  <a:pt x="5753100" y="4405884"/>
                </a:lnTo>
                <a:lnTo>
                  <a:pt x="5753100" y="4395216"/>
                </a:lnTo>
                <a:close/>
              </a:path>
              <a:path w="9105900" h="6819900">
                <a:moveTo>
                  <a:pt x="5771388" y="1347216"/>
                </a:moveTo>
                <a:lnTo>
                  <a:pt x="5733288" y="1347216"/>
                </a:lnTo>
                <a:lnTo>
                  <a:pt x="5733288" y="1357884"/>
                </a:lnTo>
                <a:lnTo>
                  <a:pt x="5771388" y="1357884"/>
                </a:lnTo>
                <a:lnTo>
                  <a:pt x="5771388" y="1347216"/>
                </a:lnTo>
                <a:close/>
              </a:path>
              <a:path w="9105900" h="6819900">
                <a:moveTo>
                  <a:pt x="5820156" y="4395216"/>
                </a:moveTo>
                <a:lnTo>
                  <a:pt x="5782056" y="4395216"/>
                </a:lnTo>
                <a:lnTo>
                  <a:pt x="5782056" y="4405884"/>
                </a:lnTo>
                <a:lnTo>
                  <a:pt x="5820156" y="4405884"/>
                </a:lnTo>
                <a:lnTo>
                  <a:pt x="5820156" y="4395216"/>
                </a:lnTo>
                <a:close/>
              </a:path>
              <a:path w="9105900" h="6819900">
                <a:moveTo>
                  <a:pt x="5838444" y="1347216"/>
                </a:moveTo>
                <a:lnTo>
                  <a:pt x="5800344" y="1347216"/>
                </a:lnTo>
                <a:lnTo>
                  <a:pt x="5800344" y="1357884"/>
                </a:lnTo>
                <a:lnTo>
                  <a:pt x="5838444" y="1357884"/>
                </a:lnTo>
                <a:lnTo>
                  <a:pt x="5838444" y="1347216"/>
                </a:lnTo>
                <a:close/>
              </a:path>
              <a:path w="9105900" h="6819900">
                <a:moveTo>
                  <a:pt x="5885688" y="4395216"/>
                </a:moveTo>
                <a:lnTo>
                  <a:pt x="5847588" y="4395216"/>
                </a:lnTo>
                <a:lnTo>
                  <a:pt x="5847588" y="4405884"/>
                </a:lnTo>
                <a:lnTo>
                  <a:pt x="5885688" y="4405884"/>
                </a:lnTo>
                <a:lnTo>
                  <a:pt x="5885688" y="4395216"/>
                </a:lnTo>
                <a:close/>
              </a:path>
              <a:path w="9105900" h="6819900">
                <a:moveTo>
                  <a:pt x="5905500" y="1347216"/>
                </a:moveTo>
                <a:lnTo>
                  <a:pt x="5867400" y="1347216"/>
                </a:lnTo>
                <a:lnTo>
                  <a:pt x="5867400" y="1357884"/>
                </a:lnTo>
                <a:lnTo>
                  <a:pt x="5905500" y="1357884"/>
                </a:lnTo>
                <a:lnTo>
                  <a:pt x="5905500" y="1347216"/>
                </a:lnTo>
                <a:close/>
              </a:path>
              <a:path w="9105900" h="6819900">
                <a:moveTo>
                  <a:pt x="5952744" y="4395216"/>
                </a:moveTo>
                <a:lnTo>
                  <a:pt x="5914644" y="4395216"/>
                </a:lnTo>
                <a:lnTo>
                  <a:pt x="5914644" y="4405884"/>
                </a:lnTo>
                <a:lnTo>
                  <a:pt x="5952744" y="4405884"/>
                </a:lnTo>
                <a:lnTo>
                  <a:pt x="5952744" y="4395216"/>
                </a:lnTo>
                <a:close/>
              </a:path>
              <a:path w="9105900" h="6819900">
                <a:moveTo>
                  <a:pt x="5972556" y="1347216"/>
                </a:moveTo>
                <a:lnTo>
                  <a:pt x="5934456" y="1347216"/>
                </a:lnTo>
                <a:lnTo>
                  <a:pt x="5934456" y="1357884"/>
                </a:lnTo>
                <a:lnTo>
                  <a:pt x="5972556" y="1357884"/>
                </a:lnTo>
                <a:lnTo>
                  <a:pt x="5972556" y="1347216"/>
                </a:lnTo>
                <a:close/>
              </a:path>
              <a:path w="9105900" h="6819900">
                <a:moveTo>
                  <a:pt x="6019800" y="4395216"/>
                </a:moveTo>
                <a:lnTo>
                  <a:pt x="5981700" y="4395216"/>
                </a:lnTo>
                <a:lnTo>
                  <a:pt x="5981700" y="4405884"/>
                </a:lnTo>
                <a:lnTo>
                  <a:pt x="6019800" y="4405884"/>
                </a:lnTo>
                <a:lnTo>
                  <a:pt x="6019800" y="4395216"/>
                </a:lnTo>
                <a:close/>
              </a:path>
              <a:path w="9105900" h="6819900">
                <a:moveTo>
                  <a:pt x="6038088" y="1347216"/>
                </a:moveTo>
                <a:lnTo>
                  <a:pt x="5999988" y="1347216"/>
                </a:lnTo>
                <a:lnTo>
                  <a:pt x="5999988" y="1357884"/>
                </a:lnTo>
                <a:lnTo>
                  <a:pt x="6038088" y="1357884"/>
                </a:lnTo>
                <a:lnTo>
                  <a:pt x="6038088" y="1347216"/>
                </a:lnTo>
                <a:close/>
              </a:path>
              <a:path w="9105900" h="6819900">
                <a:moveTo>
                  <a:pt x="6086856" y="4395216"/>
                </a:moveTo>
                <a:lnTo>
                  <a:pt x="6048756" y="4395216"/>
                </a:lnTo>
                <a:lnTo>
                  <a:pt x="6048756" y="4405884"/>
                </a:lnTo>
                <a:lnTo>
                  <a:pt x="6086856" y="4405884"/>
                </a:lnTo>
                <a:lnTo>
                  <a:pt x="6086856" y="4395216"/>
                </a:lnTo>
                <a:close/>
              </a:path>
              <a:path w="9105900" h="6819900">
                <a:moveTo>
                  <a:pt x="6105144" y="1347216"/>
                </a:moveTo>
                <a:lnTo>
                  <a:pt x="6067044" y="1347216"/>
                </a:lnTo>
                <a:lnTo>
                  <a:pt x="6067044" y="1357884"/>
                </a:lnTo>
                <a:lnTo>
                  <a:pt x="6105144" y="1357884"/>
                </a:lnTo>
                <a:lnTo>
                  <a:pt x="6105144" y="1347216"/>
                </a:lnTo>
                <a:close/>
              </a:path>
              <a:path w="9105900" h="6819900">
                <a:moveTo>
                  <a:pt x="6152388" y="4395216"/>
                </a:moveTo>
                <a:lnTo>
                  <a:pt x="6114288" y="4395216"/>
                </a:lnTo>
                <a:lnTo>
                  <a:pt x="6114288" y="4405884"/>
                </a:lnTo>
                <a:lnTo>
                  <a:pt x="6152388" y="4405884"/>
                </a:lnTo>
                <a:lnTo>
                  <a:pt x="6152388" y="4395216"/>
                </a:lnTo>
                <a:close/>
              </a:path>
              <a:path w="9105900" h="6819900">
                <a:moveTo>
                  <a:pt x="6172200" y="1347216"/>
                </a:moveTo>
                <a:lnTo>
                  <a:pt x="6134100" y="1347216"/>
                </a:lnTo>
                <a:lnTo>
                  <a:pt x="6134100" y="1357884"/>
                </a:lnTo>
                <a:lnTo>
                  <a:pt x="6172200" y="1357884"/>
                </a:lnTo>
                <a:lnTo>
                  <a:pt x="6172200" y="1347216"/>
                </a:lnTo>
                <a:close/>
              </a:path>
              <a:path w="9105900" h="6819900">
                <a:moveTo>
                  <a:pt x="6219444" y="4395216"/>
                </a:moveTo>
                <a:lnTo>
                  <a:pt x="6181344" y="4395216"/>
                </a:lnTo>
                <a:lnTo>
                  <a:pt x="6181344" y="4405884"/>
                </a:lnTo>
                <a:lnTo>
                  <a:pt x="6219444" y="4405884"/>
                </a:lnTo>
                <a:lnTo>
                  <a:pt x="6219444" y="4395216"/>
                </a:lnTo>
                <a:close/>
              </a:path>
              <a:path w="9105900" h="6819900">
                <a:moveTo>
                  <a:pt x="6239256" y="1347216"/>
                </a:moveTo>
                <a:lnTo>
                  <a:pt x="6201156" y="1347216"/>
                </a:lnTo>
                <a:lnTo>
                  <a:pt x="6201156" y="1357884"/>
                </a:lnTo>
                <a:lnTo>
                  <a:pt x="6239256" y="1357884"/>
                </a:lnTo>
                <a:lnTo>
                  <a:pt x="6239256" y="1347216"/>
                </a:lnTo>
                <a:close/>
              </a:path>
              <a:path w="9105900" h="6819900">
                <a:moveTo>
                  <a:pt x="6286500" y="4395216"/>
                </a:moveTo>
                <a:lnTo>
                  <a:pt x="6248400" y="4395216"/>
                </a:lnTo>
                <a:lnTo>
                  <a:pt x="6248400" y="4405884"/>
                </a:lnTo>
                <a:lnTo>
                  <a:pt x="6286500" y="4405884"/>
                </a:lnTo>
                <a:lnTo>
                  <a:pt x="6286500" y="4395216"/>
                </a:lnTo>
                <a:close/>
              </a:path>
              <a:path w="9105900" h="6819900">
                <a:moveTo>
                  <a:pt x="6304788" y="1347216"/>
                </a:moveTo>
                <a:lnTo>
                  <a:pt x="6266688" y="1347216"/>
                </a:lnTo>
                <a:lnTo>
                  <a:pt x="6266688" y="1357884"/>
                </a:lnTo>
                <a:lnTo>
                  <a:pt x="6304788" y="1357884"/>
                </a:lnTo>
                <a:lnTo>
                  <a:pt x="6304788" y="1347216"/>
                </a:lnTo>
                <a:close/>
              </a:path>
              <a:path w="9105900" h="6819900">
                <a:moveTo>
                  <a:pt x="6353556" y="4395216"/>
                </a:moveTo>
                <a:lnTo>
                  <a:pt x="6315456" y="4395216"/>
                </a:lnTo>
                <a:lnTo>
                  <a:pt x="6315456" y="4405884"/>
                </a:lnTo>
                <a:lnTo>
                  <a:pt x="6353556" y="4405884"/>
                </a:lnTo>
                <a:lnTo>
                  <a:pt x="6353556" y="4395216"/>
                </a:lnTo>
                <a:close/>
              </a:path>
              <a:path w="9105900" h="6819900">
                <a:moveTo>
                  <a:pt x="6371844" y="1347216"/>
                </a:moveTo>
                <a:lnTo>
                  <a:pt x="6333744" y="1347216"/>
                </a:lnTo>
                <a:lnTo>
                  <a:pt x="6333744" y="1357884"/>
                </a:lnTo>
                <a:lnTo>
                  <a:pt x="6371844" y="1357884"/>
                </a:lnTo>
                <a:lnTo>
                  <a:pt x="6371844" y="1347216"/>
                </a:lnTo>
                <a:close/>
              </a:path>
              <a:path w="9105900" h="6819900">
                <a:moveTo>
                  <a:pt x="6419088" y="4395216"/>
                </a:moveTo>
                <a:lnTo>
                  <a:pt x="6380988" y="4395216"/>
                </a:lnTo>
                <a:lnTo>
                  <a:pt x="6380988" y="4405884"/>
                </a:lnTo>
                <a:lnTo>
                  <a:pt x="6419088" y="4405884"/>
                </a:lnTo>
                <a:lnTo>
                  <a:pt x="6419088" y="4395216"/>
                </a:lnTo>
                <a:close/>
              </a:path>
              <a:path w="9105900" h="6819900">
                <a:moveTo>
                  <a:pt x="6438900" y="1347216"/>
                </a:moveTo>
                <a:lnTo>
                  <a:pt x="6400800" y="1347216"/>
                </a:lnTo>
                <a:lnTo>
                  <a:pt x="6400800" y="1357884"/>
                </a:lnTo>
                <a:lnTo>
                  <a:pt x="6438900" y="1357884"/>
                </a:lnTo>
                <a:lnTo>
                  <a:pt x="6438900" y="1347216"/>
                </a:lnTo>
                <a:close/>
              </a:path>
              <a:path w="9105900" h="6819900">
                <a:moveTo>
                  <a:pt x="6486144" y="4395216"/>
                </a:moveTo>
                <a:lnTo>
                  <a:pt x="6448044" y="4395216"/>
                </a:lnTo>
                <a:lnTo>
                  <a:pt x="6448044" y="4405884"/>
                </a:lnTo>
                <a:lnTo>
                  <a:pt x="6486144" y="4405884"/>
                </a:lnTo>
                <a:lnTo>
                  <a:pt x="6486144" y="4395216"/>
                </a:lnTo>
                <a:close/>
              </a:path>
              <a:path w="9105900" h="6819900">
                <a:moveTo>
                  <a:pt x="6505956" y="1347216"/>
                </a:moveTo>
                <a:lnTo>
                  <a:pt x="6467856" y="1347216"/>
                </a:lnTo>
                <a:lnTo>
                  <a:pt x="6467856" y="1357884"/>
                </a:lnTo>
                <a:lnTo>
                  <a:pt x="6505956" y="1357884"/>
                </a:lnTo>
                <a:lnTo>
                  <a:pt x="6505956" y="1347216"/>
                </a:lnTo>
                <a:close/>
              </a:path>
              <a:path w="9105900" h="6819900">
                <a:moveTo>
                  <a:pt x="6553200" y="4395216"/>
                </a:moveTo>
                <a:lnTo>
                  <a:pt x="6515100" y="4395216"/>
                </a:lnTo>
                <a:lnTo>
                  <a:pt x="6515100" y="4405884"/>
                </a:lnTo>
                <a:lnTo>
                  <a:pt x="6553200" y="4405884"/>
                </a:lnTo>
                <a:lnTo>
                  <a:pt x="6553200" y="4395216"/>
                </a:lnTo>
                <a:close/>
              </a:path>
              <a:path w="9105900" h="6819900">
                <a:moveTo>
                  <a:pt x="6571488" y="1347216"/>
                </a:moveTo>
                <a:lnTo>
                  <a:pt x="6533388" y="1347216"/>
                </a:lnTo>
                <a:lnTo>
                  <a:pt x="6533388" y="1357884"/>
                </a:lnTo>
                <a:lnTo>
                  <a:pt x="6571488" y="1357884"/>
                </a:lnTo>
                <a:lnTo>
                  <a:pt x="6571488" y="1347216"/>
                </a:lnTo>
                <a:close/>
              </a:path>
              <a:path w="9105900" h="6819900">
                <a:moveTo>
                  <a:pt x="6620256" y="4395216"/>
                </a:moveTo>
                <a:lnTo>
                  <a:pt x="6582156" y="4395216"/>
                </a:lnTo>
                <a:lnTo>
                  <a:pt x="6582156" y="4405884"/>
                </a:lnTo>
                <a:lnTo>
                  <a:pt x="6620256" y="4405884"/>
                </a:lnTo>
                <a:lnTo>
                  <a:pt x="6620256" y="4395216"/>
                </a:lnTo>
                <a:close/>
              </a:path>
              <a:path w="9105900" h="6819900">
                <a:moveTo>
                  <a:pt x="6638544" y="1347216"/>
                </a:moveTo>
                <a:lnTo>
                  <a:pt x="6600444" y="1347216"/>
                </a:lnTo>
                <a:lnTo>
                  <a:pt x="6600444" y="1357884"/>
                </a:lnTo>
                <a:lnTo>
                  <a:pt x="6638544" y="1357884"/>
                </a:lnTo>
                <a:lnTo>
                  <a:pt x="6638544" y="1347216"/>
                </a:lnTo>
                <a:close/>
              </a:path>
              <a:path w="9105900" h="6819900">
                <a:moveTo>
                  <a:pt x="6685788" y="4395216"/>
                </a:moveTo>
                <a:lnTo>
                  <a:pt x="6647688" y="4395216"/>
                </a:lnTo>
                <a:lnTo>
                  <a:pt x="6647688" y="4405884"/>
                </a:lnTo>
                <a:lnTo>
                  <a:pt x="6685788" y="4405884"/>
                </a:lnTo>
                <a:lnTo>
                  <a:pt x="6685788" y="4395216"/>
                </a:lnTo>
                <a:close/>
              </a:path>
              <a:path w="9105900" h="6819900">
                <a:moveTo>
                  <a:pt x="6705600" y="1347216"/>
                </a:moveTo>
                <a:lnTo>
                  <a:pt x="6667500" y="1347216"/>
                </a:lnTo>
                <a:lnTo>
                  <a:pt x="6667500" y="1357884"/>
                </a:lnTo>
                <a:lnTo>
                  <a:pt x="6705600" y="1357884"/>
                </a:lnTo>
                <a:lnTo>
                  <a:pt x="6705600" y="1347216"/>
                </a:lnTo>
                <a:close/>
              </a:path>
              <a:path w="9105900" h="6819900">
                <a:moveTo>
                  <a:pt x="6752844" y="4395216"/>
                </a:moveTo>
                <a:lnTo>
                  <a:pt x="6714744" y="4395216"/>
                </a:lnTo>
                <a:lnTo>
                  <a:pt x="6714744" y="4405884"/>
                </a:lnTo>
                <a:lnTo>
                  <a:pt x="6752844" y="4405884"/>
                </a:lnTo>
                <a:lnTo>
                  <a:pt x="6752844" y="4395216"/>
                </a:lnTo>
                <a:close/>
              </a:path>
              <a:path w="9105900" h="6819900">
                <a:moveTo>
                  <a:pt x="6772656" y="1347216"/>
                </a:moveTo>
                <a:lnTo>
                  <a:pt x="6734556" y="1347216"/>
                </a:lnTo>
                <a:lnTo>
                  <a:pt x="6734556" y="1357884"/>
                </a:lnTo>
                <a:lnTo>
                  <a:pt x="6772656" y="1357884"/>
                </a:lnTo>
                <a:lnTo>
                  <a:pt x="6772656" y="1347216"/>
                </a:lnTo>
                <a:close/>
              </a:path>
              <a:path w="9105900" h="6819900">
                <a:moveTo>
                  <a:pt x="6819900" y="4395216"/>
                </a:moveTo>
                <a:lnTo>
                  <a:pt x="6781800" y="4395216"/>
                </a:lnTo>
                <a:lnTo>
                  <a:pt x="6781800" y="4405884"/>
                </a:lnTo>
                <a:lnTo>
                  <a:pt x="6819900" y="4405884"/>
                </a:lnTo>
                <a:lnTo>
                  <a:pt x="6819900" y="4395216"/>
                </a:lnTo>
                <a:close/>
              </a:path>
              <a:path w="9105900" h="6819900">
                <a:moveTo>
                  <a:pt x="6838188" y="1347216"/>
                </a:moveTo>
                <a:lnTo>
                  <a:pt x="6800088" y="1347216"/>
                </a:lnTo>
                <a:lnTo>
                  <a:pt x="6800088" y="1357884"/>
                </a:lnTo>
                <a:lnTo>
                  <a:pt x="6838188" y="1357884"/>
                </a:lnTo>
                <a:lnTo>
                  <a:pt x="6838188" y="1347216"/>
                </a:lnTo>
                <a:close/>
              </a:path>
              <a:path w="9105900" h="6819900">
                <a:moveTo>
                  <a:pt x="6886956" y="4395216"/>
                </a:moveTo>
                <a:lnTo>
                  <a:pt x="6848856" y="4395216"/>
                </a:lnTo>
                <a:lnTo>
                  <a:pt x="6848856" y="4405884"/>
                </a:lnTo>
                <a:lnTo>
                  <a:pt x="6886956" y="4405884"/>
                </a:lnTo>
                <a:lnTo>
                  <a:pt x="6886956" y="4395216"/>
                </a:lnTo>
                <a:close/>
              </a:path>
              <a:path w="9105900" h="6819900">
                <a:moveTo>
                  <a:pt x="6905244" y="1347216"/>
                </a:moveTo>
                <a:lnTo>
                  <a:pt x="6867144" y="1347216"/>
                </a:lnTo>
                <a:lnTo>
                  <a:pt x="6867144" y="1357884"/>
                </a:lnTo>
                <a:lnTo>
                  <a:pt x="6905244" y="1357884"/>
                </a:lnTo>
                <a:lnTo>
                  <a:pt x="6905244" y="1347216"/>
                </a:lnTo>
                <a:close/>
              </a:path>
              <a:path w="9105900" h="6819900">
                <a:moveTo>
                  <a:pt x="6952488" y="4395216"/>
                </a:moveTo>
                <a:lnTo>
                  <a:pt x="6914388" y="4395216"/>
                </a:lnTo>
                <a:lnTo>
                  <a:pt x="6914388" y="4405884"/>
                </a:lnTo>
                <a:lnTo>
                  <a:pt x="6952488" y="4405884"/>
                </a:lnTo>
                <a:lnTo>
                  <a:pt x="6952488" y="4395216"/>
                </a:lnTo>
                <a:close/>
              </a:path>
              <a:path w="9105900" h="6819900">
                <a:moveTo>
                  <a:pt x="6972300" y="1347216"/>
                </a:moveTo>
                <a:lnTo>
                  <a:pt x="6934200" y="1347216"/>
                </a:lnTo>
                <a:lnTo>
                  <a:pt x="6934200" y="1357884"/>
                </a:lnTo>
                <a:lnTo>
                  <a:pt x="6972300" y="1357884"/>
                </a:lnTo>
                <a:lnTo>
                  <a:pt x="6972300" y="1347216"/>
                </a:lnTo>
                <a:close/>
              </a:path>
              <a:path w="9105900" h="6819900">
                <a:moveTo>
                  <a:pt x="7019544" y="4395216"/>
                </a:moveTo>
                <a:lnTo>
                  <a:pt x="6981444" y="4395216"/>
                </a:lnTo>
                <a:lnTo>
                  <a:pt x="6981444" y="4405884"/>
                </a:lnTo>
                <a:lnTo>
                  <a:pt x="7019544" y="4405884"/>
                </a:lnTo>
                <a:lnTo>
                  <a:pt x="7019544" y="4395216"/>
                </a:lnTo>
                <a:close/>
              </a:path>
              <a:path w="9105900" h="6819900">
                <a:moveTo>
                  <a:pt x="7039356" y="1347216"/>
                </a:moveTo>
                <a:lnTo>
                  <a:pt x="7001256" y="1347216"/>
                </a:lnTo>
                <a:lnTo>
                  <a:pt x="7001256" y="1357884"/>
                </a:lnTo>
                <a:lnTo>
                  <a:pt x="7039356" y="1357884"/>
                </a:lnTo>
                <a:lnTo>
                  <a:pt x="7039356" y="1347216"/>
                </a:lnTo>
                <a:close/>
              </a:path>
              <a:path w="9105900" h="6819900">
                <a:moveTo>
                  <a:pt x="7086600" y="4395216"/>
                </a:moveTo>
                <a:lnTo>
                  <a:pt x="7048500" y="4395216"/>
                </a:lnTo>
                <a:lnTo>
                  <a:pt x="7048500" y="4405884"/>
                </a:lnTo>
                <a:lnTo>
                  <a:pt x="7086600" y="4405884"/>
                </a:lnTo>
                <a:lnTo>
                  <a:pt x="7086600" y="4395216"/>
                </a:lnTo>
                <a:close/>
              </a:path>
              <a:path w="9105900" h="6819900">
                <a:moveTo>
                  <a:pt x="7104888" y="1347216"/>
                </a:moveTo>
                <a:lnTo>
                  <a:pt x="7066788" y="1347216"/>
                </a:lnTo>
                <a:lnTo>
                  <a:pt x="7066788" y="1357884"/>
                </a:lnTo>
                <a:lnTo>
                  <a:pt x="7104888" y="1357884"/>
                </a:lnTo>
                <a:lnTo>
                  <a:pt x="7104888" y="1347216"/>
                </a:lnTo>
                <a:close/>
              </a:path>
              <a:path w="9105900" h="6819900">
                <a:moveTo>
                  <a:pt x="7153656" y="4395216"/>
                </a:moveTo>
                <a:lnTo>
                  <a:pt x="7115556" y="4395216"/>
                </a:lnTo>
                <a:lnTo>
                  <a:pt x="7115556" y="4405884"/>
                </a:lnTo>
                <a:lnTo>
                  <a:pt x="7153656" y="4405884"/>
                </a:lnTo>
                <a:lnTo>
                  <a:pt x="7153656" y="4395216"/>
                </a:lnTo>
                <a:close/>
              </a:path>
              <a:path w="9105900" h="6819900">
                <a:moveTo>
                  <a:pt x="7171944" y="1347216"/>
                </a:moveTo>
                <a:lnTo>
                  <a:pt x="7133844" y="1347216"/>
                </a:lnTo>
                <a:lnTo>
                  <a:pt x="7133844" y="1357884"/>
                </a:lnTo>
                <a:lnTo>
                  <a:pt x="7171944" y="1357884"/>
                </a:lnTo>
                <a:lnTo>
                  <a:pt x="7171944" y="1347216"/>
                </a:lnTo>
                <a:close/>
              </a:path>
              <a:path w="9105900" h="6819900">
                <a:moveTo>
                  <a:pt x="7219188" y="4395216"/>
                </a:moveTo>
                <a:lnTo>
                  <a:pt x="7181088" y="4395216"/>
                </a:lnTo>
                <a:lnTo>
                  <a:pt x="7181088" y="4405884"/>
                </a:lnTo>
                <a:lnTo>
                  <a:pt x="7219188" y="4405884"/>
                </a:lnTo>
                <a:lnTo>
                  <a:pt x="7219188" y="4395216"/>
                </a:lnTo>
                <a:close/>
              </a:path>
              <a:path w="9105900" h="6819900">
                <a:moveTo>
                  <a:pt x="7239000" y="1347216"/>
                </a:moveTo>
                <a:lnTo>
                  <a:pt x="7200900" y="1347216"/>
                </a:lnTo>
                <a:lnTo>
                  <a:pt x="7200900" y="1357884"/>
                </a:lnTo>
                <a:lnTo>
                  <a:pt x="7239000" y="1357884"/>
                </a:lnTo>
                <a:lnTo>
                  <a:pt x="7239000" y="1347216"/>
                </a:lnTo>
                <a:close/>
              </a:path>
              <a:path w="9105900" h="6819900">
                <a:moveTo>
                  <a:pt x="7286244" y="4395216"/>
                </a:moveTo>
                <a:lnTo>
                  <a:pt x="7248144" y="4395216"/>
                </a:lnTo>
                <a:lnTo>
                  <a:pt x="7248144" y="4405884"/>
                </a:lnTo>
                <a:lnTo>
                  <a:pt x="7286244" y="4405884"/>
                </a:lnTo>
                <a:lnTo>
                  <a:pt x="7286244" y="4395216"/>
                </a:lnTo>
                <a:close/>
              </a:path>
              <a:path w="9105900" h="6819900">
                <a:moveTo>
                  <a:pt x="7306056" y="1347216"/>
                </a:moveTo>
                <a:lnTo>
                  <a:pt x="7267956" y="1347216"/>
                </a:lnTo>
                <a:lnTo>
                  <a:pt x="7267956" y="1357884"/>
                </a:lnTo>
                <a:lnTo>
                  <a:pt x="7306056" y="1357884"/>
                </a:lnTo>
                <a:lnTo>
                  <a:pt x="7306056" y="1347216"/>
                </a:lnTo>
                <a:close/>
              </a:path>
              <a:path w="9105900" h="6819900">
                <a:moveTo>
                  <a:pt x="7353300" y="4395216"/>
                </a:moveTo>
                <a:lnTo>
                  <a:pt x="7315200" y="4395216"/>
                </a:lnTo>
                <a:lnTo>
                  <a:pt x="7315200" y="4405884"/>
                </a:lnTo>
                <a:lnTo>
                  <a:pt x="7353300" y="4405884"/>
                </a:lnTo>
                <a:lnTo>
                  <a:pt x="7353300" y="4395216"/>
                </a:lnTo>
                <a:close/>
              </a:path>
              <a:path w="9105900" h="6819900">
                <a:moveTo>
                  <a:pt x="7371588" y="1347216"/>
                </a:moveTo>
                <a:lnTo>
                  <a:pt x="7333488" y="1347216"/>
                </a:lnTo>
                <a:lnTo>
                  <a:pt x="7333488" y="1357884"/>
                </a:lnTo>
                <a:lnTo>
                  <a:pt x="7371588" y="1357884"/>
                </a:lnTo>
                <a:lnTo>
                  <a:pt x="7371588" y="1347216"/>
                </a:lnTo>
                <a:close/>
              </a:path>
              <a:path w="9105900" h="6819900">
                <a:moveTo>
                  <a:pt x="7420356" y="4395216"/>
                </a:moveTo>
                <a:lnTo>
                  <a:pt x="7382256" y="4395216"/>
                </a:lnTo>
                <a:lnTo>
                  <a:pt x="7382256" y="4405884"/>
                </a:lnTo>
                <a:lnTo>
                  <a:pt x="7420356" y="4405884"/>
                </a:lnTo>
                <a:lnTo>
                  <a:pt x="7420356" y="4395216"/>
                </a:lnTo>
                <a:close/>
              </a:path>
              <a:path w="9105900" h="6819900">
                <a:moveTo>
                  <a:pt x="7438644" y="1347216"/>
                </a:moveTo>
                <a:lnTo>
                  <a:pt x="7400544" y="1347216"/>
                </a:lnTo>
                <a:lnTo>
                  <a:pt x="7400544" y="1357884"/>
                </a:lnTo>
                <a:lnTo>
                  <a:pt x="7438644" y="1357884"/>
                </a:lnTo>
                <a:lnTo>
                  <a:pt x="7438644" y="1347216"/>
                </a:lnTo>
                <a:close/>
              </a:path>
              <a:path w="9105900" h="6819900">
                <a:moveTo>
                  <a:pt x="7485888" y="4395216"/>
                </a:moveTo>
                <a:lnTo>
                  <a:pt x="7447788" y="4395216"/>
                </a:lnTo>
                <a:lnTo>
                  <a:pt x="7447788" y="4405884"/>
                </a:lnTo>
                <a:lnTo>
                  <a:pt x="7485888" y="4405884"/>
                </a:lnTo>
                <a:lnTo>
                  <a:pt x="7485888" y="4395216"/>
                </a:lnTo>
                <a:close/>
              </a:path>
              <a:path w="9105900" h="6819900">
                <a:moveTo>
                  <a:pt x="7505700" y="1347216"/>
                </a:moveTo>
                <a:lnTo>
                  <a:pt x="7467600" y="1347216"/>
                </a:lnTo>
                <a:lnTo>
                  <a:pt x="7467600" y="1357884"/>
                </a:lnTo>
                <a:lnTo>
                  <a:pt x="7505700" y="1357884"/>
                </a:lnTo>
                <a:lnTo>
                  <a:pt x="7505700" y="1347216"/>
                </a:lnTo>
                <a:close/>
              </a:path>
              <a:path w="9105900" h="6819900">
                <a:moveTo>
                  <a:pt x="7552944" y="4395216"/>
                </a:moveTo>
                <a:lnTo>
                  <a:pt x="7514844" y="4395216"/>
                </a:lnTo>
                <a:lnTo>
                  <a:pt x="7514844" y="4405884"/>
                </a:lnTo>
                <a:lnTo>
                  <a:pt x="7552944" y="4405884"/>
                </a:lnTo>
                <a:lnTo>
                  <a:pt x="7552944" y="4395216"/>
                </a:lnTo>
                <a:close/>
              </a:path>
              <a:path w="9105900" h="6819900">
                <a:moveTo>
                  <a:pt x="7572756" y="1347216"/>
                </a:moveTo>
                <a:lnTo>
                  <a:pt x="7534656" y="1347216"/>
                </a:lnTo>
                <a:lnTo>
                  <a:pt x="7534656" y="1357884"/>
                </a:lnTo>
                <a:lnTo>
                  <a:pt x="7572756" y="1357884"/>
                </a:lnTo>
                <a:lnTo>
                  <a:pt x="7572756" y="1347216"/>
                </a:lnTo>
                <a:close/>
              </a:path>
              <a:path w="9105900" h="6819900">
                <a:moveTo>
                  <a:pt x="7620000" y="4395216"/>
                </a:moveTo>
                <a:lnTo>
                  <a:pt x="7581900" y="4395216"/>
                </a:lnTo>
                <a:lnTo>
                  <a:pt x="7581900" y="4405884"/>
                </a:lnTo>
                <a:lnTo>
                  <a:pt x="7620000" y="4405884"/>
                </a:lnTo>
                <a:lnTo>
                  <a:pt x="7620000" y="4395216"/>
                </a:lnTo>
                <a:close/>
              </a:path>
              <a:path w="9105900" h="6819900">
                <a:moveTo>
                  <a:pt x="7638288" y="1347216"/>
                </a:moveTo>
                <a:lnTo>
                  <a:pt x="7600188" y="1347216"/>
                </a:lnTo>
                <a:lnTo>
                  <a:pt x="7600188" y="1357884"/>
                </a:lnTo>
                <a:lnTo>
                  <a:pt x="7638288" y="1357884"/>
                </a:lnTo>
                <a:lnTo>
                  <a:pt x="7638288" y="1347216"/>
                </a:lnTo>
                <a:close/>
              </a:path>
              <a:path w="9105900" h="6819900">
                <a:moveTo>
                  <a:pt x="7687056" y="4395216"/>
                </a:moveTo>
                <a:lnTo>
                  <a:pt x="7648956" y="4395216"/>
                </a:lnTo>
                <a:lnTo>
                  <a:pt x="7648956" y="4405884"/>
                </a:lnTo>
                <a:lnTo>
                  <a:pt x="7687056" y="4405884"/>
                </a:lnTo>
                <a:lnTo>
                  <a:pt x="7687056" y="4395216"/>
                </a:lnTo>
                <a:close/>
              </a:path>
              <a:path w="9105900" h="6819900">
                <a:moveTo>
                  <a:pt x="7705344" y="1347216"/>
                </a:moveTo>
                <a:lnTo>
                  <a:pt x="7667244" y="1347216"/>
                </a:lnTo>
                <a:lnTo>
                  <a:pt x="7667244" y="1357884"/>
                </a:lnTo>
                <a:lnTo>
                  <a:pt x="7705344" y="1357884"/>
                </a:lnTo>
                <a:lnTo>
                  <a:pt x="7705344" y="1347216"/>
                </a:lnTo>
                <a:close/>
              </a:path>
              <a:path w="9105900" h="6819900">
                <a:moveTo>
                  <a:pt x="7752588" y="4395216"/>
                </a:moveTo>
                <a:lnTo>
                  <a:pt x="7714488" y="4395216"/>
                </a:lnTo>
                <a:lnTo>
                  <a:pt x="7714488" y="4405884"/>
                </a:lnTo>
                <a:lnTo>
                  <a:pt x="7752588" y="4405884"/>
                </a:lnTo>
                <a:lnTo>
                  <a:pt x="7752588" y="4395216"/>
                </a:lnTo>
                <a:close/>
              </a:path>
              <a:path w="9105900" h="6819900">
                <a:moveTo>
                  <a:pt x="7772400" y="1347216"/>
                </a:moveTo>
                <a:lnTo>
                  <a:pt x="7734300" y="1347216"/>
                </a:lnTo>
                <a:lnTo>
                  <a:pt x="7734300" y="1357884"/>
                </a:lnTo>
                <a:lnTo>
                  <a:pt x="7772400" y="1357884"/>
                </a:lnTo>
                <a:lnTo>
                  <a:pt x="7772400" y="1347216"/>
                </a:lnTo>
                <a:close/>
              </a:path>
              <a:path w="9105900" h="6819900">
                <a:moveTo>
                  <a:pt x="7819644" y="4395216"/>
                </a:moveTo>
                <a:lnTo>
                  <a:pt x="7781544" y="4395216"/>
                </a:lnTo>
                <a:lnTo>
                  <a:pt x="7781544" y="4405884"/>
                </a:lnTo>
                <a:lnTo>
                  <a:pt x="7819644" y="4405884"/>
                </a:lnTo>
                <a:lnTo>
                  <a:pt x="7819644" y="4395216"/>
                </a:lnTo>
                <a:close/>
              </a:path>
              <a:path w="9105900" h="6819900">
                <a:moveTo>
                  <a:pt x="7839456" y="1347216"/>
                </a:moveTo>
                <a:lnTo>
                  <a:pt x="7801356" y="1347216"/>
                </a:lnTo>
                <a:lnTo>
                  <a:pt x="7801356" y="1357884"/>
                </a:lnTo>
                <a:lnTo>
                  <a:pt x="7839456" y="1357884"/>
                </a:lnTo>
                <a:lnTo>
                  <a:pt x="7839456" y="1347216"/>
                </a:lnTo>
                <a:close/>
              </a:path>
              <a:path w="9105900" h="6819900">
                <a:moveTo>
                  <a:pt x="7886700" y="4395216"/>
                </a:moveTo>
                <a:lnTo>
                  <a:pt x="7848600" y="4395216"/>
                </a:lnTo>
                <a:lnTo>
                  <a:pt x="7848600" y="4405884"/>
                </a:lnTo>
                <a:lnTo>
                  <a:pt x="7886700" y="4405884"/>
                </a:lnTo>
                <a:lnTo>
                  <a:pt x="7886700" y="4395216"/>
                </a:lnTo>
                <a:close/>
              </a:path>
              <a:path w="9105900" h="6819900">
                <a:moveTo>
                  <a:pt x="7904988" y="1347216"/>
                </a:moveTo>
                <a:lnTo>
                  <a:pt x="7866888" y="1347216"/>
                </a:lnTo>
                <a:lnTo>
                  <a:pt x="7866888" y="1357884"/>
                </a:lnTo>
                <a:lnTo>
                  <a:pt x="7904988" y="1357884"/>
                </a:lnTo>
                <a:lnTo>
                  <a:pt x="7904988" y="1347216"/>
                </a:lnTo>
                <a:close/>
              </a:path>
              <a:path w="9105900" h="6819900">
                <a:moveTo>
                  <a:pt x="7953756" y="4395216"/>
                </a:moveTo>
                <a:lnTo>
                  <a:pt x="7915656" y="4395216"/>
                </a:lnTo>
                <a:lnTo>
                  <a:pt x="7915656" y="4405884"/>
                </a:lnTo>
                <a:lnTo>
                  <a:pt x="7953756" y="4405884"/>
                </a:lnTo>
                <a:lnTo>
                  <a:pt x="7953756" y="4395216"/>
                </a:lnTo>
                <a:close/>
              </a:path>
              <a:path w="9105900" h="6819900">
                <a:moveTo>
                  <a:pt x="7972044" y="1347216"/>
                </a:moveTo>
                <a:lnTo>
                  <a:pt x="7933944" y="1347216"/>
                </a:lnTo>
                <a:lnTo>
                  <a:pt x="7933944" y="1357884"/>
                </a:lnTo>
                <a:lnTo>
                  <a:pt x="7972044" y="1357884"/>
                </a:lnTo>
                <a:lnTo>
                  <a:pt x="7972044" y="1347216"/>
                </a:lnTo>
                <a:close/>
              </a:path>
              <a:path w="9105900" h="6819900">
                <a:moveTo>
                  <a:pt x="8019288" y="4395216"/>
                </a:moveTo>
                <a:lnTo>
                  <a:pt x="7981188" y="4395216"/>
                </a:lnTo>
                <a:lnTo>
                  <a:pt x="7981188" y="4405884"/>
                </a:lnTo>
                <a:lnTo>
                  <a:pt x="8019288" y="4405884"/>
                </a:lnTo>
                <a:lnTo>
                  <a:pt x="8019288" y="4395216"/>
                </a:lnTo>
                <a:close/>
              </a:path>
              <a:path w="9105900" h="6819900">
                <a:moveTo>
                  <a:pt x="8039100" y="1347216"/>
                </a:moveTo>
                <a:lnTo>
                  <a:pt x="8001000" y="1347216"/>
                </a:lnTo>
                <a:lnTo>
                  <a:pt x="8001000" y="1357884"/>
                </a:lnTo>
                <a:lnTo>
                  <a:pt x="8039100" y="1357884"/>
                </a:lnTo>
                <a:lnTo>
                  <a:pt x="8039100" y="1347216"/>
                </a:lnTo>
                <a:close/>
              </a:path>
              <a:path w="9105900" h="6819900">
                <a:moveTo>
                  <a:pt x="8086344" y="4395216"/>
                </a:moveTo>
                <a:lnTo>
                  <a:pt x="8048244" y="4395216"/>
                </a:lnTo>
                <a:lnTo>
                  <a:pt x="8048244" y="4405884"/>
                </a:lnTo>
                <a:lnTo>
                  <a:pt x="8086344" y="4405884"/>
                </a:lnTo>
                <a:lnTo>
                  <a:pt x="8086344" y="4395216"/>
                </a:lnTo>
                <a:close/>
              </a:path>
              <a:path w="9105900" h="6819900">
                <a:moveTo>
                  <a:pt x="8106156" y="1347216"/>
                </a:moveTo>
                <a:lnTo>
                  <a:pt x="8068056" y="1347216"/>
                </a:lnTo>
                <a:lnTo>
                  <a:pt x="8068056" y="1357884"/>
                </a:lnTo>
                <a:lnTo>
                  <a:pt x="8106156" y="1357884"/>
                </a:lnTo>
                <a:lnTo>
                  <a:pt x="8106156" y="1347216"/>
                </a:lnTo>
                <a:close/>
              </a:path>
              <a:path w="9105900" h="6819900">
                <a:moveTo>
                  <a:pt x="8153400" y="4395216"/>
                </a:moveTo>
                <a:lnTo>
                  <a:pt x="8115300" y="4395216"/>
                </a:lnTo>
                <a:lnTo>
                  <a:pt x="8115300" y="4405884"/>
                </a:lnTo>
                <a:lnTo>
                  <a:pt x="8153400" y="4405884"/>
                </a:lnTo>
                <a:lnTo>
                  <a:pt x="8153400" y="4395216"/>
                </a:lnTo>
                <a:close/>
              </a:path>
              <a:path w="9105900" h="6819900">
                <a:moveTo>
                  <a:pt x="8171688" y="1347216"/>
                </a:moveTo>
                <a:lnTo>
                  <a:pt x="8133588" y="1347216"/>
                </a:lnTo>
                <a:lnTo>
                  <a:pt x="8133588" y="1357884"/>
                </a:lnTo>
                <a:lnTo>
                  <a:pt x="8171688" y="1357884"/>
                </a:lnTo>
                <a:lnTo>
                  <a:pt x="8171688" y="1347216"/>
                </a:lnTo>
                <a:close/>
              </a:path>
              <a:path w="9105900" h="6819900">
                <a:moveTo>
                  <a:pt x="8220456" y="4395216"/>
                </a:moveTo>
                <a:lnTo>
                  <a:pt x="8182356" y="4395216"/>
                </a:lnTo>
                <a:lnTo>
                  <a:pt x="8182356" y="4405884"/>
                </a:lnTo>
                <a:lnTo>
                  <a:pt x="8220456" y="4405884"/>
                </a:lnTo>
                <a:lnTo>
                  <a:pt x="8220456" y="4395216"/>
                </a:lnTo>
                <a:close/>
              </a:path>
              <a:path w="9105900" h="6819900">
                <a:moveTo>
                  <a:pt x="8238744" y="1347216"/>
                </a:moveTo>
                <a:lnTo>
                  <a:pt x="8200644" y="1347216"/>
                </a:lnTo>
                <a:lnTo>
                  <a:pt x="8200644" y="1357884"/>
                </a:lnTo>
                <a:lnTo>
                  <a:pt x="8238744" y="1357884"/>
                </a:lnTo>
                <a:lnTo>
                  <a:pt x="8238744" y="1347216"/>
                </a:lnTo>
                <a:close/>
              </a:path>
              <a:path w="9105900" h="6819900">
                <a:moveTo>
                  <a:pt x="8285988" y="4395216"/>
                </a:moveTo>
                <a:lnTo>
                  <a:pt x="8247888" y="4395216"/>
                </a:lnTo>
                <a:lnTo>
                  <a:pt x="8247888" y="4405884"/>
                </a:lnTo>
                <a:lnTo>
                  <a:pt x="8285988" y="4405884"/>
                </a:lnTo>
                <a:lnTo>
                  <a:pt x="8285988" y="4395216"/>
                </a:lnTo>
                <a:close/>
              </a:path>
              <a:path w="9105900" h="6819900">
                <a:moveTo>
                  <a:pt x="8305800" y="1347216"/>
                </a:moveTo>
                <a:lnTo>
                  <a:pt x="8267700" y="1347216"/>
                </a:lnTo>
                <a:lnTo>
                  <a:pt x="8267700" y="1357884"/>
                </a:lnTo>
                <a:lnTo>
                  <a:pt x="8305800" y="1357884"/>
                </a:lnTo>
                <a:lnTo>
                  <a:pt x="8305800" y="1347216"/>
                </a:lnTo>
                <a:close/>
              </a:path>
              <a:path w="9105900" h="6819900">
                <a:moveTo>
                  <a:pt x="8353044" y="4395216"/>
                </a:moveTo>
                <a:lnTo>
                  <a:pt x="8314944" y="4395216"/>
                </a:lnTo>
                <a:lnTo>
                  <a:pt x="8314944" y="4405884"/>
                </a:lnTo>
                <a:lnTo>
                  <a:pt x="8353044" y="4405884"/>
                </a:lnTo>
                <a:lnTo>
                  <a:pt x="8353044" y="4395216"/>
                </a:lnTo>
                <a:close/>
              </a:path>
              <a:path w="9105900" h="6819900">
                <a:moveTo>
                  <a:pt x="8372856" y="1347216"/>
                </a:moveTo>
                <a:lnTo>
                  <a:pt x="8334756" y="1347216"/>
                </a:lnTo>
                <a:lnTo>
                  <a:pt x="8334756" y="1357884"/>
                </a:lnTo>
                <a:lnTo>
                  <a:pt x="8372856" y="1357884"/>
                </a:lnTo>
                <a:lnTo>
                  <a:pt x="8372856" y="1347216"/>
                </a:lnTo>
                <a:close/>
              </a:path>
              <a:path w="9105900" h="6819900">
                <a:moveTo>
                  <a:pt x="8420100" y="4395216"/>
                </a:moveTo>
                <a:lnTo>
                  <a:pt x="8382000" y="4395216"/>
                </a:lnTo>
                <a:lnTo>
                  <a:pt x="8382000" y="4405884"/>
                </a:lnTo>
                <a:lnTo>
                  <a:pt x="8420100" y="4405884"/>
                </a:lnTo>
                <a:lnTo>
                  <a:pt x="8420100" y="4395216"/>
                </a:lnTo>
                <a:close/>
              </a:path>
              <a:path w="9105900" h="6819900">
                <a:moveTo>
                  <a:pt x="8438388" y="1347216"/>
                </a:moveTo>
                <a:lnTo>
                  <a:pt x="8400288" y="1347216"/>
                </a:lnTo>
                <a:lnTo>
                  <a:pt x="8400288" y="1357884"/>
                </a:lnTo>
                <a:lnTo>
                  <a:pt x="8438388" y="1357884"/>
                </a:lnTo>
                <a:lnTo>
                  <a:pt x="8438388" y="1347216"/>
                </a:lnTo>
                <a:close/>
              </a:path>
              <a:path w="9105900" h="6819900">
                <a:moveTo>
                  <a:pt x="8487156" y="4395216"/>
                </a:moveTo>
                <a:lnTo>
                  <a:pt x="8449056" y="4395216"/>
                </a:lnTo>
                <a:lnTo>
                  <a:pt x="8449056" y="4405884"/>
                </a:lnTo>
                <a:lnTo>
                  <a:pt x="8487156" y="4405884"/>
                </a:lnTo>
                <a:lnTo>
                  <a:pt x="8487156" y="4395216"/>
                </a:lnTo>
                <a:close/>
              </a:path>
              <a:path w="9105900" h="6819900">
                <a:moveTo>
                  <a:pt x="8505444" y="1347216"/>
                </a:moveTo>
                <a:lnTo>
                  <a:pt x="8467344" y="1347216"/>
                </a:lnTo>
                <a:lnTo>
                  <a:pt x="8467344" y="1357884"/>
                </a:lnTo>
                <a:lnTo>
                  <a:pt x="8505444" y="1357884"/>
                </a:lnTo>
                <a:lnTo>
                  <a:pt x="8505444" y="1347216"/>
                </a:lnTo>
                <a:close/>
              </a:path>
              <a:path w="9105900" h="6819900">
                <a:moveTo>
                  <a:pt x="8552688" y="4395216"/>
                </a:moveTo>
                <a:lnTo>
                  <a:pt x="8514588" y="4395216"/>
                </a:lnTo>
                <a:lnTo>
                  <a:pt x="8514588" y="4405884"/>
                </a:lnTo>
                <a:lnTo>
                  <a:pt x="8552688" y="4405884"/>
                </a:lnTo>
                <a:lnTo>
                  <a:pt x="8552688" y="4395216"/>
                </a:lnTo>
                <a:close/>
              </a:path>
              <a:path w="9105900" h="6819900">
                <a:moveTo>
                  <a:pt x="8572500" y="1347216"/>
                </a:moveTo>
                <a:lnTo>
                  <a:pt x="8534400" y="1347216"/>
                </a:lnTo>
                <a:lnTo>
                  <a:pt x="8534400" y="1357884"/>
                </a:lnTo>
                <a:lnTo>
                  <a:pt x="8572500" y="1357884"/>
                </a:lnTo>
                <a:lnTo>
                  <a:pt x="8572500" y="1347216"/>
                </a:lnTo>
                <a:close/>
              </a:path>
              <a:path w="9105900" h="6819900">
                <a:moveTo>
                  <a:pt x="8619744" y="4395216"/>
                </a:moveTo>
                <a:lnTo>
                  <a:pt x="8581644" y="4395216"/>
                </a:lnTo>
                <a:lnTo>
                  <a:pt x="8581644" y="4405884"/>
                </a:lnTo>
                <a:lnTo>
                  <a:pt x="8619744" y="4405884"/>
                </a:lnTo>
                <a:lnTo>
                  <a:pt x="8619744" y="4395216"/>
                </a:lnTo>
                <a:close/>
              </a:path>
              <a:path w="9105900" h="6819900">
                <a:moveTo>
                  <a:pt x="8639556" y="1347216"/>
                </a:moveTo>
                <a:lnTo>
                  <a:pt x="8601456" y="1347216"/>
                </a:lnTo>
                <a:lnTo>
                  <a:pt x="8601456" y="1357884"/>
                </a:lnTo>
                <a:lnTo>
                  <a:pt x="8639556" y="1357884"/>
                </a:lnTo>
                <a:lnTo>
                  <a:pt x="8639556" y="1347216"/>
                </a:lnTo>
                <a:close/>
              </a:path>
              <a:path w="9105900" h="6819900">
                <a:moveTo>
                  <a:pt x="8686800" y="4395216"/>
                </a:moveTo>
                <a:lnTo>
                  <a:pt x="8648700" y="4395216"/>
                </a:lnTo>
                <a:lnTo>
                  <a:pt x="8648700" y="4405884"/>
                </a:lnTo>
                <a:lnTo>
                  <a:pt x="8686800" y="4405884"/>
                </a:lnTo>
                <a:lnTo>
                  <a:pt x="8686800" y="4395216"/>
                </a:lnTo>
                <a:close/>
              </a:path>
              <a:path w="9105900" h="6819900">
                <a:moveTo>
                  <a:pt x="8705088" y="1347216"/>
                </a:moveTo>
                <a:lnTo>
                  <a:pt x="8666988" y="1347216"/>
                </a:lnTo>
                <a:lnTo>
                  <a:pt x="8666988" y="1357884"/>
                </a:lnTo>
                <a:lnTo>
                  <a:pt x="8705088" y="1357884"/>
                </a:lnTo>
                <a:lnTo>
                  <a:pt x="8705088" y="1347216"/>
                </a:lnTo>
                <a:close/>
              </a:path>
              <a:path w="9105900" h="6819900">
                <a:moveTo>
                  <a:pt x="8753856" y="4395216"/>
                </a:moveTo>
                <a:lnTo>
                  <a:pt x="8715756" y="4395216"/>
                </a:lnTo>
                <a:lnTo>
                  <a:pt x="8715756" y="4405884"/>
                </a:lnTo>
                <a:lnTo>
                  <a:pt x="8753856" y="4405884"/>
                </a:lnTo>
                <a:lnTo>
                  <a:pt x="8753856" y="4395216"/>
                </a:lnTo>
                <a:close/>
              </a:path>
              <a:path w="9105900" h="6819900">
                <a:moveTo>
                  <a:pt x="8772144" y="1347216"/>
                </a:moveTo>
                <a:lnTo>
                  <a:pt x="8734044" y="1347216"/>
                </a:lnTo>
                <a:lnTo>
                  <a:pt x="8734044" y="1357884"/>
                </a:lnTo>
                <a:lnTo>
                  <a:pt x="8772144" y="1357884"/>
                </a:lnTo>
                <a:lnTo>
                  <a:pt x="8772144" y="1347216"/>
                </a:lnTo>
                <a:close/>
              </a:path>
              <a:path w="9105900" h="6819900">
                <a:moveTo>
                  <a:pt x="8819388" y="4395216"/>
                </a:moveTo>
                <a:lnTo>
                  <a:pt x="8781288" y="4395216"/>
                </a:lnTo>
                <a:lnTo>
                  <a:pt x="8781288" y="4405884"/>
                </a:lnTo>
                <a:lnTo>
                  <a:pt x="8819388" y="4405884"/>
                </a:lnTo>
                <a:lnTo>
                  <a:pt x="8819388" y="4395216"/>
                </a:lnTo>
                <a:close/>
              </a:path>
              <a:path w="9105900" h="6819900">
                <a:moveTo>
                  <a:pt x="8825484" y="4334256"/>
                </a:moveTo>
                <a:lnTo>
                  <a:pt x="8814816" y="4334256"/>
                </a:lnTo>
                <a:lnTo>
                  <a:pt x="8814816" y="4372356"/>
                </a:lnTo>
                <a:lnTo>
                  <a:pt x="8825484" y="4372356"/>
                </a:lnTo>
                <a:lnTo>
                  <a:pt x="8825484" y="4334256"/>
                </a:lnTo>
                <a:close/>
              </a:path>
              <a:path w="9105900" h="6819900">
                <a:moveTo>
                  <a:pt x="8825484" y="4267200"/>
                </a:moveTo>
                <a:lnTo>
                  <a:pt x="8814816" y="4267200"/>
                </a:lnTo>
                <a:lnTo>
                  <a:pt x="8814816" y="4305300"/>
                </a:lnTo>
                <a:lnTo>
                  <a:pt x="8825484" y="4305300"/>
                </a:lnTo>
                <a:lnTo>
                  <a:pt x="8825484" y="4267200"/>
                </a:lnTo>
                <a:close/>
              </a:path>
              <a:path w="9105900" h="6819900">
                <a:moveTo>
                  <a:pt x="8825484" y="4200144"/>
                </a:moveTo>
                <a:lnTo>
                  <a:pt x="8814816" y="4200144"/>
                </a:lnTo>
                <a:lnTo>
                  <a:pt x="8814816" y="4238244"/>
                </a:lnTo>
                <a:lnTo>
                  <a:pt x="8825484" y="4238244"/>
                </a:lnTo>
                <a:lnTo>
                  <a:pt x="8825484" y="4200144"/>
                </a:lnTo>
                <a:close/>
              </a:path>
              <a:path w="9105900" h="6819900">
                <a:moveTo>
                  <a:pt x="8825484" y="4133088"/>
                </a:moveTo>
                <a:lnTo>
                  <a:pt x="8814816" y="4133088"/>
                </a:lnTo>
                <a:lnTo>
                  <a:pt x="8814816" y="4171188"/>
                </a:lnTo>
                <a:lnTo>
                  <a:pt x="8825484" y="4171188"/>
                </a:lnTo>
                <a:lnTo>
                  <a:pt x="8825484" y="4133088"/>
                </a:lnTo>
                <a:close/>
              </a:path>
              <a:path w="9105900" h="6819900">
                <a:moveTo>
                  <a:pt x="8825484" y="4067556"/>
                </a:moveTo>
                <a:lnTo>
                  <a:pt x="8814816" y="4067556"/>
                </a:lnTo>
                <a:lnTo>
                  <a:pt x="8814816" y="4105656"/>
                </a:lnTo>
                <a:lnTo>
                  <a:pt x="8825484" y="4105656"/>
                </a:lnTo>
                <a:lnTo>
                  <a:pt x="8825484" y="4067556"/>
                </a:lnTo>
                <a:close/>
              </a:path>
              <a:path w="9105900" h="6819900">
                <a:moveTo>
                  <a:pt x="8825484" y="4000500"/>
                </a:moveTo>
                <a:lnTo>
                  <a:pt x="8814816" y="4000500"/>
                </a:lnTo>
                <a:lnTo>
                  <a:pt x="8814816" y="4038600"/>
                </a:lnTo>
                <a:lnTo>
                  <a:pt x="8825484" y="4038600"/>
                </a:lnTo>
                <a:lnTo>
                  <a:pt x="8825484" y="4000500"/>
                </a:lnTo>
                <a:close/>
              </a:path>
              <a:path w="9105900" h="6819900">
                <a:moveTo>
                  <a:pt x="8825484" y="3933444"/>
                </a:moveTo>
                <a:lnTo>
                  <a:pt x="8814816" y="3933444"/>
                </a:lnTo>
                <a:lnTo>
                  <a:pt x="8814816" y="3971544"/>
                </a:lnTo>
                <a:lnTo>
                  <a:pt x="8825484" y="3971544"/>
                </a:lnTo>
                <a:lnTo>
                  <a:pt x="8825484" y="3933444"/>
                </a:lnTo>
                <a:close/>
              </a:path>
              <a:path w="9105900" h="6819900">
                <a:moveTo>
                  <a:pt x="8825484" y="3866388"/>
                </a:moveTo>
                <a:lnTo>
                  <a:pt x="8814816" y="3866388"/>
                </a:lnTo>
                <a:lnTo>
                  <a:pt x="8814816" y="3904488"/>
                </a:lnTo>
                <a:lnTo>
                  <a:pt x="8825484" y="3904488"/>
                </a:lnTo>
                <a:lnTo>
                  <a:pt x="8825484" y="3866388"/>
                </a:lnTo>
                <a:close/>
              </a:path>
              <a:path w="9105900" h="6819900">
                <a:moveTo>
                  <a:pt x="8825484" y="3800856"/>
                </a:moveTo>
                <a:lnTo>
                  <a:pt x="8814816" y="3800856"/>
                </a:lnTo>
                <a:lnTo>
                  <a:pt x="8814816" y="3838956"/>
                </a:lnTo>
                <a:lnTo>
                  <a:pt x="8825484" y="3838956"/>
                </a:lnTo>
                <a:lnTo>
                  <a:pt x="8825484" y="3800856"/>
                </a:lnTo>
                <a:close/>
              </a:path>
              <a:path w="9105900" h="6819900">
                <a:moveTo>
                  <a:pt x="8825484" y="3733800"/>
                </a:moveTo>
                <a:lnTo>
                  <a:pt x="8814816" y="3733800"/>
                </a:lnTo>
                <a:lnTo>
                  <a:pt x="8814816" y="3771900"/>
                </a:lnTo>
                <a:lnTo>
                  <a:pt x="8825484" y="3771900"/>
                </a:lnTo>
                <a:lnTo>
                  <a:pt x="8825484" y="3733800"/>
                </a:lnTo>
                <a:close/>
              </a:path>
              <a:path w="9105900" h="6819900">
                <a:moveTo>
                  <a:pt x="8825484" y="3666744"/>
                </a:moveTo>
                <a:lnTo>
                  <a:pt x="8814816" y="3666744"/>
                </a:lnTo>
                <a:lnTo>
                  <a:pt x="8814816" y="3704844"/>
                </a:lnTo>
                <a:lnTo>
                  <a:pt x="8825484" y="3704844"/>
                </a:lnTo>
                <a:lnTo>
                  <a:pt x="8825484" y="3666744"/>
                </a:lnTo>
                <a:close/>
              </a:path>
              <a:path w="9105900" h="6819900">
                <a:moveTo>
                  <a:pt x="8825484" y="3599688"/>
                </a:moveTo>
                <a:lnTo>
                  <a:pt x="8814816" y="3599688"/>
                </a:lnTo>
                <a:lnTo>
                  <a:pt x="8814816" y="3637788"/>
                </a:lnTo>
                <a:lnTo>
                  <a:pt x="8825484" y="3637788"/>
                </a:lnTo>
                <a:lnTo>
                  <a:pt x="8825484" y="3599688"/>
                </a:lnTo>
                <a:close/>
              </a:path>
              <a:path w="9105900" h="6819900">
                <a:moveTo>
                  <a:pt x="8825484" y="3534156"/>
                </a:moveTo>
                <a:lnTo>
                  <a:pt x="8814816" y="3534156"/>
                </a:lnTo>
                <a:lnTo>
                  <a:pt x="8814816" y="3572256"/>
                </a:lnTo>
                <a:lnTo>
                  <a:pt x="8825484" y="3572256"/>
                </a:lnTo>
                <a:lnTo>
                  <a:pt x="8825484" y="3534156"/>
                </a:lnTo>
                <a:close/>
              </a:path>
              <a:path w="9105900" h="6819900">
                <a:moveTo>
                  <a:pt x="8825484" y="3467100"/>
                </a:moveTo>
                <a:lnTo>
                  <a:pt x="8814816" y="3467100"/>
                </a:lnTo>
                <a:lnTo>
                  <a:pt x="8814816" y="3505200"/>
                </a:lnTo>
                <a:lnTo>
                  <a:pt x="8825484" y="3505200"/>
                </a:lnTo>
                <a:lnTo>
                  <a:pt x="8825484" y="3467100"/>
                </a:lnTo>
                <a:close/>
              </a:path>
              <a:path w="9105900" h="6819900">
                <a:moveTo>
                  <a:pt x="8825484" y="3400044"/>
                </a:moveTo>
                <a:lnTo>
                  <a:pt x="8814816" y="3400044"/>
                </a:lnTo>
                <a:lnTo>
                  <a:pt x="8814816" y="3438144"/>
                </a:lnTo>
                <a:lnTo>
                  <a:pt x="8825484" y="3438144"/>
                </a:lnTo>
                <a:lnTo>
                  <a:pt x="8825484" y="3400044"/>
                </a:lnTo>
                <a:close/>
              </a:path>
              <a:path w="9105900" h="6819900">
                <a:moveTo>
                  <a:pt x="8825484" y="3332988"/>
                </a:moveTo>
                <a:lnTo>
                  <a:pt x="8814816" y="3332988"/>
                </a:lnTo>
                <a:lnTo>
                  <a:pt x="8814816" y="3371088"/>
                </a:lnTo>
                <a:lnTo>
                  <a:pt x="8825484" y="3371088"/>
                </a:lnTo>
                <a:lnTo>
                  <a:pt x="8825484" y="3332988"/>
                </a:lnTo>
                <a:close/>
              </a:path>
              <a:path w="9105900" h="6819900">
                <a:moveTo>
                  <a:pt x="8825484" y="3267456"/>
                </a:moveTo>
                <a:lnTo>
                  <a:pt x="8814816" y="3267456"/>
                </a:lnTo>
                <a:lnTo>
                  <a:pt x="8814816" y="3305556"/>
                </a:lnTo>
                <a:lnTo>
                  <a:pt x="8825484" y="3305556"/>
                </a:lnTo>
                <a:lnTo>
                  <a:pt x="8825484" y="3267456"/>
                </a:lnTo>
                <a:close/>
              </a:path>
              <a:path w="9105900" h="6819900">
                <a:moveTo>
                  <a:pt x="8825484" y="3200400"/>
                </a:moveTo>
                <a:lnTo>
                  <a:pt x="8814816" y="3200400"/>
                </a:lnTo>
                <a:lnTo>
                  <a:pt x="8814816" y="3238500"/>
                </a:lnTo>
                <a:lnTo>
                  <a:pt x="8825484" y="3238500"/>
                </a:lnTo>
                <a:lnTo>
                  <a:pt x="8825484" y="3200400"/>
                </a:lnTo>
                <a:close/>
              </a:path>
              <a:path w="9105900" h="6819900">
                <a:moveTo>
                  <a:pt x="8825484" y="3133344"/>
                </a:moveTo>
                <a:lnTo>
                  <a:pt x="8814816" y="3133344"/>
                </a:lnTo>
                <a:lnTo>
                  <a:pt x="8814816" y="3171444"/>
                </a:lnTo>
                <a:lnTo>
                  <a:pt x="8825484" y="3171444"/>
                </a:lnTo>
                <a:lnTo>
                  <a:pt x="8825484" y="3133344"/>
                </a:lnTo>
                <a:close/>
              </a:path>
              <a:path w="9105900" h="6819900">
                <a:moveTo>
                  <a:pt x="8825484" y="3066288"/>
                </a:moveTo>
                <a:lnTo>
                  <a:pt x="8814816" y="3066288"/>
                </a:lnTo>
                <a:lnTo>
                  <a:pt x="8814816" y="3104388"/>
                </a:lnTo>
                <a:lnTo>
                  <a:pt x="8825484" y="3104388"/>
                </a:lnTo>
                <a:lnTo>
                  <a:pt x="8825484" y="3066288"/>
                </a:lnTo>
                <a:close/>
              </a:path>
              <a:path w="9105900" h="6819900">
                <a:moveTo>
                  <a:pt x="8825484" y="3000756"/>
                </a:moveTo>
                <a:lnTo>
                  <a:pt x="8814816" y="3000756"/>
                </a:lnTo>
                <a:lnTo>
                  <a:pt x="8814816" y="3038856"/>
                </a:lnTo>
                <a:lnTo>
                  <a:pt x="8825484" y="3038856"/>
                </a:lnTo>
                <a:lnTo>
                  <a:pt x="8825484" y="3000756"/>
                </a:lnTo>
                <a:close/>
              </a:path>
              <a:path w="9105900" h="6819900">
                <a:moveTo>
                  <a:pt x="8825484" y="2933700"/>
                </a:moveTo>
                <a:lnTo>
                  <a:pt x="8814816" y="2933700"/>
                </a:lnTo>
                <a:lnTo>
                  <a:pt x="8814816" y="2971800"/>
                </a:lnTo>
                <a:lnTo>
                  <a:pt x="8825484" y="2971800"/>
                </a:lnTo>
                <a:lnTo>
                  <a:pt x="8825484" y="2933700"/>
                </a:lnTo>
                <a:close/>
              </a:path>
              <a:path w="9105900" h="6819900">
                <a:moveTo>
                  <a:pt x="8825484" y="2866644"/>
                </a:moveTo>
                <a:lnTo>
                  <a:pt x="8814816" y="2866644"/>
                </a:lnTo>
                <a:lnTo>
                  <a:pt x="8814816" y="2904744"/>
                </a:lnTo>
                <a:lnTo>
                  <a:pt x="8825484" y="2904744"/>
                </a:lnTo>
                <a:lnTo>
                  <a:pt x="8825484" y="2866644"/>
                </a:lnTo>
                <a:close/>
              </a:path>
              <a:path w="9105900" h="6819900">
                <a:moveTo>
                  <a:pt x="8825484" y="2799588"/>
                </a:moveTo>
                <a:lnTo>
                  <a:pt x="8814816" y="2799588"/>
                </a:lnTo>
                <a:lnTo>
                  <a:pt x="8814816" y="2837688"/>
                </a:lnTo>
                <a:lnTo>
                  <a:pt x="8825484" y="2837688"/>
                </a:lnTo>
                <a:lnTo>
                  <a:pt x="8825484" y="2799588"/>
                </a:lnTo>
                <a:close/>
              </a:path>
              <a:path w="9105900" h="6819900">
                <a:moveTo>
                  <a:pt x="8825484" y="2734056"/>
                </a:moveTo>
                <a:lnTo>
                  <a:pt x="8814816" y="2734056"/>
                </a:lnTo>
                <a:lnTo>
                  <a:pt x="8814816" y="2772156"/>
                </a:lnTo>
                <a:lnTo>
                  <a:pt x="8825484" y="2772156"/>
                </a:lnTo>
                <a:lnTo>
                  <a:pt x="8825484" y="2734056"/>
                </a:lnTo>
                <a:close/>
              </a:path>
              <a:path w="9105900" h="6819900">
                <a:moveTo>
                  <a:pt x="8825484" y="2667000"/>
                </a:moveTo>
                <a:lnTo>
                  <a:pt x="8814816" y="2667000"/>
                </a:lnTo>
                <a:lnTo>
                  <a:pt x="8814816" y="2705100"/>
                </a:lnTo>
                <a:lnTo>
                  <a:pt x="8825484" y="2705100"/>
                </a:lnTo>
                <a:lnTo>
                  <a:pt x="8825484" y="2667000"/>
                </a:lnTo>
                <a:close/>
              </a:path>
              <a:path w="9105900" h="6819900">
                <a:moveTo>
                  <a:pt x="8825484" y="2599944"/>
                </a:moveTo>
                <a:lnTo>
                  <a:pt x="8814816" y="2599944"/>
                </a:lnTo>
                <a:lnTo>
                  <a:pt x="8814816" y="2638044"/>
                </a:lnTo>
                <a:lnTo>
                  <a:pt x="8825484" y="2638044"/>
                </a:lnTo>
                <a:lnTo>
                  <a:pt x="8825484" y="2599944"/>
                </a:lnTo>
                <a:close/>
              </a:path>
              <a:path w="9105900" h="6819900">
                <a:moveTo>
                  <a:pt x="8825484" y="2532888"/>
                </a:moveTo>
                <a:lnTo>
                  <a:pt x="8814816" y="2532888"/>
                </a:lnTo>
                <a:lnTo>
                  <a:pt x="8814816" y="2570988"/>
                </a:lnTo>
                <a:lnTo>
                  <a:pt x="8825484" y="2570988"/>
                </a:lnTo>
                <a:lnTo>
                  <a:pt x="8825484" y="2532888"/>
                </a:lnTo>
                <a:close/>
              </a:path>
              <a:path w="9105900" h="6819900">
                <a:moveTo>
                  <a:pt x="8825484" y="2467356"/>
                </a:moveTo>
                <a:lnTo>
                  <a:pt x="8814816" y="2467356"/>
                </a:lnTo>
                <a:lnTo>
                  <a:pt x="8814816" y="2505456"/>
                </a:lnTo>
                <a:lnTo>
                  <a:pt x="8825484" y="2505456"/>
                </a:lnTo>
                <a:lnTo>
                  <a:pt x="8825484" y="2467356"/>
                </a:lnTo>
                <a:close/>
              </a:path>
              <a:path w="9105900" h="6819900">
                <a:moveTo>
                  <a:pt x="8825484" y="2400300"/>
                </a:moveTo>
                <a:lnTo>
                  <a:pt x="8814816" y="2400300"/>
                </a:lnTo>
                <a:lnTo>
                  <a:pt x="8814816" y="2438400"/>
                </a:lnTo>
                <a:lnTo>
                  <a:pt x="8825484" y="2438400"/>
                </a:lnTo>
                <a:lnTo>
                  <a:pt x="8825484" y="2400300"/>
                </a:lnTo>
                <a:close/>
              </a:path>
              <a:path w="9105900" h="6819900">
                <a:moveTo>
                  <a:pt x="8825484" y="2333244"/>
                </a:moveTo>
                <a:lnTo>
                  <a:pt x="8814816" y="2333244"/>
                </a:lnTo>
                <a:lnTo>
                  <a:pt x="8814816" y="2371344"/>
                </a:lnTo>
                <a:lnTo>
                  <a:pt x="8825484" y="2371344"/>
                </a:lnTo>
                <a:lnTo>
                  <a:pt x="8825484" y="2333244"/>
                </a:lnTo>
                <a:close/>
              </a:path>
              <a:path w="9105900" h="6819900">
                <a:moveTo>
                  <a:pt x="8825484" y="2266188"/>
                </a:moveTo>
                <a:lnTo>
                  <a:pt x="8814816" y="2266188"/>
                </a:lnTo>
                <a:lnTo>
                  <a:pt x="8814816" y="2304288"/>
                </a:lnTo>
                <a:lnTo>
                  <a:pt x="8825484" y="2304288"/>
                </a:lnTo>
                <a:lnTo>
                  <a:pt x="8825484" y="2266188"/>
                </a:lnTo>
                <a:close/>
              </a:path>
              <a:path w="9105900" h="6819900">
                <a:moveTo>
                  <a:pt x="8825484" y="2200656"/>
                </a:moveTo>
                <a:lnTo>
                  <a:pt x="8814816" y="2200656"/>
                </a:lnTo>
                <a:lnTo>
                  <a:pt x="8814816" y="2238756"/>
                </a:lnTo>
                <a:lnTo>
                  <a:pt x="8825484" y="2238756"/>
                </a:lnTo>
                <a:lnTo>
                  <a:pt x="8825484" y="2200656"/>
                </a:lnTo>
                <a:close/>
              </a:path>
              <a:path w="9105900" h="6819900">
                <a:moveTo>
                  <a:pt x="8825484" y="2133600"/>
                </a:moveTo>
                <a:lnTo>
                  <a:pt x="8814816" y="2133600"/>
                </a:lnTo>
                <a:lnTo>
                  <a:pt x="8814816" y="2171700"/>
                </a:lnTo>
                <a:lnTo>
                  <a:pt x="8825484" y="2171700"/>
                </a:lnTo>
                <a:lnTo>
                  <a:pt x="8825484" y="2133600"/>
                </a:lnTo>
                <a:close/>
              </a:path>
              <a:path w="9105900" h="6819900">
                <a:moveTo>
                  <a:pt x="8825484" y="2066544"/>
                </a:moveTo>
                <a:lnTo>
                  <a:pt x="8814816" y="2066544"/>
                </a:lnTo>
                <a:lnTo>
                  <a:pt x="8814816" y="2104644"/>
                </a:lnTo>
                <a:lnTo>
                  <a:pt x="8825484" y="2104644"/>
                </a:lnTo>
                <a:lnTo>
                  <a:pt x="8825484" y="2066544"/>
                </a:lnTo>
                <a:close/>
              </a:path>
              <a:path w="9105900" h="6819900">
                <a:moveTo>
                  <a:pt x="8825484" y="1999488"/>
                </a:moveTo>
                <a:lnTo>
                  <a:pt x="8814816" y="1999488"/>
                </a:lnTo>
                <a:lnTo>
                  <a:pt x="8814816" y="2037588"/>
                </a:lnTo>
                <a:lnTo>
                  <a:pt x="8825484" y="2037588"/>
                </a:lnTo>
                <a:lnTo>
                  <a:pt x="8825484" y="1999488"/>
                </a:lnTo>
                <a:close/>
              </a:path>
              <a:path w="9105900" h="6819900">
                <a:moveTo>
                  <a:pt x="8825484" y="1933956"/>
                </a:moveTo>
                <a:lnTo>
                  <a:pt x="8814816" y="1933956"/>
                </a:lnTo>
                <a:lnTo>
                  <a:pt x="8814816" y="1972056"/>
                </a:lnTo>
                <a:lnTo>
                  <a:pt x="8825484" y="1972056"/>
                </a:lnTo>
                <a:lnTo>
                  <a:pt x="8825484" y="1933956"/>
                </a:lnTo>
                <a:close/>
              </a:path>
              <a:path w="9105900" h="6819900">
                <a:moveTo>
                  <a:pt x="8825484" y="1866900"/>
                </a:moveTo>
                <a:lnTo>
                  <a:pt x="8814816" y="1866900"/>
                </a:lnTo>
                <a:lnTo>
                  <a:pt x="8814816" y="1905000"/>
                </a:lnTo>
                <a:lnTo>
                  <a:pt x="8825484" y="1905000"/>
                </a:lnTo>
                <a:lnTo>
                  <a:pt x="8825484" y="1866900"/>
                </a:lnTo>
                <a:close/>
              </a:path>
              <a:path w="9105900" h="6819900">
                <a:moveTo>
                  <a:pt x="8825484" y="1799844"/>
                </a:moveTo>
                <a:lnTo>
                  <a:pt x="8814816" y="1799844"/>
                </a:lnTo>
                <a:lnTo>
                  <a:pt x="8814816" y="1837944"/>
                </a:lnTo>
                <a:lnTo>
                  <a:pt x="8825484" y="1837944"/>
                </a:lnTo>
                <a:lnTo>
                  <a:pt x="8825484" y="1799844"/>
                </a:lnTo>
                <a:close/>
              </a:path>
              <a:path w="9105900" h="6819900">
                <a:moveTo>
                  <a:pt x="8825484" y="1732788"/>
                </a:moveTo>
                <a:lnTo>
                  <a:pt x="8814816" y="1732788"/>
                </a:lnTo>
                <a:lnTo>
                  <a:pt x="8814816" y="1770888"/>
                </a:lnTo>
                <a:lnTo>
                  <a:pt x="8825484" y="1770888"/>
                </a:lnTo>
                <a:lnTo>
                  <a:pt x="8825484" y="1732788"/>
                </a:lnTo>
                <a:close/>
              </a:path>
              <a:path w="9105900" h="6819900">
                <a:moveTo>
                  <a:pt x="8825484" y="1667256"/>
                </a:moveTo>
                <a:lnTo>
                  <a:pt x="8814816" y="1667256"/>
                </a:lnTo>
                <a:lnTo>
                  <a:pt x="8814816" y="1705356"/>
                </a:lnTo>
                <a:lnTo>
                  <a:pt x="8825484" y="1705356"/>
                </a:lnTo>
                <a:lnTo>
                  <a:pt x="8825484" y="1667256"/>
                </a:lnTo>
                <a:close/>
              </a:path>
              <a:path w="9105900" h="6819900">
                <a:moveTo>
                  <a:pt x="8825484" y="1600200"/>
                </a:moveTo>
                <a:lnTo>
                  <a:pt x="8814816" y="1600200"/>
                </a:lnTo>
                <a:lnTo>
                  <a:pt x="8814816" y="1638300"/>
                </a:lnTo>
                <a:lnTo>
                  <a:pt x="8825484" y="1638300"/>
                </a:lnTo>
                <a:lnTo>
                  <a:pt x="8825484" y="1600200"/>
                </a:lnTo>
                <a:close/>
              </a:path>
              <a:path w="9105900" h="6819900">
                <a:moveTo>
                  <a:pt x="8825484" y="1533144"/>
                </a:moveTo>
                <a:lnTo>
                  <a:pt x="8814816" y="1533144"/>
                </a:lnTo>
                <a:lnTo>
                  <a:pt x="8814816" y="1571244"/>
                </a:lnTo>
                <a:lnTo>
                  <a:pt x="8825484" y="1571244"/>
                </a:lnTo>
                <a:lnTo>
                  <a:pt x="8825484" y="1533144"/>
                </a:lnTo>
                <a:close/>
              </a:path>
              <a:path w="9105900" h="6819900">
                <a:moveTo>
                  <a:pt x="8825484" y="1466088"/>
                </a:moveTo>
                <a:lnTo>
                  <a:pt x="8814816" y="1466088"/>
                </a:lnTo>
                <a:lnTo>
                  <a:pt x="8814816" y="1504188"/>
                </a:lnTo>
                <a:lnTo>
                  <a:pt x="8825484" y="1504188"/>
                </a:lnTo>
                <a:lnTo>
                  <a:pt x="8825484" y="1466088"/>
                </a:lnTo>
                <a:close/>
              </a:path>
              <a:path w="9105900" h="6819900">
                <a:moveTo>
                  <a:pt x="8825484" y="1400556"/>
                </a:moveTo>
                <a:lnTo>
                  <a:pt x="8814816" y="1400556"/>
                </a:lnTo>
                <a:lnTo>
                  <a:pt x="8814816" y="1438656"/>
                </a:lnTo>
                <a:lnTo>
                  <a:pt x="8825484" y="1438656"/>
                </a:lnTo>
                <a:lnTo>
                  <a:pt x="8825484" y="1400556"/>
                </a:lnTo>
                <a:close/>
              </a:path>
              <a:path w="9105900" h="6819900">
                <a:moveTo>
                  <a:pt x="8825484" y="1347216"/>
                </a:moveTo>
                <a:lnTo>
                  <a:pt x="8801100" y="1347216"/>
                </a:lnTo>
                <a:lnTo>
                  <a:pt x="8801100" y="1357884"/>
                </a:lnTo>
                <a:lnTo>
                  <a:pt x="8814816" y="1357884"/>
                </a:lnTo>
                <a:lnTo>
                  <a:pt x="8814816" y="1371600"/>
                </a:lnTo>
                <a:lnTo>
                  <a:pt x="8819388" y="1371600"/>
                </a:lnTo>
                <a:lnTo>
                  <a:pt x="8825484" y="1371600"/>
                </a:lnTo>
                <a:lnTo>
                  <a:pt x="8825484" y="1347216"/>
                </a:lnTo>
                <a:close/>
              </a:path>
              <a:path w="9105900" h="6819900">
                <a:moveTo>
                  <a:pt x="9105900" y="0"/>
                </a:moveTo>
                <a:lnTo>
                  <a:pt x="9093708" y="0"/>
                </a:lnTo>
                <a:lnTo>
                  <a:pt x="9093708" y="12192"/>
                </a:lnTo>
                <a:lnTo>
                  <a:pt x="9093708" y="6807708"/>
                </a:lnTo>
                <a:lnTo>
                  <a:pt x="12192" y="6807708"/>
                </a:lnTo>
                <a:lnTo>
                  <a:pt x="12192" y="12192"/>
                </a:lnTo>
                <a:lnTo>
                  <a:pt x="9093708" y="12192"/>
                </a:lnTo>
                <a:lnTo>
                  <a:pt x="9093708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12192" y="6819900"/>
                </a:lnTo>
                <a:lnTo>
                  <a:pt x="9093708" y="6819900"/>
                </a:lnTo>
                <a:lnTo>
                  <a:pt x="9099804" y="6819900"/>
                </a:lnTo>
                <a:lnTo>
                  <a:pt x="9105900" y="6819900"/>
                </a:lnTo>
                <a:lnTo>
                  <a:pt x="9105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1166</TotalTime>
  <Words>2605</Words>
  <Application>Microsoft Office PowerPoint</Application>
  <PresentationFormat>Custom</PresentationFormat>
  <Paragraphs>661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MT</vt:lpstr>
      <vt:lpstr>Courier New</vt:lpstr>
      <vt:lpstr>Microsoft Sans Serif</vt:lpstr>
      <vt:lpstr>Symbol</vt:lpstr>
      <vt:lpstr>Times New Roman</vt:lpstr>
      <vt:lpstr>Office Theme</vt:lpstr>
      <vt:lpstr>Chapter 21</vt:lpstr>
      <vt:lpstr>PowerPoint Presentation</vt:lpstr>
      <vt:lpstr>PowerPoint Presentation</vt:lpstr>
      <vt:lpstr>21-2 Electric Charge Electrically neutral objects</vt:lpstr>
      <vt:lpstr>21-2 Electric Charge Electrically charged objects</vt:lpstr>
      <vt:lpstr>21-2 Electric Charge Charging by rubbing</vt:lpstr>
      <vt:lpstr>PowerPoint Presentation</vt:lpstr>
      <vt:lpstr>21-2 Electric Charge Electric charge is quantized</vt:lpstr>
      <vt:lpstr>21-3 Conductors and Insulators</vt:lpstr>
      <vt:lpstr>21-3 Conductors and Insulators</vt:lpstr>
      <vt:lpstr>21-3 Conductors and Insulators Electrons in conductors and insulators</vt:lpstr>
      <vt:lpstr>21-3 Conductors and Insulators Checkpoint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21-4 Coulomb's Law Point charge inside a shell of uniform charge</vt:lpstr>
      <vt:lpstr>21-4 Coulomb's Law</vt:lpstr>
      <vt:lpstr>PowerPoint Presentation</vt:lpstr>
      <vt:lpstr>PowerPoint Presentation</vt:lpstr>
      <vt:lpstr>PowerPoint Presentation</vt:lpstr>
      <vt:lpstr>PowerPoint Presentation</vt:lpstr>
      <vt:lpstr>21-4 Coulomb's Law Checkpoint 3</vt:lpstr>
      <vt:lpstr>PowerPoint Presentation</vt:lpstr>
      <vt:lpstr>PowerPoint Presentation</vt:lpstr>
      <vt:lpstr>21-4 Coulomb's Law</vt:lpstr>
      <vt:lpstr>21-4 Coulomb's Law</vt:lpstr>
      <vt:lpstr>21-4 Coulomb's Law Example 8</vt:lpstr>
      <vt:lpstr>21-4 Coulomb's Law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Phys102-ch21(1) [Read-Only] [Compatibility Mode]</dc:title>
  <dc:creator>Iqra</dc:creator>
  <cp:lastModifiedBy>Asad javed</cp:lastModifiedBy>
  <cp:revision>5</cp:revision>
  <dcterms:created xsi:type="dcterms:W3CDTF">2026-05-24T11:44:05Z</dcterms:created>
  <dcterms:modified xsi:type="dcterms:W3CDTF">2026-06-05T04:42:59Z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2026-05-24T00:00:00Z</vt:filetime>
  </property>
  <property fmtid="{D5CDD505-2E9C-101B-9397-08002B2CF9AE}" pid="4" name="Creator">
    <vt:lpwstr>PScript5.dll Version 5.2.2</vt:lpwstr>
  </property>
  <property fmtid="{D5CDD505-2E9C-101B-9397-08002B2CF9AE}" pid="5" name="LastSaved">
    <vt:filetime>2026-05-24T00:00:00Z</vt:filetime>
  </property>
  <property fmtid="{D5CDD505-2E9C-101B-9397-08002B2CF9AE}" pid="6" name="Producer">
    <vt:lpwstr>GPL Ghostscript 9.06</vt:lpwstr>
  </property>
</Properties>
</file>