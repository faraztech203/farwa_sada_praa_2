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32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AD8E3A-F505-47F7-AD76-1D3FF95185CE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BEAE7B-0420-428F-BD2C-C22F47AEFC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8920854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6AB6C6-965D-4708-B5F9-35E6EECAFF5F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3300" y="946150"/>
            <a:ext cx="3606800" cy="2551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A5446C-75E1-4094-B026-0BAD84412A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7016799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9900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9900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5346" y="439952"/>
            <a:ext cx="4133215" cy="6134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311924" y="2128498"/>
            <a:ext cx="4378959" cy="1870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9900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jpg"/><Relationship Id="rId4" Type="http://schemas.openxmlformats.org/officeDocument/2006/relationships/image" Target="../media/image29.jp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7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0.jp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66878" y="2152967"/>
            <a:ext cx="228727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825" marR="5080" indent="-111760">
              <a:lnSpc>
                <a:spcPct val="100000"/>
              </a:lnSpc>
              <a:spcBef>
                <a:spcPts val="100"/>
              </a:spcBef>
            </a:pPr>
            <a:r>
              <a:rPr sz="36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Chapter</a:t>
            </a:r>
            <a:r>
              <a:rPr sz="3600" b="0" spc="-4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3600" b="0" spc="-25" dirty="0">
                <a:solidFill>
                  <a:srgbClr val="000000"/>
                </a:solidFill>
                <a:latin typeface="Microsoft Sans Serif"/>
                <a:cs typeface="Microsoft Sans Serif"/>
              </a:rPr>
              <a:t>17 </a:t>
            </a:r>
            <a:r>
              <a:rPr sz="36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Waves</a:t>
            </a:r>
            <a:r>
              <a:rPr sz="3600" b="0" spc="-4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36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-</a:t>
            </a:r>
            <a:r>
              <a:rPr sz="3600" b="0" spc="-5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3600" b="0" spc="-25" dirty="0">
                <a:solidFill>
                  <a:srgbClr val="000000"/>
                </a:solidFill>
                <a:latin typeface="Microsoft Sans Serif"/>
                <a:cs typeface="Microsoft Sans Serif"/>
              </a:rPr>
              <a:t>II</a:t>
            </a:r>
            <a:endParaRPr sz="36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88245" y="3528991"/>
            <a:ext cx="7977505" cy="2372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50240" lvl="1" indent="-637540">
              <a:lnSpc>
                <a:spcPct val="100000"/>
              </a:lnSpc>
              <a:spcBef>
                <a:spcPts val="95"/>
              </a:spcBef>
              <a:buAutoNum type="arabicPlain"/>
              <a:tabLst>
                <a:tab pos="650240" algn="l"/>
              </a:tabLst>
            </a:pP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Sound</a:t>
            </a:r>
            <a:r>
              <a:rPr sz="22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Waves</a:t>
            </a:r>
            <a:endParaRPr sz="2200" dirty="0">
              <a:latin typeface="Arial"/>
              <a:cs typeface="Arial"/>
            </a:endParaRPr>
          </a:p>
          <a:p>
            <a:pPr marL="650240" lvl="1" indent="-637540">
              <a:lnSpc>
                <a:spcPct val="100000"/>
              </a:lnSpc>
              <a:buAutoNum type="arabicPlain"/>
              <a:tabLst>
                <a:tab pos="650240" algn="l"/>
              </a:tabLst>
            </a:pP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Speed</a:t>
            </a:r>
            <a:r>
              <a:rPr sz="22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sz="22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Sound</a:t>
            </a:r>
            <a:endParaRPr sz="2200" dirty="0">
              <a:latin typeface="Arial"/>
              <a:cs typeface="Arial"/>
            </a:endParaRPr>
          </a:p>
          <a:p>
            <a:pPr marL="12700" marR="4187190" lvl="1" indent="637540">
              <a:lnSpc>
                <a:spcPct val="100000"/>
              </a:lnSpc>
              <a:buAutoNum type="arabicPlain"/>
              <a:tabLst>
                <a:tab pos="650240" algn="l"/>
              </a:tabLst>
            </a:pP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Traveling</a:t>
            </a:r>
            <a:r>
              <a:rPr sz="2200" b="1" spc="-8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Sound</a:t>
            </a:r>
            <a:r>
              <a:rPr sz="2200" b="1" spc="-6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Waves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4 </a:t>
            </a:r>
            <a:r>
              <a:rPr lang="en-US" sz="2200" b="1" dirty="0">
                <a:solidFill>
                  <a:srgbClr val="0000FF"/>
                </a:solidFill>
                <a:latin typeface="Arial"/>
                <a:cs typeface="Arial"/>
              </a:rPr>
              <a:t>	</a:t>
            </a: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Interference</a:t>
            </a:r>
            <a:endParaRPr sz="2200" dirty="0">
              <a:latin typeface="Arial"/>
              <a:cs typeface="Arial"/>
            </a:endParaRPr>
          </a:p>
          <a:p>
            <a:pPr marL="650240" lvl="1" indent="-637540">
              <a:lnSpc>
                <a:spcPct val="100000"/>
              </a:lnSpc>
              <a:buAutoNum type="arabicPlain" startAt="5"/>
              <a:tabLst>
                <a:tab pos="650240" algn="l"/>
              </a:tabLst>
            </a:pP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Intensity</a:t>
            </a:r>
            <a:r>
              <a:rPr sz="22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and</a:t>
            </a:r>
            <a:r>
              <a:rPr sz="2200" b="1" spc="-6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Sound</a:t>
            </a:r>
            <a:r>
              <a:rPr sz="2200" b="1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Level</a:t>
            </a:r>
            <a:endParaRPr sz="2200" dirty="0">
              <a:latin typeface="Arial"/>
              <a:cs typeface="Arial"/>
            </a:endParaRPr>
          </a:p>
          <a:p>
            <a:pPr marL="12700" marR="5080" lvl="1" indent="637540">
              <a:lnSpc>
                <a:spcPct val="100000"/>
              </a:lnSpc>
              <a:buAutoNum type="arabicPlain" startAt="5"/>
              <a:tabLst>
                <a:tab pos="650240" algn="l"/>
              </a:tabLst>
            </a:pP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Sources</a:t>
            </a:r>
            <a:r>
              <a:rPr sz="2200" b="1" spc="-6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sz="2200" b="1" spc="-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Musical</a:t>
            </a:r>
            <a:r>
              <a:rPr sz="2200" b="1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Sound</a:t>
            </a:r>
            <a:r>
              <a:rPr sz="2200" b="1" spc="-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(Sound</a:t>
            </a:r>
            <a:r>
              <a:rPr sz="2200" b="1" spc="-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Waves</a:t>
            </a:r>
            <a:r>
              <a:rPr sz="2200" b="1" spc="-6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Resonances)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7</a:t>
            </a:r>
            <a:r>
              <a:rPr sz="22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2200" b="1" spc="-35" dirty="0">
                <a:solidFill>
                  <a:srgbClr val="0000FF"/>
                </a:solidFill>
                <a:latin typeface="Arial"/>
                <a:cs typeface="Arial"/>
              </a:rPr>
              <a:t>	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22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Doppler</a:t>
            </a: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Effect</a:t>
            </a:r>
            <a:endParaRPr sz="2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30885" y="1140912"/>
            <a:ext cx="4110990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Sound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waves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are</a:t>
            </a:r>
            <a:endParaRPr sz="2000">
              <a:latin typeface="Microsoft Sans Serif"/>
              <a:cs typeface="Microsoft Sans Serif"/>
            </a:endParaRPr>
          </a:p>
          <a:p>
            <a:pPr marL="926465">
              <a:lnSpc>
                <a:spcPct val="100000"/>
              </a:lnSpc>
            </a:pP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Mechanical</a:t>
            </a:r>
            <a:r>
              <a:rPr sz="2000" spc="-2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0000FF"/>
                </a:solidFill>
                <a:latin typeface="Microsoft Sans Serif"/>
                <a:cs typeface="Microsoft Sans Serif"/>
              </a:rPr>
              <a:t>waves</a:t>
            </a:r>
            <a:endParaRPr sz="2000">
              <a:latin typeface="Microsoft Sans Serif"/>
              <a:cs typeface="Microsoft Sans Serif"/>
            </a:endParaRPr>
          </a:p>
          <a:p>
            <a:pPr marL="926465" marR="5080" indent="614680">
              <a:lnSpc>
                <a:spcPct val="100000"/>
              </a:lnSpc>
              <a:buChar char="•"/>
              <a:tabLst>
                <a:tab pos="1541145" algn="l"/>
              </a:tabLst>
            </a:pP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Need</a:t>
            </a:r>
            <a:r>
              <a:rPr sz="200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medium</a:t>
            </a:r>
            <a:r>
              <a:rPr sz="2000" spc="-1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to</a:t>
            </a:r>
            <a:r>
              <a:rPr sz="2000" spc="1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Microsoft Sans Serif"/>
                <a:cs typeface="Microsoft Sans Serif"/>
              </a:rPr>
              <a:t>travel </a:t>
            </a: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Longitudinal</a:t>
            </a:r>
            <a:r>
              <a:rPr sz="2000" spc="-5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0000FF"/>
                </a:solidFill>
                <a:latin typeface="Microsoft Sans Serif"/>
                <a:cs typeface="Microsoft Sans Serif"/>
              </a:rPr>
              <a:t>waves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0885" y="4798597"/>
            <a:ext cx="3890010" cy="1550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We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use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sound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waves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to</a:t>
            </a:r>
            <a:endParaRPr sz="2000">
              <a:latin typeface="Microsoft Sans Serif"/>
              <a:cs typeface="Microsoft Sans Serif"/>
            </a:endParaRPr>
          </a:p>
          <a:p>
            <a:pPr marL="926465">
              <a:lnSpc>
                <a:spcPct val="100000"/>
              </a:lnSpc>
            </a:pP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Speak</a:t>
            </a:r>
            <a:r>
              <a:rPr sz="2000" spc="-1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and</a:t>
            </a:r>
            <a:r>
              <a:rPr sz="2000" spc="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Microsoft Sans Serif"/>
                <a:cs typeface="Microsoft Sans Serif"/>
              </a:rPr>
              <a:t>listen</a:t>
            </a:r>
            <a:endParaRPr sz="2000">
              <a:latin typeface="Microsoft Sans Serif"/>
              <a:cs typeface="Microsoft Sans Serif"/>
            </a:endParaRPr>
          </a:p>
          <a:p>
            <a:pPr marL="926465" marR="5080">
              <a:lnSpc>
                <a:spcPct val="100000"/>
              </a:lnSpc>
            </a:pP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Probe</a:t>
            </a:r>
            <a:r>
              <a:rPr sz="2000" spc="-1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Earth’s</a:t>
            </a:r>
            <a:r>
              <a:rPr sz="2000" spc="-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crust</a:t>
            </a:r>
            <a:r>
              <a:rPr sz="2000" spc="-5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for</a:t>
            </a:r>
            <a:r>
              <a:rPr sz="200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0000FF"/>
                </a:solidFill>
                <a:latin typeface="Microsoft Sans Serif"/>
                <a:cs typeface="Microsoft Sans Serif"/>
              </a:rPr>
              <a:t>oil </a:t>
            </a: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Detect</a:t>
            </a:r>
            <a:r>
              <a:rPr sz="2000" spc="-3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underwater</a:t>
            </a:r>
            <a:r>
              <a:rPr sz="2000" spc="-3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Microsoft Sans Serif"/>
                <a:cs typeface="Microsoft Sans Serif"/>
              </a:rPr>
              <a:t>objects </a:t>
            </a: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Image</a:t>
            </a:r>
            <a:r>
              <a:rPr sz="2000" spc="-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Microsoft Sans Serif"/>
                <a:cs typeface="Microsoft Sans Serif"/>
              </a:rPr>
              <a:t>fetuses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05483" y="3275076"/>
            <a:ext cx="7797800" cy="1382395"/>
            <a:chOff x="1205483" y="3275076"/>
            <a:chExt cx="7797800" cy="138239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51887" y="3275076"/>
              <a:ext cx="6850930" cy="138226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05483" y="3540252"/>
              <a:ext cx="1908175" cy="132715"/>
            </a:xfrm>
            <a:custGeom>
              <a:avLst/>
              <a:gdLst/>
              <a:ahLst/>
              <a:cxnLst/>
              <a:rect l="l" t="t" r="r" b="b"/>
              <a:pathLst>
                <a:path w="1908175" h="132714">
                  <a:moveTo>
                    <a:pt x="112776" y="132588"/>
                  </a:moveTo>
                  <a:lnTo>
                    <a:pt x="106680" y="129540"/>
                  </a:lnTo>
                  <a:lnTo>
                    <a:pt x="0" y="67056"/>
                  </a:lnTo>
                  <a:lnTo>
                    <a:pt x="106680" y="4572"/>
                  </a:lnTo>
                  <a:lnTo>
                    <a:pt x="112776" y="0"/>
                  </a:lnTo>
                  <a:lnTo>
                    <a:pt x="121920" y="3048"/>
                  </a:lnTo>
                  <a:lnTo>
                    <a:pt x="126492" y="9144"/>
                  </a:lnTo>
                  <a:lnTo>
                    <a:pt x="129540" y="16764"/>
                  </a:lnTo>
                  <a:lnTo>
                    <a:pt x="128016" y="25908"/>
                  </a:lnTo>
                  <a:lnTo>
                    <a:pt x="120396" y="28956"/>
                  </a:lnTo>
                  <a:lnTo>
                    <a:pt x="79017" y="53340"/>
                  </a:lnTo>
                  <a:lnTo>
                    <a:pt x="27432" y="53340"/>
                  </a:lnTo>
                  <a:lnTo>
                    <a:pt x="27432" y="80772"/>
                  </a:lnTo>
                  <a:lnTo>
                    <a:pt x="79017" y="80772"/>
                  </a:lnTo>
                  <a:lnTo>
                    <a:pt x="120396" y="105156"/>
                  </a:lnTo>
                  <a:lnTo>
                    <a:pt x="128016" y="108204"/>
                  </a:lnTo>
                  <a:lnTo>
                    <a:pt x="129540" y="117348"/>
                  </a:lnTo>
                  <a:lnTo>
                    <a:pt x="126492" y="123444"/>
                  </a:lnTo>
                  <a:lnTo>
                    <a:pt x="121920" y="131064"/>
                  </a:lnTo>
                  <a:lnTo>
                    <a:pt x="112776" y="132588"/>
                  </a:lnTo>
                  <a:close/>
                </a:path>
                <a:path w="1908175" h="132714">
                  <a:moveTo>
                    <a:pt x="1851937" y="67056"/>
                  </a:moveTo>
                  <a:lnTo>
                    <a:pt x="1786128" y="28956"/>
                  </a:lnTo>
                  <a:lnTo>
                    <a:pt x="1780032" y="25908"/>
                  </a:lnTo>
                  <a:lnTo>
                    <a:pt x="1776983" y="16764"/>
                  </a:lnTo>
                  <a:lnTo>
                    <a:pt x="1781556" y="9144"/>
                  </a:lnTo>
                  <a:lnTo>
                    <a:pt x="1786128" y="3048"/>
                  </a:lnTo>
                  <a:lnTo>
                    <a:pt x="1793748" y="0"/>
                  </a:lnTo>
                  <a:lnTo>
                    <a:pt x="1801368" y="4572"/>
                  </a:lnTo>
                  <a:lnTo>
                    <a:pt x="1884630" y="53340"/>
                  </a:lnTo>
                  <a:lnTo>
                    <a:pt x="1879091" y="53340"/>
                  </a:lnTo>
                  <a:lnTo>
                    <a:pt x="1879091" y="54864"/>
                  </a:lnTo>
                  <a:lnTo>
                    <a:pt x="1872996" y="54864"/>
                  </a:lnTo>
                  <a:lnTo>
                    <a:pt x="1851937" y="67056"/>
                  </a:lnTo>
                  <a:close/>
                </a:path>
                <a:path w="1908175" h="132714">
                  <a:moveTo>
                    <a:pt x="79017" y="80772"/>
                  </a:moveTo>
                  <a:lnTo>
                    <a:pt x="27432" y="80772"/>
                  </a:lnTo>
                  <a:lnTo>
                    <a:pt x="27432" y="53340"/>
                  </a:lnTo>
                  <a:lnTo>
                    <a:pt x="79017" y="53340"/>
                  </a:lnTo>
                  <a:lnTo>
                    <a:pt x="76430" y="54864"/>
                  </a:lnTo>
                  <a:lnTo>
                    <a:pt x="35052" y="54864"/>
                  </a:lnTo>
                  <a:lnTo>
                    <a:pt x="35052" y="79248"/>
                  </a:lnTo>
                  <a:lnTo>
                    <a:pt x="76430" y="79248"/>
                  </a:lnTo>
                  <a:lnTo>
                    <a:pt x="79017" y="80772"/>
                  </a:lnTo>
                  <a:close/>
                </a:path>
                <a:path w="1908175" h="132714">
                  <a:moveTo>
                    <a:pt x="1828245" y="80772"/>
                  </a:moveTo>
                  <a:lnTo>
                    <a:pt x="79017" y="80772"/>
                  </a:lnTo>
                  <a:lnTo>
                    <a:pt x="55741" y="67056"/>
                  </a:lnTo>
                  <a:lnTo>
                    <a:pt x="79017" y="53340"/>
                  </a:lnTo>
                  <a:lnTo>
                    <a:pt x="1828245" y="53340"/>
                  </a:lnTo>
                  <a:lnTo>
                    <a:pt x="1851937" y="67056"/>
                  </a:lnTo>
                  <a:lnTo>
                    <a:pt x="1828245" y="80772"/>
                  </a:lnTo>
                  <a:close/>
                </a:path>
                <a:path w="1908175" h="132714">
                  <a:moveTo>
                    <a:pt x="1884630" y="80772"/>
                  </a:moveTo>
                  <a:lnTo>
                    <a:pt x="1879091" y="80772"/>
                  </a:lnTo>
                  <a:lnTo>
                    <a:pt x="1879091" y="53340"/>
                  </a:lnTo>
                  <a:lnTo>
                    <a:pt x="1884630" y="53340"/>
                  </a:lnTo>
                  <a:lnTo>
                    <a:pt x="1908048" y="67056"/>
                  </a:lnTo>
                  <a:lnTo>
                    <a:pt x="1884630" y="80772"/>
                  </a:lnTo>
                  <a:close/>
                </a:path>
                <a:path w="1908175" h="132714">
                  <a:moveTo>
                    <a:pt x="35052" y="79248"/>
                  </a:moveTo>
                  <a:lnTo>
                    <a:pt x="35052" y="54864"/>
                  </a:lnTo>
                  <a:lnTo>
                    <a:pt x="55741" y="67056"/>
                  </a:lnTo>
                  <a:lnTo>
                    <a:pt x="35052" y="79248"/>
                  </a:lnTo>
                  <a:close/>
                </a:path>
                <a:path w="1908175" h="132714">
                  <a:moveTo>
                    <a:pt x="55741" y="67056"/>
                  </a:moveTo>
                  <a:lnTo>
                    <a:pt x="35052" y="54864"/>
                  </a:lnTo>
                  <a:lnTo>
                    <a:pt x="76430" y="54864"/>
                  </a:lnTo>
                  <a:lnTo>
                    <a:pt x="55741" y="67056"/>
                  </a:lnTo>
                  <a:close/>
                </a:path>
                <a:path w="1908175" h="132714">
                  <a:moveTo>
                    <a:pt x="1872996" y="79248"/>
                  </a:moveTo>
                  <a:lnTo>
                    <a:pt x="1851937" y="67056"/>
                  </a:lnTo>
                  <a:lnTo>
                    <a:pt x="1872996" y="54864"/>
                  </a:lnTo>
                  <a:lnTo>
                    <a:pt x="1872996" y="79248"/>
                  </a:lnTo>
                  <a:close/>
                </a:path>
                <a:path w="1908175" h="132714">
                  <a:moveTo>
                    <a:pt x="1879091" y="79248"/>
                  </a:moveTo>
                  <a:lnTo>
                    <a:pt x="1872996" y="79248"/>
                  </a:lnTo>
                  <a:lnTo>
                    <a:pt x="1872996" y="54864"/>
                  </a:lnTo>
                  <a:lnTo>
                    <a:pt x="1879091" y="54864"/>
                  </a:lnTo>
                  <a:lnTo>
                    <a:pt x="1879091" y="79248"/>
                  </a:lnTo>
                  <a:close/>
                </a:path>
                <a:path w="1908175" h="132714">
                  <a:moveTo>
                    <a:pt x="76430" y="79248"/>
                  </a:moveTo>
                  <a:lnTo>
                    <a:pt x="35052" y="79248"/>
                  </a:lnTo>
                  <a:lnTo>
                    <a:pt x="55741" y="67056"/>
                  </a:lnTo>
                  <a:lnTo>
                    <a:pt x="76430" y="79248"/>
                  </a:lnTo>
                  <a:close/>
                </a:path>
                <a:path w="1908175" h="132714">
                  <a:moveTo>
                    <a:pt x="1793748" y="132588"/>
                  </a:moveTo>
                  <a:lnTo>
                    <a:pt x="1786128" y="131064"/>
                  </a:lnTo>
                  <a:lnTo>
                    <a:pt x="1781556" y="123444"/>
                  </a:lnTo>
                  <a:lnTo>
                    <a:pt x="1776983" y="117348"/>
                  </a:lnTo>
                  <a:lnTo>
                    <a:pt x="1780032" y="108204"/>
                  </a:lnTo>
                  <a:lnTo>
                    <a:pt x="1786128" y="105156"/>
                  </a:lnTo>
                  <a:lnTo>
                    <a:pt x="1851937" y="67056"/>
                  </a:lnTo>
                  <a:lnTo>
                    <a:pt x="1872996" y="79248"/>
                  </a:lnTo>
                  <a:lnTo>
                    <a:pt x="1879091" y="79248"/>
                  </a:lnTo>
                  <a:lnTo>
                    <a:pt x="1879091" y="80772"/>
                  </a:lnTo>
                  <a:lnTo>
                    <a:pt x="1884630" y="80772"/>
                  </a:lnTo>
                  <a:lnTo>
                    <a:pt x="1801368" y="129540"/>
                  </a:lnTo>
                  <a:lnTo>
                    <a:pt x="1793748" y="1325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1923288" y="3072383"/>
            <a:ext cx="2016760" cy="132715"/>
          </a:xfrm>
          <a:custGeom>
            <a:avLst/>
            <a:gdLst/>
            <a:ahLst/>
            <a:cxnLst/>
            <a:rect l="l" t="t" r="r" b="b"/>
            <a:pathLst>
              <a:path w="2016760" h="132714">
                <a:moveTo>
                  <a:pt x="1958668" y="66868"/>
                </a:moveTo>
                <a:lnTo>
                  <a:pt x="1894332" y="28956"/>
                </a:lnTo>
                <a:lnTo>
                  <a:pt x="1888236" y="24384"/>
                </a:lnTo>
                <a:lnTo>
                  <a:pt x="1885188" y="16764"/>
                </a:lnTo>
                <a:lnTo>
                  <a:pt x="1889759" y="9144"/>
                </a:lnTo>
                <a:lnTo>
                  <a:pt x="1892808" y="3048"/>
                </a:lnTo>
                <a:lnTo>
                  <a:pt x="1901951" y="0"/>
                </a:lnTo>
                <a:lnTo>
                  <a:pt x="1908048" y="4572"/>
                </a:lnTo>
                <a:lnTo>
                  <a:pt x="1989860" y="51816"/>
                </a:lnTo>
                <a:lnTo>
                  <a:pt x="1987296" y="51816"/>
                </a:lnTo>
                <a:lnTo>
                  <a:pt x="1987296" y="54864"/>
                </a:lnTo>
                <a:lnTo>
                  <a:pt x="1979676" y="54864"/>
                </a:lnTo>
                <a:lnTo>
                  <a:pt x="1958668" y="66868"/>
                </a:lnTo>
                <a:close/>
              </a:path>
              <a:path w="2016760" h="132714">
                <a:moveTo>
                  <a:pt x="1934337" y="80772"/>
                </a:moveTo>
                <a:lnTo>
                  <a:pt x="0" y="80772"/>
                </a:lnTo>
                <a:lnTo>
                  <a:pt x="0" y="51816"/>
                </a:lnTo>
                <a:lnTo>
                  <a:pt x="1933124" y="51816"/>
                </a:lnTo>
                <a:lnTo>
                  <a:pt x="1958668" y="66868"/>
                </a:lnTo>
                <a:lnTo>
                  <a:pt x="1934337" y="80772"/>
                </a:lnTo>
                <a:close/>
              </a:path>
              <a:path w="2016760" h="132714">
                <a:moveTo>
                  <a:pt x="1992499" y="80772"/>
                </a:moveTo>
                <a:lnTo>
                  <a:pt x="1987296" y="80772"/>
                </a:lnTo>
                <a:lnTo>
                  <a:pt x="1987296" y="51816"/>
                </a:lnTo>
                <a:lnTo>
                  <a:pt x="1989860" y="51816"/>
                </a:lnTo>
                <a:lnTo>
                  <a:pt x="2016251" y="67056"/>
                </a:lnTo>
                <a:lnTo>
                  <a:pt x="1992499" y="80772"/>
                </a:lnTo>
                <a:close/>
              </a:path>
              <a:path w="2016760" h="132714">
                <a:moveTo>
                  <a:pt x="1979676" y="79248"/>
                </a:moveTo>
                <a:lnTo>
                  <a:pt x="1958668" y="66868"/>
                </a:lnTo>
                <a:lnTo>
                  <a:pt x="1979676" y="54864"/>
                </a:lnTo>
                <a:lnTo>
                  <a:pt x="1979676" y="79248"/>
                </a:lnTo>
                <a:close/>
              </a:path>
              <a:path w="2016760" h="132714">
                <a:moveTo>
                  <a:pt x="1987296" y="79248"/>
                </a:moveTo>
                <a:lnTo>
                  <a:pt x="1979676" y="79248"/>
                </a:lnTo>
                <a:lnTo>
                  <a:pt x="1979676" y="54864"/>
                </a:lnTo>
                <a:lnTo>
                  <a:pt x="1987296" y="54864"/>
                </a:lnTo>
                <a:lnTo>
                  <a:pt x="1987296" y="79248"/>
                </a:lnTo>
                <a:close/>
              </a:path>
              <a:path w="2016760" h="132714">
                <a:moveTo>
                  <a:pt x="1901951" y="132588"/>
                </a:moveTo>
                <a:lnTo>
                  <a:pt x="1892808" y="131064"/>
                </a:lnTo>
                <a:lnTo>
                  <a:pt x="1889759" y="123444"/>
                </a:lnTo>
                <a:lnTo>
                  <a:pt x="1885188" y="117348"/>
                </a:lnTo>
                <a:lnTo>
                  <a:pt x="1888236" y="108204"/>
                </a:lnTo>
                <a:lnTo>
                  <a:pt x="1894332" y="103632"/>
                </a:lnTo>
                <a:lnTo>
                  <a:pt x="1958668" y="66868"/>
                </a:lnTo>
                <a:lnTo>
                  <a:pt x="1979676" y="79248"/>
                </a:lnTo>
                <a:lnTo>
                  <a:pt x="1987296" y="79248"/>
                </a:lnTo>
                <a:lnTo>
                  <a:pt x="1987296" y="80772"/>
                </a:lnTo>
                <a:lnTo>
                  <a:pt x="1992499" y="80772"/>
                </a:lnTo>
                <a:lnTo>
                  <a:pt x="1908048" y="129540"/>
                </a:lnTo>
                <a:lnTo>
                  <a:pt x="1901951" y="132588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11110" y="2211534"/>
            <a:ext cx="6910070" cy="1289685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1561465" indent="-157480">
              <a:lnSpc>
                <a:spcPct val="100000"/>
              </a:lnSpc>
              <a:spcBef>
                <a:spcPts val="1275"/>
              </a:spcBef>
              <a:buChar char="•"/>
              <a:tabLst>
                <a:tab pos="1561465" algn="l"/>
              </a:tabLst>
            </a:pP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Oscillations</a:t>
            </a:r>
            <a:r>
              <a:rPr sz="2000" spc="-1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are</a:t>
            </a:r>
            <a:r>
              <a:rPr sz="2000" spc="-1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parallel</a:t>
            </a:r>
            <a:r>
              <a:rPr sz="2000" spc="1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to</a:t>
            </a:r>
            <a:r>
              <a:rPr sz="2000" spc="-1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the</a:t>
            </a:r>
            <a:r>
              <a:rPr sz="2000" spc="-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direction</a:t>
            </a:r>
            <a:r>
              <a:rPr sz="2000" spc="-1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of </a:t>
            </a:r>
            <a:r>
              <a:rPr sz="2000" spc="-10" dirty="0">
                <a:solidFill>
                  <a:srgbClr val="0000FF"/>
                </a:solidFill>
                <a:latin typeface="Microsoft Sans Serif"/>
                <a:cs typeface="Microsoft Sans Serif"/>
              </a:rPr>
              <a:t>travel</a:t>
            </a:r>
            <a:endParaRPr sz="2000">
              <a:latin typeface="Microsoft Sans Serif"/>
              <a:cs typeface="Microsoft Sans Serif"/>
            </a:endParaRPr>
          </a:p>
          <a:p>
            <a:pPr marL="12700" marR="4291965" indent="683895">
              <a:lnSpc>
                <a:spcPct val="146700"/>
              </a:lnSpc>
              <a:spcBef>
                <a:spcPts val="40"/>
              </a:spcBef>
            </a:pPr>
            <a:r>
              <a:rPr sz="1800" dirty="0">
                <a:solidFill>
                  <a:srgbClr val="FF3300"/>
                </a:solidFill>
                <a:latin typeface="Microsoft Sans Serif"/>
                <a:cs typeface="Microsoft Sans Serif"/>
              </a:rPr>
              <a:t>Motion of</a:t>
            </a:r>
            <a:r>
              <a:rPr sz="1800" spc="-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3300"/>
                </a:solidFill>
                <a:latin typeface="Microsoft Sans Serif"/>
                <a:cs typeface="Microsoft Sans Serif"/>
              </a:rPr>
              <a:t>the</a:t>
            </a:r>
            <a:r>
              <a:rPr sz="1800" spc="-20" dirty="0">
                <a:solidFill>
                  <a:srgbClr val="FF3300"/>
                </a:solidFill>
                <a:latin typeface="Microsoft Sans Serif"/>
                <a:cs typeface="Microsoft Sans Serif"/>
              </a:rPr>
              <a:t> wave </a:t>
            </a:r>
            <a:r>
              <a:rPr sz="1800" dirty="0">
                <a:latin typeface="Microsoft Sans Serif"/>
                <a:cs typeface="Microsoft Sans Serif"/>
              </a:rPr>
              <a:t>Motion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10" dirty="0">
                <a:latin typeface="Microsoft Sans Serif"/>
                <a:cs typeface="Microsoft Sans Serif"/>
              </a:rPr>
              <a:t> particles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916980" y="439952"/>
            <a:ext cx="2487295" cy="61341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pc="-10" dirty="0"/>
              <a:t>17-</a:t>
            </a:r>
            <a:r>
              <a:rPr dirty="0"/>
              <a:t>1</a:t>
            </a:r>
            <a:r>
              <a:rPr spc="-30" dirty="0"/>
              <a:t> </a:t>
            </a:r>
            <a:r>
              <a:rPr dirty="0"/>
              <a:t>Sound</a:t>
            </a:r>
            <a:r>
              <a:rPr spc="-15" dirty="0"/>
              <a:t> </a:t>
            </a:r>
            <a:r>
              <a:rPr spc="-20" dirty="0"/>
              <a:t>Waves </a:t>
            </a:r>
            <a:r>
              <a:rPr spc="-10" dirty="0">
                <a:solidFill>
                  <a:srgbClr val="E10000"/>
                </a:solidFill>
              </a:rPr>
              <a:t>Introduction</a:t>
            </a:r>
          </a:p>
        </p:txBody>
      </p:sp>
      <p:sp>
        <p:nvSpPr>
          <p:cNvPr id="11" name="object 11"/>
          <p:cNvSpPr/>
          <p:nvPr/>
        </p:nvSpPr>
        <p:spPr>
          <a:xfrm>
            <a:off x="792479" y="370331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2852" y="6819900"/>
                </a:moveTo>
                <a:lnTo>
                  <a:pt x="3048" y="6819900"/>
                </a:lnTo>
                <a:lnTo>
                  <a:pt x="0" y="6816851"/>
                </a:lnTo>
                <a:lnTo>
                  <a:pt x="0" y="3048"/>
                </a:lnTo>
                <a:lnTo>
                  <a:pt x="3048" y="0"/>
                </a:lnTo>
                <a:lnTo>
                  <a:pt x="9102852" y="0"/>
                </a:lnTo>
                <a:lnTo>
                  <a:pt x="9105900" y="3048"/>
                </a:lnTo>
                <a:lnTo>
                  <a:pt x="9105900" y="6096"/>
                </a:ln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lnTo>
                  <a:pt x="12192" y="6807708"/>
                </a:lnTo>
                <a:lnTo>
                  <a:pt x="6096" y="6807708"/>
                </a:lnTo>
                <a:lnTo>
                  <a:pt x="12192" y="6813803"/>
                </a:lnTo>
                <a:lnTo>
                  <a:pt x="9105900" y="6813803"/>
                </a:lnTo>
                <a:lnTo>
                  <a:pt x="9105900" y="6816851"/>
                </a:lnTo>
                <a:lnTo>
                  <a:pt x="9102852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close/>
              </a:path>
              <a:path w="9105900" h="6819900">
                <a:moveTo>
                  <a:pt x="9093707" y="12192"/>
                </a:moveTo>
                <a:lnTo>
                  <a:pt x="12192" y="12192"/>
                </a:lnTo>
                <a:lnTo>
                  <a:pt x="12192" y="6096"/>
                </a:lnTo>
                <a:lnTo>
                  <a:pt x="9093707" y="6096"/>
                </a:lnTo>
                <a:lnTo>
                  <a:pt x="9093707" y="12192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9093707" y="6096"/>
                </a:lnTo>
                <a:lnTo>
                  <a:pt x="9099804" y="12192"/>
                </a:lnTo>
                <a:lnTo>
                  <a:pt x="9105900" y="12192"/>
                </a:lnTo>
                <a:lnTo>
                  <a:pt x="9105900" y="6807708"/>
                </a:lnTo>
                <a:lnTo>
                  <a:pt x="9099804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12192"/>
                </a:moveTo>
                <a:lnTo>
                  <a:pt x="9099804" y="12192"/>
                </a:lnTo>
                <a:lnTo>
                  <a:pt x="9093707" y="6096"/>
                </a:lnTo>
                <a:lnTo>
                  <a:pt x="9105900" y="6096"/>
                </a:lnTo>
                <a:lnTo>
                  <a:pt x="9105900" y="12192"/>
                </a:lnTo>
                <a:close/>
              </a:path>
              <a:path w="9105900" h="6819900">
                <a:moveTo>
                  <a:pt x="12192" y="6813803"/>
                </a:moveTo>
                <a:lnTo>
                  <a:pt x="6096" y="6807708"/>
                </a:lnTo>
                <a:lnTo>
                  <a:pt x="12192" y="6807708"/>
                </a:lnTo>
                <a:lnTo>
                  <a:pt x="12192" y="6813803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12192" y="6813803"/>
                </a:lnTo>
                <a:lnTo>
                  <a:pt x="12192" y="6807708"/>
                </a:lnTo>
                <a:lnTo>
                  <a:pt x="9093707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6813803"/>
                </a:moveTo>
                <a:lnTo>
                  <a:pt x="9093707" y="6813803"/>
                </a:lnTo>
                <a:lnTo>
                  <a:pt x="9099804" y="6807708"/>
                </a:lnTo>
                <a:lnTo>
                  <a:pt x="9105900" y="6807708"/>
                </a:lnTo>
                <a:lnTo>
                  <a:pt x="9105900" y="6813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56303" y="1754124"/>
            <a:ext cx="2756916" cy="275386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217404" y="370330"/>
            <a:ext cx="3311206" cy="145745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432560">
              <a:lnSpc>
                <a:spcPct val="100000"/>
              </a:lnSpc>
              <a:spcBef>
                <a:spcPts val="305"/>
              </a:spcBef>
            </a:pPr>
            <a:endParaRPr sz="800" dirty="0">
              <a:latin typeface="Microsoft Sans Serif"/>
              <a:cs typeface="Microsoft Sans Serif"/>
            </a:endParaRPr>
          </a:p>
          <a:p>
            <a:pPr marL="12700" marR="285115">
              <a:lnSpc>
                <a:spcPct val="100000"/>
              </a:lnSpc>
              <a:spcBef>
                <a:spcPts val="500"/>
              </a:spcBef>
            </a:pPr>
            <a:r>
              <a:rPr sz="2000" dirty="0">
                <a:solidFill>
                  <a:srgbClr val="FF5050"/>
                </a:solidFill>
                <a:latin typeface="Microsoft Sans Serif"/>
                <a:cs typeface="Microsoft Sans Serif"/>
              </a:rPr>
              <a:t>A</a:t>
            </a:r>
            <a:r>
              <a:rPr sz="2000" spc="-95" dirty="0">
                <a:solidFill>
                  <a:srgbClr val="FF505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5050"/>
                </a:solidFill>
                <a:latin typeface="Microsoft Sans Serif"/>
                <a:cs typeface="Microsoft Sans Serif"/>
              </a:rPr>
              <a:t>wavefront</a:t>
            </a:r>
            <a:r>
              <a:rPr sz="2000" spc="-30" dirty="0">
                <a:solidFill>
                  <a:srgbClr val="FF505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is</a:t>
            </a:r>
            <a:r>
              <a:rPr sz="200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an </a:t>
            </a:r>
            <a:r>
              <a:rPr sz="2000" spc="-10" dirty="0">
                <a:solidFill>
                  <a:srgbClr val="0000FF"/>
                </a:solidFill>
                <a:latin typeface="Microsoft Sans Serif"/>
                <a:cs typeface="Microsoft Sans Serif"/>
              </a:rPr>
              <a:t>imaginary </a:t>
            </a: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surface</a:t>
            </a:r>
            <a:r>
              <a:rPr sz="2000" spc="-2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over</a:t>
            </a:r>
            <a:r>
              <a:rPr sz="2000" spc="-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which</a:t>
            </a:r>
            <a:r>
              <a:rPr sz="2000" spc="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0000FF"/>
                </a:solidFill>
                <a:latin typeface="Microsoft Sans Serif"/>
                <a:cs typeface="Microsoft Sans Serif"/>
              </a:rPr>
              <a:t>the </a:t>
            </a: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displacements</a:t>
            </a:r>
            <a:r>
              <a:rPr sz="2000" spc="-4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of</a:t>
            </a:r>
            <a:r>
              <a:rPr sz="2000" spc="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Microsoft Sans Serif"/>
                <a:cs typeface="Microsoft Sans Serif"/>
              </a:rPr>
              <a:t>particles </a:t>
            </a: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are</a:t>
            </a:r>
            <a:r>
              <a:rPr sz="2000" spc="-1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the</a:t>
            </a:r>
            <a:r>
              <a:rPr sz="2000" spc="3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0000FF"/>
                </a:solidFill>
                <a:latin typeface="Microsoft Sans Serif"/>
                <a:cs typeface="Microsoft Sans Serif"/>
              </a:rPr>
              <a:t>same.</a:t>
            </a:r>
            <a:endParaRPr sz="2000" dirty="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037332" y="1473708"/>
            <a:ext cx="4470400" cy="2272665"/>
            <a:chOff x="3037332" y="1473708"/>
            <a:chExt cx="4470400" cy="2272665"/>
          </a:xfrm>
        </p:grpSpPr>
        <p:sp>
          <p:nvSpPr>
            <p:cNvPr id="5" name="object 5"/>
            <p:cNvSpPr/>
            <p:nvPr/>
          </p:nvSpPr>
          <p:spPr>
            <a:xfrm>
              <a:off x="6134100" y="1796795"/>
              <a:ext cx="582295" cy="510540"/>
            </a:xfrm>
            <a:custGeom>
              <a:avLst/>
              <a:gdLst/>
              <a:ahLst/>
              <a:cxnLst/>
              <a:rect l="l" t="t" r="r" b="b"/>
              <a:pathLst>
                <a:path w="582295" h="510539">
                  <a:moveTo>
                    <a:pt x="6096" y="510540"/>
                  </a:moveTo>
                  <a:lnTo>
                    <a:pt x="0" y="502920"/>
                  </a:lnTo>
                  <a:lnTo>
                    <a:pt x="576071" y="0"/>
                  </a:lnTo>
                  <a:lnTo>
                    <a:pt x="582167" y="7620"/>
                  </a:lnTo>
                  <a:lnTo>
                    <a:pt x="6096" y="51054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150107" y="3066287"/>
              <a:ext cx="2194560" cy="132715"/>
            </a:xfrm>
            <a:custGeom>
              <a:avLst/>
              <a:gdLst/>
              <a:ahLst/>
              <a:cxnLst/>
              <a:rect l="l" t="t" r="r" b="b"/>
              <a:pathLst>
                <a:path w="2194560" h="132714">
                  <a:moveTo>
                    <a:pt x="112775" y="132588"/>
                  </a:moveTo>
                  <a:lnTo>
                    <a:pt x="106679" y="128016"/>
                  </a:lnTo>
                  <a:lnTo>
                    <a:pt x="0" y="65532"/>
                  </a:lnTo>
                  <a:lnTo>
                    <a:pt x="106679" y="4572"/>
                  </a:lnTo>
                  <a:lnTo>
                    <a:pt x="112775" y="0"/>
                  </a:lnTo>
                  <a:lnTo>
                    <a:pt x="121919" y="1524"/>
                  </a:lnTo>
                  <a:lnTo>
                    <a:pt x="126491" y="9144"/>
                  </a:lnTo>
                  <a:lnTo>
                    <a:pt x="129539" y="15240"/>
                  </a:lnTo>
                  <a:lnTo>
                    <a:pt x="128015" y="24384"/>
                  </a:lnTo>
                  <a:lnTo>
                    <a:pt x="120395" y="28956"/>
                  </a:lnTo>
                  <a:lnTo>
                    <a:pt x="81603" y="51816"/>
                  </a:lnTo>
                  <a:lnTo>
                    <a:pt x="27431" y="51816"/>
                  </a:lnTo>
                  <a:lnTo>
                    <a:pt x="27431" y="80772"/>
                  </a:lnTo>
                  <a:lnTo>
                    <a:pt x="81603" y="80772"/>
                  </a:lnTo>
                  <a:lnTo>
                    <a:pt x="120395" y="103632"/>
                  </a:lnTo>
                  <a:lnTo>
                    <a:pt x="128015" y="108204"/>
                  </a:lnTo>
                  <a:lnTo>
                    <a:pt x="129539" y="117348"/>
                  </a:lnTo>
                  <a:lnTo>
                    <a:pt x="126491" y="123444"/>
                  </a:lnTo>
                  <a:lnTo>
                    <a:pt x="121919" y="129540"/>
                  </a:lnTo>
                  <a:lnTo>
                    <a:pt x="112775" y="132588"/>
                  </a:lnTo>
                  <a:close/>
                </a:path>
                <a:path w="2194560" h="132714">
                  <a:moveTo>
                    <a:pt x="81603" y="80772"/>
                  </a:moveTo>
                  <a:lnTo>
                    <a:pt x="27431" y="80772"/>
                  </a:lnTo>
                  <a:lnTo>
                    <a:pt x="27431" y="51816"/>
                  </a:lnTo>
                  <a:lnTo>
                    <a:pt x="81603" y="51816"/>
                  </a:lnTo>
                  <a:lnTo>
                    <a:pt x="79017" y="53340"/>
                  </a:lnTo>
                  <a:lnTo>
                    <a:pt x="35051" y="53340"/>
                  </a:lnTo>
                  <a:lnTo>
                    <a:pt x="35051" y="79248"/>
                  </a:lnTo>
                  <a:lnTo>
                    <a:pt x="79017" y="79248"/>
                  </a:lnTo>
                  <a:lnTo>
                    <a:pt x="81603" y="80772"/>
                  </a:lnTo>
                  <a:close/>
                </a:path>
                <a:path w="2194560" h="132714">
                  <a:moveTo>
                    <a:pt x="2194560" y="80772"/>
                  </a:moveTo>
                  <a:lnTo>
                    <a:pt x="81603" y="80772"/>
                  </a:lnTo>
                  <a:lnTo>
                    <a:pt x="57034" y="66294"/>
                  </a:lnTo>
                  <a:lnTo>
                    <a:pt x="81603" y="51816"/>
                  </a:lnTo>
                  <a:lnTo>
                    <a:pt x="2194560" y="51816"/>
                  </a:lnTo>
                  <a:lnTo>
                    <a:pt x="2194560" y="80772"/>
                  </a:lnTo>
                  <a:close/>
                </a:path>
                <a:path w="2194560" h="132714">
                  <a:moveTo>
                    <a:pt x="35051" y="79248"/>
                  </a:moveTo>
                  <a:lnTo>
                    <a:pt x="35051" y="53340"/>
                  </a:lnTo>
                  <a:lnTo>
                    <a:pt x="57034" y="66294"/>
                  </a:lnTo>
                  <a:lnTo>
                    <a:pt x="35051" y="79248"/>
                  </a:lnTo>
                  <a:close/>
                </a:path>
                <a:path w="2194560" h="132714">
                  <a:moveTo>
                    <a:pt x="57034" y="66294"/>
                  </a:moveTo>
                  <a:lnTo>
                    <a:pt x="35051" y="53340"/>
                  </a:lnTo>
                  <a:lnTo>
                    <a:pt x="79017" y="53340"/>
                  </a:lnTo>
                  <a:lnTo>
                    <a:pt x="57034" y="66294"/>
                  </a:lnTo>
                  <a:close/>
                </a:path>
                <a:path w="2194560" h="132714">
                  <a:moveTo>
                    <a:pt x="79017" y="79248"/>
                  </a:moveTo>
                  <a:lnTo>
                    <a:pt x="35051" y="79248"/>
                  </a:lnTo>
                  <a:lnTo>
                    <a:pt x="57034" y="66294"/>
                  </a:lnTo>
                  <a:lnTo>
                    <a:pt x="79017" y="79248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37332" y="1473707"/>
              <a:ext cx="2240280" cy="2272665"/>
            </a:xfrm>
            <a:custGeom>
              <a:avLst/>
              <a:gdLst/>
              <a:ahLst/>
              <a:cxnLst/>
              <a:rect l="l" t="t" r="r" b="b"/>
              <a:pathLst>
                <a:path w="2240279" h="2272665">
                  <a:moveTo>
                    <a:pt x="332232" y="1769376"/>
                  </a:moveTo>
                  <a:lnTo>
                    <a:pt x="324599" y="1764792"/>
                  </a:lnTo>
                  <a:lnTo>
                    <a:pt x="0" y="2267712"/>
                  </a:lnTo>
                  <a:lnTo>
                    <a:pt x="9131" y="2272284"/>
                  </a:lnTo>
                  <a:lnTo>
                    <a:pt x="332232" y="1769376"/>
                  </a:lnTo>
                  <a:close/>
                </a:path>
                <a:path w="2240279" h="2272665">
                  <a:moveTo>
                    <a:pt x="2240280" y="1581912"/>
                  </a:moveTo>
                  <a:lnTo>
                    <a:pt x="332232" y="0"/>
                  </a:lnTo>
                  <a:lnTo>
                    <a:pt x="326123" y="6096"/>
                  </a:lnTo>
                  <a:lnTo>
                    <a:pt x="2234184" y="1589532"/>
                  </a:lnTo>
                  <a:lnTo>
                    <a:pt x="2240280" y="1581912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94376" y="3092195"/>
              <a:ext cx="80772" cy="8229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183623" y="2622803"/>
              <a:ext cx="4323715" cy="982980"/>
            </a:xfrm>
            <a:custGeom>
              <a:avLst/>
              <a:gdLst/>
              <a:ahLst/>
              <a:cxnLst/>
              <a:rect l="l" t="t" r="r" b="b"/>
              <a:pathLst>
                <a:path w="4323715" h="982979">
                  <a:moveTo>
                    <a:pt x="1406664" y="324612"/>
                  </a:moveTo>
                  <a:lnTo>
                    <a:pt x="1524" y="0"/>
                  </a:lnTo>
                  <a:lnTo>
                    <a:pt x="0" y="9144"/>
                  </a:lnTo>
                  <a:lnTo>
                    <a:pt x="1405140" y="333756"/>
                  </a:lnTo>
                  <a:lnTo>
                    <a:pt x="1406664" y="324612"/>
                  </a:lnTo>
                  <a:close/>
                </a:path>
                <a:path w="4323715" h="982979">
                  <a:moveTo>
                    <a:pt x="4323588" y="975372"/>
                  </a:moveTo>
                  <a:lnTo>
                    <a:pt x="3642372" y="507047"/>
                  </a:lnTo>
                  <a:lnTo>
                    <a:pt x="3642372" y="190500"/>
                  </a:lnTo>
                  <a:lnTo>
                    <a:pt x="3642372" y="185928"/>
                  </a:lnTo>
                  <a:lnTo>
                    <a:pt x="3642372" y="181356"/>
                  </a:lnTo>
                  <a:lnTo>
                    <a:pt x="3633228" y="181356"/>
                  </a:lnTo>
                  <a:lnTo>
                    <a:pt x="3633228" y="190500"/>
                  </a:lnTo>
                  <a:lnTo>
                    <a:pt x="3633228" y="684276"/>
                  </a:lnTo>
                  <a:lnTo>
                    <a:pt x="3354336" y="684276"/>
                  </a:lnTo>
                  <a:lnTo>
                    <a:pt x="3354336" y="190500"/>
                  </a:lnTo>
                  <a:lnTo>
                    <a:pt x="3633228" y="190500"/>
                  </a:lnTo>
                  <a:lnTo>
                    <a:pt x="3633228" y="181356"/>
                  </a:lnTo>
                  <a:lnTo>
                    <a:pt x="3345192" y="181356"/>
                  </a:lnTo>
                  <a:lnTo>
                    <a:pt x="3345192" y="693420"/>
                  </a:lnTo>
                  <a:lnTo>
                    <a:pt x="3642372" y="693420"/>
                  </a:lnTo>
                  <a:lnTo>
                    <a:pt x="3642372" y="688848"/>
                  </a:lnTo>
                  <a:lnTo>
                    <a:pt x="3642372" y="684276"/>
                  </a:lnTo>
                  <a:lnTo>
                    <a:pt x="3642372" y="518833"/>
                  </a:lnTo>
                  <a:lnTo>
                    <a:pt x="4317504" y="982980"/>
                  </a:lnTo>
                  <a:lnTo>
                    <a:pt x="4323588" y="975372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40912" y="3791251"/>
            <a:ext cx="2822575" cy="1550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5050"/>
                </a:solidFill>
                <a:latin typeface="Microsoft Sans Serif"/>
                <a:cs typeface="Microsoft Sans Serif"/>
              </a:rPr>
              <a:t>A</a:t>
            </a:r>
            <a:r>
              <a:rPr sz="2000" spc="-95" dirty="0">
                <a:solidFill>
                  <a:srgbClr val="FF505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5050"/>
                </a:solidFill>
                <a:latin typeface="Microsoft Sans Serif"/>
                <a:cs typeface="Microsoft Sans Serif"/>
              </a:rPr>
              <a:t>ray</a:t>
            </a:r>
            <a:r>
              <a:rPr sz="2000" spc="-20" dirty="0">
                <a:solidFill>
                  <a:srgbClr val="FF505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is</a:t>
            </a:r>
            <a:r>
              <a:rPr sz="2000" spc="1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a</a:t>
            </a:r>
            <a:r>
              <a:rPr sz="2000" spc="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directed</a:t>
            </a:r>
            <a:r>
              <a:rPr sz="2000" spc="-20" dirty="0">
                <a:solidFill>
                  <a:srgbClr val="0000FF"/>
                </a:solidFill>
                <a:latin typeface="Microsoft Sans Serif"/>
                <a:cs typeface="Microsoft Sans Serif"/>
              </a:rPr>
              <a:t> line </a:t>
            </a: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perpendicular</a:t>
            </a:r>
            <a:r>
              <a:rPr sz="2000" spc="-6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0000FF"/>
                </a:solidFill>
                <a:latin typeface="Microsoft Sans Serif"/>
                <a:cs typeface="Microsoft Sans Serif"/>
              </a:rPr>
              <a:t>to </a:t>
            </a: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wavefronts</a:t>
            </a:r>
            <a:r>
              <a:rPr sz="2000" spc="-3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and </a:t>
            </a:r>
            <a:r>
              <a:rPr sz="2000" spc="-10" dirty="0">
                <a:solidFill>
                  <a:srgbClr val="0000FF"/>
                </a:solidFill>
                <a:latin typeface="Microsoft Sans Serif"/>
                <a:cs typeface="Microsoft Sans Serif"/>
              </a:rPr>
              <a:t>indicates </a:t>
            </a: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the direction</a:t>
            </a:r>
            <a:r>
              <a:rPr sz="2000" spc="-1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of travel</a:t>
            </a:r>
            <a:r>
              <a:rPr sz="200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0000FF"/>
                </a:solidFill>
                <a:latin typeface="Microsoft Sans Serif"/>
                <a:cs typeface="Microsoft Sans Serif"/>
              </a:rPr>
              <a:t>of </a:t>
            </a: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the</a:t>
            </a:r>
            <a:r>
              <a:rPr sz="2000" spc="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Microsoft Sans Serif"/>
                <a:cs typeface="Microsoft Sans Serif"/>
              </a:rPr>
              <a:t>wavefronts.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28572" y="3661636"/>
            <a:ext cx="2482215" cy="1245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Away</a:t>
            </a:r>
            <a:r>
              <a:rPr sz="2000" spc="-2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from</a:t>
            </a:r>
            <a:r>
              <a:rPr sz="2000" spc="-4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a</a:t>
            </a:r>
            <a:r>
              <a:rPr sz="2000" spc="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3333CC"/>
                </a:solidFill>
                <a:latin typeface="Microsoft Sans Serif"/>
                <a:cs typeface="Microsoft Sans Serif"/>
              </a:rPr>
              <a:t>point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source,</a:t>
            </a:r>
            <a:r>
              <a:rPr sz="2000" spc="-2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we</a:t>
            </a:r>
            <a:r>
              <a:rPr sz="2000" spc="2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3333CC"/>
                </a:solidFill>
                <a:latin typeface="Microsoft Sans Serif"/>
                <a:cs typeface="Microsoft Sans Serif"/>
              </a:rPr>
              <a:t>can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approximate</a:t>
            </a:r>
            <a:r>
              <a:rPr sz="2000" spc="-5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3333CC"/>
                </a:solidFill>
                <a:latin typeface="Microsoft Sans Serif"/>
                <a:cs typeface="Microsoft Sans Serif"/>
              </a:rPr>
              <a:t>the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wavefronts</a:t>
            </a:r>
            <a:r>
              <a:rPr sz="2000" spc="-2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as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5050"/>
                </a:solidFill>
                <a:latin typeface="Microsoft Sans Serif"/>
                <a:cs typeface="Microsoft Sans Serif"/>
              </a:rPr>
              <a:t>planes.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23660" y="2256498"/>
            <a:ext cx="18783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Spherical</a:t>
            </a:r>
            <a:r>
              <a:rPr sz="2000" spc="-4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3333CC"/>
                </a:solidFill>
                <a:latin typeface="Microsoft Sans Serif"/>
                <a:cs typeface="Microsoft Sans Serif"/>
              </a:rPr>
              <a:t>waves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221735" y="5580888"/>
            <a:ext cx="3131820" cy="1115695"/>
            <a:chOff x="3221735" y="5580888"/>
            <a:chExt cx="3131820" cy="1115695"/>
          </a:xfrm>
        </p:grpSpPr>
        <p:sp>
          <p:nvSpPr>
            <p:cNvPr id="14" name="object 14"/>
            <p:cNvSpPr/>
            <p:nvPr/>
          </p:nvSpPr>
          <p:spPr>
            <a:xfrm>
              <a:off x="3715499" y="5580888"/>
              <a:ext cx="2179955" cy="1115695"/>
            </a:xfrm>
            <a:custGeom>
              <a:avLst/>
              <a:gdLst/>
              <a:ahLst/>
              <a:cxnLst/>
              <a:rect l="l" t="t" r="r" b="b"/>
              <a:pathLst>
                <a:path w="2179954" h="1115694">
                  <a:moveTo>
                    <a:pt x="18300" y="0"/>
                  </a:moveTo>
                  <a:lnTo>
                    <a:pt x="0" y="0"/>
                  </a:lnTo>
                  <a:lnTo>
                    <a:pt x="0" y="1115568"/>
                  </a:lnTo>
                  <a:lnTo>
                    <a:pt x="18300" y="1115568"/>
                  </a:lnTo>
                  <a:lnTo>
                    <a:pt x="18300" y="0"/>
                  </a:lnTo>
                  <a:close/>
                </a:path>
                <a:path w="2179954" h="1115694">
                  <a:moveTo>
                    <a:pt x="739152" y="0"/>
                  </a:moveTo>
                  <a:lnTo>
                    <a:pt x="720864" y="0"/>
                  </a:lnTo>
                  <a:lnTo>
                    <a:pt x="720864" y="1115568"/>
                  </a:lnTo>
                  <a:lnTo>
                    <a:pt x="739152" y="1115568"/>
                  </a:lnTo>
                  <a:lnTo>
                    <a:pt x="739152" y="0"/>
                  </a:lnTo>
                  <a:close/>
                </a:path>
                <a:path w="2179954" h="1115694">
                  <a:moveTo>
                    <a:pt x="1460004" y="0"/>
                  </a:moveTo>
                  <a:lnTo>
                    <a:pt x="1441716" y="0"/>
                  </a:lnTo>
                  <a:lnTo>
                    <a:pt x="1441716" y="1115568"/>
                  </a:lnTo>
                  <a:lnTo>
                    <a:pt x="1460004" y="1115568"/>
                  </a:lnTo>
                  <a:lnTo>
                    <a:pt x="1460004" y="0"/>
                  </a:lnTo>
                  <a:close/>
                </a:path>
                <a:path w="2179954" h="1115694">
                  <a:moveTo>
                    <a:pt x="2179332" y="0"/>
                  </a:moveTo>
                  <a:lnTo>
                    <a:pt x="2159520" y="0"/>
                  </a:lnTo>
                  <a:lnTo>
                    <a:pt x="2159520" y="1115568"/>
                  </a:lnTo>
                  <a:lnTo>
                    <a:pt x="2179332" y="1115568"/>
                  </a:lnTo>
                  <a:lnTo>
                    <a:pt x="21793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21735" y="6089903"/>
              <a:ext cx="3131820" cy="132715"/>
            </a:xfrm>
            <a:custGeom>
              <a:avLst/>
              <a:gdLst/>
              <a:ahLst/>
              <a:cxnLst/>
              <a:rect l="l" t="t" r="r" b="b"/>
              <a:pathLst>
                <a:path w="3131820" h="132714">
                  <a:moveTo>
                    <a:pt x="3075709" y="67056"/>
                  </a:moveTo>
                  <a:lnTo>
                    <a:pt x="3009900" y="28956"/>
                  </a:lnTo>
                  <a:lnTo>
                    <a:pt x="3003803" y="25908"/>
                  </a:lnTo>
                  <a:lnTo>
                    <a:pt x="3000756" y="16764"/>
                  </a:lnTo>
                  <a:lnTo>
                    <a:pt x="3005327" y="9144"/>
                  </a:lnTo>
                  <a:lnTo>
                    <a:pt x="3009900" y="3048"/>
                  </a:lnTo>
                  <a:lnTo>
                    <a:pt x="3017519" y="0"/>
                  </a:lnTo>
                  <a:lnTo>
                    <a:pt x="3025140" y="4572"/>
                  </a:lnTo>
                  <a:lnTo>
                    <a:pt x="3105800" y="51816"/>
                  </a:lnTo>
                  <a:lnTo>
                    <a:pt x="3102864" y="51816"/>
                  </a:lnTo>
                  <a:lnTo>
                    <a:pt x="3102864" y="54864"/>
                  </a:lnTo>
                  <a:lnTo>
                    <a:pt x="3096768" y="54864"/>
                  </a:lnTo>
                  <a:lnTo>
                    <a:pt x="3075709" y="67056"/>
                  </a:lnTo>
                  <a:close/>
                </a:path>
                <a:path w="3131820" h="132714">
                  <a:moveTo>
                    <a:pt x="3052017" y="80772"/>
                  </a:moveTo>
                  <a:lnTo>
                    <a:pt x="0" y="80772"/>
                  </a:lnTo>
                  <a:lnTo>
                    <a:pt x="0" y="51816"/>
                  </a:lnTo>
                  <a:lnTo>
                    <a:pt x="3049385" y="51816"/>
                  </a:lnTo>
                  <a:lnTo>
                    <a:pt x="3075709" y="67056"/>
                  </a:lnTo>
                  <a:lnTo>
                    <a:pt x="3052017" y="80772"/>
                  </a:lnTo>
                  <a:close/>
                </a:path>
                <a:path w="3131820" h="132714">
                  <a:moveTo>
                    <a:pt x="3108402" y="80772"/>
                  </a:moveTo>
                  <a:lnTo>
                    <a:pt x="3102864" y="80772"/>
                  </a:lnTo>
                  <a:lnTo>
                    <a:pt x="3102864" y="51816"/>
                  </a:lnTo>
                  <a:lnTo>
                    <a:pt x="3105800" y="51816"/>
                  </a:lnTo>
                  <a:lnTo>
                    <a:pt x="3131819" y="67056"/>
                  </a:lnTo>
                  <a:lnTo>
                    <a:pt x="3108402" y="80772"/>
                  </a:lnTo>
                  <a:close/>
                </a:path>
                <a:path w="3131820" h="132714">
                  <a:moveTo>
                    <a:pt x="3096768" y="79248"/>
                  </a:moveTo>
                  <a:lnTo>
                    <a:pt x="3075709" y="67056"/>
                  </a:lnTo>
                  <a:lnTo>
                    <a:pt x="3096768" y="54864"/>
                  </a:lnTo>
                  <a:lnTo>
                    <a:pt x="3096768" y="79248"/>
                  </a:lnTo>
                  <a:close/>
                </a:path>
                <a:path w="3131820" h="132714">
                  <a:moveTo>
                    <a:pt x="3102864" y="79248"/>
                  </a:moveTo>
                  <a:lnTo>
                    <a:pt x="3096768" y="79248"/>
                  </a:lnTo>
                  <a:lnTo>
                    <a:pt x="3096768" y="54864"/>
                  </a:lnTo>
                  <a:lnTo>
                    <a:pt x="3102864" y="54864"/>
                  </a:lnTo>
                  <a:lnTo>
                    <a:pt x="3102864" y="79248"/>
                  </a:lnTo>
                  <a:close/>
                </a:path>
                <a:path w="3131820" h="132714">
                  <a:moveTo>
                    <a:pt x="3017519" y="132588"/>
                  </a:moveTo>
                  <a:lnTo>
                    <a:pt x="3009900" y="131064"/>
                  </a:lnTo>
                  <a:lnTo>
                    <a:pt x="3005327" y="123444"/>
                  </a:lnTo>
                  <a:lnTo>
                    <a:pt x="3000756" y="117348"/>
                  </a:lnTo>
                  <a:lnTo>
                    <a:pt x="3003803" y="108204"/>
                  </a:lnTo>
                  <a:lnTo>
                    <a:pt x="3009900" y="105156"/>
                  </a:lnTo>
                  <a:lnTo>
                    <a:pt x="3075709" y="67056"/>
                  </a:lnTo>
                  <a:lnTo>
                    <a:pt x="3096768" y="79248"/>
                  </a:lnTo>
                  <a:lnTo>
                    <a:pt x="3102864" y="79248"/>
                  </a:lnTo>
                  <a:lnTo>
                    <a:pt x="3102864" y="80772"/>
                  </a:lnTo>
                  <a:lnTo>
                    <a:pt x="3108402" y="80772"/>
                  </a:lnTo>
                  <a:lnTo>
                    <a:pt x="3025140" y="129540"/>
                  </a:lnTo>
                  <a:lnTo>
                    <a:pt x="3017519" y="132588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001048" y="5749522"/>
            <a:ext cx="4787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solidFill>
                  <a:srgbClr val="3333CC"/>
                </a:solidFill>
                <a:latin typeface="Microsoft Sans Serif"/>
                <a:cs typeface="Microsoft Sans Serif"/>
              </a:rPr>
              <a:t>Ray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40686" y="6616689"/>
            <a:ext cx="1651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65" dirty="0">
                <a:solidFill>
                  <a:srgbClr val="3333CC"/>
                </a:solidFill>
                <a:latin typeface="Cambria"/>
                <a:cs typeface="Cambria"/>
              </a:rPr>
              <a:t>λ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427220" y="6486144"/>
            <a:ext cx="2143125" cy="215265"/>
            <a:chOff x="4427220" y="6486144"/>
            <a:chExt cx="2143125" cy="215265"/>
          </a:xfrm>
        </p:grpSpPr>
        <p:sp>
          <p:nvSpPr>
            <p:cNvPr id="19" name="object 19"/>
            <p:cNvSpPr/>
            <p:nvPr/>
          </p:nvSpPr>
          <p:spPr>
            <a:xfrm>
              <a:off x="4427220" y="6486144"/>
              <a:ext cx="739140" cy="132715"/>
            </a:xfrm>
            <a:custGeom>
              <a:avLst/>
              <a:gdLst/>
              <a:ahLst/>
              <a:cxnLst/>
              <a:rect l="l" t="t" r="r" b="b"/>
              <a:pathLst>
                <a:path w="739139" h="132715">
                  <a:moveTo>
                    <a:pt x="114300" y="132588"/>
                  </a:moveTo>
                  <a:lnTo>
                    <a:pt x="106680" y="128016"/>
                  </a:lnTo>
                  <a:lnTo>
                    <a:pt x="0" y="65532"/>
                  </a:lnTo>
                  <a:lnTo>
                    <a:pt x="106680" y="3048"/>
                  </a:lnTo>
                  <a:lnTo>
                    <a:pt x="114300" y="0"/>
                  </a:lnTo>
                  <a:lnTo>
                    <a:pt x="123444" y="1524"/>
                  </a:lnTo>
                  <a:lnTo>
                    <a:pt x="126492" y="9144"/>
                  </a:lnTo>
                  <a:lnTo>
                    <a:pt x="131064" y="15240"/>
                  </a:lnTo>
                  <a:lnTo>
                    <a:pt x="128016" y="24384"/>
                  </a:lnTo>
                  <a:lnTo>
                    <a:pt x="121920" y="28956"/>
                  </a:lnTo>
                  <a:lnTo>
                    <a:pt x="81915" y="51816"/>
                  </a:lnTo>
                  <a:lnTo>
                    <a:pt x="28956" y="51816"/>
                  </a:lnTo>
                  <a:lnTo>
                    <a:pt x="28956" y="80772"/>
                  </a:lnTo>
                  <a:lnTo>
                    <a:pt x="83127" y="80772"/>
                  </a:lnTo>
                  <a:lnTo>
                    <a:pt x="121920" y="103632"/>
                  </a:lnTo>
                  <a:lnTo>
                    <a:pt x="128016" y="108204"/>
                  </a:lnTo>
                  <a:lnTo>
                    <a:pt x="131064" y="115824"/>
                  </a:lnTo>
                  <a:lnTo>
                    <a:pt x="126492" y="123444"/>
                  </a:lnTo>
                  <a:lnTo>
                    <a:pt x="123444" y="129540"/>
                  </a:lnTo>
                  <a:lnTo>
                    <a:pt x="114300" y="132588"/>
                  </a:lnTo>
                  <a:close/>
                </a:path>
                <a:path w="739139" h="132715">
                  <a:moveTo>
                    <a:pt x="681556" y="65719"/>
                  </a:moveTo>
                  <a:lnTo>
                    <a:pt x="617219" y="28956"/>
                  </a:lnTo>
                  <a:lnTo>
                    <a:pt x="611124" y="24384"/>
                  </a:lnTo>
                  <a:lnTo>
                    <a:pt x="608076" y="15240"/>
                  </a:lnTo>
                  <a:lnTo>
                    <a:pt x="612648" y="9144"/>
                  </a:lnTo>
                  <a:lnTo>
                    <a:pt x="615695" y="1524"/>
                  </a:lnTo>
                  <a:lnTo>
                    <a:pt x="624840" y="0"/>
                  </a:lnTo>
                  <a:lnTo>
                    <a:pt x="632460" y="3048"/>
                  </a:lnTo>
                  <a:lnTo>
                    <a:pt x="715722" y="51816"/>
                  </a:lnTo>
                  <a:lnTo>
                    <a:pt x="710183" y="51816"/>
                  </a:lnTo>
                  <a:lnTo>
                    <a:pt x="710183" y="53340"/>
                  </a:lnTo>
                  <a:lnTo>
                    <a:pt x="702564" y="53340"/>
                  </a:lnTo>
                  <a:lnTo>
                    <a:pt x="681556" y="65719"/>
                  </a:lnTo>
                  <a:close/>
                </a:path>
                <a:path w="739139" h="132715">
                  <a:moveTo>
                    <a:pt x="83127" y="80772"/>
                  </a:moveTo>
                  <a:lnTo>
                    <a:pt x="28956" y="80772"/>
                  </a:lnTo>
                  <a:lnTo>
                    <a:pt x="28956" y="51816"/>
                  </a:lnTo>
                  <a:lnTo>
                    <a:pt x="81915" y="51816"/>
                  </a:lnTo>
                  <a:lnTo>
                    <a:pt x="79248" y="53340"/>
                  </a:lnTo>
                  <a:lnTo>
                    <a:pt x="36576" y="53340"/>
                  </a:lnTo>
                  <a:lnTo>
                    <a:pt x="36576" y="77724"/>
                  </a:lnTo>
                  <a:lnTo>
                    <a:pt x="77954" y="77724"/>
                  </a:lnTo>
                  <a:lnTo>
                    <a:pt x="83127" y="80772"/>
                  </a:lnTo>
                  <a:close/>
                </a:path>
                <a:path w="739139" h="132715">
                  <a:moveTo>
                    <a:pt x="656012" y="80772"/>
                  </a:moveTo>
                  <a:lnTo>
                    <a:pt x="83127" y="80772"/>
                  </a:lnTo>
                  <a:lnTo>
                    <a:pt x="57583" y="65719"/>
                  </a:lnTo>
                  <a:lnTo>
                    <a:pt x="81915" y="51816"/>
                  </a:lnTo>
                  <a:lnTo>
                    <a:pt x="657225" y="51816"/>
                  </a:lnTo>
                  <a:lnTo>
                    <a:pt x="681556" y="65719"/>
                  </a:lnTo>
                  <a:lnTo>
                    <a:pt x="656012" y="80772"/>
                  </a:lnTo>
                  <a:close/>
                </a:path>
                <a:path w="739139" h="132715">
                  <a:moveTo>
                    <a:pt x="713120" y="80772"/>
                  </a:moveTo>
                  <a:lnTo>
                    <a:pt x="710183" y="80772"/>
                  </a:lnTo>
                  <a:lnTo>
                    <a:pt x="710183" y="51816"/>
                  </a:lnTo>
                  <a:lnTo>
                    <a:pt x="715722" y="51816"/>
                  </a:lnTo>
                  <a:lnTo>
                    <a:pt x="739140" y="65532"/>
                  </a:lnTo>
                  <a:lnTo>
                    <a:pt x="713120" y="80772"/>
                  </a:lnTo>
                  <a:close/>
                </a:path>
                <a:path w="739139" h="132715">
                  <a:moveTo>
                    <a:pt x="36576" y="77724"/>
                  </a:moveTo>
                  <a:lnTo>
                    <a:pt x="36576" y="53340"/>
                  </a:lnTo>
                  <a:lnTo>
                    <a:pt x="57583" y="65719"/>
                  </a:lnTo>
                  <a:lnTo>
                    <a:pt x="36576" y="77724"/>
                  </a:lnTo>
                  <a:close/>
                </a:path>
                <a:path w="739139" h="132715">
                  <a:moveTo>
                    <a:pt x="57583" y="65719"/>
                  </a:moveTo>
                  <a:lnTo>
                    <a:pt x="36576" y="53340"/>
                  </a:lnTo>
                  <a:lnTo>
                    <a:pt x="79248" y="53340"/>
                  </a:lnTo>
                  <a:lnTo>
                    <a:pt x="57583" y="65719"/>
                  </a:lnTo>
                  <a:close/>
                </a:path>
                <a:path w="739139" h="132715">
                  <a:moveTo>
                    <a:pt x="702564" y="77724"/>
                  </a:moveTo>
                  <a:lnTo>
                    <a:pt x="681556" y="65719"/>
                  </a:lnTo>
                  <a:lnTo>
                    <a:pt x="702564" y="53340"/>
                  </a:lnTo>
                  <a:lnTo>
                    <a:pt x="702564" y="77724"/>
                  </a:lnTo>
                  <a:close/>
                </a:path>
                <a:path w="739139" h="132715">
                  <a:moveTo>
                    <a:pt x="710183" y="77724"/>
                  </a:moveTo>
                  <a:lnTo>
                    <a:pt x="702564" y="77724"/>
                  </a:lnTo>
                  <a:lnTo>
                    <a:pt x="702564" y="53340"/>
                  </a:lnTo>
                  <a:lnTo>
                    <a:pt x="710183" y="53340"/>
                  </a:lnTo>
                  <a:lnTo>
                    <a:pt x="710183" y="77724"/>
                  </a:lnTo>
                  <a:close/>
                </a:path>
                <a:path w="739139" h="132715">
                  <a:moveTo>
                    <a:pt x="77954" y="77724"/>
                  </a:moveTo>
                  <a:lnTo>
                    <a:pt x="36576" y="77724"/>
                  </a:lnTo>
                  <a:lnTo>
                    <a:pt x="57583" y="65719"/>
                  </a:lnTo>
                  <a:lnTo>
                    <a:pt x="77954" y="77724"/>
                  </a:lnTo>
                  <a:close/>
                </a:path>
                <a:path w="739139" h="132715">
                  <a:moveTo>
                    <a:pt x="624840" y="132588"/>
                  </a:moveTo>
                  <a:lnTo>
                    <a:pt x="615695" y="129540"/>
                  </a:lnTo>
                  <a:lnTo>
                    <a:pt x="612648" y="123444"/>
                  </a:lnTo>
                  <a:lnTo>
                    <a:pt x="608076" y="115824"/>
                  </a:lnTo>
                  <a:lnTo>
                    <a:pt x="611124" y="108204"/>
                  </a:lnTo>
                  <a:lnTo>
                    <a:pt x="617219" y="103632"/>
                  </a:lnTo>
                  <a:lnTo>
                    <a:pt x="681556" y="65719"/>
                  </a:lnTo>
                  <a:lnTo>
                    <a:pt x="702564" y="77724"/>
                  </a:lnTo>
                  <a:lnTo>
                    <a:pt x="710183" y="77724"/>
                  </a:lnTo>
                  <a:lnTo>
                    <a:pt x="710183" y="80772"/>
                  </a:lnTo>
                  <a:lnTo>
                    <a:pt x="713120" y="80772"/>
                  </a:lnTo>
                  <a:lnTo>
                    <a:pt x="632460" y="128016"/>
                  </a:lnTo>
                  <a:lnTo>
                    <a:pt x="624840" y="132588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957316" y="6512052"/>
              <a:ext cx="612775" cy="189230"/>
            </a:xfrm>
            <a:custGeom>
              <a:avLst/>
              <a:gdLst/>
              <a:ahLst/>
              <a:cxnLst/>
              <a:rect l="l" t="t" r="r" b="b"/>
              <a:pathLst>
                <a:path w="612775" h="189229">
                  <a:moveTo>
                    <a:pt x="611123" y="188976"/>
                  </a:moveTo>
                  <a:lnTo>
                    <a:pt x="0" y="9144"/>
                  </a:lnTo>
                  <a:lnTo>
                    <a:pt x="1523" y="0"/>
                  </a:lnTo>
                  <a:lnTo>
                    <a:pt x="612648" y="179832"/>
                  </a:lnTo>
                  <a:lnTo>
                    <a:pt x="611123" y="188976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237759" y="5245104"/>
            <a:ext cx="13036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Microsoft Sans Serif"/>
                <a:cs typeface="Microsoft Sans Serif"/>
              </a:rPr>
              <a:t>Wavefronts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48750" y="6288985"/>
            <a:ext cx="277939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5050"/>
                </a:solidFill>
                <a:latin typeface="Microsoft Sans Serif"/>
                <a:cs typeface="Microsoft Sans Serif"/>
              </a:rPr>
              <a:t>Planar</a:t>
            </a:r>
            <a:r>
              <a:rPr sz="2000" spc="-15" dirty="0">
                <a:solidFill>
                  <a:srgbClr val="FF505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5050"/>
                </a:solidFill>
                <a:latin typeface="Microsoft Sans Serif"/>
                <a:cs typeface="Microsoft Sans Serif"/>
              </a:rPr>
              <a:t>waves</a:t>
            </a:r>
            <a:r>
              <a:rPr sz="2000" spc="-10" dirty="0">
                <a:solidFill>
                  <a:srgbClr val="FF505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are</a:t>
            </a:r>
            <a:r>
              <a:rPr sz="2000" spc="-20" dirty="0">
                <a:solidFill>
                  <a:srgbClr val="3333CC"/>
                </a:solidFill>
                <a:latin typeface="Microsoft Sans Serif"/>
                <a:cs typeface="Microsoft Sans Serif"/>
              </a:rPr>
              <a:t> waves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with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planar</a:t>
            </a:r>
            <a:r>
              <a:rPr sz="2000" spc="-2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wavefronts.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916980" y="439952"/>
            <a:ext cx="3075305" cy="122872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93090">
              <a:lnSpc>
                <a:spcPct val="75500"/>
              </a:lnSpc>
              <a:spcBef>
                <a:spcPts val="740"/>
              </a:spcBef>
            </a:pPr>
            <a:r>
              <a:rPr spc="-10" dirty="0"/>
              <a:t>17-</a:t>
            </a:r>
            <a:r>
              <a:rPr dirty="0"/>
              <a:t>1</a:t>
            </a:r>
            <a:r>
              <a:rPr spc="-30" dirty="0"/>
              <a:t> </a:t>
            </a:r>
            <a:r>
              <a:rPr dirty="0"/>
              <a:t>Sound</a:t>
            </a:r>
            <a:r>
              <a:rPr spc="-15" dirty="0"/>
              <a:t> </a:t>
            </a:r>
            <a:r>
              <a:rPr spc="-20" dirty="0"/>
              <a:t>Waves </a:t>
            </a:r>
            <a:r>
              <a:rPr spc="-10" dirty="0">
                <a:solidFill>
                  <a:srgbClr val="E10000"/>
                </a:solidFill>
              </a:rPr>
              <a:t>Definitions</a:t>
            </a:r>
          </a:p>
          <a:p>
            <a:pPr marL="775970" marR="5080">
              <a:lnSpc>
                <a:spcPct val="100000"/>
              </a:lnSpc>
              <a:spcBef>
                <a:spcPts val="45"/>
              </a:spcBef>
            </a:pPr>
            <a:r>
              <a:rPr sz="2000" b="0" dirty="0">
                <a:solidFill>
                  <a:srgbClr val="FF3300"/>
                </a:solidFill>
                <a:latin typeface="Microsoft Sans Serif"/>
                <a:cs typeface="Microsoft Sans Serif"/>
              </a:rPr>
              <a:t>A</a:t>
            </a:r>
            <a:r>
              <a:rPr sz="2000" b="0" spc="-9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b="0" dirty="0">
                <a:solidFill>
                  <a:srgbClr val="FF3300"/>
                </a:solidFill>
                <a:latin typeface="Microsoft Sans Serif"/>
                <a:cs typeface="Microsoft Sans Serif"/>
              </a:rPr>
              <a:t>point</a:t>
            </a:r>
            <a:r>
              <a:rPr sz="2000" b="0" spc="-1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b="0" dirty="0">
                <a:solidFill>
                  <a:srgbClr val="FF3300"/>
                </a:solidFill>
                <a:latin typeface="Microsoft Sans Serif"/>
                <a:cs typeface="Microsoft Sans Serif"/>
              </a:rPr>
              <a:t>source</a:t>
            </a:r>
            <a:r>
              <a:rPr sz="2000" b="0" spc="-2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b="0" spc="-20" dirty="0">
                <a:latin typeface="Microsoft Sans Serif"/>
                <a:cs typeface="Microsoft Sans Serif"/>
              </a:rPr>
              <a:t>emits </a:t>
            </a:r>
            <a:r>
              <a:rPr sz="2000" b="0" dirty="0">
                <a:latin typeface="Microsoft Sans Serif"/>
                <a:cs typeface="Microsoft Sans Serif"/>
              </a:rPr>
              <a:t>in</a:t>
            </a:r>
            <a:r>
              <a:rPr sz="2000" b="0" spc="-5" dirty="0">
                <a:latin typeface="Microsoft Sans Serif"/>
                <a:cs typeface="Microsoft Sans Serif"/>
              </a:rPr>
              <a:t> </a:t>
            </a:r>
            <a:r>
              <a:rPr sz="2000" b="0" dirty="0">
                <a:latin typeface="Microsoft Sans Serif"/>
                <a:cs typeface="Microsoft Sans Serif"/>
              </a:rPr>
              <a:t>all</a:t>
            </a:r>
            <a:r>
              <a:rPr sz="2000" b="0" spc="10" dirty="0">
                <a:latin typeface="Microsoft Sans Serif"/>
                <a:cs typeface="Microsoft Sans Serif"/>
              </a:rPr>
              <a:t> </a:t>
            </a:r>
            <a:r>
              <a:rPr sz="2000" b="0" spc="-10" dirty="0">
                <a:latin typeface="Microsoft Sans Serif"/>
                <a:cs typeface="Microsoft Sans Serif"/>
              </a:rPr>
              <a:t>directions.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92479" y="370331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2852" y="6819900"/>
                </a:moveTo>
                <a:lnTo>
                  <a:pt x="3048" y="6819900"/>
                </a:lnTo>
                <a:lnTo>
                  <a:pt x="0" y="6816851"/>
                </a:lnTo>
                <a:lnTo>
                  <a:pt x="0" y="3048"/>
                </a:lnTo>
                <a:lnTo>
                  <a:pt x="3048" y="0"/>
                </a:lnTo>
                <a:lnTo>
                  <a:pt x="9102852" y="0"/>
                </a:lnTo>
                <a:lnTo>
                  <a:pt x="9105900" y="3048"/>
                </a:lnTo>
                <a:lnTo>
                  <a:pt x="9105900" y="6096"/>
                </a:ln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lnTo>
                  <a:pt x="12192" y="6807708"/>
                </a:lnTo>
                <a:lnTo>
                  <a:pt x="6096" y="6807708"/>
                </a:lnTo>
                <a:lnTo>
                  <a:pt x="12192" y="6813803"/>
                </a:lnTo>
                <a:lnTo>
                  <a:pt x="9105900" y="6813803"/>
                </a:lnTo>
                <a:lnTo>
                  <a:pt x="9105900" y="6816851"/>
                </a:lnTo>
                <a:lnTo>
                  <a:pt x="9102852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close/>
              </a:path>
              <a:path w="9105900" h="6819900">
                <a:moveTo>
                  <a:pt x="9093707" y="12192"/>
                </a:moveTo>
                <a:lnTo>
                  <a:pt x="12192" y="12192"/>
                </a:lnTo>
                <a:lnTo>
                  <a:pt x="12192" y="6096"/>
                </a:lnTo>
                <a:lnTo>
                  <a:pt x="9093707" y="6096"/>
                </a:lnTo>
                <a:lnTo>
                  <a:pt x="9093707" y="12192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9093707" y="6096"/>
                </a:lnTo>
                <a:lnTo>
                  <a:pt x="9099804" y="12192"/>
                </a:lnTo>
                <a:lnTo>
                  <a:pt x="9105900" y="12192"/>
                </a:lnTo>
                <a:lnTo>
                  <a:pt x="9105900" y="6807708"/>
                </a:lnTo>
                <a:lnTo>
                  <a:pt x="9099804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12192"/>
                </a:moveTo>
                <a:lnTo>
                  <a:pt x="9099804" y="12192"/>
                </a:lnTo>
                <a:lnTo>
                  <a:pt x="9093707" y="6096"/>
                </a:lnTo>
                <a:lnTo>
                  <a:pt x="9105900" y="6096"/>
                </a:lnTo>
                <a:lnTo>
                  <a:pt x="9105900" y="12192"/>
                </a:lnTo>
                <a:close/>
              </a:path>
              <a:path w="9105900" h="6819900">
                <a:moveTo>
                  <a:pt x="12192" y="6813803"/>
                </a:moveTo>
                <a:lnTo>
                  <a:pt x="6096" y="6807708"/>
                </a:lnTo>
                <a:lnTo>
                  <a:pt x="12192" y="6807708"/>
                </a:lnTo>
                <a:lnTo>
                  <a:pt x="12192" y="6813803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12192" y="6813803"/>
                </a:lnTo>
                <a:lnTo>
                  <a:pt x="12192" y="6807708"/>
                </a:lnTo>
                <a:lnTo>
                  <a:pt x="9093707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6813803"/>
                </a:moveTo>
                <a:lnTo>
                  <a:pt x="9093707" y="6813803"/>
                </a:lnTo>
                <a:lnTo>
                  <a:pt x="9099804" y="6807708"/>
                </a:lnTo>
                <a:lnTo>
                  <a:pt x="9105900" y="6807708"/>
                </a:lnTo>
                <a:lnTo>
                  <a:pt x="9105900" y="6813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084022" y="2867665"/>
            <a:ext cx="18065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Speed</a:t>
            </a: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of</a:t>
            </a: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 sound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046220" y="3128772"/>
            <a:ext cx="2202180" cy="1029335"/>
            <a:chOff x="4046220" y="3128772"/>
            <a:chExt cx="2202180" cy="1029335"/>
          </a:xfrm>
        </p:grpSpPr>
        <p:sp>
          <p:nvSpPr>
            <p:cNvPr id="5" name="object 5"/>
            <p:cNvSpPr/>
            <p:nvPr/>
          </p:nvSpPr>
          <p:spPr>
            <a:xfrm>
              <a:off x="4046207" y="3128784"/>
              <a:ext cx="2202815" cy="439420"/>
            </a:xfrm>
            <a:custGeom>
              <a:avLst/>
              <a:gdLst/>
              <a:ahLst/>
              <a:cxnLst/>
              <a:rect l="l" t="t" r="r" b="b"/>
              <a:pathLst>
                <a:path w="2202815" h="439420">
                  <a:moveTo>
                    <a:pt x="473964" y="431292"/>
                  </a:moveTo>
                  <a:lnTo>
                    <a:pt x="6108" y="36563"/>
                  </a:lnTo>
                  <a:lnTo>
                    <a:pt x="0" y="44183"/>
                  </a:lnTo>
                  <a:lnTo>
                    <a:pt x="467880" y="438899"/>
                  </a:lnTo>
                  <a:lnTo>
                    <a:pt x="473964" y="431292"/>
                  </a:lnTo>
                  <a:close/>
                </a:path>
                <a:path w="2202815" h="439420">
                  <a:moveTo>
                    <a:pt x="2202192" y="7607"/>
                  </a:moveTo>
                  <a:lnTo>
                    <a:pt x="2197620" y="0"/>
                  </a:lnTo>
                  <a:lnTo>
                    <a:pt x="1476768" y="393192"/>
                  </a:lnTo>
                  <a:lnTo>
                    <a:pt x="1481340" y="402323"/>
                  </a:lnTo>
                  <a:lnTo>
                    <a:pt x="2202192" y="7607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235988" y="3754850"/>
              <a:ext cx="216535" cy="0"/>
            </a:xfrm>
            <a:custGeom>
              <a:avLst/>
              <a:gdLst/>
              <a:ahLst/>
              <a:cxnLst/>
              <a:rect l="l" t="t" r="r" b="b"/>
              <a:pathLst>
                <a:path w="216535">
                  <a:moveTo>
                    <a:pt x="0" y="0"/>
                  </a:moveTo>
                  <a:lnTo>
                    <a:pt x="216122" y="0"/>
                  </a:lnTo>
                </a:path>
              </a:pathLst>
            </a:custGeom>
            <a:ln w="152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031867" y="3341084"/>
              <a:ext cx="444500" cy="814705"/>
            </a:xfrm>
            <a:custGeom>
              <a:avLst/>
              <a:gdLst/>
              <a:ahLst/>
              <a:cxnLst/>
              <a:rect l="l" t="t" r="r" b="b"/>
              <a:pathLst>
                <a:path w="444500" h="814704">
                  <a:moveTo>
                    <a:pt x="0" y="545591"/>
                  </a:moveTo>
                  <a:lnTo>
                    <a:pt x="29622" y="504348"/>
                  </a:lnTo>
                </a:path>
                <a:path w="444500" h="814704">
                  <a:moveTo>
                    <a:pt x="29622" y="504348"/>
                  </a:moveTo>
                  <a:lnTo>
                    <a:pt x="104108" y="814101"/>
                  </a:lnTo>
                </a:path>
                <a:path w="444500" h="814704">
                  <a:moveTo>
                    <a:pt x="104108" y="814101"/>
                  </a:moveTo>
                  <a:lnTo>
                    <a:pt x="186499" y="0"/>
                  </a:lnTo>
                </a:path>
                <a:path w="444500" h="814704">
                  <a:moveTo>
                    <a:pt x="186499" y="0"/>
                  </a:moveTo>
                  <a:lnTo>
                    <a:pt x="444245" y="0"/>
                  </a:lnTo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27866" y="3333940"/>
              <a:ext cx="448309" cy="821690"/>
            </a:xfrm>
            <a:custGeom>
              <a:avLst/>
              <a:gdLst/>
              <a:ahLst/>
              <a:cxnLst/>
              <a:rect l="l" t="t" r="r" b="b"/>
              <a:pathLst>
                <a:path w="448310" h="821689">
                  <a:moveTo>
                    <a:pt x="116109" y="821245"/>
                  </a:moveTo>
                  <a:lnTo>
                    <a:pt x="100869" y="821245"/>
                  </a:lnTo>
                  <a:lnTo>
                    <a:pt x="24860" y="530542"/>
                  </a:lnTo>
                  <a:lnTo>
                    <a:pt x="8001" y="555974"/>
                  </a:lnTo>
                  <a:lnTo>
                    <a:pt x="0" y="550354"/>
                  </a:lnTo>
                  <a:lnTo>
                    <a:pt x="42481" y="493204"/>
                  </a:lnTo>
                  <a:lnTo>
                    <a:pt x="108108" y="749712"/>
                  </a:lnTo>
                  <a:lnTo>
                    <a:pt x="184118" y="0"/>
                  </a:lnTo>
                  <a:lnTo>
                    <a:pt x="448246" y="0"/>
                  </a:lnTo>
                  <a:lnTo>
                    <a:pt x="448246" y="15144"/>
                  </a:lnTo>
                  <a:lnTo>
                    <a:pt x="197739" y="15144"/>
                  </a:lnTo>
                  <a:lnTo>
                    <a:pt x="116109" y="8212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515103" y="3513682"/>
            <a:ext cx="4381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Microsoft Sans Serif"/>
                <a:cs typeface="Microsoft Sans Serif"/>
              </a:rPr>
              <a:t>v</a:t>
            </a:r>
            <a:r>
              <a:rPr sz="2400" spc="90" dirty="0">
                <a:latin typeface="Microsoft Sans Serif"/>
                <a:cs typeface="Microsoft Sans Serif"/>
              </a:rPr>
              <a:t> </a:t>
            </a:r>
            <a:r>
              <a:rPr sz="2400" spc="-60" dirty="0">
                <a:latin typeface="Cambria"/>
                <a:cs typeface="Cambria"/>
              </a:rPr>
              <a:t>=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23764" y="3257834"/>
            <a:ext cx="229235" cy="88519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spc="-50" dirty="0">
                <a:latin typeface="Microsoft Sans Serif"/>
                <a:cs typeface="Microsoft Sans Serif"/>
              </a:rPr>
              <a:t>B</a:t>
            </a:r>
            <a:endParaRPr sz="2400">
              <a:latin typeface="Microsoft Sans Serif"/>
              <a:cs typeface="Microsoft Sans Serif"/>
            </a:endParaRPr>
          </a:p>
          <a:p>
            <a:pPr marL="34925">
              <a:lnSpc>
                <a:spcPct val="100000"/>
              </a:lnSpc>
              <a:spcBef>
                <a:spcPts val="505"/>
              </a:spcBef>
            </a:pPr>
            <a:r>
              <a:rPr sz="2400" spc="-50" dirty="0">
                <a:latin typeface="Cambria"/>
                <a:cs typeface="Cambria"/>
              </a:rPr>
              <a:t>p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62896" y="2471363"/>
            <a:ext cx="163258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Bulk</a:t>
            </a:r>
            <a:r>
              <a:rPr sz="2000" spc="-15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modulus </a:t>
            </a: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of</a:t>
            </a: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the</a:t>
            </a:r>
            <a:r>
              <a:rPr sz="2000" spc="15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medium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06952" y="4487669"/>
            <a:ext cx="25539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Density</a:t>
            </a:r>
            <a:r>
              <a:rPr sz="2000" spc="-25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of</a:t>
            </a:r>
            <a:r>
              <a:rPr sz="2000" spc="5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the</a:t>
            </a:r>
            <a:r>
              <a:rPr sz="2000" spc="10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medium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711196" y="2406395"/>
            <a:ext cx="5160645" cy="2783205"/>
            <a:chOff x="2711196" y="2406395"/>
            <a:chExt cx="5160645" cy="2783205"/>
          </a:xfrm>
        </p:grpSpPr>
        <p:sp>
          <p:nvSpPr>
            <p:cNvPr id="14" name="object 14"/>
            <p:cNvSpPr/>
            <p:nvPr/>
          </p:nvSpPr>
          <p:spPr>
            <a:xfrm>
              <a:off x="5522976" y="4027932"/>
              <a:ext cx="581025" cy="332740"/>
            </a:xfrm>
            <a:custGeom>
              <a:avLst/>
              <a:gdLst/>
              <a:ahLst/>
              <a:cxnLst/>
              <a:rect l="l" t="t" r="r" b="b"/>
              <a:pathLst>
                <a:path w="581025" h="332739">
                  <a:moveTo>
                    <a:pt x="576071" y="332232"/>
                  </a:moveTo>
                  <a:lnTo>
                    <a:pt x="0" y="9143"/>
                  </a:lnTo>
                  <a:lnTo>
                    <a:pt x="4571" y="0"/>
                  </a:lnTo>
                  <a:lnTo>
                    <a:pt x="580643" y="324611"/>
                  </a:lnTo>
                  <a:lnTo>
                    <a:pt x="576071" y="332232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711196" y="2406395"/>
              <a:ext cx="5160645" cy="2783205"/>
            </a:xfrm>
            <a:custGeom>
              <a:avLst/>
              <a:gdLst/>
              <a:ahLst/>
              <a:cxnLst/>
              <a:rect l="l" t="t" r="r" b="b"/>
              <a:pathLst>
                <a:path w="5160645" h="2783204">
                  <a:moveTo>
                    <a:pt x="5160264" y="2782824"/>
                  </a:moveTo>
                  <a:lnTo>
                    <a:pt x="0" y="2782824"/>
                  </a:lnTo>
                  <a:lnTo>
                    <a:pt x="0" y="0"/>
                  </a:lnTo>
                  <a:lnTo>
                    <a:pt x="5160264" y="0"/>
                  </a:lnTo>
                  <a:lnTo>
                    <a:pt x="5160264" y="6096"/>
                  </a:lnTo>
                  <a:lnTo>
                    <a:pt x="10668" y="6096"/>
                  </a:lnTo>
                  <a:lnTo>
                    <a:pt x="4572" y="10668"/>
                  </a:lnTo>
                  <a:lnTo>
                    <a:pt x="10668" y="10668"/>
                  </a:lnTo>
                  <a:lnTo>
                    <a:pt x="10668" y="2773680"/>
                  </a:lnTo>
                  <a:lnTo>
                    <a:pt x="4572" y="2773680"/>
                  </a:lnTo>
                  <a:lnTo>
                    <a:pt x="10668" y="2778252"/>
                  </a:lnTo>
                  <a:lnTo>
                    <a:pt x="5160264" y="2778252"/>
                  </a:lnTo>
                  <a:lnTo>
                    <a:pt x="5160264" y="2782824"/>
                  </a:lnTo>
                  <a:close/>
                </a:path>
                <a:path w="5160645" h="2783204">
                  <a:moveTo>
                    <a:pt x="10668" y="10668"/>
                  </a:moveTo>
                  <a:lnTo>
                    <a:pt x="4572" y="10668"/>
                  </a:lnTo>
                  <a:lnTo>
                    <a:pt x="10668" y="6096"/>
                  </a:lnTo>
                  <a:lnTo>
                    <a:pt x="10668" y="10668"/>
                  </a:lnTo>
                  <a:close/>
                </a:path>
                <a:path w="5160645" h="2783204">
                  <a:moveTo>
                    <a:pt x="5151120" y="10668"/>
                  </a:moveTo>
                  <a:lnTo>
                    <a:pt x="10668" y="10668"/>
                  </a:lnTo>
                  <a:lnTo>
                    <a:pt x="10668" y="6096"/>
                  </a:lnTo>
                  <a:lnTo>
                    <a:pt x="5151120" y="6096"/>
                  </a:lnTo>
                  <a:lnTo>
                    <a:pt x="5151120" y="10668"/>
                  </a:lnTo>
                  <a:close/>
                </a:path>
                <a:path w="5160645" h="2783204">
                  <a:moveTo>
                    <a:pt x="5151120" y="2778252"/>
                  </a:moveTo>
                  <a:lnTo>
                    <a:pt x="5151120" y="6096"/>
                  </a:lnTo>
                  <a:lnTo>
                    <a:pt x="5155692" y="10668"/>
                  </a:lnTo>
                  <a:lnTo>
                    <a:pt x="5160264" y="10668"/>
                  </a:lnTo>
                  <a:lnTo>
                    <a:pt x="5160264" y="2773680"/>
                  </a:lnTo>
                  <a:lnTo>
                    <a:pt x="5155692" y="2773680"/>
                  </a:lnTo>
                  <a:lnTo>
                    <a:pt x="5151120" y="2778252"/>
                  </a:lnTo>
                  <a:close/>
                </a:path>
                <a:path w="5160645" h="2783204">
                  <a:moveTo>
                    <a:pt x="5160264" y="10668"/>
                  </a:moveTo>
                  <a:lnTo>
                    <a:pt x="5155692" y="10668"/>
                  </a:lnTo>
                  <a:lnTo>
                    <a:pt x="5151120" y="6096"/>
                  </a:lnTo>
                  <a:lnTo>
                    <a:pt x="5160264" y="6096"/>
                  </a:lnTo>
                  <a:lnTo>
                    <a:pt x="5160264" y="10668"/>
                  </a:lnTo>
                  <a:close/>
                </a:path>
                <a:path w="5160645" h="2783204">
                  <a:moveTo>
                    <a:pt x="10668" y="2778252"/>
                  </a:moveTo>
                  <a:lnTo>
                    <a:pt x="4572" y="2773680"/>
                  </a:lnTo>
                  <a:lnTo>
                    <a:pt x="10668" y="2773680"/>
                  </a:lnTo>
                  <a:lnTo>
                    <a:pt x="10668" y="2778252"/>
                  </a:lnTo>
                  <a:close/>
                </a:path>
                <a:path w="5160645" h="2783204">
                  <a:moveTo>
                    <a:pt x="5151120" y="2778252"/>
                  </a:moveTo>
                  <a:lnTo>
                    <a:pt x="10668" y="2778252"/>
                  </a:lnTo>
                  <a:lnTo>
                    <a:pt x="10668" y="2773680"/>
                  </a:lnTo>
                  <a:lnTo>
                    <a:pt x="5151120" y="2773680"/>
                  </a:lnTo>
                  <a:lnTo>
                    <a:pt x="5151120" y="2778252"/>
                  </a:lnTo>
                  <a:close/>
                </a:path>
                <a:path w="5160645" h="2783204">
                  <a:moveTo>
                    <a:pt x="5160264" y="2778252"/>
                  </a:moveTo>
                  <a:lnTo>
                    <a:pt x="5151120" y="2778252"/>
                  </a:lnTo>
                  <a:lnTo>
                    <a:pt x="5155692" y="2773680"/>
                  </a:lnTo>
                  <a:lnTo>
                    <a:pt x="5160264" y="2773680"/>
                  </a:lnTo>
                  <a:lnTo>
                    <a:pt x="5160264" y="27782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pc="-10" dirty="0"/>
              <a:t>17-</a:t>
            </a:r>
            <a:r>
              <a:rPr dirty="0"/>
              <a:t>2</a:t>
            </a:r>
            <a:r>
              <a:rPr spc="-30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Speed</a:t>
            </a:r>
            <a:r>
              <a:rPr spc="-1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0" dirty="0"/>
              <a:t>Sound </a:t>
            </a:r>
            <a:r>
              <a:rPr dirty="0">
                <a:solidFill>
                  <a:srgbClr val="E10000"/>
                </a:solidFill>
              </a:rPr>
              <a:t>Formula</a:t>
            </a:r>
            <a:r>
              <a:rPr spc="-15" dirty="0">
                <a:solidFill>
                  <a:srgbClr val="E10000"/>
                </a:solidFill>
              </a:rPr>
              <a:t> </a:t>
            </a:r>
            <a:r>
              <a:rPr dirty="0">
                <a:solidFill>
                  <a:srgbClr val="E10000"/>
                </a:solidFill>
              </a:rPr>
              <a:t>-</a:t>
            </a:r>
            <a:r>
              <a:rPr spc="-45" dirty="0">
                <a:solidFill>
                  <a:srgbClr val="E10000"/>
                </a:solidFill>
              </a:rPr>
              <a:t> </a:t>
            </a:r>
            <a:r>
              <a:rPr dirty="0">
                <a:solidFill>
                  <a:srgbClr val="E10000"/>
                </a:solidFill>
              </a:rPr>
              <a:t>Speed</a:t>
            </a:r>
            <a:r>
              <a:rPr spc="-25" dirty="0">
                <a:solidFill>
                  <a:srgbClr val="E10000"/>
                </a:solidFill>
              </a:rPr>
              <a:t> </a:t>
            </a:r>
            <a:r>
              <a:rPr dirty="0">
                <a:solidFill>
                  <a:srgbClr val="E10000"/>
                </a:solidFill>
              </a:rPr>
              <a:t>of</a:t>
            </a:r>
            <a:r>
              <a:rPr spc="-25" dirty="0">
                <a:solidFill>
                  <a:srgbClr val="E10000"/>
                </a:solidFill>
              </a:rPr>
              <a:t> </a:t>
            </a:r>
            <a:r>
              <a:rPr spc="-10" dirty="0">
                <a:solidFill>
                  <a:srgbClr val="E10000"/>
                </a:solidFill>
              </a:rPr>
              <a:t>Sound</a:t>
            </a:r>
          </a:p>
        </p:txBody>
      </p:sp>
      <p:sp>
        <p:nvSpPr>
          <p:cNvPr id="17" name="object 17"/>
          <p:cNvSpPr/>
          <p:nvPr/>
        </p:nvSpPr>
        <p:spPr>
          <a:xfrm>
            <a:off x="792479" y="370331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2852" y="6819900"/>
                </a:moveTo>
                <a:lnTo>
                  <a:pt x="3048" y="6819900"/>
                </a:lnTo>
                <a:lnTo>
                  <a:pt x="0" y="6816851"/>
                </a:lnTo>
                <a:lnTo>
                  <a:pt x="0" y="3048"/>
                </a:lnTo>
                <a:lnTo>
                  <a:pt x="3048" y="0"/>
                </a:lnTo>
                <a:lnTo>
                  <a:pt x="9102852" y="0"/>
                </a:lnTo>
                <a:lnTo>
                  <a:pt x="9105900" y="3048"/>
                </a:lnTo>
                <a:lnTo>
                  <a:pt x="9105900" y="6096"/>
                </a:ln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lnTo>
                  <a:pt x="12192" y="6807708"/>
                </a:lnTo>
                <a:lnTo>
                  <a:pt x="6096" y="6807708"/>
                </a:lnTo>
                <a:lnTo>
                  <a:pt x="12192" y="6813803"/>
                </a:lnTo>
                <a:lnTo>
                  <a:pt x="9105900" y="6813803"/>
                </a:lnTo>
                <a:lnTo>
                  <a:pt x="9105900" y="6816851"/>
                </a:lnTo>
                <a:lnTo>
                  <a:pt x="9102852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close/>
              </a:path>
              <a:path w="9105900" h="6819900">
                <a:moveTo>
                  <a:pt x="9093707" y="12192"/>
                </a:moveTo>
                <a:lnTo>
                  <a:pt x="12192" y="12192"/>
                </a:lnTo>
                <a:lnTo>
                  <a:pt x="12192" y="6096"/>
                </a:lnTo>
                <a:lnTo>
                  <a:pt x="9093707" y="6096"/>
                </a:lnTo>
                <a:lnTo>
                  <a:pt x="9093707" y="12192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9093707" y="6096"/>
                </a:lnTo>
                <a:lnTo>
                  <a:pt x="9099804" y="12192"/>
                </a:lnTo>
                <a:lnTo>
                  <a:pt x="9105900" y="12192"/>
                </a:lnTo>
                <a:lnTo>
                  <a:pt x="9105900" y="6807708"/>
                </a:lnTo>
                <a:lnTo>
                  <a:pt x="9099804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12192"/>
                </a:moveTo>
                <a:lnTo>
                  <a:pt x="9099804" y="12192"/>
                </a:lnTo>
                <a:lnTo>
                  <a:pt x="9093707" y="6096"/>
                </a:lnTo>
                <a:lnTo>
                  <a:pt x="9105900" y="6096"/>
                </a:lnTo>
                <a:lnTo>
                  <a:pt x="9105900" y="12192"/>
                </a:lnTo>
                <a:close/>
              </a:path>
              <a:path w="9105900" h="6819900">
                <a:moveTo>
                  <a:pt x="12192" y="6813803"/>
                </a:moveTo>
                <a:lnTo>
                  <a:pt x="6096" y="6807708"/>
                </a:lnTo>
                <a:lnTo>
                  <a:pt x="12192" y="6807708"/>
                </a:lnTo>
                <a:lnTo>
                  <a:pt x="12192" y="6813803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12192" y="6813803"/>
                </a:lnTo>
                <a:lnTo>
                  <a:pt x="12192" y="6807708"/>
                </a:lnTo>
                <a:lnTo>
                  <a:pt x="9093707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6813803"/>
                </a:moveTo>
                <a:lnTo>
                  <a:pt x="9093707" y="6813803"/>
                </a:lnTo>
                <a:lnTo>
                  <a:pt x="9099804" y="6807708"/>
                </a:lnTo>
                <a:lnTo>
                  <a:pt x="9105900" y="6807708"/>
                </a:lnTo>
                <a:lnTo>
                  <a:pt x="9105900" y="6813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7702296" y="1615440"/>
            <a:ext cx="925194" cy="923925"/>
            <a:chOff x="7702296" y="1615440"/>
            <a:chExt cx="925194" cy="923925"/>
          </a:xfrm>
        </p:grpSpPr>
        <p:sp>
          <p:nvSpPr>
            <p:cNvPr id="4" name="object 4"/>
            <p:cNvSpPr/>
            <p:nvPr/>
          </p:nvSpPr>
          <p:spPr>
            <a:xfrm>
              <a:off x="7706868" y="1620012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914399"/>
                  </a:moveTo>
                  <a:lnTo>
                    <a:pt x="0" y="914399"/>
                  </a:lnTo>
                  <a:lnTo>
                    <a:pt x="0" y="0"/>
                  </a:lnTo>
                  <a:lnTo>
                    <a:pt x="914400" y="0"/>
                  </a:lnTo>
                  <a:lnTo>
                    <a:pt x="914400" y="914399"/>
                  </a:lnTo>
                  <a:close/>
                </a:path>
              </a:pathLst>
            </a:custGeom>
            <a:solidFill>
              <a:srgbClr val="CC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702296" y="1615440"/>
              <a:ext cx="925194" cy="923925"/>
            </a:xfrm>
            <a:custGeom>
              <a:avLst/>
              <a:gdLst/>
              <a:ahLst/>
              <a:cxnLst/>
              <a:rect l="l" t="t" r="r" b="b"/>
              <a:pathLst>
                <a:path w="925195" h="923925">
                  <a:moveTo>
                    <a:pt x="925068" y="923544"/>
                  </a:moveTo>
                  <a:lnTo>
                    <a:pt x="0" y="923544"/>
                  </a:lnTo>
                  <a:lnTo>
                    <a:pt x="0" y="0"/>
                  </a:lnTo>
                  <a:lnTo>
                    <a:pt x="925068" y="0"/>
                  </a:lnTo>
                  <a:lnTo>
                    <a:pt x="925068" y="4572"/>
                  </a:lnTo>
                  <a:lnTo>
                    <a:pt x="10668" y="4572"/>
                  </a:lnTo>
                  <a:lnTo>
                    <a:pt x="4572" y="9144"/>
                  </a:lnTo>
                  <a:lnTo>
                    <a:pt x="10668" y="9144"/>
                  </a:lnTo>
                  <a:lnTo>
                    <a:pt x="10668" y="914400"/>
                  </a:lnTo>
                  <a:lnTo>
                    <a:pt x="4572" y="914400"/>
                  </a:lnTo>
                  <a:lnTo>
                    <a:pt x="10668" y="918972"/>
                  </a:lnTo>
                  <a:lnTo>
                    <a:pt x="925068" y="918972"/>
                  </a:lnTo>
                  <a:lnTo>
                    <a:pt x="925068" y="923544"/>
                  </a:lnTo>
                  <a:close/>
                </a:path>
                <a:path w="925195" h="923925">
                  <a:moveTo>
                    <a:pt x="10668" y="9144"/>
                  </a:moveTo>
                  <a:lnTo>
                    <a:pt x="4572" y="9144"/>
                  </a:lnTo>
                  <a:lnTo>
                    <a:pt x="10668" y="4572"/>
                  </a:lnTo>
                  <a:lnTo>
                    <a:pt x="10668" y="9144"/>
                  </a:lnTo>
                  <a:close/>
                </a:path>
                <a:path w="925195" h="923925">
                  <a:moveTo>
                    <a:pt x="914400" y="9144"/>
                  </a:moveTo>
                  <a:lnTo>
                    <a:pt x="10668" y="9144"/>
                  </a:lnTo>
                  <a:lnTo>
                    <a:pt x="10668" y="4572"/>
                  </a:lnTo>
                  <a:lnTo>
                    <a:pt x="914400" y="4572"/>
                  </a:lnTo>
                  <a:lnTo>
                    <a:pt x="914400" y="9144"/>
                  </a:lnTo>
                  <a:close/>
                </a:path>
                <a:path w="925195" h="923925">
                  <a:moveTo>
                    <a:pt x="914400" y="918972"/>
                  </a:moveTo>
                  <a:lnTo>
                    <a:pt x="914400" y="4572"/>
                  </a:lnTo>
                  <a:lnTo>
                    <a:pt x="918972" y="9144"/>
                  </a:lnTo>
                  <a:lnTo>
                    <a:pt x="925068" y="9144"/>
                  </a:lnTo>
                  <a:lnTo>
                    <a:pt x="925068" y="914400"/>
                  </a:lnTo>
                  <a:lnTo>
                    <a:pt x="918972" y="914400"/>
                  </a:lnTo>
                  <a:lnTo>
                    <a:pt x="914400" y="918972"/>
                  </a:lnTo>
                  <a:close/>
                </a:path>
                <a:path w="925195" h="923925">
                  <a:moveTo>
                    <a:pt x="925068" y="9144"/>
                  </a:moveTo>
                  <a:lnTo>
                    <a:pt x="918972" y="9144"/>
                  </a:lnTo>
                  <a:lnTo>
                    <a:pt x="914400" y="4572"/>
                  </a:lnTo>
                  <a:lnTo>
                    <a:pt x="925068" y="4572"/>
                  </a:lnTo>
                  <a:lnTo>
                    <a:pt x="925068" y="9144"/>
                  </a:lnTo>
                  <a:close/>
                </a:path>
                <a:path w="925195" h="923925">
                  <a:moveTo>
                    <a:pt x="10668" y="918972"/>
                  </a:moveTo>
                  <a:lnTo>
                    <a:pt x="4572" y="914400"/>
                  </a:lnTo>
                  <a:lnTo>
                    <a:pt x="10668" y="914400"/>
                  </a:lnTo>
                  <a:lnTo>
                    <a:pt x="10668" y="918972"/>
                  </a:lnTo>
                  <a:close/>
                </a:path>
                <a:path w="925195" h="923925">
                  <a:moveTo>
                    <a:pt x="914400" y="918972"/>
                  </a:moveTo>
                  <a:lnTo>
                    <a:pt x="10668" y="918972"/>
                  </a:lnTo>
                  <a:lnTo>
                    <a:pt x="10668" y="914400"/>
                  </a:lnTo>
                  <a:lnTo>
                    <a:pt x="914400" y="914400"/>
                  </a:lnTo>
                  <a:lnTo>
                    <a:pt x="914400" y="918972"/>
                  </a:lnTo>
                  <a:close/>
                </a:path>
                <a:path w="925195" h="923925">
                  <a:moveTo>
                    <a:pt x="925068" y="918972"/>
                  </a:moveTo>
                  <a:lnTo>
                    <a:pt x="914400" y="918972"/>
                  </a:lnTo>
                  <a:lnTo>
                    <a:pt x="918972" y="914400"/>
                  </a:lnTo>
                  <a:lnTo>
                    <a:pt x="925068" y="914400"/>
                  </a:lnTo>
                  <a:lnTo>
                    <a:pt x="925068" y="9189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063513" y="1896856"/>
            <a:ext cx="182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FF5050"/>
                </a:solidFill>
                <a:latin typeface="Microsoft Sans Serif"/>
                <a:cs typeface="Microsoft Sans Serif"/>
              </a:rPr>
              <a:t>V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05100" y="1584856"/>
            <a:ext cx="1673225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019175" algn="l"/>
                <a:tab pos="1634489" algn="l"/>
              </a:tabLst>
            </a:pPr>
            <a:r>
              <a:rPr sz="3600" baseline="-34722" dirty="0">
                <a:latin typeface="Microsoft Sans Serif"/>
                <a:cs typeface="Microsoft Sans Serif"/>
              </a:rPr>
              <a:t>B </a:t>
            </a:r>
            <a:r>
              <a:rPr sz="3600" baseline="-34722" dirty="0">
                <a:latin typeface="Cambria"/>
                <a:cs typeface="Cambria"/>
              </a:rPr>
              <a:t>=</a:t>
            </a:r>
            <a:r>
              <a:rPr sz="3600" spc="270" baseline="-34722" dirty="0">
                <a:latin typeface="Cambria"/>
                <a:cs typeface="Cambria"/>
              </a:rPr>
              <a:t> </a:t>
            </a:r>
            <a:r>
              <a:rPr sz="3600" spc="157" baseline="-34722" dirty="0">
                <a:latin typeface="Cambria"/>
                <a:cs typeface="Cambria"/>
              </a:rPr>
              <a:t>–</a:t>
            </a:r>
            <a:r>
              <a:rPr sz="3600" spc="-150" baseline="-34722" dirty="0">
                <a:latin typeface="Cambria"/>
                <a:cs typeface="Cambria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	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∆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P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	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856219" y="4303776"/>
            <a:ext cx="742315" cy="742315"/>
            <a:chOff x="7856219" y="4303776"/>
            <a:chExt cx="742315" cy="742315"/>
          </a:xfrm>
        </p:grpSpPr>
        <p:sp>
          <p:nvSpPr>
            <p:cNvPr id="9" name="object 9"/>
            <p:cNvSpPr/>
            <p:nvPr/>
          </p:nvSpPr>
          <p:spPr>
            <a:xfrm>
              <a:off x="7862315" y="4308348"/>
              <a:ext cx="731520" cy="733425"/>
            </a:xfrm>
            <a:custGeom>
              <a:avLst/>
              <a:gdLst/>
              <a:ahLst/>
              <a:cxnLst/>
              <a:rect l="l" t="t" r="r" b="b"/>
              <a:pathLst>
                <a:path w="731520" h="733425">
                  <a:moveTo>
                    <a:pt x="731519" y="733044"/>
                  </a:moveTo>
                  <a:lnTo>
                    <a:pt x="0" y="733044"/>
                  </a:lnTo>
                  <a:lnTo>
                    <a:pt x="0" y="0"/>
                  </a:lnTo>
                  <a:lnTo>
                    <a:pt x="731519" y="0"/>
                  </a:lnTo>
                  <a:lnTo>
                    <a:pt x="731519" y="733044"/>
                  </a:lnTo>
                  <a:close/>
                </a:path>
              </a:pathLst>
            </a:custGeom>
            <a:solidFill>
              <a:srgbClr val="CC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856219" y="4303776"/>
              <a:ext cx="742315" cy="742315"/>
            </a:xfrm>
            <a:custGeom>
              <a:avLst/>
              <a:gdLst/>
              <a:ahLst/>
              <a:cxnLst/>
              <a:rect l="l" t="t" r="r" b="b"/>
              <a:pathLst>
                <a:path w="742315" h="742314">
                  <a:moveTo>
                    <a:pt x="742188" y="742188"/>
                  </a:moveTo>
                  <a:lnTo>
                    <a:pt x="0" y="742188"/>
                  </a:lnTo>
                  <a:lnTo>
                    <a:pt x="0" y="0"/>
                  </a:lnTo>
                  <a:lnTo>
                    <a:pt x="742188" y="0"/>
                  </a:lnTo>
                  <a:lnTo>
                    <a:pt x="742188" y="4572"/>
                  </a:lnTo>
                  <a:lnTo>
                    <a:pt x="10668" y="4572"/>
                  </a:lnTo>
                  <a:lnTo>
                    <a:pt x="6096" y="9144"/>
                  </a:lnTo>
                  <a:lnTo>
                    <a:pt x="10668" y="9144"/>
                  </a:lnTo>
                  <a:lnTo>
                    <a:pt x="10668" y="731520"/>
                  </a:lnTo>
                  <a:lnTo>
                    <a:pt x="6096" y="731520"/>
                  </a:lnTo>
                  <a:lnTo>
                    <a:pt x="10668" y="737616"/>
                  </a:lnTo>
                  <a:lnTo>
                    <a:pt x="742188" y="737616"/>
                  </a:lnTo>
                  <a:lnTo>
                    <a:pt x="742188" y="742188"/>
                  </a:lnTo>
                  <a:close/>
                </a:path>
                <a:path w="742315" h="742314">
                  <a:moveTo>
                    <a:pt x="10668" y="9144"/>
                  </a:moveTo>
                  <a:lnTo>
                    <a:pt x="6096" y="9144"/>
                  </a:lnTo>
                  <a:lnTo>
                    <a:pt x="10668" y="4572"/>
                  </a:lnTo>
                  <a:lnTo>
                    <a:pt x="10668" y="9144"/>
                  </a:lnTo>
                  <a:close/>
                </a:path>
                <a:path w="742315" h="742314">
                  <a:moveTo>
                    <a:pt x="733044" y="9144"/>
                  </a:moveTo>
                  <a:lnTo>
                    <a:pt x="10668" y="9144"/>
                  </a:lnTo>
                  <a:lnTo>
                    <a:pt x="10668" y="4572"/>
                  </a:lnTo>
                  <a:lnTo>
                    <a:pt x="733044" y="4572"/>
                  </a:lnTo>
                  <a:lnTo>
                    <a:pt x="733044" y="9144"/>
                  </a:lnTo>
                  <a:close/>
                </a:path>
                <a:path w="742315" h="742314">
                  <a:moveTo>
                    <a:pt x="733044" y="737616"/>
                  </a:moveTo>
                  <a:lnTo>
                    <a:pt x="733044" y="4572"/>
                  </a:lnTo>
                  <a:lnTo>
                    <a:pt x="737616" y="9144"/>
                  </a:lnTo>
                  <a:lnTo>
                    <a:pt x="742188" y="9144"/>
                  </a:lnTo>
                  <a:lnTo>
                    <a:pt x="742188" y="731520"/>
                  </a:lnTo>
                  <a:lnTo>
                    <a:pt x="737616" y="731520"/>
                  </a:lnTo>
                  <a:lnTo>
                    <a:pt x="733044" y="737616"/>
                  </a:lnTo>
                  <a:close/>
                </a:path>
                <a:path w="742315" h="742314">
                  <a:moveTo>
                    <a:pt x="742188" y="9144"/>
                  </a:moveTo>
                  <a:lnTo>
                    <a:pt x="737616" y="9144"/>
                  </a:lnTo>
                  <a:lnTo>
                    <a:pt x="733044" y="4572"/>
                  </a:lnTo>
                  <a:lnTo>
                    <a:pt x="742188" y="4572"/>
                  </a:lnTo>
                  <a:lnTo>
                    <a:pt x="742188" y="9144"/>
                  </a:lnTo>
                  <a:close/>
                </a:path>
                <a:path w="742315" h="742314">
                  <a:moveTo>
                    <a:pt x="10668" y="737616"/>
                  </a:moveTo>
                  <a:lnTo>
                    <a:pt x="6096" y="731520"/>
                  </a:lnTo>
                  <a:lnTo>
                    <a:pt x="10668" y="731520"/>
                  </a:lnTo>
                  <a:lnTo>
                    <a:pt x="10668" y="737616"/>
                  </a:lnTo>
                  <a:close/>
                </a:path>
                <a:path w="742315" h="742314">
                  <a:moveTo>
                    <a:pt x="733044" y="737616"/>
                  </a:moveTo>
                  <a:lnTo>
                    <a:pt x="10668" y="737616"/>
                  </a:lnTo>
                  <a:lnTo>
                    <a:pt x="10668" y="731520"/>
                  </a:lnTo>
                  <a:lnTo>
                    <a:pt x="733044" y="731520"/>
                  </a:lnTo>
                  <a:lnTo>
                    <a:pt x="733044" y="737616"/>
                  </a:lnTo>
                  <a:close/>
                </a:path>
                <a:path w="742315" h="742314">
                  <a:moveTo>
                    <a:pt x="742188" y="737616"/>
                  </a:moveTo>
                  <a:lnTo>
                    <a:pt x="733044" y="737616"/>
                  </a:lnTo>
                  <a:lnTo>
                    <a:pt x="737616" y="731520"/>
                  </a:lnTo>
                  <a:lnTo>
                    <a:pt x="742188" y="731520"/>
                  </a:lnTo>
                  <a:lnTo>
                    <a:pt x="742188" y="7376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8692895" y="2022347"/>
            <a:ext cx="576580" cy="132715"/>
          </a:xfrm>
          <a:custGeom>
            <a:avLst/>
            <a:gdLst/>
            <a:ahLst/>
            <a:cxnLst/>
            <a:rect l="l" t="t" r="r" b="b"/>
            <a:pathLst>
              <a:path w="576579" h="132714">
                <a:moveTo>
                  <a:pt x="114300" y="132588"/>
                </a:moveTo>
                <a:lnTo>
                  <a:pt x="106680" y="128016"/>
                </a:lnTo>
                <a:lnTo>
                  <a:pt x="0" y="65532"/>
                </a:lnTo>
                <a:lnTo>
                  <a:pt x="106680" y="3048"/>
                </a:lnTo>
                <a:lnTo>
                  <a:pt x="114300" y="0"/>
                </a:lnTo>
                <a:lnTo>
                  <a:pt x="123444" y="1524"/>
                </a:lnTo>
                <a:lnTo>
                  <a:pt x="126491" y="9144"/>
                </a:lnTo>
                <a:lnTo>
                  <a:pt x="131063" y="15240"/>
                </a:lnTo>
                <a:lnTo>
                  <a:pt x="128015" y="24384"/>
                </a:lnTo>
                <a:lnTo>
                  <a:pt x="121920" y="27432"/>
                </a:lnTo>
                <a:lnTo>
                  <a:pt x="80541" y="51816"/>
                </a:lnTo>
                <a:lnTo>
                  <a:pt x="28956" y="51816"/>
                </a:lnTo>
                <a:lnTo>
                  <a:pt x="28956" y="79248"/>
                </a:lnTo>
                <a:lnTo>
                  <a:pt x="80541" y="79248"/>
                </a:lnTo>
                <a:lnTo>
                  <a:pt x="121920" y="103632"/>
                </a:lnTo>
                <a:lnTo>
                  <a:pt x="128015" y="106680"/>
                </a:lnTo>
                <a:lnTo>
                  <a:pt x="131063" y="115824"/>
                </a:lnTo>
                <a:lnTo>
                  <a:pt x="126491" y="123444"/>
                </a:lnTo>
                <a:lnTo>
                  <a:pt x="123444" y="129540"/>
                </a:lnTo>
                <a:lnTo>
                  <a:pt x="114300" y="132588"/>
                </a:lnTo>
                <a:close/>
              </a:path>
              <a:path w="576579" h="132714">
                <a:moveTo>
                  <a:pt x="80541" y="79248"/>
                </a:moveTo>
                <a:lnTo>
                  <a:pt x="28956" y="79248"/>
                </a:lnTo>
                <a:lnTo>
                  <a:pt x="28956" y="51816"/>
                </a:lnTo>
                <a:lnTo>
                  <a:pt x="80541" y="51816"/>
                </a:lnTo>
                <a:lnTo>
                  <a:pt x="77954" y="53340"/>
                </a:lnTo>
                <a:lnTo>
                  <a:pt x="36576" y="53340"/>
                </a:lnTo>
                <a:lnTo>
                  <a:pt x="36576" y="77724"/>
                </a:lnTo>
                <a:lnTo>
                  <a:pt x="77954" y="77724"/>
                </a:lnTo>
                <a:lnTo>
                  <a:pt x="80541" y="79248"/>
                </a:lnTo>
                <a:close/>
              </a:path>
              <a:path w="576579" h="132714">
                <a:moveTo>
                  <a:pt x="576072" y="79248"/>
                </a:moveTo>
                <a:lnTo>
                  <a:pt x="80541" y="79248"/>
                </a:lnTo>
                <a:lnTo>
                  <a:pt x="57265" y="65532"/>
                </a:lnTo>
                <a:lnTo>
                  <a:pt x="80541" y="51816"/>
                </a:lnTo>
                <a:lnTo>
                  <a:pt x="576072" y="51816"/>
                </a:lnTo>
                <a:lnTo>
                  <a:pt x="576072" y="79248"/>
                </a:lnTo>
                <a:close/>
              </a:path>
              <a:path w="576579" h="132714">
                <a:moveTo>
                  <a:pt x="36576" y="77724"/>
                </a:moveTo>
                <a:lnTo>
                  <a:pt x="36576" y="53340"/>
                </a:lnTo>
                <a:lnTo>
                  <a:pt x="57265" y="65532"/>
                </a:lnTo>
                <a:lnTo>
                  <a:pt x="36576" y="77724"/>
                </a:lnTo>
                <a:close/>
              </a:path>
              <a:path w="576579" h="132714">
                <a:moveTo>
                  <a:pt x="57265" y="65532"/>
                </a:moveTo>
                <a:lnTo>
                  <a:pt x="36576" y="53340"/>
                </a:lnTo>
                <a:lnTo>
                  <a:pt x="77954" y="53340"/>
                </a:lnTo>
                <a:lnTo>
                  <a:pt x="57265" y="65532"/>
                </a:lnTo>
                <a:close/>
              </a:path>
              <a:path w="576579" h="132714">
                <a:moveTo>
                  <a:pt x="77954" y="77724"/>
                </a:moveTo>
                <a:lnTo>
                  <a:pt x="36576" y="77724"/>
                </a:lnTo>
                <a:lnTo>
                  <a:pt x="57265" y="65532"/>
                </a:lnTo>
                <a:lnTo>
                  <a:pt x="77954" y="77724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999277" y="1752080"/>
            <a:ext cx="182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FF5050"/>
                </a:solidFill>
                <a:latin typeface="Microsoft Sans Serif"/>
                <a:cs typeface="Microsoft Sans Serif"/>
              </a:rPr>
              <a:t>P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124444" y="1008888"/>
            <a:ext cx="132715" cy="576580"/>
          </a:xfrm>
          <a:custGeom>
            <a:avLst/>
            <a:gdLst/>
            <a:ahLst/>
            <a:cxnLst/>
            <a:rect l="l" t="t" r="r" b="b"/>
            <a:pathLst>
              <a:path w="132715" h="576580">
                <a:moveTo>
                  <a:pt x="65532" y="519961"/>
                </a:moveTo>
                <a:lnTo>
                  <a:pt x="51816" y="496269"/>
                </a:lnTo>
                <a:lnTo>
                  <a:pt x="51816" y="0"/>
                </a:lnTo>
                <a:lnTo>
                  <a:pt x="80772" y="0"/>
                </a:lnTo>
                <a:lnTo>
                  <a:pt x="80772" y="493637"/>
                </a:lnTo>
                <a:lnTo>
                  <a:pt x="65532" y="519961"/>
                </a:lnTo>
                <a:close/>
              </a:path>
              <a:path w="132715" h="576580">
                <a:moveTo>
                  <a:pt x="65532" y="576072"/>
                </a:moveTo>
                <a:lnTo>
                  <a:pt x="3048" y="469392"/>
                </a:lnTo>
                <a:lnTo>
                  <a:pt x="0" y="461772"/>
                </a:lnTo>
                <a:lnTo>
                  <a:pt x="1524" y="454152"/>
                </a:lnTo>
                <a:lnTo>
                  <a:pt x="9144" y="449580"/>
                </a:lnTo>
                <a:lnTo>
                  <a:pt x="15240" y="445008"/>
                </a:lnTo>
                <a:lnTo>
                  <a:pt x="24384" y="448056"/>
                </a:lnTo>
                <a:lnTo>
                  <a:pt x="27432" y="454152"/>
                </a:lnTo>
                <a:lnTo>
                  <a:pt x="51816" y="496269"/>
                </a:lnTo>
                <a:lnTo>
                  <a:pt x="51816" y="547116"/>
                </a:lnTo>
                <a:lnTo>
                  <a:pt x="82491" y="547116"/>
                </a:lnTo>
                <a:lnTo>
                  <a:pt x="65532" y="576072"/>
                </a:lnTo>
                <a:close/>
              </a:path>
              <a:path w="132715" h="576580">
                <a:moveTo>
                  <a:pt x="82491" y="547116"/>
                </a:moveTo>
                <a:lnTo>
                  <a:pt x="80772" y="547116"/>
                </a:lnTo>
                <a:lnTo>
                  <a:pt x="80772" y="493637"/>
                </a:lnTo>
                <a:lnTo>
                  <a:pt x="103632" y="454152"/>
                </a:lnTo>
                <a:lnTo>
                  <a:pt x="106680" y="448056"/>
                </a:lnTo>
                <a:lnTo>
                  <a:pt x="115824" y="445008"/>
                </a:lnTo>
                <a:lnTo>
                  <a:pt x="123444" y="449580"/>
                </a:lnTo>
                <a:lnTo>
                  <a:pt x="129540" y="454152"/>
                </a:lnTo>
                <a:lnTo>
                  <a:pt x="132588" y="461772"/>
                </a:lnTo>
                <a:lnTo>
                  <a:pt x="128016" y="469392"/>
                </a:lnTo>
                <a:lnTo>
                  <a:pt x="82491" y="547116"/>
                </a:lnTo>
                <a:close/>
              </a:path>
              <a:path w="132715" h="576580">
                <a:moveTo>
                  <a:pt x="80772" y="541020"/>
                </a:moveTo>
                <a:lnTo>
                  <a:pt x="77724" y="541020"/>
                </a:lnTo>
                <a:lnTo>
                  <a:pt x="65532" y="519961"/>
                </a:lnTo>
                <a:lnTo>
                  <a:pt x="80772" y="493637"/>
                </a:lnTo>
                <a:lnTo>
                  <a:pt x="80772" y="541020"/>
                </a:lnTo>
                <a:close/>
              </a:path>
              <a:path w="132715" h="576580">
                <a:moveTo>
                  <a:pt x="80772" y="547116"/>
                </a:moveTo>
                <a:lnTo>
                  <a:pt x="51816" y="547116"/>
                </a:lnTo>
                <a:lnTo>
                  <a:pt x="51816" y="496269"/>
                </a:lnTo>
                <a:lnTo>
                  <a:pt x="65532" y="519961"/>
                </a:lnTo>
                <a:lnTo>
                  <a:pt x="53340" y="541020"/>
                </a:lnTo>
                <a:lnTo>
                  <a:pt x="80772" y="541020"/>
                </a:lnTo>
                <a:lnTo>
                  <a:pt x="80772" y="547116"/>
                </a:lnTo>
                <a:close/>
              </a:path>
              <a:path w="132715" h="576580">
                <a:moveTo>
                  <a:pt x="77724" y="541020"/>
                </a:moveTo>
                <a:lnTo>
                  <a:pt x="53340" y="541020"/>
                </a:lnTo>
                <a:lnTo>
                  <a:pt x="65532" y="519961"/>
                </a:lnTo>
                <a:lnTo>
                  <a:pt x="77724" y="54102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037832" y="2022347"/>
            <a:ext cx="576580" cy="132715"/>
          </a:xfrm>
          <a:custGeom>
            <a:avLst/>
            <a:gdLst/>
            <a:ahLst/>
            <a:cxnLst/>
            <a:rect l="l" t="t" r="r" b="b"/>
            <a:pathLst>
              <a:path w="576579" h="132714">
                <a:moveTo>
                  <a:pt x="519961" y="65532"/>
                </a:moveTo>
                <a:lnTo>
                  <a:pt x="454152" y="27432"/>
                </a:lnTo>
                <a:lnTo>
                  <a:pt x="448056" y="24384"/>
                </a:lnTo>
                <a:lnTo>
                  <a:pt x="445008" y="15240"/>
                </a:lnTo>
                <a:lnTo>
                  <a:pt x="449580" y="9144"/>
                </a:lnTo>
                <a:lnTo>
                  <a:pt x="454152" y="1524"/>
                </a:lnTo>
                <a:lnTo>
                  <a:pt x="461772" y="0"/>
                </a:lnTo>
                <a:lnTo>
                  <a:pt x="469392" y="3048"/>
                </a:lnTo>
                <a:lnTo>
                  <a:pt x="552654" y="51816"/>
                </a:lnTo>
                <a:lnTo>
                  <a:pt x="547116" y="51816"/>
                </a:lnTo>
                <a:lnTo>
                  <a:pt x="547116" y="53340"/>
                </a:lnTo>
                <a:lnTo>
                  <a:pt x="541020" y="53340"/>
                </a:lnTo>
                <a:lnTo>
                  <a:pt x="519961" y="65532"/>
                </a:lnTo>
                <a:close/>
              </a:path>
              <a:path w="576579" h="132714">
                <a:moveTo>
                  <a:pt x="496269" y="79248"/>
                </a:moveTo>
                <a:lnTo>
                  <a:pt x="0" y="79248"/>
                </a:lnTo>
                <a:lnTo>
                  <a:pt x="0" y="51816"/>
                </a:lnTo>
                <a:lnTo>
                  <a:pt x="496269" y="51816"/>
                </a:lnTo>
                <a:lnTo>
                  <a:pt x="519961" y="65532"/>
                </a:lnTo>
                <a:lnTo>
                  <a:pt x="496269" y="79248"/>
                </a:lnTo>
                <a:close/>
              </a:path>
              <a:path w="576579" h="132714">
                <a:moveTo>
                  <a:pt x="552654" y="79248"/>
                </a:moveTo>
                <a:lnTo>
                  <a:pt x="547116" y="79248"/>
                </a:lnTo>
                <a:lnTo>
                  <a:pt x="547116" y="51816"/>
                </a:lnTo>
                <a:lnTo>
                  <a:pt x="552654" y="51816"/>
                </a:lnTo>
                <a:lnTo>
                  <a:pt x="576072" y="65532"/>
                </a:lnTo>
                <a:lnTo>
                  <a:pt x="552654" y="79248"/>
                </a:lnTo>
                <a:close/>
              </a:path>
              <a:path w="576579" h="132714">
                <a:moveTo>
                  <a:pt x="541020" y="77724"/>
                </a:moveTo>
                <a:lnTo>
                  <a:pt x="519961" y="65532"/>
                </a:lnTo>
                <a:lnTo>
                  <a:pt x="541020" y="53340"/>
                </a:lnTo>
                <a:lnTo>
                  <a:pt x="541020" y="77724"/>
                </a:lnTo>
                <a:close/>
              </a:path>
              <a:path w="576579" h="132714">
                <a:moveTo>
                  <a:pt x="547116" y="77724"/>
                </a:moveTo>
                <a:lnTo>
                  <a:pt x="541020" y="77724"/>
                </a:lnTo>
                <a:lnTo>
                  <a:pt x="541020" y="53340"/>
                </a:lnTo>
                <a:lnTo>
                  <a:pt x="547116" y="53340"/>
                </a:lnTo>
                <a:lnTo>
                  <a:pt x="547116" y="77724"/>
                </a:lnTo>
                <a:close/>
              </a:path>
              <a:path w="576579" h="132714">
                <a:moveTo>
                  <a:pt x="461772" y="132588"/>
                </a:moveTo>
                <a:lnTo>
                  <a:pt x="454152" y="129540"/>
                </a:lnTo>
                <a:lnTo>
                  <a:pt x="449580" y="123444"/>
                </a:lnTo>
                <a:lnTo>
                  <a:pt x="445008" y="115824"/>
                </a:lnTo>
                <a:lnTo>
                  <a:pt x="448056" y="106680"/>
                </a:lnTo>
                <a:lnTo>
                  <a:pt x="454152" y="103632"/>
                </a:lnTo>
                <a:lnTo>
                  <a:pt x="519961" y="65532"/>
                </a:lnTo>
                <a:lnTo>
                  <a:pt x="541020" y="77724"/>
                </a:lnTo>
                <a:lnTo>
                  <a:pt x="547116" y="77724"/>
                </a:lnTo>
                <a:lnTo>
                  <a:pt x="547116" y="79248"/>
                </a:lnTo>
                <a:lnTo>
                  <a:pt x="552654" y="79248"/>
                </a:lnTo>
                <a:lnTo>
                  <a:pt x="469392" y="128016"/>
                </a:lnTo>
                <a:lnTo>
                  <a:pt x="461772" y="132588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6923532" y="859536"/>
            <a:ext cx="2493645" cy="2385060"/>
            <a:chOff x="6923532" y="859536"/>
            <a:chExt cx="2493645" cy="2385060"/>
          </a:xfrm>
        </p:grpSpPr>
        <p:sp>
          <p:nvSpPr>
            <p:cNvPr id="16" name="object 16"/>
            <p:cNvSpPr/>
            <p:nvPr/>
          </p:nvSpPr>
          <p:spPr>
            <a:xfrm>
              <a:off x="8122920" y="2592324"/>
              <a:ext cx="132715" cy="576580"/>
            </a:xfrm>
            <a:custGeom>
              <a:avLst/>
              <a:gdLst/>
              <a:ahLst/>
              <a:cxnLst/>
              <a:rect l="l" t="t" r="r" b="b"/>
              <a:pathLst>
                <a:path w="132715" h="576580">
                  <a:moveTo>
                    <a:pt x="15240" y="131064"/>
                  </a:moveTo>
                  <a:lnTo>
                    <a:pt x="9144" y="126492"/>
                  </a:lnTo>
                  <a:lnTo>
                    <a:pt x="1524" y="123444"/>
                  </a:lnTo>
                  <a:lnTo>
                    <a:pt x="0" y="114300"/>
                  </a:lnTo>
                  <a:lnTo>
                    <a:pt x="3048" y="106680"/>
                  </a:lnTo>
                  <a:lnTo>
                    <a:pt x="65532" y="0"/>
                  </a:lnTo>
                  <a:lnTo>
                    <a:pt x="82491" y="28956"/>
                  </a:lnTo>
                  <a:lnTo>
                    <a:pt x="51816" y="28956"/>
                  </a:lnTo>
                  <a:lnTo>
                    <a:pt x="51816" y="80541"/>
                  </a:lnTo>
                  <a:lnTo>
                    <a:pt x="27432" y="121920"/>
                  </a:lnTo>
                  <a:lnTo>
                    <a:pt x="24384" y="128016"/>
                  </a:lnTo>
                  <a:lnTo>
                    <a:pt x="15240" y="131064"/>
                  </a:lnTo>
                  <a:close/>
                </a:path>
                <a:path w="132715" h="576580">
                  <a:moveTo>
                    <a:pt x="51816" y="80541"/>
                  </a:moveTo>
                  <a:lnTo>
                    <a:pt x="51816" y="28956"/>
                  </a:lnTo>
                  <a:lnTo>
                    <a:pt x="79248" y="28956"/>
                  </a:lnTo>
                  <a:lnTo>
                    <a:pt x="79248" y="36576"/>
                  </a:lnTo>
                  <a:lnTo>
                    <a:pt x="53340" y="36576"/>
                  </a:lnTo>
                  <a:lnTo>
                    <a:pt x="65532" y="57265"/>
                  </a:lnTo>
                  <a:lnTo>
                    <a:pt x="51816" y="80541"/>
                  </a:lnTo>
                  <a:close/>
                </a:path>
                <a:path w="132715" h="576580">
                  <a:moveTo>
                    <a:pt x="115824" y="131064"/>
                  </a:moveTo>
                  <a:lnTo>
                    <a:pt x="106680" y="128016"/>
                  </a:lnTo>
                  <a:lnTo>
                    <a:pt x="103632" y="121920"/>
                  </a:lnTo>
                  <a:lnTo>
                    <a:pt x="79248" y="80541"/>
                  </a:lnTo>
                  <a:lnTo>
                    <a:pt x="79248" y="28956"/>
                  </a:lnTo>
                  <a:lnTo>
                    <a:pt x="82491" y="28956"/>
                  </a:lnTo>
                  <a:lnTo>
                    <a:pt x="128016" y="106680"/>
                  </a:lnTo>
                  <a:lnTo>
                    <a:pt x="132588" y="114300"/>
                  </a:lnTo>
                  <a:lnTo>
                    <a:pt x="129540" y="123444"/>
                  </a:lnTo>
                  <a:lnTo>
                    <a:pt x="123444" y="126492"/>
                  </a:lnTo>
                  <a:lnTo>
                    <a:pt x="115824" y="131064"/>
                  </a:lnTo>
                  <a:close/>
                </a:path>
                <a:path w="132715" h="576580">
                  <a:moveTo>
                    <a:pt x="65532" y="57265"/>
                  </a:moveTo>
                  <a:lnTo>
                    <a:pt x="53340" y="36576"/>
                  </a:lnTo>
                  <a:lnTo>
                    <a:pt x="77724" y="36576"/>
                  </a:lnTo>
                  <a:lnTo>
                    <a:pt x="65532" y="57265"/>
                  </a:lnTo>
                  <a:close/>
                </a:path>
                <a:path w="132715" h="576580">
                  <a:moveTo>
                    <a:pt x="79248" y="80541"/>
                  </a:moveTo>
                  <a:lnTo>
                    <a:pt x="65532" y="57265"/>
                  </a:lnTo>
                  <a:lnTo>
                    <a:pt x="77724" y="36576"/>
                  </a:lnTo>
                  <a:lnTo>
                    <a:pt x="79248" y="36576"/>
                  </a:lnTo>
                  <a:lnTo>
                    <a:pt x="79248" y="80541"/>
                  </a:lnTo>
                  <a:close/>
                </a:path>
                <a:path w="132715" h="576580">
                  <a:moveTo>
                    <a:pt x="79248" y="576072"/>
                  </a:moveTo>
                  <a:lnTo>
                    <a:pt x="51816" y="576072"/>
                  </a:lnTo>
                  <a:lnTo>
                    <a:pt x="51816" y="80541"/>
                  </a:lnTo>
                  <a:lnTo>
                    <a:pt x="65532" y="57265"/>
                  </a:lnTo>
                  <a:lnTo>
                    <a:pt x="79248" y="80541"/>
                  </a:lnTo>
                  <a:lnTo>
                    <a:pt x="79248" y="576072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928104" y="864108"/>
              <a:ext cx="2463165" cy="2376170"/>
            </a:xfrm>
            <a:custGeom>
              <a:avLst/>
              <a:gdLst/>
              <a:ahLst/>
              <a:cxnLst/>
              <a:rect l="l" t="t" r="r" b="b"/>
              <a:pathLst>
                <a:path w="2463165" h="2376170">
                  <a:moveTo>
                    <a:pt x="0" y="4572"/>
                  </a:moveTo>
                  <a:lnTo>
                    <a:pt x="0" y="2375916"/>
                  </a:lnTo>
                </a:path>
                <a:path w="2463165" h="2376170">
                  <a:moveTo>
                    <a:pt x="24383" y="0"/>
                  </a:moveTo>
                  <a:lnTo>
                    <a:pt x="2462783" y="0"/>
                  </a:lnTo>
                </a:path>
              </a:pathLst>
            </a:custGeom>
            <a:ln w="9144">
              <a:solidFill>
                <a:srgbClr val="80808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412224" y="870204"/>
              <a:ext cx="0" cy="2306320"/>
            </a:xfrm>
            <a:custGeom>
              <a:avLst/>
              <a:gdLst/>
              <a:ahLst/>
              <a:cxnLst/>
              <a:rect l="l" t="t" r="r" b="b"/>
              <a:pathLst>
                <a:path h="2306320">
                  <a:moveTo>
                    <a:pt x="0" y="0"/>
                  </a:moveTo>
                  <a:lnTo>
                    <a:pt x="0" y="2305812"/>
                  </a:lnTo>
                </a:path>
              </a:pathLst>
            </a:custGeom>
            <a:ln w="9144">
              <a:solidFill>
                <a:srgbClr val="80808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276844" y="3203448"/>
              <a:ext cx="1140460" cy="41275"/>
            </a:xfrm>
            <a:custGeom>
              <a:avLst/>
              <a:gdLst/>
              <a:ahLst/>
              <a:cxnLst/>
              <a:rect l="l" t="t" r="r" b="b"/>
              <a:pathLst>
                <a:path w="1140459" h="41275">
                  <a:moveTo>
                    <a:pt x="1130808" y="36576"/>
                  </a:moveTo>
                  <a:lnTo>
                    <a:pt x="1130808" y="0"/>
                  </a:lnTo>
                  <a:lnTo>
                    <a:pt x="1139952" y="0"/>
                  </a:lnTo>
                  <a:lnTo>
                    <a:pt x="1139952" y="32004"/>
                  </a:lnTo>
                  <a:lnTo>
                    <a:pt x="1133856" y="32004"/>
                  </a:lnTo>
                  <a:lnTo>
                    <a:pt x="1133856" y="33528"/>
                  </a:lnTo>
                  <a:lnTo>
                    <a:pt x="1130808" y="36576"/>
                  </a:lnTo>
                  <a:close/>
                </a:path>
                <a:path w="1140459" h="41275">
                  <a:moveTo>
                    <a:pt x="1133856" y="33528"/>
                  </a:moveTo>
                  <a:lnTo>
                    <a:pt x="1133856" y="32004"/>
                  </a:lnTo>
                  <a:lnTo>
                    <a:pt x="1135380" y="32004"/>
                  </a:lnTo>
                  <a:lnTo>
                    <a:pt x="1133856" y="33528"/>
                  </a:lnTo>
                  <a:close/>
                </a:path>
                <a:path w="1140459" h="41275">
                  <a:moveTo>
                    <a:pt x="1139952" y="41148"/>
                  </a:moveTo>
                  <a:lnTo>
                    <a:pt x="1133856" y="41148"/>
                  </a:lnTo>
                  <a:lnTo>
                    <a:pt x="1133856" y="33528"/>
                  </a:lnTo>
                  <a:lnTo>
                    <a:pt x="1135380" y="32004"/>
                  </a:lnTo>
                  <a:lnTo>
                    <a:pt x="1139952" y="32004"/>
                  </a:lnTo>
                  <a:lnTo>
                    <a:pt x="1139952" y="41148"/>
                  </a:lnTo>
                  <a:close/>
                </a:path>
                <a:path w="1140459" h="41275">
                  <a:moveTo>
                    <a:pt x="1104900" y="41148"/>
                  </a:moveTo>
                  <a:lnTo>
                    <a:pt x="1066800" y="41148"/>
                  </a:lnTo>
                  <a:lnTo>
                    <a:pt x="1066800" y="32004"/>
                  </a:lnTo>
                  <a:lnTo>
                    <a:pt x="1104900" y="32004"/>
                  </a:lnTo>
                  <a:lnTo>
                    <a:pt x="1104900" y="41148"/>
                  </a:lnTo>
                  <a:close/>
                </a:path>
                <a:path w="1140459" h="41275">
                  <a:moveTo>
                    <a:pt x="1039368" y="41148"/>
                  </a:moveTo>
                  <a:lnTo>
                    <a:pt x="1001268" y="41148"/>
                  </a:lnTo>
                  <a:lnTo>
                    <a:pt x="1001268" y="32004"/>
                  </a:lnTo>
                  <a:lnTo>
                    <a:pt x="1039368" y="32004"/>
                  </a:lnTo>
                  <a:lnTo>
                    <a:pt x="1039368" y="41148"/>
                  </a:lnTo>
                  <a:close/>
                </a:path>
                <a:path w="1140459" h="41275">
                  <a:moveTo>
                    <a:pt x="972312" y="41148"/>
                  </a:moveTo>
                  <a:lnTo>
                    <a:pt x="934212" y="41148"/>
                  </a:lnTo>
                  <a:lnTo>
                    <a:pt x="934212" y="32004"/>
                  </a:lnTo>
                  <a:lnTo>
                    <a:pt x="972312" y="32004"/>
                  </a:lnTo>
                  <a:lnTo>
                    <a:pt x="972312" y="41148"/>
                  </a:lnTo>
                  <a:close/>
                </a:path>
                <a:path w="1140459" h="41275">
                  <a:moveTo>
                    <a:pt x="905256" y="41148"/>
                  </a:moveTo>
                  <a:lnTo>
                    <a:pt x="867156" y="41148"/>
                  </a:lnTo>
                  <a:lnTo>
                    <a:pt x="867156" y="32004"/>
                  </a:lnTo>
                  <a:lnTo>
                    <a:pt x="905256" y="32004"/>
                  </a:lnTo>
                  <a:lnTo>
                    <a:pt x="905256" y="41148"/>
                  </a:lnTo>
                  <a:close/>
                </a:path>
                <a:path w="1140459" h="41275">
                  <a:moveTo>
                    <a:pt x="838200" y="41148"/>
                  </a:moveTo>
                  <a:lnTo>
                    <a:pt x="800100" y="41148"/>
                  </a:lnTo>
                  <a:lnTo>
                    <a:pt x="800100" y="32004"/>
                  </a:lnTo>
                  <a:lnTo>
                    <a:pt x="838200" y="32004"/>
                  </a:lnTo>
                  <a:lnTo>
                    <a:pt x="838200" y="41148"/>
                  </a:lnTo>
                  <a:close/>
                </a:path>
                <a:path w="1140459" h="41275">
                  <a:moveTo>
                    <a:pt x="772668" y="41148"/>
                  </a:moveTo>
                  <a:lnTo>
                    <a:pt x="734568" y="41148"/>
                  </a:lnTo>
                  <a:lnTo>
                    <a:pt x="734568" y="32004"/>
                  </a:lnTo>
                  <a:lnTo>
                    <a:pt x="772668" y="32004"/>
                  </a:lnTo>
                  <a:lnTo>
                    <a:pt x="772668" y="41148"/>
                  </a:lnTo>
                  <a:close/>
                </a:path>
                <a:path w="1140459" h="41275">
                  <a:moveTo>
                    <a:pt x="705612" y="41148"/>
                  </a:moveTo>
                  <a:lnTo>
                    <a:pt x="667512" y="41148"/>
                  </a:lnTo>
                  <a:lnTo>
                    <a:pt x="667512" y="32004"/>
                  </a:lnTo>
                  <a:lnTo>
                    <a:pt x="705612" y="32004"/>
                  </a:lnTo>
                  <a:lnTo>
                    <a:pt x="705612" y="41148"/>
                  </a:lnTo>
                  <a:close/>
                </a:path>
                <a:path w="1140459" h="41275">
                  <a:moveTo>
                    <a:pt x="638556" y="41148"/>
                  </a:moveTo>
                  <a:lnTo>
                    <a:pt x="600456" y="41148"/>
                  </a:lnTo>
                  <a:lnTo>
                    <a:pt x="600456" y="32004"/>
                  </a:lnTo>
                  <a:lnTo>
                    <a:pt x="638556" y="32004"/>
                  </a:lnTo>
                  <a:lnTo>
                    <a:pt x="638556" y="41148"/>
                  </a:lnTo>
                  <a:close/>
                </a:path>
                <a:path w="1140459" h="41275">
                  <a:moveTo>
                    <a:pt x="571500" y="41148"/>
                  </a:moveTo>
                  <a:lnTo>
                    <a:pt x="533400" y="41148"/>
                  </a:lnTo>
                  <a:lnTo>
                    <a:pt x="533400" y="32004"/>
                  </a:lnTo>
                  <a:lnTo>
                    <a:pt x="571500" y="32004"/>
                  </a:lnTo>
                  <a:lnTo>
                    <a:pt x="571500" y="41148"/>
                  </a:lnTo>
                  <a:close/>
                </a:path>
                <a:path w="1140459" h="41275">
                  <a:moveTo>
                    <a:pt x="505968" y="41148"/>
                  </a:moveTo>
                  <a:lnTo>
                    <a:pt x="467868" y="41148"/>
                  </a:lnTo>
                  <a:lnTo>
                    <a:pt x="467868" y="32004"/>
                  </a:lnTo>
                  <a:lnTo>
                    <a:pt x="505968" y="32004"/>
                  </a:lnTo>
                  <a:lnTo>
                    <a:pt x="505968" y="41148"/>
                  </a:lnTo>
                  <a:close/>
                </a:path>
                <a:path w="1140459" h="41275">
                  <a:moveTo>
                    <a:pt x="438912" y="41148"/>
                  </a:moveTo>
                  <a:lnTo>
                    <a:pt x="400812" y="41148"/>
                  </a:lnTo>
                  <a:lnTo>
                    <a:pt x="400812" y="32004"/>
                  </a:lnTo>
                  <a:lnTo>
                    <a:pt x="438912" y="32004"/>
                  </a:lnTo>
                  <a:lnTo>
                    <a:pt x="438912" y="41148"/>
                  </a:lnTo>
                  <a:close/>
                </a:path>
                <a:path w="1140459" h="41275">
                  <a:moveTo>
                    <a:pt x="371856" y="41148"/>
                  </a:moveTo>
                  <a:lnTo>
                    <a:pt x="333756" y="41148"/>
                  </a:lnTo>
                  <a:lnTo>
                    <a:pt x="333756" y="32004"/>
                  </a:lnTo>
                  <a:lnTo>
                    <a:pt x="371856" y="32004"/>
                  </a:lnTo>
                  <a:lnTo>
                    <a:pt x="371856" y="41148"/>
                  </a:lnTo>
                  <a:close/>
                </a:path>
                <a:path w="1140459" h="41275">
                  <a:moveTo>
                    <a:pt x="304800" y="41148"/>
                  </a:moveTo>
                  <a:lnTo>
                    <a:pt x="266700" y="41148"/>
                  </a:lnTo>
                  <a:lnTo>
                    <a:pt x="266700" y="32004"/>
                  </a:lnTo>
                  <a:lnTo>
                    <a:pt x="304800" y="32004"/>
                  </a:lnTo>
                  <a:lnTo>
                    <a:pt x="304800" y="41148"/>
                  </a:lnTo>
                  <a:close/>
                </a:path>
                <a:path w="1140459" h="41275">
                  <a:moveTo>
                    <a:pt x="239268" y="41148"/>
                  </a:moveTo>
                  <a:lnTo>
                    <a:pt x="201168" y="41148"/>
                  </a:lnTo>
                  <a:lnTo>
                    <a:pt x="201168" y="32004"/>
                  </a:lnTo>
                  <a:lnTo>
                    <a:pt x="239268" y="32004"/>
                  </a:lnTo>
                  <a:lnTo>
                    <a:pt x="239268" y="41148"/>
                  </a:lnTo>
                  <a:close/>
                </a:path>
                <a:path w="1140459" h="41275">
                  <a:moveTo>
                    <a:pt x="172212" y="41148"/>
                  </a:moveTo>
                  <a:lnTo>
                    <a:pt x="134112" y="41148"/>
                  </a:lnTo>
                  <a:lnTo>
                    <a:pt x="134112" y="32004"/>
                  </a:lnTo>
                  <a:lnTo>
                    <a:pt x="172212" y="32004"/>
                  </a:lnTo>
                  <a:lnTo>
                    <a:pt x="172212" y="41148"/>
                  </a:lnTo>
                  <a:close/>
                </a:path>
                <a:path w="1140459" h="41275">
                  <a:moveTo>
                    <a:pt x="105156" y="41148"/>
                  </a:moveTo>
                  <a:lnTo>
                    <a:pt x="67056" y="41148"/>
                  </a:lnTo>
                  <a:lnTo>
                    <a:pt x="67056" y="32004"/>
                  </a:lnTo>
                  <a:lnTo>
                    <a:pt x="105156" y="32004"/>
                  </a:lnTo>
                  <a:lnTo>
                    <a:pt x="105156" y="41148"/>
                  </a:lnTo>
                  <a:close/>
                </a:path>
                <a:path w="1140459" h="41275">
                  <a:moveTo>
                    <a:pt x="38100" y="41148"/>
                  </a:moveTo>
                  <a:lnTo>
                    <a:pt x="0" y="41148"/>
                  </a:lnTo>
                  <a:lnTo>
                    <a:pt x="0" y="32004"/>
                  </a:lnTo>
                  <a:lnTo>
                    <a:pt x="38100" y="32004"/>
                  </a:lnTo>
                  <a:lnTo>
                    <a:pt x="38100" y="41148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943344" y="3240024"/>
              <a:ext cx="1306195" cy="0"/>
            </a:xfrm>
            <a:custGeom>
              <a:avLst/>
              <a:gdLst/>
              <a:ahLst/>
              <a:cxnLst/>
              <a:rect l="l" t="t" r="r" b="b"/>
              <a:pathLst>
                <a:path w="1306195">
                  <a:moveTo>
                    <a:pt x="0" y="0"/>
                  </a:moveTo>
                  <a:lnTo>
                    <a:pt x="1306067" y="0"/>
                  </a:lnTo>
                </a:path>
              </a:pathLst>
            </a:custGeom>
            <a:ln w="9144">
              <a:solidFill>
                <a:srgbClr val="80808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535723" y="1069332"/>
            <a:ext cx="15525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Bulk</a:t>
            </a:r>
            <a:r>
              <a:rPr sz="2000" spc="-15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modulus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054831" y="924555"/>
            <a:ext cx="22466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Change</a:t>
            </a:r>
            <a:r>
              <a:rPr sz="2000" spc="-25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in</a:t>
            </a:r>
            <a:r>
              <a:rPr sz="2000" spc="20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pressure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614648" y="2014624"/>
            <a:ext cx="3427729" cy="1257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9789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latin typeface="Cambria"/>
                <a:cs typeface="Cambria"/>
              </a:rPr>
              <a:t>∆</a:t>
            </a:r>
            <a:r>
              <a:rPr sz="2400" dirty="0">
                <a:latin typeface="Microsoft Sans Serif"/>
                <a:cs typeface="Microsoft Sans Serif"/>
              </a:rPr>
              <a:t>V</a:t>
            </a:r>
            <a:r>
              <a:rPr sz="2400" spc="-1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/</a:t>
            </a:r>
            <a:r>
              <a:rPr sz="2400" spc="-170" dirty="0">
                <a:latin typeface="Microsoft Sans Serif"/>
                <a:cs typeface="Microsoft Sans Serif"/>
              </a:rPr>
              <a:t> </a:t>
            </a:r>
            <a:r>
              <a:rPr sz="2400" spc="-50" dirty="0">
                <a:latin typeface="Microsoft Sans Serif"/>
                <a:cs typeface="Microsoft Sans Serif"/>
              </a:rPr>
              <a:t>V</a:t>
            </a:r>
            <a:endParaRPr sz="2400">
              <a:latin typeface="Microsoft Sans Serif"/>
              <a:cs typeface="Microsoft Sans Serif"/>
            </a:endParaRPr>
          </a:p>
          <a:p>
            <a:pPr marL="12700" marR="5080" indent="1636395">
              <a:lnSpc>
                <a:spcPct val="106500"/>
              </a:lnSpc>
              <a:spcBef>
                <a:spcPts val="1710"/>
              </a:spcBef>
            </a:pP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Original</a:t>
            </a:r>
            <a:r>
              <a:rPr sz="2000" spc="-30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volume </a:t>
            </a: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Change</a:t>
            </a:r>
            <a:r>
              <a:rPr sz="2000" spc="-25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in</a:t>
            </a:r>
            <a:r>
              <a:rPr sz="2000" spc="20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volume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691371" y="4614672"/>
            <a:ext cx="576580" cy="132715"/>
          </a:xfrm>
          <a:custGeom>
            <a:avLst/>
            <a:gdLst/>
            <a:ahLst/>
            <a:cxnLst/>
            <a:rect l="l" t="t" r="r" b="b"/>
            <a:pathLst>
              <a:path w="576579" h="132714">
                <a:moveTo>
                  <a:pt x="114300" y="132588"/>
                </a:moveTo>
                <a:lnTo>
                  <a:pt x="106680" y="128016"/>
                </a:lnTo>
                <a:lnTo>
                  <a:pt x="0" y="65532"/>
                </a:lnTo>
                <a:lnTo>
                  <a:pt x="106680" y="3048"/>
                </a:lnTo>
                <a:lnTo>
                  <a:pt x="114300" y="0"/>
                </a:lnTo>
                <a:lnTo>
                  <a:pt x="123444" y="1524"/>
                </a:lnTo>
                <a:lnTo>
                  <a:pt x="126491" y="9144"/>
                </a:lnTo>
                <a:lnTo>
                  <a:pt x="131063" y="15240"/>
                </a:lnTo>
                <a:lnTo>
                  <a:pt x="128015" y="24384"/>
                </a:lnTo>
                <a:lnTo>
                  <a:pt x="121920" y="27432"/>
                </a:lnTo>
                <a:lnTo>
                  <a:pt x="80541" y="51816"/>
                </a:lnTo>
                <a:lnTo>
                  <a:pt x="28956" y="51816"/>
                </a:lnTo>
                <a:lnTo>
                  <a:pt x="28956" y="79248"/>
                </a:lnTo>
                <a:lnTo>
                  <a:pt x="80541" y="79248"/>
                </a:lnTo>
                <a:lnTo>
                  <a:pt x="121920" y="103632"/>
                </a:lnTo>
                <a:lnTo>
                  <a:pt x="128015" y="106680"/>
                </a:lnTo>
                <a:lnTo>
                  <a:pt x="131063" y="115824"/>
                </a:lnTo>
                <a:lnTo>
                  <a:pt x="126491" y="123444"/>
                </a:lnTo>
                <a:lnTo>
                  <a:pt x="123444" y="129540"/>
                </a:lnTo>
                <a:lnTo>
                  <a:pt x="114300" y="132588"/>
                </a:lnTo>
                <a:close/>
              </a:path>
              <a:path w="576579" h="132714">
                <a:moveTo>
                  <a:pt x="80541" y="79248"/>
                </a:moveTo>
                <a:lnTo>
                  <a:pt x="28956" y="79248"/>
                </a:lnTo>
                <a:lnTo>
                  <a:pt x="28956" y="51816"/>
                </a:lnTo>
                <a:lnTo>
                  <a:pt x="80541" y="51816"/>
                </a:lnTo>
                <a:lnTo>
                  <a:pt x="77954" y="53340"/>
                </a:lnTo>
                <a:lnTo>
                  <a:pt x="36576" y="53340"/>
                </a:lnTo>
                <a:lnTo>
                  <a:pt x="36576" y="77724"/>
                </a:lnTo>
                <a:lnTo>
                  <a:pt x="77954" y="77724"/>
                </a:lnTo>
                <a:lnTo>
                  <a:pt x="80541" y="79248"/>
                </a:lnTo>
                <a:close/>
              </a:path>
              <a:path w="576579" h="132714">
                <a:moveTo>
                  <a:pt x="576072" y="79248"/>
                </a:moveTo>
                <a:lnTo>
                  <a:pt x="80541" y="79248"/>
                </a:lnTo>
                <a:lnTo>
                  <a:pt x="57265" y="65532"/>
                </a:lnTo>
                <a:lnTo>
                  <a:pt x="80541" y="51816"/>
                </a:lnTo>
                <a:lnTo>
                  <a:pt x="576072" y="51816"/>
                </a:lnTo>
                <a:lnTo>
                  <a:pt x="576072" y="79248"/>
                </a:lnTo>
                <a:close/>
              </a:path>
              <a:path w="576579" h="132714">
                <a:moveTo>
                  <a:pt x="36576" y="77724"/>
                </a:moveTo>
                <a:lnTo>
                  <a:pt x="36576" y="53340"/>
                </a:lnTo>
                <a:lnTo>
                  <a:pt x="57265" y="65532"/>
                </a:lnTo>
                <a:lnTo>
                  <a:pt x="36576" y="77724"/>
                </a:lnTo>
                <a:close/>
              </a:path>
              <a:path w="576579" h="132714">
                <a:moveTo>
                  <a:pt x="57265" y="65532"/>
                </a:moveTo>
                <a:lnTo>
                  <a:pt x="36576" y="53340"/>
                </a:lnTo>
                <a:lnTo>
                  <a:pt x="77954" y="53340"/>
                </a:lnTo>
                <a:lnTo>
                  <a:pt x="57265" y="65532"/>
                </a:lnTo>
                <a:close/>
              </a:path>
              <a:path w="576579" h="132714">
                <a:moveTo>
                  <a:pt x="77954" y="77724"/>
                </a:moveTo>
                <a:lnTo>
                  <a:pt x="36576" y="77724"/>
                </a:lnTo>
                <a:lnTo>
                  <a:pt x="57265" y="65532"/>
                </a:lnTo>
                <a:lnTo>
                  <a:pt x="77954" y="77724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905751" y="4307848"/>
            <a:ext cx="25095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93140">
              <a:lnSpc>
                <a:spcPct val="100000"/>
              </a:lnSpc>
              <a:spcBef>
                <a:spcPts val="105"/>
              </a:spcBef>
              <a:tabLst>
                <a:tab pos="1768475" algn="l"/>
              </a:tabLst>
            </a:pPr>
            <a:r>
              <a:rPr sz="3000" spc="-30" baseline="-31944" dirty="0">
                <a:solidFill>
                  <a:srgbClr val="FF5050"/>
                </a:solidFill>
                <a:latin typeface="Microsoft Sans Serif"/>
                <a:cs typeface="Microsoft Sans Serif"/>
              </a:rPr>
              <a:t>V+</a:t>
            </a:r>
            <a:r>
              <a:rPr sz="3000" spc="-30" baseline="-31944" dirty="0">
                <a:solidFill>
                  <a:srgbClr val="FF5050"/>
                </a:solidFill>
                <a:latin typeface="Cambria"/>
                <a:cs typeface="Cambria"/>
              </a:rPr>
              <a:t>∆</a:t>
            </a:r>
            <a:r>
              <a:rPr sz="3000" spc="-30" baseline="-31944" dirty="0">
                <a:solidFill>
                  <a:srgbClr val="FF5050"/>
                </a:solidFill>
                <a:latin typeface="Microsoft Sans Serif"/>
                <a:cs typeface="Microsoft Sans Serif"/>
              </a:rPr>
              <a:t>V</a:t>
            </a:r>
            <a:r>
              <a:rPr sz="3000" baseline="-31944" dirty="0">
                <a:solidFill>
                  <a:srgbClr val="FF5050"/>
                </a:solidFill>
                <a:latin typeface="Microsoft Sans Serif"/>
                <a:cs typeface="Microsoft Sans Serif"/>
              </a:rPr>
              <a:t>	</a:t>
            </a:r>
            <a:r>
              <a:rPr sz="2000" spc="-20" dirty="0">
                <a:solidFill>
                  <a:srgbClr val="FF5050"/>
                </a:solidFill>
                <a:latin typeface="Microsoft Sans Serif"/>
                <a:cs typeface="Microsoft Sans Serif"/>
              </a:rPr>
              <a:t>P+</a:t>
            </a:r>
            <a:r>
              <a:rPr sz="2000" spc="-20" dirty="0">
                <a:solidFill>
                  <a:srgbClr val="FF5050"/>
                </a:solidFill>
                <a:latin typeface="Cambria"/>
                <a:cs typeface="Cambria"/>
              </a:rPr>
              <a:t>∆</a:t>
            </a:r>
            <a:r>
              <a:rPr sz="2000" spc="-20" dirty="0">
                <a:solidFill>
                  <a:srgbClr val="FF5050"/>
                </a:solidFill>
                <a:latin typeface="Microsoft Sans Serif"/>
                <a:cs typeface="Microsoft Sans Serif"/>
              </a:rPr>
              <a:t>P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153400" y="3672840"/>
            <a:ext cx="132715" cy="576580"/>
          </a:xfrm>
          <a:custGeom>
            <a:avLst/>
            <a:gdLst/>
            <a:ahLst/>
            <a:cxnLst/>
            <a:rect l="l" t="t" r="r" b="b"/>
            <a:pathLst>
              <a:path w="132715" h="576579">
                <a:moveTo>
                  <a:pt x="67056" y="518806"/>
                </a:moveTo>
                <a:lnTo>
                  <a:pt x="53340" y="495530"/>
                </a:lnTo>
                <a:lnTo>
                  <a:pt x="53340" y="0"/>
                </a:lnTo>
                <a:lnTo>
                  <a:pt x="80772" y="0"/>
                </a:lnTo>
                <a:lnTo>
                  <a:pt x="80772" y="495530"/>
                </a:lnTo>
                <a:lnTo>
                  <a:pt x="67056" y="518806"/>
                </a:lnTo>
                <a:close/>
              </a:path>
              <a:path w="132715" h="576579">
                <a:moveTo>
                  <a:pt x="67056" y="576072"/>
                </a:moveTo>
                <a:lnTo>
                  <a:pt x="4572" y="469392"/>
                </a:lnTo>
                <a:lnTo>
                  <a:pt x="0" y="461772"/>
                </a:lnTo>
                <a:lnTo>
                  <a:pt x="3048" y="452628"/>
                </a:lnTo>
                <a:lnTo>
                  <a:pt x="9144" y="449580"/>
                </a:lnTo>
                <a:lnTo>
                  <a:pt x="16764" y="445008"/>
                </a:lnTo>
                <a:lnTo>
                  <a:pt x="25908" y="448056"/>
                </a:lnTo>
                <a:lnTo>
                  <a:pt x="28956" y="454152"/>
                </a:lnTo>
                <a:lnTo>
                  <a:pt x="53340" y="495530"/>
                </a:lnTo>
                <a:lnTo>
                  <a:pt x="53340" y="547116"/>
                </a:lnTo>
                <a:lnTo>
                  <a:pt x="84015" y="547116"/>
                </a:lnTo>
                <a:lnTo>
                  <a:pt x="67056" y="576072"/>
                </a:lnTo>
                <a:close/>
              </a:path>
              <a:path w="132715" h="576579">
                <a:moveTo>
                  <a:pt x="84015" y="547116"/>
                </a:moveTo>
                <a:lnTo>
                  <a:pt x="80772" y="547116"/>
                </a:lnTo>
                <a:lnTo>
                  <a:pt x="80772" y="495530"/>
                </a:lnTo>
                <a:lnTo>
                  <a:pt x="105156" y="454152"/>
                </a:lnTo>
                <a:lnTo>
                  <a:pt x="108204" y="448056"/>
                </a:lnTo>
                <a:lnTo>
                  <a:pt x="117348" y="445008"/>
                </a:lnTo>
                <a:lnTo>
                  <a:pt x="123444" y="449580"/>
                </a:lnTo>
                <a:lnTo>
                  <a:pt x="131064" y="452628"/>
                </a:lnTo>
                <a:lnTo>
                  <a:pt x="132588" y="461772"/>
                </a:lnTo>
                <a:lnTo>
                  <a:pt x="129540" y="469392"/>
                </a:lnTo>
                <a:lnTo>
                  <a:pt x="84015" y="547116"/>
                </a:lnTo>
                <a:close/>
              </a:path>
              <a:path w="132715" h="576579">
                <a:moveTo>
                  <a:pt x="80772" y="547116"/>
                </a:moveTo>
                <a:lnTo>
                  <a:pt x="53340" y="547116"/>
                </a:lnTo>
                <a:lnTo>
                  <a:pt x="53340" y="495530"/>
                </a:lnTo>
                <a:lnTo>
                  <a:pt x="67056" y="518806"/>
                </a:lnTo>
                <a:lnTo>
                  <a:pt x="54864" y="539496"/>
                </a:lnTo>
                <a:lnTo>
                  <a:pt x="80772" y="539496"/>
                </a:lnTo>
                <a:lnTo>
                  <a:pt x="80772" y="547116"/>
                </a:lnTo>
                <a:close/>
              </a:path>
              <a:path w="132715" h="576579">
                <a:moveTo>
                  <a:pt x="80772" y="539496"/>
                </a:moveTo>
                <a:lnTo>
                  <a:pt x="79248" y="539496"/>
                </a:lnTo>
                <a:lnTo>
                  <a:pt x="67056" y="518806"/>
                </a:lnTo>
                <a:lnTo>
                  <a:pt x="80772" y="495530"/>
                </a:lnTo>
                <a:lnTo>
                  <a:pt x="80772" y="539496"/>
                </a:lnTo>
                <a:close/>
              </a:path>
              <a:path w="132715" h="576579">
                <a:moveTo>
                  <a:pt x="79248" y="539496"/>
                </a:moveTo>
                <a:lnTo>
                  <a:pt x="54864" y="539496"/>
                </a:lnTo>
                <a:lnTo>
                  <a:pt x="67056" y="518806"/>
                </a:lnTo>
                <a:lnTo>
                  <a:pt x="79248" y="539496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156447" y="5074920"/>
            <a:ext cx="134620" cy="577850"/>
          </a:xfrm>
          <a:custGeom>
            <a:avLst/>
            <a:gdLst/>
            <a:ahLst/>
            <a:cxnLst/>
            <a:rect l="l" t="t" r="r" b="b"/>
            <a:pathLst>
              <a:path w="134620" h="577850">
                <a:moveTo>
                  <a:pt x="16764" y="131064"/>
                </a:moveTo>
                <a:lnTo>
                  <a:pt x="9144" y="126492"/>
                </a:lnTo>
                <a:lnTo>
                  <a:pt x="3048" y="123444"/>
                </a:lnTo>
                <a:lnTo>
                  <a:pt x="0" y="114300"/>
                </a:lnTo>
                <a:lnTo>
                  <a:pt x="4572" y="108204"/>
                </a:lnTo>
                <a:lnTo>
                  <a:pt x="67056" y="0"/>
                </a:lnTo>
                <a:lnTo>
                  <a:pt x="83777" y="28956"/>
                </a:lnTo>
                <a:lnTo>
                  <a:pt x="53340" y="28956"/>
                </a:lnTo>
                <a:lnTo>
                  <a:pt x="53340" y="80541"/>
                </a:lnTo>
                <a:lnTo>
                  <a:pt x="28956" y="121920"/>
                </a:lnTo>
                <a:lnTo>
                  <a:pt x="25908" y="128016"/>
                </a:lnTo>
                <a:lnTo>
                  <a:pt x="16764" y="131064"/>
                </a:lnTo>
                <a:close/>
              </a:path>
              <a:path w="134620" h="577850">
                <a:moveTo>
                  <a:pt x="53340" y="80541"/>
                </a:moveTo>
                <a:lnTo>
                  <a:pt x="53340" y="28956"/>
                </a:lnTo>
                <a:lnTo>
                  <a:pt x="80772" y="28956"/>
                </a:lnTo>
                <a:lnTo>
                  <a:pt x="80772" y="36576"/>
                </a:lnTo>
                <a:lnTo>
                  <a:pt x="54864" y="36576"/>
                </a:lnTo>
                <a:lnTo>
                  <a:pt x="67056" y="57265"/>
                </a:lnTo>
                <a:lnTo>
                  <a:pt x="53340" y="80541"/>
                </a:lnTo>
                <a:close/>
              </a:path>
              <a:path w="134620" h="577850">
                <a:moveTo>
                  <a:pt x="117348" y="131064"/>
                </a:moveTo>
                <a:lnTo>
                  <a:pt x="108204" y="128016"/>
                </a:lnTo>
                <a:lnTo>
                  <a:pt x="105156" y="121920"/>
                </a:lnTo>
                <a:lnTo>
                  <a:pt x="80772" y="80541"/>
                </a:lnTo>
                <a:lnTo>
                  <a:pt x="80772" y="28956"/>
                </a:lnTo>
                <a:lnTo>
                  <a:pt x="83777" y="28956"/>
                </a:lnTo>
                <a:lnTo>
                  <a:pt x="129540" y="108204"/>
                </a:lnTo>
                <a:lnTo>
                  <a:pt x="134112" y="114300"/>
                </a:lnTo>
                <a:lnTo>
                  <a:pt x="131064" y="123444"/>
                </a:lnTo>
                <a:lnTo>
                  <a:pt x="124968" y="126492"/>
                </a:lnTo>
                <a:lnTo>
                  <a:pt x="117348" y="131064"/>
                </a:lnTo>
                <a:close/>
              </a:path>
              <a:path w="134620" h="577850">
                <a:moveTo>
                  <a:pt x="67056" y="57265"/>
                </a:moveTo>
                <a:lnTo>
                  <a:pt x="54864" y="36576"/>
                </a:lnTo>
                <a:lnTo>
                  <a:pt x="79248" y="36576"/>
                </a:lnTo>
                <a:lnTo>
                  <a:pt x="67056" y="57265"/>
                </a:lnTo>
                <a:close/>
              </a:path>
              <a:path w="134620" h="577850">
                <a:moveTo>
                  <a:pt x="80772" y="80541"/>
                </a:moveTo>
                <a:lnTo>
                  <a:pt x="67056" y="57265"/>
                </a:lnTo>
                <a:lnTo>
                  <a:pt x="79248" y="36576"/>
                </a:lnTo>
                <a:lnTo>
                  <a:pt x="80772" y="36576"/>
                </a:lnTo>
                <a:lnTo>
                  <a:pt x="80772" y="80541"/>
                </a:lnTo>
                <a:close/>
              </a:path>
              <a:path w="134620" h="577850">
                <a:moveTo>
                  <a:pt x="80772" y="577595"/>
                </a:moveTo>
                <a:lnTo>
                  <a:pt x="53340" y="577595"/>
                </a:lnTo>
                <a:lnTo>
                  <a:pt x="53340" y="80541"/>
                </a:lnTo>
                <a:lnTo>
                  <a:pt x="67056" y="57265"/>
                </a:lnTo>
                <a:lnTo>
                  <a:pt x="80772" y="80541"/>
                </a:lnTo>
                <a:lnTo>
                  <a:pt x="80772" y="577595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178040" y="4614672"/>
            <a:ext cx="576580" cy="132715"/>
          </a:xfrm>
          <a:custGeom>
            <a:avLst/>
            <a:gdLst/>
            <a:ahLst/>
            <a:cxnLst/>
            <a:rect l="l" t="t" r="r" b="b"/>
            <a:pathLst>
              <a:path w="576579" h="132714">
                <a:moveTo>
                  <a:pt x="518806" y="65532"/>
                </a:moveTo>
                <a:lnTo>
                  <a:pt x="454152" y="27432"/>
                </a:lnTo>
                <a:lnTo>
                  <a:pt x="448056" y="24384"/>
                </a:lnTo>
                <a:lnTo>
                  <a:pt x="445008" y="15240"/>
                </a:lnTo>
                <a:lnTo>
                  <a:pt x="449580" y="9144"/>
                </a:lnTo>
                <a:lnTo>
                  <a:pt x="452628" y="1524"/>
                </a:lnTo>
                <a:lnTo>
                  <a:pt x="461772" y="0"/>
                </a:lnTo>
                <a:lnTo>
                  <a:pt x="469392" y="3048"/>
                </a:lnTo>
                <a:lnTo>
                  <a:pt x="552654" y="51816"/>
                </a:lnTo>
                <a:lnTo>
                  <a:pt x="547116" y="51816"/>
                </a:lnTo>
                <a:lnTo>
                  <a:pt x="547116" y="53340"/>
                </a:lnTo>
                <a:lnTo>
                  <a:pt x="539496" y="53340"/>
                </a:lnTo>
                <a:lnTo>
                  <a:pt x="518806" y="65532"/>
                </a:lnTo>
                <a:close/>
              </a:path>
              <a:path w="576579" h="132714">
                <a:moveTo>
                  <a:pt x="495530" y="79248"/>
                </a:moveTo>
                <a:lnTo>
                  <a:pt x="0" y="79248"/>
                </a:lnTo>
                <a:lnTo>
                  <a:pt x="0" y="51816"/>
                </a:lnTo>
                <a:lnTo>
                  <a:pt x="495530" y="51816"/>
                </a:lnTo>
                <a:lnTo>
                  <a:pt x="518806" y="65532"/>
                </a:lnTo>
                <a:lnTo>
                  <a:pt x="495530" y="79248"/>
                </a:lnTo>
                <a:close/>
              </a:path>
              <a:path w="576579" h="132714">
                <a:moveTo>
                  <a:pt x="552654" y="79248"/>
                </a:moveTo>
                <a:lnTo>
                  <a:pt x="547116" y="79248"/>
                </a:lnTo>
                <a:lnTo>
                  <a:pt x="547116" y="51816"/>
                </a:lnTo>
                <a:lnTo>
                  <a:pt x="552654" y="51816"/>
                </a:lnTo>
                <a:lnTo>
                  <a:pt x="576072" y="65532"/>
                </a:lnTo>
                <a:lnTo>
                  <a:pt x="552654" y="79248"/>
                </a:lnTo>
                <a:close/>
              </a:path>
              <a:path w="576579" h="132714">
                <a:moveTo>
                  <a:pt x="539496" y="77724"/>
                </a:moveTo>
                <a:lnTo>
                  <a:pt x="518806" y="65532"/>
                </a:lnTo>
                <a:lnTo>
                  <a:pt x="539496" y="53340"/>
                </a:lnTo>
                <a:lnTo>
                  <a:pt x="539496" y="77724"/>
                </a:lnTo>
                <a:close/>
              </a:path>
              <a:path w="576579" h="132714">
                <a:moveTo>
                  <a:pt x="547116" y="77724"/>
                </a:moveTo>
                <a:lnTo>
                  <a:pt x="539496" y="77724"/>
                </a:lnTo>
                <a:lnTo>
                  <a:pt x="539496" y="53340"/>
                </a:lnTo>
                <a:lnTo>
                  <a:pt x="547116" y="53340"/>
                </a:lnTo>
                <a:lnTo>
                  <a:pt x="547116" y="77724"/>
                </a:lnTo>
                <a:close/>
              </a:path>
              <a:path w="576579" h="132714">
                <a:moveTo>
                  <a:pt x="461772" y="132588"/>
                </a:moveTo>
                <a:lnTo>
                  <a:pt x="452628" y="129540"/>
                </a:lnTo>
                <a:lnTo>
                  <a:pt x="449580" y="123444"/>
                </a:lnTo>
                <a:lnTo>
                  <a:pt x="445008" y="115824"/>
                </a:lnTo>
                <a:lnTo>
                  <a:pt x="448056" y="106680"/>
                </a:lnTo>
                <a:lnTo>
                  <a:pt x="454152" y="103632"/>
                </a:lnTo>
                <a:lnTo>
                  <a:pt x="518806" y="65532"/>
                </a:lnTo>
                <a:lnTo>
                  <a:pt x="539496" y="77724"/>
                </a:lnTo>
                <a:lnTo>
                  <a:pt x="547116" y="77724"/>
                </a:lnTo>
                <a:lnTo>
                  <a:pt x="547116" y="79248"/>
                </a:lnTo>
                <a:lnTo>
                  <a:pt x="552654" y="79248"/>
                </a:lnTo>
                <a:lnTo>
                  <a:pt x="469392" y="128016"/>
                </a:lnTo>
                <a:lnTo>
                  <a:pt x="461772" y="132588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9" name="object 29"/>
          <p:cNvGrpSpPr/>
          <p:nvPr/>
        </p:nvGrpSpPr>
        <p:grpSpPr>
          <a:xfrm>
            <a:off x="6922007" y="3451859"/>
            <a:ext cx="2493645" cy="2385060"/>
            <a:chOff x="6922007" y="3451859"/>
            <a:chExt cx="2493645" cy="2385060"/>
          </a:xfrm>
        </p:grpSpPr>
        <p:sp>
          <p:nvSpPr>
            <p:cNvPr id="30" name="object 30"/>
            <p:cNvSpPr/>
            <p:nvPr/>
          </p:nvSpPr>
          <p:spPr>
            <a:xfrm>
              <a:off x="6926579" y="3461003"/>
              <a:ext cx="0" cy="2371725"/>
            </a:xfrm>
            <a:custGeom>
              <a:avLst/>
              <a:gdLst/>
              <a:ahLst/>
              <a:cxnLst/>
              <a:rect l="l" t="t" r="r" b="b"/>
              <a:pathLst>
                <a:path h="2371725">
                  <a:moveTo>
                    <a:pt x="0" y="0"/>
                  </a:moveTo>
                  <a:lnTo>
                    <a:pt x="0" y="2371344"/>
                  </a:lnTo>
                </a:path>
              </a:pathLst>
            </a:custGeom>
            <a:ln w="9144">
              <a:solidFill>
                <a:srgbClr val="80808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50964" y="3456431"/>
              <a:ext cx="2438400" cy="0"/>
            </a:xfrm>
            <a:custGeom>
              <a:avLst/>
              <a:gdLst/>
              <a:ahLst/>
              <a:cxnLst/>
              <a:rect l="l" t="t" r="r" b="b"/>
              <a:pathLst>
                <a:path w="2438400">
                  <a:moveTo>
                    <a:pt x="0" y="0"/>
                  </a:moveTo>
                  <a:lnTo>
                    <a:pt x="2438400" y="0"/>
                  </a:lnTo>
                </a:path>
              </a:pathLst>
            </a:custGeom>
            <a:ln w="9144">
              <a:solidFill>
                <a:srgbClr val="80808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410700" y="3462527"/>
              <a:ext cx="0" cy="2306320"/>
            </a:xfrm>
            <a:custGeom>
              <a:avLst/>
              <a:gdLst/>
              <a:ahLst/>
              <a:cxnLst/>
              <a:rect l="l" t="t" r="r" b="b"/>
              <a:pathLst>
                <a:path h="2306320">
                  <a:moveTo>
                    <a:pt x="0" y="0"/>
                  </a:moveTo>
                  <a:lnTo>
                    <a:pt x="0" y="2305812"/>
                  </a:lnTo>
                </a:path>
              </a:pathLst>
            </a:custGeom>
            <a:ln w="9144">
              <a:solidFill>
                <a:srgbClr val="80808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275319" y="5795771"/>
              <a:ext cx="1140460" cy="41275"/>
            </a:xfrm>
            <a:custGeom>
              <a:avLst/>
              <a:gdLst/>
              <a:ahLst/>
              <a:cxnLst/>
              <a:rect l="l" t="t" r="r" b="b"/>
              <a:pathLst>
                <a:path w="1140459" h="41275">
                  <a:moveTo>
                    <a:pt x="1130808" y="36576"/>
                  </a:moveTo>
                  <a:lnTo>
                    <a:pt x="1130808" y="0"/>
                  </a:lnTo>
                  <a:lnTo>
                    <a:pt x="1139952" y="0"/>
                  </a:lnTo>
                  <a:lnTo>
                    <a:pt x="1139952" y="32004"/>
                  </a:lnTo>
                  <a:lnTo>
                    <a:pt x="1133856" y="32004"/>
                  </a:lnTo>
                  <a:lnTo>
                    <a:pt x="1133856" y="33528"/>
                  </a:lnTo>
                  <a:lnTo>
                    <a:pt x="1130808" y="36576"/>
                  </a:lnTo>
                  <a:close/>
                </a:path>
                <a:path w="1140459" h="41275">
                  <a:moveTo>
                    <a:pt x="1133856" y="33528"/>
                  </a:moveTo>
                  <a:lnTo>
                    <a:pt x="1133856" y="32004"/>
                  </a:lnTo>
                  <a:lnTo>
                    <a:pt x="1135380" y="32004"/>
                  </a:lnTo>
                  <a:lnTo>
                    <a:pt x="1133856" y="33528"/>
                  </a:lnTo>
                  <a:close/>
                </a:path>
                <a:path w="1140459" h="41275">
                  <a:moveTo>
                    <a:pt x="1139952" y="41148"/>
                  </a:moveTo>
                  <a:lnTo>
                    <a:pt x="1133856" y="41148"/>
                  </a:lnTo>
                  <a:lnTo>
                    <a:pt x="1133856" y="33528"/>
                  </a:lnTo>
                  <a:lnTo>
                    <a:pt x="1135380" y="32004"/>
                  </a:lnTo>
                  <a:lnTo>
                    <a:pt x="1139952" y="32004"/>
                  </a:lnTo>
                  <a:lnTo>
                    <a:pt x="1139952" y="41148"/>
                  </a:lnTo>
                  <a:close/>
                </a:path>
                <a:path w="1140459" h="41275">
                  <a:moveTo>
                    <a:pt x="1104900" y="41148"/>
                  </a:moveTo>
                  <a:lnTo>
                    <a:pt x="1066800" y="41148"/>
                  </a:lnTo>
                  <a:lnTo>
                    <a:pt x="1066800" y="32004"/>
                  </a:lnTo>
                  <a:lnTo>
                    <a:pt x="1104900" y="32004"/>
                  </a:lnTo>
                  <a:lnTo>
                    <a:pt x="1104900" y="41148"/>
                  </a:lnTo>
                  <a:close/>
                </a:path>
                <a:path w="1140459" h="41275">
                  <a:moveTo>
                    <a:pt x="1039368" y="41148"/>
                  </a:moveTo>
                  <a:lnTo>
                    <a:pt x="1001268" y="41148"/>
                  </a:lnTo>
                  <a:lnTo>
                    <a:pt x="1001268" y="32004"/>
                  </a:lnTo>
                  <a:lnTo>
                    <a:pt x="1039368" y="32004"/>
                  </a:lnTo>
                  <a:lnTo>
                    <a:pt x="1039368" y="41148"/>
                  </a:lnTo>
                  <a:close/>
                </a:path>
                <a:path w="1140459" h="41275">
                  <a:moveTo>
                    <a:pt x="972312" y="41148"/>
                  </a:moveTo>
                  <a:lnTo>
                    <a:pt x="934212" y="41148"/>
                  </a:lnTo>
                  <a:lnTo>
                    <a:pt x="934212" y="32004"/>
                  </a:lnTo>
                  <a:lnTo>
                    <a:pt x="972312" y="32004"/>
                  </a:lnTo>
                  <a:lnTo>
                    <a:pt x="972312" y="41148"/>
                  </a:lnTo>
                  <a:close/>
                </a:path>
                <a:path w="1140459" h="41275">
                  <a:moveTo>
                    <a:pt x="905256" y="41148"/>
                  </a:moveTo>
                  <a:lnTo>
                    <a:pt x="867156" y="41148"/>
                  </a:lnTo>
                  <a:lnTo>
                    <a:pt x="867156" y="32004"/>
                  </a:lnTo>
                  <a:lnTo>
                    <a:pt x="905256" y="32004"/>
                  </a:lnTo>
                  <a:lnTo>
                    <a:pt x="905256" y="41148"/>
                  </a:lnTo>
                  <a:close/>
                </a:path>
                <a:path w="1140459" h="41275">
                  <a:moveTo>
                    <a:pt x="838200" y="41148"/>
                  </a:moveTo>
                  <a:lnTo>
                    <a:pt x="800100" y="41148"/>
                  </a:lnTo>
                  <a:lnTo>
                    <a:pt x="800100" y="32004"/>
                  </a:lnTo>
                  <a:lnTo>
                    <a:pt x="838200" y="32004"/>
                  </a:lnTo>
                  <a:lnTo>
                    <a:pt x="838200" y="41148"/>
                  </a:lnTo>
                  <a:close/>
                </a:path>
                <a:path w="1140459" h="41275">
                  <a:moveTo>
                    <a:pt x="772668" y="41148"/>
                  </a:moveTo>
                  <a:lnTo>
                    <a:pt x="734568" y="41148"/>
                  </a:lnTo>
                  <a:lnTo>
                    <a:pt x="734568" y="32004"/>
                  </a:lnTo>
                  <a:lnTo>
                    <a:pt x="772668" y="32004"/>
                  </a:lnTo>
                  <a:lnTo>
                    <a:pt x="772668" y="41148"/>
                  </a:lnTo>
                  <a:close/>
                </a:path>
                <a:path w="1140459" h="41275">
                  <a:moveTo>
                    <a:pt x="705612" y="41148"/>
                  </a:moveTo>
                  <a:lnTo>
                    <a:pt x="667512" y="41148"/>
                  </a:lnTo>
                  <a:lnTo>
                    <a:pt x="667512" y="32004"/>
                  </a:lnTo>
                  <a:lnTo>
                    <a:pt x="705612" y="32004"/>
                  </a:lnTo>
                  <a:lnTo>
                    <a:pt x="705612" y="41148"/>
                  </a:lnTo>
                  <a:close/>
                </a:path>
                <a:path w="1140459" h="41275">
                  <a:moveTo>
                    <a:pt x="638556" y="41148"/>
                  </a:moveTo>
                  <a:lnTo>
                    <a:pt x="600456" y="41148"/>
                  </a:lnTo>
                  <a:lnTo>
                    <a:pt x="600456" y="32004"/>
                  </a:lnTo>
                  <a:lnTo>
                    <a:pt x="638556" y="32004"/>
                  </a:lnTo>
                  <a:lnTo>
                    <a:pt x="638556" y="41148"/>
                  </a:lnTo>
                  <a:close/>
                </a:path>
                <a:path w="1140459" h="41275">
                  <a:moveTo>
                    <a:pt x="571500" y="41148"/>
                  </a:moveTo>
                  <a:lnTo>
                    <a:pt x="533400" y="41148"/>
                  </a:lnTo>
                  <a:lnTo>
                    <a:pt x="533400" y="32004"/>
                  </a:lnTo>
                  <a:lnTo>
                    <a:pt x="571500" y="32004"/>
                  </a:lnTo>
                  <a:lnTo>
                    <a:pt x="571500" y="41148"/>
                  </a:lnTo>
                  <a:close/>
                </a:path>
                <a:path w="1140459" h="41275">
                  <a:moveTo>
                    <a:pt x="505968" y="41148"/>
                  </a:moveTo>
                  <a:lnTo>
                    <a:pt x="467868" y="41148"/>
                  </a:lnTo>
                  <a:lnTo>
                    <a:pt x="467868" y="32004"/>
                  </a:lnTo>
                  <a:lnTo>
                    <a:pt x="505968" y="32004"/>
                  </a:lnTo>
                  <a:lnTo>
                    <a:pt x="505968" y="41148"/>
                  </a:lnTo>
                  <a:close/>
                </a:path>
                <a:path w="1140459" h="41275">
                  <a:moveTo>
                    <a:pt x="438912" y="41148"/>
                  </a:moveTo>
                  <a:lnTo>
                    <a:pt x="400812" y="41148"/>
                  </a:lnTo>
                  <a:lnTo>
                    <a:pt x="400812" y="32004"/>
                  </a:lnTo>
                  <a:lnTo>
                    <a:pt x="438912" y="32004"/>
                  </a:lnTo>
                  <a:lnTo>
                    <a:pt x="438912" y="41148"/>
                  </a:lnTo>
                  <a:close/>
                </a:path>
                <a:path w="1140459" h="41275">
                  <a:moveTo>
                    <a:pt x="371856" y="41148"/>
                  </a:moveTo>
                  <a:lnTo>
                    <a:pt x="333756" y="41148"/>
                  </a:lnTo>
                  <a:lnTo>
                    <a:pt x="333756" y="32004"/>
                  </a:lnTo>
                  <a:lnTo>
                    <a:pt x="371856" y="32004"/>
                  </a:lnTo>
                  <a:lnTo>
                    <a:pt x="371856" y="41148"/>
                  </a:lnTo>
                  <a:close/>
                </a:path>
                <a:path w="1140459" h="41275">
                  <a:moveTo>
                    <a:pt x="304800" y="41148"/>
                  </a:moveTo>
                  <a:lnTo>
                    <a:pt x="266700" y="41148"/>
                  </a:lnTo>
                  <a:lnTo>
                    <a:pt x="266700" y="32004"/>
                  </a:lnTo>
                  <a:lnTo>
                    <a:pt x="304800" y="32004"/>
                  </a:lnTo>
                  <a:lnTo>
                    <a:pt x="304800" y="41148"/>
                  </a:lnTo>
                  <a:close/>
                </a:path>
                <a:path w="1140459" h="41275">
                  <a:moveTo>
                    <a:pt x="239268" y="41148"/>
                  </a:moveTo>
                  <a:lnTo>
                    <a:pt x="201168" y="41148"/>
                  </a:lnTo>
                  <a:lnTo>
                    <a:pt x="201168" y="32004"/>
                  </a:lnTo>
                  <a:lnTo>
                    <a:pt x="239268" y="32004"/>
                  </a:lnTo>
                  <a:lnTo>
                    <a:pt x="239268" y="41148"/>
                  </a:lnTo>
                  <a:close/>
                </a:path>
                <a:path w="1140459" h="41275">
                  <a:moveTo>
                    <a:pt x="172212" y="41148"/>
                  </a:moveTo>
                  <a:lnTo>
                    <a:pt x="134112" y="41148"/>
                  </a:lnTo>
                  <a:lnTo>
                    <a:pt x="134112" y="32004"/>
                  </a:lnTo>
                  <a:lnTo>
                    <a:pt x="172212" y="32004"/>
                  </a:lnTo>
                  <a:lnTo>
                    <a:pt x="172212" y="41148"/>
                  </a:lnTo>
                  <a:close/>
                </a:path>
                <a:path w="1140459" h="41275">
                  <a:moveTo>
                    <a:pt x="105156" y="41148"/>
                  </a:moveTo>
                  <a:lnTo>
                    <a:pt x="67056" y="41148"/>
                  </a:lnTo>
                  <a:lnTo>
                    <a:pt x="67056" y="32004"/>
                  </a:lnTo>
                  <a:lnTo>
                    <a:pt x="105156" y="32004"/>
                  </a:lnTo>
                  <a:lnTo>
                    <a:pt x="105156" y="41148"/>
                  </a:lnTo>
                  <a:close/>
                </a:path>
                <a:path w="1140459" h="41275">
                  <a:moveTo>
                    <a:pt x="38100" y="41148"/>
                  </a:moveTo>
                  <a:lnTo>
                    <a:pt x="0" y="41148"/>
                  </a:lnTo>
                  <a:lnTo>
                    <a:pt x="0" y="32004"/>
                  </a:lnTo>
                  <a:lnTo>
                    <a:pt x="38100" y="32004"/>
                  </a:lnTo>
                  <a:lnTo>
                    <a:pt x="38100" y="41148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941819" y="5832347"/>
              <a:ext cx="1306195" cy="0"/>
            </a:xfrm>
            <a:custGeom>
              <a:avLst/>
              <a:gdLst/>
              <a:ahLst/>
              <a:cxnLst/>
              <a:rect l="l" t="t" r="r" b="b"/>
              <a:pathLst>
                <a:path w="1306195">
                  <a:moveTo>
                    <a:pt x="0" y="0"/>
                  </a:moveTo>
                  <a:lnTo>
                    <a:pt x="1306067" y="0"/>
                  </a:lnTo>
                </a:path>
              </a:pathLst>
            </a:custGeom>
            <a:ln w="9144">
              <a:solidFill>
                <a:srgbClr val="80808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/>
          <p:nvPr/>
        </p:nvSpPr>
        <p:spPr>
          <a:xfrm>
            <a:off x="2282951" y="1365504"/>
            <a:ext cx="472440" cy="402590"/>
          </a:xfrm>
          <a:custGeom>
            <a:avLst/>
            <a:gdLst/>
            <a:ahLst/>
            <a:cxnLst/>
            <a:rect l="l" t="t" r="r" b="b"/>
            <a:pathLst>
              <a:path w="472439" h="402589">
                <a:moveTo>
                  <a:pt x="466344" y="402336"/>
                </a:moveTo>
                <a:lnTo>
                  <a:pt x="0" y="7620"/>
                </a:lnTo>
                <a:lnTo>
                  <a:pt x="6096" y="0"/>
                </a:lnTo>
                <a:lnTo>
                  <a:pt x="472440" y="394716"/>
                </a:lnTo>
                <a:lnTo>
                  <a:pt x="466344" y="402336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408932" y="2264663"/>
            <a:ext cx="472440" cy="403860"/>
          </a:xfrm>
          <a:custGeom>
            <a:avLst/>
            <a:gdLst/>
            <a:ahLst/>
            <a:cxnLst/>
            <a:rect l="l" t="t" r="r" b="b"/>
            <a:pathLst>
              <a:path w="472439" h="403860">
                <a:moveTo>
                  <a:pt x="466343" y="403860"/>
                </a:moveTo>
                <a:lnTo>
                  <a:pt x="0" y="7620"/>
                </a:lnTo>
                <a:lnTo>
                  <a:pt x="6095" y="0"/>
                </a:lnTo>
                <a:lnTo>
                  <a:pt x="472439" y="396239"/>
                </a:lnTo>
                <a:lnTo>
                  <a:pt x="466343" y="40386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191000" y="1293875"/>
            <a:ext cx="402590" cy="439420"/>
          </a:xfrm>
          <a:custGeom>
            <a:avLst/>
            <a:gdLst/>
            <a:ahLst/>
            <a:cxnLst/>
            <a:rect l="l" t="t" r="r" b="b"/>
            <a:pathLst>
              <a:path w="402589" h="439419">
                <a:moveTo>
                  <a:pt x="7619" y="438912"/>
                </a:moveTo>
                <a:lnTo>
                  <a:pt x="0" y="432816"/>
                </a:lnTo>
                <a:lnTo>
                  <a:pt x="394716" y="0"/>
                </a:lnTo>
                <a:lnTo>
                  <a:pt x="402335" y="6095"/>
                </a:lnTo>
                <a:lnTo>
                  <a:pt x="7619" y="438912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325367" y="2446019"/>
            <a:ext cx="368935" cy="510540"/>
          </a:xfrm>
          <a:custGeom>
            <a:avLst/>
            <a:gdLst/>
            <a:ahLst/>
            <a:cxnLst/>
            <a:rect l="l" t="t" r="r" b="b"/>
            <a:pathLst>
              <a:path w="368935" h="510539">
                <a:moveTo>
                  <a:pt x="7620" y="510540"/>
                </a:moveTo>
                <a:lnTo>
                  <a:pt x="0" y="504444"/>
                </a:lnTo>
                <a:lnTo>
                  <a:pt x="359664" y="0"/>
                </a:lnTo>
                <a:lnTo>
                  <a:pt x="368808" y="4572"/>
                </a:lnTo>
                <a:lnTo>
                  <a:pt x="7620" y="51054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1117128" y="3590056"/>
            <a:ext cx="3917315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The</a:t>
            </a:r>
            <a:r>
              <a:rPr sz="2000" spc="-1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bulk</a:t>
            </a:r>
            <a:r>
              <a:rPr sz="2000" spc="-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3300"/>
                </a:solidFill>
                <a:latin typeface="Microsoft Sans Serif"/>
                <a:cs typeface="Microsoft Sans Serif"/>
              </a:rPr>
              <a:t>modulus</a:t>
            </a:r>
            <a:endParaRPr sz="2000" dirty="0">
              <a:latin typeface="Microsoft Sans Serif"/>
              <a:cs typeface="Microsoft Sans Serif"/>
            </a:endParaRPr>
          </a:p>
          <a:p>
            <a:pPr marL="951865">
              <a:lnSpc>
                <a:spcPct val="100000"/>
              </a:lnSpc>
            </a:pP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always</a:t>
            </a:r>
            <a:r>
              <a:rPr sz="2000" spc="-2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positive</a:t>
            </a:r>
            <a:endParaRPr sz="2000" dirty="0">
              <a:latin typeface="Microsoft Sans Serif"/>
              <a:cs typeface="Microsoft Sans Serif"/>
            </a:endParaRPr>
          </a:p>
          <a:p>
            <a:pPr marL="951865">
              <a:lnSpc>
                <a:spcPct val="100000"/>
              </a:lnSpc>
            </a:pP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SI</a:t>
            </a:r>
            <a:r>
              <a:rPr sz="2000" spc="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unit</a:t>
            </a:r>
            <a:r>
              <a:rPr sz="2000" spc="-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N/m</a:t>
            </a:r>
            <a:r>
              <a:rPr sz="1950" baseline="25641" dirty="0">
                <a:solidFill>
                  <a:srgbClr val="3333CC"/>
                </a:solidFill>
                <a:latin typeface="Microsoft Sans Serif"/>
                <a:cs typeface="Microsoft Sans Serif"/>
              </a:rPr>
              <a:t>2</a:t>
            </a:r>
            <a:r>
              <a:rPr sz="1950" spc="7" baseline="25641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=</a:t>
            </a:r>
            <a:r>
              <a:rPr sz="2000" spc="-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Pascal</a:t>
            </a:r>
            <a:r>
              <a:rPr sz="2000" spc="1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3333CC"/>
                </a:solidFill>
                <a:latin typeface="Microsoft Sans Serif"/>
                <a:cs typeface="Microsoft Sans Serif"/>
              </a:rPr>
              <a:t>(Pa)</a:t>
            </a:r>
            <a:endParaRPr sz="2000" dirty="0">
              <a:latin typeface="Microsoft Sans Serif"/>
              <a:cs typeface="Microsoft Sans Serif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142528" y="4850417"/>
            <a:ext cx="6942455" cy="18230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28016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The</a:t>
            </a:r>
            <a:r>
              <a:rPr sz="2000" spc="-1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bulk</a:t>
            </a:r>
            <a:r>
              <a:rPr sz="2000" spc="-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modulus</a:t>
            </a:r>
            <a:r>
              <a:rPr sz="2000" spc="-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of</a:t>
            </a:r>
            <a:r>
              <a:rPr sz="2000" spc="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a</a:t>
            </a:r>
            <a:r>
              <a:rPr sz="2000" spc="-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medium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is</a:t>
            </a:r>
            <a:r>
              <a:rPr sz="2000" spc="2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the</a:t>
            </a:r>
            <a:r>
              <a:rPr sz="2000" spc="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property</a:t>
            </a:r>
            <a:r>
              <a:rPr sz="2000" spc="-2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3333CC"/>
                </a:solidFill>
                <a:latin typeface="Microsoft Sans Serif"/>
                <a:cs typeface="Microsoft Sans Serif"/>
              </a:rPr>
              <a:t>that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determines</a:t>
            </a:r>
            <a:r>
              <a:rPr sz="2000" spc="-3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the</a:t>
            </a:r>
            <a:r>
              <a:rPr sz="2000" spc="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change</a:t>
            </a:r>
            <a:r>
              <a:rPr sz="2000" spc="-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in</a:t>
            </a:r>
            <a:r>
              <a:rPr sz="2000" spc="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volume</a:t>
            </a:r>
            <a:r>
              <a:rPr sz="2000" spc="-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of an</a:t>
            </a:r>
            <a:r>
              <a:rPr sz="2000" spc="2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element</a:t>
            </a:r>
            <a:r>
              <a:rPr sz="2000" spc="-2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3333CC"/>
                </a:solidFill>
                <a:latin typeface="Microsoft Sans Serif"/>
                <a:cs typeface="Microsoft Sans Serif"/>
              </a:rPr>
              <a:t>of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the</a:t>
            </a:r>
            <a:r>
              <a:rPr sz="2000" spc="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medium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when</a:t>
            </a:r>
            <a:r>
              <a:rPr sz="2000" spc="-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the</a:t>
            </a:r>
            <a:r>
              <a:rPr sz="2000" spc="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pressure</a:t>
            </a:r>
            <a:r>
              <a:rPr sz="2000" spc="-3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on</a:t>
            </a:r>
            <a:r>
              <a:rPr sz="2000" spc="2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it 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changes.</a:t>
            </a:r>
            <a:endParaRPr sz="2000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  <a:spcBef>
                <a:spcPts val="2145"/>
              </a:spcBef>
            </a:pP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-10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higher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bulk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modulus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indicates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less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compressible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medium. </a:t>
            </a:r>
            <a:r>
              <a:rPr sz="2000" dirty="0">
                <a:latin typeface="Microsoft Sans Serif"/>
                <a:cs typeface="Microsoft Sans Serif"/>
              </a:rPr>
              <a:t>Steel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has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higher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bulk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modulus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than </a:t>
            </a:r>
            <a:r>
              <a:rPr sz="2000" spc="-20" dirty="0">
                <a:latin typeface="Microsoft Sans Serif"/>
                <a:cs typeface="Microsoft Sans Serif"/>
              </a:rPr>
              <a:t>air.</a:t>
            </a:r>
            <a:endParaRPr sz="2000" dirty="0">
              <a:latin typeface="Microsoft Sans Serif"/>
              <a:cs typeface="Microsoft Sans Serif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915346" y="439952"/>
            <a:ext cx="3369945" cy="61341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pc="-10" dirty="0"/>
              <a:t>17-</a:t>
            </a:r>
            <a:r>
              <a:rPr dirty="0"/>
              <a:t>2</a:t>
            </a:r>
            <a:r>
              <a:rPr spc="-30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Speed</a:t>
            </a:r>
            <a:r>
              <a:rPr spc="-1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0" dirty="0"/>
              <a:t>Sound </a:t>
            </a:r>
            <a:r>
              <a:rPr dirty="0">
                <a:solidFill>
                  <a:srgbClr val="E10000"/>
                </a:solidFill>
              </a:rPr>
              <a:t>Bulk</a:t>
            </a:r>
            <a:r>
              <a:rPr spc="-50" dirty="0">
                <a:solidFill>
                  <a:srgbClr val="E10000"/>
                </a:solidFill>
              </a:rPr>
              <a:t> </a:t>
            </a:r>
            <a:r>
              <a:rPr spc="-10" dirty="0">
                <a:solidFill>
                  <a:srgbClr val="E10000"/>
                </a:solidFill>
              </a:rPr>
              <a:t>modulus</a:t>
            </a:r>
          </a:p>
        </p:txBody>
      </p:sp>
      <p:sp>
        <p:nvSpPr>
          <p:cNvPr id="42" name="object 42"/>
          <p:cNvSpPr/>
          <p:nvPr/>
        </p:nvSpPr>
        <p:spPr>
          <a:xfrm>
            <a:off x="792479" y="370331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2852" y="6819900"/>
                </a:moveTo>
                <a:lnTo>
                  <a:pt x="3048" y="6819900"/>
                </a:lnTo>
                <a:lnTo>
                  <a:pt x="0" y="6816851"/>
                </a:lnTo>
                <a:lnTo>
                  <a:pt x="0" y="3048"/>
                </a:lnTo>
                <a:lnTo>
                  <a:pt x="3048" y="0"/>
                </a:lnTo>
                <a:lnTo>
                  <a:pt x="9102852" y="0"/>
                </a:lnTo>
                <a:lnTo>
                  <a:pt x="9105900" y="3048"/>
                </a:lnTo>
                <a:lnTo>
                  <a:pt x="9105900" y="6096"/>
                </a:ln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lnTo>
                  <a:pt x="12192" y="6807708"/>
                </a:lnTo>
                <a:lnTo>
                  <a:pt x="6096" y="6807708"/>
                </a:lnTo>
                <a:lnTo>
                  <a:pt x="12192" y="6813803"/>
                </a:lnTo>
                <a:lnTo>
                  <a:pt x="9105900" y="6813803"/>
                </a:lnTo>
                <a:lnTo>
                  <a:pt x="9105900" y="6816851"/>
                </a:lnTo>
                <a:lnTo>
                  <a:pt x="9102852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close/>
              </a:path>
              <a:path w="9105900" h="6819900">
                <a:moveTo>
                  <a:pt x="9093707" y="12192"/>
                </a:moveTo>
                <a:lnTo>
                  <a:pt x="12192" y="12192"/>
                </a:lnTo>
                <a:lnTo>
                  <a:pt x="12192" y="6096"/>
                </a:lnTo>
                <a:lnTo>
                  <a:pt x="9093707" y="6096"/>
                </a:lnTo>
                <a:lnTo>
                  <a:pt x="9093707" y="12192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9093707" y="6096"/>
                </a:lnTo>
                <a:lnTo>
                  <a:pt x="9099804" y="12192"/>
                </a:lnTo>
                <a:lnTo>
                  <a:pt x="9105900" y="12192"/>
                </a:lnTo>
                <a:lnTo>
                  <a:pt x="9105900" y="6807708"/>
                </a:lnTo>
                <a:lnTo>
                  <a:pt x="9099804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12192"/>
                </a:moveTo>
                <a:lnTo>
                  <a:pt x="9099804" y="12192"/>
                </a:lnTo>
                <a:lnTo>
                  <a:pt x="9093707" y="6096"/>
                </a:lnTo>
                <a:lnTo>
                  <a:pt x="9105900" y="6096"/>
                </a:lnTo>
                <a:lnTo>
                  <a:pt x="9105900" y="12192"/>
                </a:lnTo>
                <a:close/>
              </a:path>
              <a:path w="9105900" h="6819900">
                <a:moveTo>
                  <a:pt x="12192" y="6813803"/>
                </a:moveTo>
                <a:lnTo>
                  <a:pt x="6096" y="6807708"/>
                </a:lnTo>
                <a:lnTo>
                  <a:pt x="12192" y="6807708"/>
                </a:lnTo>
                <a:lnTo>
                  <a:pt x="12192" y="6813803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12192" y="6813803"/>
                </a:lnTo>
                <a:lnTo>
                  <a:pt x="12192" y="6807708"/>
                </a:lnTo>
                <a:lnTo>
                  <a:pt x="9093707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6813803"/>
                </a:moveTo>
                <a:lnTo>
                  <a:pt x="9093707" y="6813803"/>
                </a:lnTo>
                <a:lnTo>
                  <a:pt x="9099804" y="6807708"/>
                </a:lnTo>
                <a:lnTo>
                  <a:pt x="9105900" y="6807708"/>
                </a:lnTo>
                <a:lnTo>
                  <a:pt x="9105900" y="6813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3904011" y="2221420"/>
            <a:ext cx="451484" cy="824230"/>
            <a:chOff x="3904011" y="2221420"/>
            <a:chExt cx="451484" cy="824230"/>
          </a:xfrm>
        </p:grpSpPr>
        <p:sp>
          <p:nvSpPr>
            <p:cNvPr id="4" name="object 4"/>
            <p:cNvSpPr/>
            <p:nvPr/>
          </p:nvSpPr>
          <p:spPr>
            <a:xfrm>
              <a:off x="4112418" y="2642330"/>
              <a:ext cx="216535" cy="0"/>
            </a:xfrm>
            <a:custGeom>
              <a:avLst/>
              <a:gdLst/>
              <a:ahLst/>
              <a:cxnLst/>
              <a:rect l="l" t="t" r="r" b="b"/>
              <a:pathLst>
                <a:path w="216535">
                  <a:moveTo>
                    <a:pt x="0" y="0"/>
                  </a:moveTo>
                  <a:lnTo>
                    <a:pt x="216408" y="0"/>
                  </a:lnTo>
                </a:path>
              </a:pathLst>
            </a:custGeom>
            <a:ln w="152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908012" y="2228564"/>
              <a:ext cx="445134" cy="814705"/>
            </a:xfrm>
            <a:custGeom>
              <a:avLst/>
              <a:gdLst/>
              <a:ahLst/>
              <a:cxnLst/>
              <a:rect l="l" t="t" r="r" b="b"/>
              <a:pathLst>
                <a:path w="445135" h="814705">
                  <a:moveTo>
                    <a:pt x="0" y="545591"/>
                  </a:moveTo>
                  <a:lnTo>
                    <a:pt x="29622" y="504348"/>
                  </a:lnTo>
                </a:path>
                <a:path w="445135" h="814705">
                  <a:moveTo>
                    <a:pt x="29622" y="504348"/>
                  </a:moveTo>
                  <a:lnTo>
                    <a:pt x="104203" y="814101"/>
                  </a:lnTo>
                </a:path>
                <a:path w="445135" h="814705">
                  <a:moveTo>
                    <a:pt x="104203" y="814101"/>
                  </a:moveTo>
                  <a:lnTo>
                    <a:pt x="186690" y="0"/>
                  </a:lnTo>
                </a:path>
                <a:path w="445135" h="814705">
                  <a:moveTo>
                    <a:pt x="186690" y="0"/>
                  </a:moveTo>
                  <a:lnTo>
                    <a:pt x="444817" y="0"/>
                  </a:lnTo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904011" y="2221420"/>
              <a:ext cx="448945" cy="821690"/>
            </a:xfrm>
            <a:custGeom>
              <a:avLst/>
              <a:gdLst/>
              <a:ahLst/>
              <a:cxnLst/>
              <a:rect l="l" t="t" r="r" b="b"/>
              <a:pathLst>
                <a:path w="448945" h="821689">
                  <a:moveTo>
                    <a:pt x="116204" y="821245"/>
                  </a:moveTo>
                  <a:lnTo>
                    <a:pt x="100964" y="821245"/>
                  </a:lnTo>
                  <a:lnTo>
                    <a:pt x="24860" y="530542"/>
                  </a:lnTo>
                  <a:lnTo>
                    <a:pt x="8001" y="555974"/>
                  </a:lnTo>
                  <a:lnTo>
                    <a:pt x="0" y="550354"/>
                  </a:lnTo>
                  <a:lnTo>
                    <a:pt x="42481" y="493204"/>
                  </a:lnTo>
                  <a:lnTo>
                    <a:pt x="108204" y="749712"/>
                  </a:lnTo>
                  <a:lnTo>
                    <a:pt x="184308" y="0"/>
                  </a:lnTo>
                  <a:lnTo>
                    <a:pt x="448817" y="0"/>
                  </a:lnTo>
                  <a:lnTo>
                    <a:pt x="448817" y="15144"/>
                  </a:lnTo>
                  <a:lnTo>
                    <a:pt x="197929" y="15144"/>
                  </a:lnTo>
                  <a:lnTo>
                    <a:pt x="116204" y="8212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391915" y="2401162"/>
            <a:ext cx="4368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Microsoft Sans Serif"/>
                <a:cs typeface="Microsoft Sans Serif"/>
              </a:rPr>
              <a:t>v</a:t>
            </a:r>
            <a:r>
              <a:rPr sz="2400" spc="70" dirty="0">
                <a:latin typeface="Microsoft Sans Serif"/>
                <a:cs typeface="Microsoft Sans Serif"/>
              </a:rPr>
              <a:t> </a:t>
            </a:r>
            <a:r>
              <a:rPr sz="2400" spc="-60" dirty="0">
                <a:latin typeface="Cambria"/>
                <a:cs typeface="Cambria"/>
              </a:rPr>
              <a:t>=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99052" y="2145314"/>
            <a:ext cx="229235" cy="88519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spc="-50" dirty="0">
                <a:latin typeface="Microsoft Sans Serif"/>
                <a:cs typeface="Microsoft Sans Serif"/>
              </a:rPr>
              <a:t>B</a:t>
            </a:r>
            <a:endParaRPr sz="2400">
              <a:latin typeface="Microsoft Sans Serif"/>
              <a:cs typeface="Microsoft Sans Serif"/>
            </a:endParaRPr>
          </a:p>
          <a:p>
            <a:pPr marL="36830">
              <a:lnSpc>
                <a:spcPct val="100000"/>
              </a:lnSpc>
              <a:spcBef>
                <a:spcPts val="505"/>
              </a:spcBef>
            </a:pPr>
            <a:r>
              <a:rPr sz="2400" spc="-50" dirty="0">
                <a:latin typeface="Cambria"/>
                <a:cs typeface="Cambria"/>
              </a:rPr>
              <a:t>p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286690" y="2222944"/>
            <a:ext cx="436880" cy="824230"/>
            <a:chOff x="6286690" y="2222944"/>
            <a:chExt cx="436880" cy="824230"/>
          </a:xfrm>
        </p:grpSpPr>
        <p:sp>
          <p:nvSpPr>
            <p:cNvPr id="10" name="object 10"/>
            <p:cNvSpPr/>
            <p:nvPr/>
          </p:nvSpPr>
          <p:spPr>
            <a:xfrm>
              <a:off x="6494811" y="2643854"/>
              <a:ext cx="201930" cy="0"/>
            </a:xfrm>
            <a:custGeom>
              <a:avLst/>
              <a:gdLst/>
              <a:ahLst/>
              <a:cxnLst/>
              <a:rect l="l" t="t" r="r" b="b"/>
              <a:pathLst>
                <a:path w="201929">
                  <a:moveTo>
                    <a:pt x="0" y="0"/>
                  </a:moveTo>
                  <a:lnTo>
                    <a:pt x="201739" y="0"/>
                  </a:lnTo>
                </a:path>
              </a:pathLst>
            </a:custGeom>
            <a:ln w="152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290691" y="2230088"/>
              <a:ext cx="429895" cy="814705"/>
            </a:xfrm>
            <a:custGeom>
              <a:avLst/>
              <a:gdLst/>
              <a:ahLst/>
              <a:cxnLst/>
              <a:rect l="l" t="t" r="r" b="b"/>
              <a:pathLst>
                <a:path w="429895" h="814705">
                  <a:moveTo>
                    <a:pt x="0" y="545591"/>
                  </a:moveTo>
                  <a:lnTo>
                    <a:pt x="29622" y="504348"/>
                  </a:lnTo>
                </a:path>
                <a:path w="429895" h="814705">
                  <a:moveTo>
                    <a:pt x="29622" y="504348"/>
                  </a:moveTo>
                  <a:lnTo>
                    <a:pt x="104108" y="814101"/>
                  </a:lnTo>
                </a:path>
                <a:path w="429895" h="814705">
                  <a:moveTo>
                    <a:pt x="104108" y="814101"/>
                  </a:moveTo>
                  <a:lnTo>
                    <a:pt x="186499" y="0"/>
                  </a:lnTo>
                </a:path>
                <a:path w="429895" h="814705">
                  <a:moveTo>
                    <a:pt x="186499" y="0"/>
                  </a:moveTo>
                  <a:lnTo>
                    <a:pt x="429863" y="0"/>
                  </a:lnTo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6690" y="2222944"/>
              <a:ext cx="434340" cy="821690"/>
            </a:xfrm>
            <a:custGeom>
              <a:avLst/>
              <a:gdLst/>
              <a:ahLst/>
              <a:cxnLst/>
              <a:rect l="l" t="t" r="r" b="b"/>
              <a:pathLst>
                <a:path w="434340" h="821689">
                  <a:moveTo>
                    <a:pt x="116109" y="821245"/>
                  </a:moveTo>
                  <a:lnTo>
                    <a:pt x="100869" y="821245"/>
                  </a:lnTo>
                  <a:lnTo>
                    <a:pt x="24860" y="530542"/>
                  </a:lnTo>
                  <a:lnTo>
                    <a:pt x="8001" y="555974"/>
                  </a:lnTo>
                  <a:lnTo>
                    <a:pt x="0" y="550354"/>
                  </a:lnTo>
                  <a:lnTo>
                    <a:pt x="42481" y="493204"/>
                  </a:lnTo>
                  <a:lnTo>
                    <a:pt x="108108" y="749712"/>
                  </a:lnTo>
                  <a:lnTo>
                    <a:pt x="184118" y="0"/>
                  </a:lnTo>
                  <a:lnTo>
                    <a:pt x="433863" y="0"/>
                  </a:lnTo>
                  <a:lnTo>
                    <a:pt x="433863" y="15144"/>
                  </a:lnTo>
                  <a:lnTo>
                    <a:pt x="197739" y="15144"/>
                  </a:lnTo>
                  <a:lnTo>
                    <a:pt x="116109" y="8212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773928" y="2402686"/>
            <a:ext cx="4381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Microsoft Sans Serif"/>
                <a:cs typeface="Microsoft Sans Serif"/>
              </a:rPr>
              <a:t>v</a:t>
            </a:r>
            <a:r>
              <a:rPr sz="2400" spc="90" dirty="0">
                <a:latin typeface="Microsoft Sans Serif"/>
                <a:cs typeface="Microsoft Sans Serif"/>
              </a:rPr>
              <a:t> </a:t>
            </a:r>
            <a:r>
              <a:rPr sz="2400" spc="-60" dirty="0">
                <a:latin typeface="Cambria"/>
                <a:cs typeface="Cambria"/>
              </a:rPr>
              <a:t>=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91732" y="2146838"/>
            <a:ext cx="201295" cy="885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8575">
              <a:lnSpc>
                <a:spcPct val="117500"/>
              </a:lnSpc>
              <a:spcBef>
                <a:spcPts val="100"/>
              </a:spcBef>
            </a:pPr>
            <a:r>
              <a:rPr sz="2400" spc="-50" dirty="0">
                <a:latin typeface="Cambria"/>
                <a:cs typeface="Cambria"/>
              </a:rPr>
              <a:t>τ </a:t>
            </a:r>
            <a:r>
              <a:rPr sz="2400" spc="25" dirty="0">
                <a:latin typeface="Cambria"/>
                <a:cs typeface="Cambria"/>
              </a:rPr>
              <a:t>µ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76081" y="2456202"/>
            <a:ext cx="18065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Speed of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sound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78481" y="2436319"/>
            <a:ext cx="23964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Speed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of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string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wave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56131" y="2156460"/>
            <a:ext cx="3898900" cy="1016635"/>
          </a:xfrm>
          <a:custGeom>
            <a:avLst/>
            <a:gdLst/>
            <a:ahLst/>
            <a:cxnLst/>
            <a:rect l="l" t="t" r="r" b="b"/>
            <a:pathLst>
              <a:path w="3898900" h="1016635">
                <a:moveTo>
                  <a:pt x="3898392" y="1016508"/>
                </a:moveTo>
                <a:lnTo>
                  <a:pt x="0" y="1016508"/>
                </a:lnTo>
                <a:lnTo>
                  <a:pt x="0" y="0"/>
                </a:lnTo>
                <a:lnTo>
                  <a:pt x="3898392" y="0"/>
                </a:lnTo>
                <a:lnTo>
                  <a:pt x="3898392" y="4572"/>
                </a:lnTo>
                <a:lnTo>
                  <a:pt x="9144" y="4572"/>
                </a:lnTo>
                <a:lnTo>
                  <a:pt x="4572" y="9144"/>
                </a:lnTo>
                <a:lnTo>
                  <a:pt x="9144" y="9144"/>
                </a:lnTo>
                <a:lnTo>
                  <a:pt x="9144" y="1005840"/>
                </a:lnTo>
                <a:lnTo>
                  <a:pt x="4572" y="1005840"/>
                </a:lnTo>
                <a:lnTo>
                  <a:pt x="9144" y="1010412"/>
                </a:lnTo>
                <a:lnTo>
                  <a:pt x="3898392" y="1010412"/>
                </a:lnTo>
                <a:lnTo>
                  <a:pt x="3898392" y="1016508"/>
                </a:lnTo>
                <a:close/>
              </a:path>
              <a:path w="3898900" h="1016635">
                <a:moveTo>
                  <a:pt x="9144" y="9144"/>
                </a:moveTo>
                <a:lnTo>
                  <a:pt x="4572" y="9144"/>
                </a:lnTo>
                <a:lnTo>
                  <a:pt x="9144" y="4572"/>
                </a:lnTo>
                <a:lnTo>
                  <a:pt x="9144" y="9144"/>
                </a:lnTo>
                <a:close/>
              </a:path>
              <a:path w="3898900" h="1016635">
                <a:moveTo>
                  <a:pt x="3889248" y="9144"/>
                </a:moveTo>
                <a:lnTo>
                  <a:pt x="9144" y="9144"/>
                </a:lnTo>
                <a:lnTo>
                  <a:pt x="9144" y="4572"/>
                </a:lnTo>
                <a:lnTo>
                  <a:pt x="3889248" y="4572"/>
                </a:lnTo>
                <a:lnTo>
                  <a:pt x="3889248" y="9144"/>
                </a:lnTo>
                <a:close/>
              </a:path>
              <a:path w="3898900" h="1016635">
                <a:moveTo>
                  <a:pt x="3889248" y="1010412"/>
                </a:moveTo>
                <a:lnTo>
                  <a:pt x="3889248" y="4572"/>
                </a:lnTo>
                <a:lnTo>
                  <a:pt x="3893820" y="9144"/>
                </a:lnTo>
                <a:lnTo>
                  <a:pt x="3898392" y="9144"/>
                </a:lnTo>
                <a:lnTo>
                  <a:pt x="3898392" y="1005840"/>
                </a:lnTo>
                <a:lnTo>
                  <a:pt x="3893820" y="1005840"/>
                </a:lnTo>
                <a:lnTo>
                  <a:pt x="3889248" y="1010412"/>
                </a:lnTo>
                <a:close/>
              </a:path>
              <a:path w="3898900" h="1016635">
                <a:moveTo>
                  <a:pt x="3898392" y="9144"/>
                </a:moveTo>
                <a:lnTo>
                  <a:pt x="3893820" y="9144"/>
                </a:lnTo>
                <a:lnTo>
                  <a:pt x="3889248" y="4572"/>
                </a:lnTo>
                <a:lnTo>
                  <a:pt x="3898392" y="4572"/>
                </a:lnTo>
                <a:lnTo>
                  <a:pt x="3898392" y="9144"/>
                </a:lnTo>
                <a:close/>
              </a:path>
              <a:path w="3898900" h="1016635">
                <a:moveTo>
                  <a:pt x="9144" y="1010412"/>
                </a:moveTo>
                <a:lnTo>
                  <a:pt x="4572" y="1005840"/>
                </a:lnTo>
                <a:lnTo>
                  <a:pt x="9144" y="1005840"/>
                </a:lnTo>
                <a:lnTo>
                  <a:pt x="9144" y="1010412"/>
                </a:lnTo>
                <a:close/>
              </a:path>
              <a:path w="3898900" h="1016635">
                <a:moveTo>
                  <a:pt x="3889248" y="1010412"/>
                </a:moveTo>
                <a:lnTo>
                  <a:pt x="9144" y="1010412"/>
                </a:lnTo>
                <a:lnTo>
                  <a:pt x="9144" y="1005840"/>
                </a:lnTo>
                <a:lnTo>
                  <a:pt x="3889248" y="1005840"/>
                </a:lnTo>
                <a:lnTo>
                  <a:pt x="3889248" y="1010412"/>
                </a:lnTo>
                <a:close/>
              </a:path>
              <a:path w="3898900" h="1016635">
                <a:moveTo>
                  <a:pt x="3898392" y="1010412"/>
                </a:moveTo>
                <a:lnTo>
                  <a:pt x="3889248" y="1010412"/>
                </a:lnTo>
                <a:lnTo>
                  <a:pt x="3893820" y="1005840"/>
                </a:lnTo>
                <a:lnTo>
                  <a:pt x="3898392" y="1005840"/>
                </a:lnTo>
                <a:lnTo>
                  <a:pt x="3898392" y="10104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701284" y="2154936"/>
            <a:ext cx="3970020" cy="1018540"/>
          </a:xfrm>
          <a:custGeom>
            <a:avLst/>
            <a:gdLst/>
            <a:ahLst/>
            <a:cxnLst/>
            <a:rect l="l" t="t" r="r" b="b"/>
            <a:pathLst>
              <a:path w="3970020" h="1018539">
                <a:moveTo>
                  <a:pt x="3970020" y="1018032"/>
                </a:moveTo>
                <a:lnTo>
                  <a:pt x="0" y="1018032"/>
                </a:lnTo>
                <a:lnTo>
                  <a:pt x="0" y="0"/>
                </a:lnTo>
                <a:lnTo>
                  <a:pt x="3970020" y="0"/>
                </a:lnTo>
                <a:lnTo>
                  <a:pt x="3970020" y="4572"/>
                </a:lnTo>
                <a:lnTo>
                  <a:pt x="9144" y="4572"/>
                </a:lnTo>
                <a:lnTo>
                  <a:pt x="4572" y="9144"/>
                </a:lnTo>
                <a:lnTo>
                  <a:pt x="9144" y="9144"/>
                </a:lnTo>
                <a:lnTo>
                  <a:pt x="9144" y="1007364"/>
                </a:lnTo>
                <a:lnTo>
                  <a:pt x="4572" y="1007364"/>
                </a:lnTo>
                <a:lnTo>
                  <a:pt x="9144" y="1011936"/>
                </a:lnTo>
                <a:lnTo>
                  <a:pt x="3970020" y="1011936"/>
                </a:lnTo>
                <a:lnTo>
                  <a:pt x="3970020" y="1018032"/>
                </a:lnTo>
                <a:close/>
              </a:path>
              <a:path w="3970020" h="1018539">
                <a:moveTo>
                  <a:pt x="9144" y="9144"/>
                </a:moveTo>
                <a:lnTo>
                  <a:pt x="4572" y="9144"/>
                </a:lnTo>
                <a:lnTo>
                  <a:pt x="9144" y="4572"/>
                </a:lnTo>
                <a:lnTo>
                  <a:pt x="9144" y="9144"/>
                </a:lnTo>
                <a:close/>
              </a:path>
              <a:path w="3970020" h="1018539">
                <a:moveTo>
                  <a:pt x="3960876" y="9144"/>
                </a:moveTo>
                <a:lnTo>
                  <a:pt x="9144" y="9144"/>
                </a:lnTo>
                <a:lnTo>
                  <a:pt x="9144" y="4572"/>
                </a:lnTo>
                <a:lnTo>
                  <a:pt x="3960876" y="4572"/>
                </a:lnTo>
                <a:lnTo>
                  <a:pt x="3960876" y="9144"/>
                </a:lnTo>
                <a:close/>
              </a:path>
              <a:path w="3970020" h="1018539">
                <a:moveTo>
                  <a:pt x="3960876" y="1011936"/>
                </a:moveTo>
                <a:lnTo>
                  <a:pt x="3960876" y="4572"/>
                </a:lnTo>
                <a:lnTo>
                  <a:pt x="3965448" y="9144"/>
                </a:lnTo>
                <a:lnTo>
                  <a:pt x="3970020" y="9144"/>
                </a:lnTo>
                <a:lnTo>
                  <a:pt x="3970020" y="1007364"/>
                </a:lnTo>
                <a:lnTo>
                  <a:pt x="3965448" y="1007364"/>
                </a:lnTo>
                <a:lnTo>
                  <a:pt x="3960876" y="1011936"/>
                </a:lnTo>
                <a:close/>
              </a:path>
              <a:path w="3970020" h="1018539">
                <a:moveTo>
                  <a:pt x="3970020" y="9144"/>
                </a:moveTo>
                <a:lnTo>
                  <a:pt x="3965448" y="9144"/>
                </a:lnTo>
                <a:lnTo>
                  <a:pt x="3960876" y="4572"/>
                </a:lnTo>
                <a:lnTo>
                  <a:pt x="3970020" y="4572"/>
                </a:lnTo>
                <a:lnTo>
                  <a:pt x="3970020" y="9144"/>
                </a:lnTo>
                <a:close/>
              </a:path>
              <a:path w="3970020" h="1018539">
                <a:moveTo>
                  <a:pt x="9144" y="1011936"/>
                </a:moveTo>
                <a:lnTo>
                  <a:pt x="4572" y="1007364"/>
                </a:lnTo>
                <a:lnTo>
                  <a:pt x="9144" y="1007364"/>
                </a:lnTo>
                <a:lnTo>
                  <a:pt x="9144" y="1011936"/>
                </a:lnTo>
                <a:close/>
              </a:path>
              <a:path w="3970020" h="1018539">
                <a:moveTo>
                  <a:pt x="3960876" y="1011936"/>
                </a:moveTo>
                <a:lnTo>
                  <a:pt x="9144" y="1011936"/>
                </a:lnTo>
                <a:lnTo>
                  <a:pt x="9144" y="1007364"/>
                </a:lnTo>
                <a:lnTo>
                  <a:pt x="3960876" y="1007364"/>
                </a:lnTo>
                <a:lnTo>
                  <a:pt x="3960876" y="1011936"/>
                </a:lnTo>
                <a:close/>
              </a:path>
              <a:path w="3970020" h="1018539">
                <a:moveTo>
                  <a:pt x="3970020" y="1011936"/>
                </a:moveTo>
                <a:lnTo>
                  <a:pt x="3960876" y="1011936"/>
                </a:lnTo>
                <a:lnTo>
                  <a:pt x="3965448" y="1007364"/>
                </a:lnTo>
                <a:lnTo>
                  <a:pt x="3970020" y="1007364"/>
                </a:lnTo>
                <a:lnTo>
                  <a:pt x="3970020" y="10119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127760" y="4459223"/>
            <a:ext cx="8470900" cy="2278380"/>
          </a:xfrm>
          <a:custGeom>
            <a:avLst/>
            <a:gdLst/>
            <a:ahLst/>
            <a:cxnLst/>
            <a:rect l="l" t="t" r="r" b="b"/>
            <a:pathLst>
              <a:path w="8470900" h="2278379">
                <a:moveTo>
                  <a:pt x="8470392" y="2278380"/>
                </a:moveTo>
                <a:lnTo>
                  <a:pt x="0" y="2278380"/>
                </a:lnTo>
                <a:lnTo>
                  <a:pt x="0" y="0"/>
                </a:lnTo>
                <a:lnTo>
                  <a:pt x="8470392" y="0"/>
                </a:lnTo>
                <a:lnTo>
                  <a:pt x="8470392" y="4572"/>
                </a:lnTo>
                <a:lnTo>
                  <a:pt x="9144" y="4572"/>
                </a:lnTo>
                <a:lnTo>
                  <a:pt x="4572" y="10668"/>
                </a:lnTo>
                <a:lnTo>
                  <a:pt x="9144" y="10668"/>
                </a:lnTo>
                <a:lnTo>
                  <a:pt x="9144" y="2269236"/>
                </a:lnTo>
                <a:lnTo>
                  <a:pt x="4572" y="2269236"/>
                </a:lnTo>
                <a:lnTo>
                  <a:pt x="9144" y="2273808"/>
                </a:lnTo>
                <a:lnTo>
                  <a:pt x="8470392" y="2273808"/>
                </a:lnTo>
                <a:lnTo>
                  <a:pt x="8470392" y="2278380"/>
                </a:lnTo>
                <a:close/>
              </a:path>
              <a:path w="8470900" h="2278379">
                <a:moveTo>
                  <a:pt x="9144" y="10668"/>
                </a:moveTo>
                <a:lnTo>
                  <a:pt x="4572" y="10668"/>
                </a:lnTo>
                <a:lnTo>
                  <a:pt x="9144" y="4572"/>
                </a:lnTo>
                <a:lnTo>
                  <a:pt x="9144" y="10668"/>
                </a:lnTo>
                <a:close/>
              </a:path>
              <a:path w="8470900" h="2278379">
                <a:moveTo>
                  <a:pt x="8461248" y="10668"/>
                </a:moveTo>
                <a:lnTo>
                  <a:pt x="9144" y="10668"/>
                </a:lnTo>
                <a:lnTo>
                  <a:pt x="9144" y="4572"/>
                </a:lnTo>
                <a:lnTo>
                  <a:pt x="8461248" y="4572"/>
                </a:lnTo>
                <a:lnTo>
                  <a:pt x="8461248" y="10668"/>
                </a:lnTo>
                <a:close/>
              </a:path>
              <a:path w="8470900" h="2278379">
                <a:moveTo>
                  <a:pt x="8461248" y="2273808"/>
                </a:moveTo>
                <a:lnTo>
                  <a:pt x="8461248" y="4572"/>
                </a:lnTo>
                <a:lnTo>
                  <a:pt x="8465820" y="10668"/>
                </a:lnTo>
                <a:lnTo>
                  <a:pt x="8470392" y="10668"/>
                </a:lnTo>
                <a:lnTo>
                  <a:pt x="8470392" y="2269236"/>
                </a:lnTo>
                <a:lnTo>
                  <a:pt x="8465820" y="2269236"/>
                </a:lnTo>
                <a:lnTo>
                  <a:pt x="8461248" y="2273808"/>
                </a:lnTo>
                <a:close/>
              </a:path>
              <a:path w="8470900" h="2278379">
                <a:moveTo>
                  <a:pt x="8470392" y="10668"/>
                </a:moveTo>
                <a:lnTo>
                  <a:pt x="8465820" y="10668"/>
                </a:lnTo>
                <a:lnTo>
                  <a:pt x="8461248" y="4572"/>
                </a:lnTo>
                <a:lnTo>
                  <a:pt x="8470392" y="4572"/>
                </a:lnTo>
                <a:lnTo>
                  <a:pt x="8470392" y="10668"/>
                </a:lnTo>
                <a:close/>
              </a:path>
              <a:path w="8470900" h="2278379">
                <a:moveTo>
                  <a:pt x="9144" y="2273808"/>
                </a:moveTo>
                <a:lnTo>
                  <a:pt x="4572" y="2269236"/>
                </a:lnTo>
                <a:lnTo>
                  <a:pt x="9144" y="2269236"/>
                </a:lnTo>
                <a:lnTo>
                  <a:pt x="9144" y="2273808"/>
                </a:lnTo>
                <a:close/>
              </a:path>
              <a:path w="8470900" h="2278379">
                <a:moveTo>
                  <a:pt x="8461248" y="2273808"/>
                </a:moveTo>
                <a:lnTo>
                  <a:pt x="9144" y="2273808"/>
                </a:lnTo>
                <a:lnTo>
                  <a:pt x="9144" y="2269236"/>
                </a:lnTo>
                <a:lnTo>
                  <a:pt x="8461248" y="2269236"/>
                </a:lnTo>
                <a:lnTo>
                  <a:pt x="8461248" y="2273808"/>
                </a:lnTo>
                <a:close/>
              </a:path>
              <a:path w="8470900" h="2278379">
                <a:moveTo>
                  <a:pt x="8470392" y="2273808"/>
                </a:moveTo>
                <a:lnTo>
                  <a:pt x="8461248" y="2273808"/>
                </a:lnTo>
                <a:lnTo>
                  <a:pt x="8465820" y="2269236"/>
                </a:lnTo>
                <a:lnTo>
                  <a:pt x="8470392" y="2269236"/>
                </a:lnTo>
                <a:lnTo>
                  <a:pt x="8470392" y="22738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1548383" y="4782092"/>
          <a:ext cx="2980054" cy="15055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5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845"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sz="2000" spc="-10" dirty="0">
                          <a:latin typeface="Microsoft Sans Serif"/>
                          <a:cs typeface="Microsoft Sans Serif"/>
                        </a:rPr>
                        <a:t>Medium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sz="2000" dirty="0">
                          <a:latin typeface="Microsoft Sans Serif"/>
                          <a:cs typeface="Microsoft Sans Serif"/>
                        </a:rPr>
                        <a:t>Speed</a:t>
                      </a:r>
                      <a:r>
                        <a:rPr sz="2000" spc="-20" dirty="0">
                          <a:latin typeface="Microsoft Sans Serif"/>
                          <a:cs typeface="Microsoft Sans Serif"/>
                        </a:rPr>
                        <a:t> (m/s)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000" spc="-10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Air(0</a:t>
                      </a:r>
                      <a:r>
                        <a:rPr sz="1950" spc="-15" baseline="25641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0</a:t>
                      </a:r>
                      <a:r>
                        <a:rPr sz="2000" spc="-10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C)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000" spc="-25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331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397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ts val="2295"/>
                        </a:lnSpc>
                      </a:pPr>
                      <a:r>
                        <a:rPr sz="2000" spc="-10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Air(20</a:t>
                      </a:r>
                      <a:r>
                        <a:rPr sz="1950" spc="-15" baseline="25641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0</a:t>
                      </a:r>
                      <a:r>
                        <a:rPr sz="2000" spc="-10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C)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ts val="2295"/>
                        </a:lnSpc>
                      </a:pPr>
                      <a:r>
                        <a:rPr sz="2000" spc="-25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343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>
                        <a:lnSpc>
                          <a:spcPts val="2295"/>
                        </a:lnSpc>
                      </a:pPr>
                      <a:r>
                        <a:rPr sz="2000" spc="-10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Water(20</a:t>
                      </a:r>
                      <a:r>
                        <a:rPr sz="1950" spc="-15" baseline="25641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0</a:t>
                      </a:r>
                      <a:r>
                        <a:rPr sz="2000" spc="-10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C)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ts val="2295"/>
                        </a:lnSpc>
                      </a:pPr>
                      <a:r>
                        <a:rPr sz="2000" spc="-20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1482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4005">
                <a:tc>
                  <a:txBody>
                    <a:bodyPr/>
                    <a:lstStyle/>
                    <a:p>
                      <a:pPr>
                        <a:lnSpc>
                          <a:spcPts val="2220"/>
                        </a:lnSpc>
                      </a:pPr>
                      <a:r>
                        <a:rPr sz="2000" spc="-10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Steel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ts val="2220"/>
                        </a:lnSpc>
                      </a:pPr>
                      <a:r>
                        <a:rPr sz="2000" spc="-20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5941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object 21"/>
          <p:cNvSpPr/>
          <p:nvPr/>
        </p:nvSpPr>
        <p:spPr>
          <a:xfrm>
            <a:off x="1548383" y="5039867"/>
            <a:ext cx="905510" cy="18415"/>
          </a:xfrm>
          <a:custGeom>
            <a:avLst/>
            <a:gdLst/>
            <a:ahLst/>
            <a:cxnLst/>
            <a:rect l="l" t="t" r="r" b="b"/>
            <a:pathLst>
              <a:path w="905510" h="18414">
                <a:moveTo>
                  <a:pt x="905256" y="18288"/>
                </a:moveTo>
                <a:lnTo>
                  <a:pt x="0" y="18288"/>
                </a:lnTo>
                <a:lnTo>
                  <a:pt x="0" y="0"/>
                </a:lnTo>
                <a:lnTo>
                  <a:pt x="905256" y="0"/>
                </a:lnTo>
                <a:lnTo>
                  <a:pt x="905256" y="182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475254" y="5281640"/>
            <a:ext cx="320103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Speed</a:t>
            </a:r>
            <a:r>
              <a:rPr sz="2000" spc="-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of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sound</a:t>
            </a:r>
            <a:r>
              <a:rPr sz="2000" spc="-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depends</a:t>
            </a:r>
            <a:r>
              <a:rPr sz="2000" spc="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3333CC"/>
                </a:solidFill>
                <a:latin typeface="Microsoft Sans Serif"/>
                <a:cs typeface="Microsoft Sans Serif"/>
              </a:rPr>
              <a:t>on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temperature</a:t>
            </a:r>
            <a:r>
              <a:rPr sz="2000" spc="-3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and</a:t>
            </a:r>
            <a:r>
              <a:rPr sz="2000" spc="-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pressure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915346" y="439952"/>
            <a:ext cx="3369945" cy="352212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pc="-10" dirty="0"/>
              <a:t>17-</a:t>
            </a:r>
            <a:r>
              <a:rPr dirty="0"/>
              <a:t>2</a:t>
            </a:r>
            <a:r>
              <a:rPr spc="-30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Speed</a:t>
            </a:r>
            <a:r>
              <a:rPr spc="-1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0" dirty="0"/>
              <a:t>Sound </a:t>
            </a:r>
            <a:endParaRPr spc="-10" dirty="0">
              <a:solidFill>
                <a:srgbClr val="E10000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92479" y="370331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2852" y="6819900"/>
                </a:moveTo>
                <a:lnTo>
                  <a:pt x="3048" y="6819900"/>
                </a:lnTo>
                <a:lnTo>
                  <a:pt x="0" y="6816851"/>
                </a:lnTo>
                <a:lnTo>
                  <a:pt x="0" y="3048"/>
                </a:lnTo>
                <a:lnTo>
                  <a:pt x="3048" y="0"/>
                </a:lnTo>
                <a:lnTo>
                  <a:pt x="9102852" y="0"/>
                </a:lnTo>
                <a:lnTo>
                  <a:pt x="9105900" y="3048"/>
                </a:lnTo>
                <a:lnTo>
                  <a:pt x="9105900" y="6096"/>
                </a:ln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lnTo>
                  <a:pt x="12192" y="6807708"/>
                </a:lnTo>
                <a:lnTo>
                  <a:pt x="6096" y="6807708"/>
                </a:lnTo>
                <a:lnTo>
                  <a:pt x="12192" y="6813803"/>
                </a:lnTo>
                <a:lnTo>
                  <a:pt x="9105900" y="6813803"/>
                </a:lnTo>
                <a:lnTo>
                  <a:pt x="9105900" y="6816851"/>
                </a:lnTo>
                <a:lnTo>
                  <a:pt x="9102852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close/>
              </a:path>
              <a:path w="9105900" h="6819900">
                <a:moveTo>
                  <a:pt x="9093707" y="12192"/>
                </a:moveTo>
                <a:lnTo>
                  <a:pt x="12192" y="12192"/>
                </a:lnTo>
                <a:lnTo>
                  <a:pt x="12192" y="6096"/>
                </a:lnTo>
                <a:lnTo>
                  <a:pt x="9093707" y="6096"/>
                </a:lnTo>
                <a:lnTo>
                  <a:pt x="9093707" y="12192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9093707" y="6096"/>
                </a:lnTo>
                <a:lnTo>
                  <a:pt x="9099804" y="12192"/>
                </a:lnTo>
                <a:lnTo>
                  <a:pt x="9105900" y="12192"/>
                </a:lnTo>
                <a:lnTo>
                  <a:pt x="9105900" y="6807708"/>
                </a:lnTo>
                <a:lnTo>
                  <a:pt x="9099804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12192"/>
                </a:moveTo>
                <a:lnTo>
                  <a:pt x="9099804" y="12192"/>
                </a:lnTo>
                <a:lnTo>
                  <a:pt x="9093707" y="6096"/>
                </a:lnTo>
                <a:lnTo>
                  <a:pt x="9105900" y="6096"/>
                </a:lnTo>
                <a:lnTo>
                  <a:pt x="9105900" y="12192"/>
                </a:lnTo>
                <a:close/>
              </a:path>
              <a:path w="9105900" h="6819900">
                <a:moveTo>
                  <a:pt x="12192" y="6813803"/>
                </a:moveTo>
                <a:lnTo>
                  <a:pt x="6096" y="6807708"/>
                </a:lnTo>
                <a:lnTo>
                  <a:pt x="12192" y="6807708"/>
                </a:lnTo>
                <a:lnTo>
                  <a:pt x="12192" y="6813803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12192" y="6813803"/>
                </a:lnTo>
                <a:lnTo>
                  <a:pt x="12192" y="6807708"/>
                </a:lnTo>
                <a:lnTo>
                  <a:pt x="9093707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6813803"/>
                </a:moveTo>
                <a:lnTo>
                  <a:pt x="9093707" y="6813803"/>
                </a:lnTo>
                <a:lnTo>
                  <a:pt x="9099804" y="6807708"/>
                </a:lnTo>
                <a:lnTo>
                  <a:pt x="9105900" y="6807708"/>
                </a:lnTo>
                <a:lnTo>
                  <a:pt x="9105900" y="6813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439614" y="5677941"/>
            <a:ext cx="1581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3333CC"/>
                </a:solidFill>
                <a:latin typeface="Cambria"/>
                <a:cs typeface="Cambria"/>
              </a:rPr>
              <a:t>q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27852" y="1176081"/>
            <a:ext cx="3665854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-9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sound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source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which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is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very </a:t>
            </a:r>
            <a:r>
              <a:rPr sz="2000" spc="-25" dirty="0">
                <a:latin typeface="Microsoft Sans Serif"/>
                <a:cs typeface="Microsoft Sans Serif"/>
              </a:rPr>
              <a:t>far </a:t>
            </a:r>
            <a:r>
              <a:rPr sz="2000" dirty="0">
                <a:latin typeface="Microsoft Sans Serif"/>
                <a:cs typeface="Microsoft Sans Serif"/>
              </a:rPr>
              <a:t>such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that wavefronts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at ears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are </a:t>
            </a:r>
            <a:r>
              <a:rPr sz="2000" dirty="0">
                <a:latin typeface="Microsoft Sans Serif"/>
                <a:cs typeface="Microsoft Sans Serif"/>
              </a:rPr>
              <a:t>approximately</a:t>
            </a:r>
            <a:r>
              <a:rPr sz="2000" spc="-7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planar.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819400" y="1289304"/>
            <a:ext cx="3035935" cy="2138680"/>
            <a:chOff x="2819400" y="1289304"/>
            <a:chExt cx="3035935" cy="21386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19400" y="2549652"/>
              <a:ext cx="1019555" cy="87782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323843" y="1359407"/>
              <a:ext cx="2458720" cy="1671955"/>
            </a:xfrm>
            <a:custGeom>
              <a:avLst/>
              <a:gdLst/>
              <a:ahLst/>
              <a:cxnLst/>
              <a:rect l="l" t="t" r="r" b="b"/>
              <a:pathLst>
                <a:path w="2458720" h="1671955">
                  <a:moveTo>
                    <a:pt x="10668" y="1671828"/>
                  </a:moveTo>
                  <a:lnTo>
                    <a:pt x="0" y="1655064"/>
                  </a:lnTo>
                  <a:lnTo>
                    <a:pt x="62484" y="1612392"/>
                  </a:lnTo>
                  <a:lnTo>
                    <a:pt x="73152" y="1629156"/>
                  </a:lnTo>
                  <a:lnTo>
                    <a:pt x="10668" y="1671828"/>
                  </a:lnTo>
                  <a:close/>
                </a:path>
                <a:path w="2458720" h="1671955">
                  <a:moveTo>
                    <a:pt x="121920" y="1597152"/>
                  </a:moveTo>
                  <a:lnTo>
                    <a:pt x="111252" y="1580388"/>
                  </a:lnTo>
                  <a:lnTo>
                    <a:pt x="173736" y="1537716"/>
                  </a:lnTo>
                  <a:lnTo>
                    <a:pt x="184404" y="1554480"/>
                  </a:lnTo>
                  <a:lnTo>
                    <a:pt x="121920" y="1597152"/>
                  </a:lnTo>
                  <a:close/>
                </a:path>
                <a:path w="2458720" h="1671955">
                  <a:moveTo>
                    <a:pt x="231648" y="1522476"/>
                  </a:moveTo>
                  <a:lnTo>
                    <a:pt x="220980" y="1505712"/>
                  </a:lnTo>
                  <a:lnTo>
                    <a:pt x="283463" y="1463040"/>
                  </a:lnTo>
                  <a:lnTo>
                    <a:pt x="294132" y="1479804"/>
                  </a:lnTo>
                  <a:lnTo>
                    <a:pt x="231648" y="1522476"/>
                  </a:lnTo>
                  <a:close/>
                </a:path>
                <a:path w="2458720" h="1671955">
                  <a:moveTo>
                    <a:pt x="341376" y="1447800"/>
                  </a:moveTo>
                  <a:lnTo>
                    <a:pt x="330707" y="1431036"/>
                  </a:lnTo>
                  <a:lnTo>
                    <a:pt x="394716" y="1388364"/>
                  </a:lnTo>
                  <a:lnTo>
                    <a:pt x="405384" y="1405128"/>
                  </a:lnTo>
                  <a:lnTo>
                    <a:pt x="341376" y="1447800"/>
                  </a:lnTo>
                  <a:close/>
                </a:path>
                <a:path w="2458720" h="1671955">
                  <a:moveTo>
                    <a:pt x="452628" y="1373124"/>
                  </a:moveTo>
                  <a:lnTo>
                    <a:pt x="441960" y="1356360"/>
                  </a:lnTo>
                  <a:lnTo>
                    <a:pt x="504444" y="1313688"/>
                  </a:lnTo>
                  <a:lnTo>
                    <a:pt x="515112" y="1330452"/>
                  </a:lnTo>
                  <a:lnTo>
                    <a:pt x="452628" y="1373124"/>
                  </a:lnTo>
                  <a:close/>
                </a:path>
                <a:path w="2458720" h="1671955">
                  <a:moveTo>
                    <a:pt x="562355" y="1298448"/>
                  </a:moveTo>
                  <a:lnTo>
                    <a:pt x="551688" y="1281684"/>
                  </a:lnTo>
                  <a:lnTo>
                    <a:pt x="615696" y="1239012"/>
                  </a:lnTo>
                  <a:lnTo>
                    <a:pt x="626364" y="1255776"/>
                  </a:lnTo>
                  <a:lnTo>
                    <a:pt x="562355" y="1298448"/>
                  </a:lnTo>
                  <a:close/>
                </a:path>
                <a:path w="2458720" h="1671955">
                  <a:moveTo>
                    <a:pt x="673608" y="1223772"/>
                  </a:moveTo>
                  <a:lnTo>
                    <a:pt x="662940" y="1207008"/>
                  </a:lnTo>
                  <a:lnTo>
                    <a:pt x="725424" y="1164336"/>
                  </a:lnTo>
                  <a:lnTo>
                    <a:pt x="736092" y="1181100"/>
                  </a:lnTo>
                  <a:lnTo>
                    <a:pt x="673608" y="1223772"/>
                  </a:lnTo>
                  <a:close/>
                </a:path>
                <a:path w="2458720" h="1671955">
                  <a:moveTo>
                    <a:pt x="783336" y="1149096"/>
                  </a:moveTo>
                  <a:lnTo>
                    <a:pt x="772668" y="1132332"/>
                  </a:lnTo>
                  <a:lnTo>
                    <a:pt x="836676" y="1089660"/>
                  </a:lnTo>
                  <a:lnTo>
                    <a:pt x="847343" y="1106424"/>
                  </a:lnTo>
                  <a:lnTo>
                    <a:pt x="783336" y="1149096"/>
                  </a:lnTo>
                  <a:close/>
                </a:path>
                <a:path w="2458720" h="1671955">
                  <a:moveTo>
                    <a:pt x="894588" y="1074420"/>
                  </a:moveTo>
                  <a:lnTo>
                    <a:pt x="883920" y="1057656"/>
                  </a:lnTo>
                  <a:lnTo>
                    <a:pt x="946404" y="1014984"/>
                  </a:lnTo>
                  <a:lnTo>
                    <a:pt x="957072" y="1031748"/>
                  </a:lnTo>
                  <a:lnTo>
                    <a:pt x="894588" y="1074420"/>
                  </a:lnTo>
                  <a:close/>
                </a:path>
                <a:path w="2458720" h="1671955">
                  <a:moveTo>
                    <a:pt x="1004316" y="999744"/>
                  </a:moveTo>
                  <a:lnTo>
                    <a:pt x="993648" y="982980"/>
                  </a:lnTo>
                  <a:lnTo>
                    <a:pt x="1057656" y="940308"/>
                  </a:lnTo>
                  <a:lnTo>
                    <a:pt x="1068324" y="957072"/>
                  </a:lnTo>
                  <a:lnTo>
                    <a:pt x="1004316" y="999744"/>
                  </a:lnTo>
                  <a:close/>
                </a:path>
                <a:path w="2458720" h="1671955">
                  <a:moveTo>
                    <a:pt x="1115568" y="925068"/>
                  </a:moveTo>
                  <a:lnTo>
                    <a:pt x="1104900" y="908304"/>
                  </a:lnTo>
                  <a:lnTo>
                    <a:pt x="1167384" y="865632"/>
                  </a:lnTo>
                  <a:lnTo>
                    <a:pt x="1178052" y="882396"/>
                  </a:lnTo>
                  <a:lnTo>
                    <a:pt x="1115568" y="925068"/>
                  </a:lnTo>
                  <a:close/>
                </a:path>
                <a:path w="2458720" h="1671955">
                  <a:moveTo>
                    <a:pt x="1225296" y="850392"/>
                  </a:moveTo>
                  <a:lnTo>
                    <a:pt x="1214628" y="833628"/>
                  </a:lnTo>
                  <a:lnTo>
                    <a:pt x="1278635" y="790956"/>
                  </a:lnTo>
                  <a:lnTo>
                    <a:pt x="1289304" y="807720"/>
                  </a:lnTo>
                  <a:lnTo>
                    <a:pt x="1225296" y="850392"/>
                  </a:lnTo>
                  <a:close/>
                </a:path>
                <a:path w="2458720" h="1671955">
                  <a:moveTo>
                    <a:pt x="1336548" y="774192"/>
                  </a:moveTo>
                  <a:lnTo>
                    <a:pt x="1325880" y="758952"/>
                  </a:lnTo>
                  <a:lnTo>
                    <a:pt x="1388364" y="716280"/>
                  </a:lnTo>
                  <a:lnTo>
                    <a:pt x="1399031" y="731520"/>
                  </a:lnTo>
                  <a:lnTo>
                    <a:pt x="1336548" y="774192"/>
                  </a:lnTo>
                  <a:close/>
                </a:path>
                <a:path w="2458720" h="1671955">
                  <a:moveTo>
                    <a:pt x="1446276" y="699516"/>
                  </a:moveTo>
                  <a:lnTo>
                    <a:pt x="1435608" y="684276"/>
                  </a:lnTo>
                  <a:lnTo>
                    <a:pt x="1499616" y="641604"/>
                  </a:lnTo>
                  <a:lnTo>
                    <a:pt x="1510284" y="656844"/>
                  </a:lnTo>
                  <a:lnTo>
                    <a:pt x="1446276" y="699516"/>
                  </a:lnTo>
                  <a:close/>
                </a:path>
                <a:path w="2458720" h="1671955">
                  <a:moveTo>
                    <a:pt x="1557527" y="624840"/>
                  </a:moveTo>
                  <a:lnTo>
                    <a:pt x="1546860" y="609600"/>
                  </a:lnTo>
                  <a:lnTo>
                    <a:pt x="1609344" y="566928"/>
                  </a:lnTo>
                  <a:lnTo>
                    <a:pt x="1620012" y="582168"/>
                  </a:lnTo>
                  <a:lnTo>
                    <a:pt x="1557527" y="624840"/>
                  </a:lnTo>
                  <a:close/>
                </a:path>
                <a:path w="2458720" h="1671955">
                  <a:moveTo>
                    <a:pt x="1667256" y="550164"/>
                  </a:moveTo>
                  <a:lnTo>
                    <a:pt x="1656588" y="534924"/>
                  </a:lnTo>
                  <a:lnTo>
                    <a:pt x="1720596" y="492252"/>
                  </a:lnTo>
                  <a:lnTo>
                    <a:pt x="1731264" y="507492"/>
                  </a:lnTo>
                  <a:lnTo>
                    <a:pt x="1667256" y="550164"/>
                  </a:lnTo>
                  <a:close/>
                </a:path>
                <a:path w="2458720" h="1671955">
                  <a:moveTo>
                    <a:pt x="1778508" y="475488"/>
                  </a:moveTo>
                  <a:lnTo>
                    <a:pt x="1767840" y="460248"/>
                  </a:lnTo>
                  <a:lnTo>
                    <a:pt x="1830323" y="417576"/>
                  </a:lnTo>
                  <a:lnTo>
                    <a:pt x="1840992" y="432816"/>
                  </a:lnTo>
                  <a:lnTo>
                    <a:pt x="1778508" y="475488"/>
                  </a:lnTo>
                  <a:close/>
                </a:path>
                <a:path w="2458720" h="1671955">
                  <a:moveTo>
                    <a:pt x="1888236" y="400812"/>
                  </a:moveTo>
                  <a:lnTo>
                    <a:pt x="1877568" y="385572"/>
                  </a:lnTo>
                  <a:lnTo>
                    <a:pt x="1941576" y="342900"/>
                  </a:lnTo>
                  <a:lnTo>
                    <a:pt x="1952244" y="358140"/>
                  </a:lnTo>
                  <a:lnTo>
                    <a:pt x="1888236" y="400812"/>
                  </a:lnTo>
                  <a:close/>
                </a:path>
                <a:path w="2458720" h="1671955">
                  <a:moveTo>
                    <a:pt x="1999488" y="326136"/>
                  </a:moveTo>
                  <a:lnTo>
                    <a:pt x="1988819" y="310895"/>
                  </a:lnTo>
                  <a:lnTo>
                    <a:pt x="2051304" y="268224"/>
                  </a:lnTo>
                  <a:lnTo>
                    <a:pt x="2061972" y="283464"/>
                  </a:lnTo>
                  <a:lnTo>
                    <a:pt x="1999488" y="326136"/>
                  </a:lnTo>
                  <a:close/>
                </a:path>
                <a:path w="2458720" h="1671955">
                  <a:moveTo>
                    <a:pt x="2109216" y="251460"/>
                  </a:moveTo>
                  <a:lnTo>
                    <a:pt x="2098548" y="236220"/>
                  </a:lnTo>
                  <a:lnTo>
                    <a:pt x="2162556" y="193548"/>
                  </a:lnTo>
                  <a:lnTo>
                    <a:pt x="2173223" y="208787"/>
                  </a:lnTo>
                  <a:lnTo>
                    <a:pt x="2109216" y="251460"/>
                  </a:lnTo>
                  <a:close/>
                </a:path>
                <a:path w="2458720" h="1671955">
                  <a:moveTo>
                    <a:pt x="2220468" y="176783"/>
                  </a:moveTo>
                  <a:lnTo>
                    <a:pt x="2209800" y="161544"/>
                  </a:lnTo>
                  <a:lnTo>
                    <a:pt x="2272284" y="118872"/>
                  </a:lnTo>
                  <a:lnTo>
                    <a:pt x="2282952" y="134112"/>
                  </a:lnTo>
                  <a:lnTo>
                    <a:pt x="2220468" y="176783"/>
                  </a:lnTo>
                  <a:close/>
                </a:path>
                <a:path w="2458720" h="1671955">
                  <a:moveTo>
                    <a:pt x="2330196" y="102108"/>
                  </a:moveTo>
                  <a:lnTo>
                    <a:pt x="2319528" y="86868"/>
                  </a:lnTo>
                  <a:lnTo>
                    <a:pt x="2382012" y="44195"/>
                  </a:lnTo>
                  <a:lnTo>
                    <a:pt x="2392680" y="59436"/>
                  </a:lnTo>
                  <a:lnTo>
                    <a:pt x="2330196" y="102108"/>
                  </a:lnTo>
                  <a:close/>
                </a:path>
                <a:path w="2458720" h="1671955">
                  <a:moveTo>
                    <a:pt x="2441448" y="27432"/>
                  </a:moveTo>
                  <a:lnTo>
                    <a:pt x="2430780" y="12191"/>
                  </a:lnTo>
                  <a:lnTo>
                    <a:pt x="2447544" y="0"/>
                  </a:lnTo>
                  <a:lnTo>
                    <a:pt x="2458211" y="15240"/>
                  </a:lnTo>
                  <a:lnTo>
                    <a:pt x="2441448" y="274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01283" y="1289304"/>
              <a:ext cx="153924" cy="15392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329177" y="1655064"/>
              <a:ext cx="0" cy="1369060"/>
            </a:xfrm>
            <a:custGeom>
              <a:avLst/>
              <a:gdLst/>
              <a:ahLst/>
              <a:cxnLst/>
              <a:rect l="l" t="t" r="r" b="b"/>
              <a:pathLst>
                <a:path h="1369060">
                  <a:moveTo>
                    <a:pt x="0" y="0"/>
                  </a:moveTo>
                  <a:lnTo>
                    <a:pt x="0" y="1368551"/>
                  </a:lnTo>
                </a:path>
              </a:pathLst>
            </a:custGeom>
            <a:ln w="1981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340608" y="2369820"/>
              <a:ext cx="554990" cy="273050"/>
            </a:xfrm>
            <a:custGeom>
              <a:avLst/>
              <a:gdLst/>
              <a:ahLst/>
              <a:cxnLst/>
              <a:rect l="l" t="t" r="r" b="b"/>
              <a:pathLst>
                <a:path w="554989" h="273050">
                  <a:moveTo>
                    <a:pt x="547115" y="272795"/>
                  </a:moveTo>
                  <a:lnTo>
                    <a:pt x="521208" y="243840"/>
                  </a:lnTo>
                  <a:lnTo>
                    <a:pt x="493776" y="214883"/>
                  </a:lnTo>
                  <a:lnTo>
                    <a:pt x="464819" y="188976"/>
                  </a:lnTo>
                  <a:lnTo>
                    <a:pt x="434339" y="163068"/>
                  </a:lnTo>
                  <a:lnTo>
                    <a:pt x="402336" y="140208"/>
                  </a:lnTo>
                  <a:lnTo>
                    <a:pt x="370332" y="118872"/>
                  </a:lnTo>
                  <a:lnTo>
                    <a:pt x="336804" y="99060"/>
                  </a:lnTo>
                  <a:lnTo>
                    <a:pt x="266700" y="65532"/>
                  </a:lnTo>
                  <a:lnTo>
                    <a:pt x="230124" y="51816"/>
                  </a:lnTo>
                  <a:lnTo>
                    <a:pt x="193548" y="39624"/>
                  </a:lnTo>
                  <a:lnTo>
                    <a:pt x="117348" y="21336"/>
                  </a:lnTo>
                  <a:lnTo>
                    <a:pt x="79248" y="15240"/>
                  </a:lnTo>
                  <a:lnTo>
                    <a:pt x="39624" y="12192"/>
                  </a:lnTo>
                  <a:lnTo>
                    <a:pt x="0" y="10668"/>
                  </a:lnTo>
                  <a:lnTo>
                    <a:pt x="0" y="0"/>
                  </a:lnTo>
                  <a:lnTo>
                    <a:pt x="79248" y="6096"/>
                  </a:lnTo>
                  <a:lnTo>
                    <a:pt x="118872" y="12192"/>
                  </a:lnTo>
                  <a:lnTo>
                    <a:pt x="158495" y="19812"/>
                  </a:lnTo>
                  <a:lnTo>
                    <a:pt x="196595" y="30480"/>
                  </a:lnTo>
                  <a:lnTo>
                    <a:pt x="233172" y="42672"/>
                  </a:lnTo>
                  <a:lnTo>
                    <a:pt x="269748" y="56387"/>
                  </a:lnTo>
                  <a:lnTo>
                    <a:pt x="306323" y="73152"/>
                  </a:lnTo>
                  <a:lnTo>
                    <a:pt x="341376" y="91439"/>
                  </a:lnTo>
                  <a:lnTo>
                    <a:pt x="374904" y="111252"/>
                  </a:lnTo>
                  <a:lnTo>
                    <a:pt x="408432" y="132588"/>
                  </a:lnTo>
                  <a:lnTo>
                    <a:pt x="440436" y="155448"/>
                  </a:lnTo>
                  <a:lnTo>
                    <a:pt x="470915" y="181356"/>
                  </a:lnTo>
                  <a:lnTo>
                    <a:pt x="499872" y="208788"/>
                  </a:lnTo>
                  <a:lnTo>
                    <a:pt x="527304" y="236219"/>
                  </a:lnTo>
                  <a:lnTo>
                    <a:pt x="554736" y="266700"/>
                  </a:lnTo>
                  <a:lnTo>
                    <a:pt x="547115" y="2727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227072" y="2796085"/>
            <a:ext cx="5241925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Find</a:t>
            </a:r>
            <a:r>
              <a:rPr sz="2000" spc="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an</a:t>
            </a:r>
            <a:r>
              <a:rPr sz="2000" spc="-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expression</a:t>
            </a:r>
            <a:r>
              <a:rPr sz="2000" spc="-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for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time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delay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Cambria"/>
                <a:cs typeface="Cambria"/>
              </a:rPr>
              <a:t>∆</a:t>
            </a:r>
            <a:r>
              <a:rPr sz="2000" spc="-25" dirty="0">
                <a:latin typeface="Microsoft Sans Serif"/>
                <a:cs typeface="Microsoft Sans Serif"/>
              </a:rPr>
              <a:t>t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between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the</a:t>
            </a:r>
            <a:r>
              <a:rPr sz="2000" spc="1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arrival of</a:t>
            </a:r>
            <a:r>
              <a:rPr sz="2000" spc="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the</a:t>
            </a:r>
            <a:r>
              <a:rPr sz="2000" spc="1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sound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at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the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left</a:t>
            </a:r>
            <a:r>
              <a:rPr sz="2000" spc="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3333CC"/>
                </a:solidFill>
                <a:latin typeface="Microsoft Sans Serif"/>
                <a:cs typeface="Microsoft Sans Serif"/>
              </a:rPr>
              <a:t>and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the</a:t>
            </a:r>
            <a:r>
              <a:rPr sz="2000" spc="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right</a:t>
            </a:r>
            <a:r>
              <a:rPr sz="2000" spc="-20" dirty="0">
                <a:solidFill>
                  <a:srgbClr val="3333CC"/>
                </a:solidFill>
                <a:latin typeface="Microsoft Sans Serif"/>
                <a:cs typeface="Microsoft Sans Serif"/>
              </a:rPr>
              <a:t> ears.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823971" y="3496055"/>
            <a:ext cx="1009015" cy="132715"/>
          </a:xfrm>
          <a:custGeom>
            <a:avLst/>
            <a:gdLst/>
            <a:ahLst/>
            <a:cxnLst/>
            <a:rect l="l" t="t" r="r" b="b"/>
            <a:pathLst>
              <a:path w="1009014" h="132714">
                <a:moveTo>
                  <a:pt x="114300" y="132588"/>
                </a:moveTo>
                <a:lnTo>
                  <a:pt x="106680" y="129540"/>
                </a:lnTo>
                <a:lnTo>
                  <a:pt x="0" y="67056"/>
                </a:lnTo>
                <a:lnTo>
                  <a:pt x="106680" y="4572"/>
                </a:lnTo>
                <a:lnTo>
                  <a:pt x="114300" y="0"/>
                </a:lnTo>
                <a:lnTo>
                  <a:pt x="123444" y="3048"/>
                </a:lnTo>
                <a:lnTo>
                  <a:pt x="126492" y="9144"/>
                </a:lnTo>
                <a:lnTo>
                  <a:pt x="131064" y="16764"/>
                </a:lnTo>
                <a:lnTo>
                  <a:pt x="128016" y="24384"/>
                </a:lnTo>
                <a:lnTo>
                  <a:pt x="121920" y="28956"/>
                </a:lnTo>
                <a:lnTo>
                  <a:pt x="83127" y="51816"/>
                </a:lnTo>
                <a:lnTo>
                  <a:pt x="28956" y="51816"/>
                </a:lnTo>
                <a:lnTo>
                  <a:pt x="28956" y="80772"/>
                </a:lnTo>
                <a:lnTo>
                  <a:pt x="81915" y="80772"/>
                </a:lnTo>
                <a:lnTo>
                  <a:pt x="121920" y="103632"/>
                </a:lnTo>
                <a:lnTo>
                  <a:pt x="128016" y="108204"/>
                </a:lnTo>
                <a:lnTo>
                  <a:pt x="131064" y="117348"/>
                </a:lnTo>
                <a:lnTo>
                  <a:pt x="126492" y="123444"/>
                </a:lnTo>
                <a:lnTo>
                  <a:pt x="123444" y="131064"/>
                </a:lnTo>
                <a:lnTo>
                  <a:pt x="114300" y="132588"/>
                </a:lnTo>
                <a:close/>
              </a:path>
              <a:path w="1009014" h="132714">
                <a:moveTo>
                  <a:pt x="951304" y="66868"/>
                </a:moveTo>
                <a:lnTo>
                  <a:pt x="886968" y="28956"/>
                </a:lnTo>
                <a:lnTo>
                  <a:pt x="880872" y="24384"/>
                </a:lnTo>
                <a:lnTo>
                  <a:pt x="877824" y="16764"/>
                </a:lnTo>
                <a:lnTo>
                  <a:pt x="882396" y="9144"/>
                </a:lnTo>
                <a:lnTo>
                  <a:pt x="885444" y="3048"/>
                </a:lnTo>
                <a:lnTo>
                  <a:pt x="894587" y="0"/>
                </a:lnTo>
                <a:lnTo>
                  <a:pt x="902208" y="4572"/>
                </a:lnTo>
                <a:lnTo>
                  <a:pt x="982868" y="51816"/>
                </a:lnTo>
                <a:lnTo>
                  <a:pt x="979931" y="51816"/>
                </a:lnTo>
                <a:lnTo>
                  <a:pt x="979931" y="54864"/>
                </a:lnTo>
                <a:lnTo>
                  <a:pt x="972312" y="54864"/>
                </a:lnTo>
                <a:lnTo>
                  <a:pt x="951304" y="66868"/>
                </a:lnTo>
                <a:close/>
              </a:path>
              <a:path w="1009014" h="132714">
                <a:moveTo>
                  <a:pt x="81915" y="80772"/>
                </a:moveTo>
                <a:lnTo>
                  <a:pt x="28956" y="80772"/>
                </a:lnTo>
                <a:lnTo>
                  <a:pt x="28956" y="51816"/>
                </a:lnTo>
                <a:lnTo>
                  <a:pt x="83127" y="51816"/>
                </a:lnTo>
                <a:lnTo>
                  <a:pt x="77954" y="54864"/>
                </a:lnTo>
                <a:lnTo>
                  <a:pt x="36576" y="54864"/>
                </a:lnTo>
                <a:lnTo>
                  <a:pt x="36576" y="79248"/>
                </a:lnTo>
                <a:lnTo>
                  <a:pt x="79248" y="79248"/>
                </a:lnTo>
                <a:lnTo>
                  <a:pt x="81915" y="80772"/>
                </a:lnTo>
                <a:close/>
              </a:path>
              <a:path w="1009014" h="132714">
                <a:moveTo>
                  <a:pt x="926973" y="80772"/>
                </a:moveTo>
                <a:lnTo>
                  <a:pt x="81915" y="80772"/>
                </a:lnTo>
                <a:lnTo>
                  <a:pt x="57583" y="66868"/>
                </a:lnTo>
                <a:lnTo>
                  <a:pt x="83127" y="51816"/>
                </a:lnTo>
                <a:lnTo>
                  <a:pt x="925760" y="51816"/>
                </a:lnTo>
                <a:lnTo>
                  <a:pt x="951304" y="66868"/>
                </a:lnTo>
                <a:lnTo>
                  <a:pt x="926973" y="80772"/>
                </a:lnTo>
                <a:close/>
              </a:path>
              <a:path w="1009014" h="132714">
                <a:moveTo>
                  <a:pt x="985470" y="80772"/>
                </a:moveTo>
                <a:lnTo>
                  <a:pt x="979931" y="80772"/>
                </a:lnTo>
                <a:lnTo>
                  <a:pt x="979931" y="51816"/>
                </a:lnTo>
                <a:lnTo>
                  <a:pt x="982868" y="51816"/>
                </a:lnTo>
                <a:lnTo>
                  <a:pt x="1008888" y="67056"/>
                </a:lnTo>
                <a:lnTo>
                  <a:pt x="985470" y="80772"/>
                </a:lnTo>
                <a:close/>
              </a:path>
              <a:path w="1009014" h="132714">
                <a:moveTo>
                  <a:pt x="36576" y="79248"/>
                </a:moveTo>
                <a:lnTo>
                  <a:pt x="36576" y="54864"/>
                </a:lnTo>
                <a:lnTo>
                  <a:pt x="57583" y="66868"/>
                </a:lnTo>
                <a:lnTo>
                  <a:pt x="36576" y="79248"/>
                </a:lnTo>
                <a:close/>
              </a:path>
              <a:path w="1009014" h="132714">
                <a:moveTo>
                  <a:pt x="57583" y="66868"/>
                </a:moveTo>
                <a:lnTo>
                  <a:pt x="36576" y="54864"/>
                </a:lnTo>
                <a:lnTo>
                  <a:pt x="77954" y="54864"/>
                </a:lnTo>
                <a:lnTo>
                  <a:pt x="57583" y="66868"/>
                </a:lnTo>
                <a:close/>
              </a:path>
              <a:path w="1009014" h="132714">
                <a:moveTo>
                  <a:pt x="972312" y="79248"/>
                </a:moveTo>
                <a:lnTo>
                  <a:pt x="951304" y="66868"/>
                </a:lnTo>
                <a:lnTo>
                  <a:pt x="972312" y="54864"/>
                </a:lnTo>
                <a:lnTo>
                  <a:pt x="972312" y="79248"/>
                </a:lnTo>
                <a:close/>
              </a:path>
              <a:path w="1009014" h="132714">
                <a:moveTo>
                  <a:pt x="979931" y="79248"/>
                </a:moveTo>
                <a:lnTo>
                  <a:pt x="972312" y="79248"/>
                </a:lnTo>
                <a:lnTo>
                  <a:pt x="972312" y="54864"/>
                </a:lnTo>
                <a:lnTo>
                  <a:pt x="979931" y="54864"/>
                </a:lnTo>
                <a:lnTo>
                  <a:pt x="979931" y="79248"/>
                </a:lnTo>
                <a:close/>
              </a:path>
              <a:path w="1009014" h="132714">
                <a:moveTo>
                  <a:pt x="79248" y="79248"/>
                </a:moveTo>
                <a:lnTo>
                  <a:pt x="36576" y="79248"/>
                </a:lnTo>
                <a:lnTo>
                  <a:pt x="57583" y="66868"/>
                </a:lnTo>
                <a:lnTo>
                  <a:pt x="79248" y="79248"/>
                </a:lnTo>
                <a:close/>
              </a:path>
              <a:path w="1009014" h="132714">
                <a:moveTo>
                  <a:pt x="894587" y="132588"/>
                </a:moveTo>
                <a:lnTo>
                  <a:pt x="885444" y="131064"/>
                </a:lnTo>
                <a:lnTo>
                  <a:pt x="882396" y="123444"/>
                </a:lnTo>
                <a:lnTo>
                  <a:pt x="877824" y="117348"/>
                </a:lnTo>
                <a:lnTo>
                  <a:pt x="880872" y="108204"/>
                </a:lnTo>
                <a:lnTo>
                  <a:pt x="886968" y="103632"/>
                </a:lnTo>
                <a:lnTo>
                  <a:pt x="951304" y="66868"/>
                </a:lnTo>
                <a:lnTo>
                  <a:pt x="972312" y="79248"/>
                </a:lnTo>
                <a:lnTo>
                  <a:pt x="979931" y="79248"/>
                </a:lnTo>
                <a:lnTo>
                  <a:pt x="979931" y="80772"/>
                </a:lnTo>
                <a:lnTo>
                  <a:pt x="985470" y="80772"/>
                </a:lnTo>
                <a:lnTo>
                  <a:pt x="902208" y="129540"/>
                </a:lnTo>
                <a:lnTo>
                  <a:pt x="894587" y="132588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623609" y="2148382"/>
            <a:ext cx="1581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3333CC"/>
                </a:solidFill>
                <a:latin typeface="Cambria"/>
                <a:cs typeface="Cambria"/>
              </a:rPr>
              <a:t>q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950975" y="1072896"/>
            <a:ext cx="8789035" cy="5087620"/>
            <a:chOff x="950975" y="1072896"/>
            <a:chExt cx="8789035" cy="5087620"/>
          </a:xfrm>
        </p:grpSpPr>
        <p:sp>
          <p:nvSpPr>
            <p:cNvPr id="15" name="object 15"/>
            <p:cNvSpPr/>
            <p:nvPr/>
          </p:nvSpPr>
          <p:spPr>
            <a:xfrm>
              <a:off x="950963" y="1072895"/>
              <a:ext cx="8789035" cy="2943225"/>
            </a:xfrm>
            <a:custGeom>
              <a:avLst/>
              <a:gdLst/>
              <a:ahLst/>
              <a:cxnLst/>
              <a:rect l="l" t="t" r="r" b="b"/>
              <a:pathLst>
                <a:path w="8789035" h="2943225">
                  <a:moveTo>
                    <a:pt x="1883676" y="2202180"/>
                  </a:moveTo>
                  <a:lnTo>
                    <a:pt x="1863852" y="2202180"/>
                  </a:lnTo>
                  <a:lnTo>
                    <a:pt x="1863852" y="2741688"/>
                  </a:lnTo>
                  <a:lnTo>
                    <a:pt x="1883676" y="2741688"/>
                  </a:lnTo>
                  <a:lnTo>
                    <a:pt x="1883676" y="2202180"/>
                  </a:lnTo>
                  <a:close/>
                </a:path>
                <a:path w="8789035" h="2943225">
                  <a:moveTo>
                    <a:pt x="2891028" y="2237232"/>
                  </a:moveTo>
                  <a:lnTo>
                    <a:pt x="2872752" y="2237232"/>
                  </a:lnTo>
                  <a:lnTo>
                    <a:pt x="2872752" y="2776740"/>
                  </a:lnTo>
                  <a:lnTo>
                    <a:pt x="2891028" y="2776740"/>
                  </a:lnTo>
                  <a:lnTo>
                    <a:pt x="2891028" y="2237232"/>
                  </a:lnTo>
                  <a:close/>
                </a:path>
                <a:path w="8789035" h="2943225">
                  <a:moveTo>
                    <a:pt x="8788908" y="0"/>
                  </a:moveTo>
                  <a:lnTo>
                    <a:pt x="8779777" y="0"/>
                  </a:lnTo>
                  <a:lnTo>
                    <a:pt x="8779777" y="10668"/>
                  </a:lnTo>
                  <a:lnTo>
                    <a:pt x="8779777" y="2932176"/>
                  </a:lnTo>
                  <a:lnTo>
                    <a:pt x="9144" y="2932176"/>
                  </a:lnTo>
                  <a:lnTo>
                    <a:pt x="9144" y="10668"/>
                  </a:lnTo>
                  <a:lnTo>
                    <a:pt x="8779777" y="10668"/>
                  </a:lnTo>
                  <a:lnTo>
                    <a:pt x="8779777" y="0"/>
                  </a:lnTo>
                  <a:lnTo>
                    <a:pt x="0" y="0"/>
                  </a:lnTo>
                  <a:lnTo>
                    <a:pt x="0" y="2942844"/>
                  </a:lnTo>
                  <a:lnTo>
                    <a:pt x="8788908" y="2942844"/>
                  </a:lnTo>
                  <a:lnTo>
                    <a:pt x="8788908" y="2938284"/>
                  </a:lnTo>
                  <a:lnTo>
                    <a:pt x="8788908" y="2932176"/>
                  </a:lnTo>
                  <a:lnTo>
                    <a:pt x="8788908" y="10668"/>
                  </a:lnTo>
                  <a:lnTo>
                    <a:pt x="8788908" y="6096"/>
                  </a:lnTo>
                  <a:lnTo>
                    <a:pt x="8788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885687" y="5865875"/>
              <a:ext cx="73660" cy="289560"/>
            </a:xfrm>
            <a:custGeom>
              <a:avLst/>
              <a:gdLst/>
              <a:ahLst/>
              <a:cxnLst/>
              <a:rect l="l" t="t" r="r" b="b"/>
              <a:pathLst>
                <a:path w="73660" h="289560">
                  <a:moveTo>
                    <a:pt x="36576" y="289560"/>
                  </a:moveTo>
                  <a:lnTo>
                    <a:pt x="21859" y="278082"/>
                  </a:lnTo>
                  <a:lnTo>
                    <a:pt x="10286" y="246888"/>
                  </a:lnTo>
                  <a:lnTo>
                    <a:pt x="2714" y="200834"/>
                  </a:lnTo>
                  <a:lnTo>
                    <a:pt x="0" y="144780"/>
                  </a:lnTo>
                  <a:lnTo>
                    <a:pt x="2714" y="88725"/>
                  </a:lnTo>
                  <a:lnTo>
                    <a:pt x="10287" y="42672"/>
                  </a:lnTo>
                  <a:lnTo>
                    <a:pt x="21859" y="11477"/>
                  </a:lnTo>
                  <a:lnTo>
                    <a:pt x="36576" y="0"/>
                  </a:lnTo>
                  <a:lnTo>
                    <a:pt x="50649" y="11477"/>
                  </a:lnTo>
                  <a:lnTo>
                    <a:pt x="62293" y="42672"/>
                  </a:lnTo>
                  <a:lnTo>
                    <a:pt x="70223" y="88725"/>
                  </a:lnTo>
                  <a:lnTo>
                    <a:pt x="73152" y="144780"/>
                  </a:lnTo>
                  <a:lnTo>
                    <a:pt x="70223" y="200834"/>
                  </a:lnTo>
                  <a:lnTo>
                    <a:pt x="62293" y="246888"/>
                  </a:lnTo>
                  <a:lnTo>
                    <a:pt x="50649" y="278082"/>
                  </a:lnTo>
                  <a:lnTo>
                    <a:pt x="36576" y="289560"/>
                  </a:lnTo>
                  <a:close/>
                </a:path>
              </a:pathLst>
            </a:custGeom>
            <a:solidFill>
              <a:srgbClr val="CC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881116" y="5861303"/>
              <a:ext cx="82550" cy="299085"/>
            </a:xfrm>
            <a:custGeom>
              <a:avLst/>
              <a:gdLst/>
              <a:ahLst/>
              <a:cxnLst/>
              <a:rect l="l" t="t" r="r" b="b"/>
              <a:pathLst>
                <a:path w="82550" h="299085">
                  <a:moveTo>
                    <a:pt x="45720" y="1524"/>
                  </a:moveTo>
                  <a:lnTo>
                    <a:pt x="36576" y="1524"/>
                  </a:lnTo>
                  <a:lnTo>
                    <a:pt x="39624" y="0"/>
                  </a:lnTo>
                  <a:lnTo>
                    <a:pt x="41148" y="0"/>
                  </a:lnTo>
                  <a:lnTo>
                    <a:pt x="45720" y="1524"/>
                  </a:lnTo>
                  <a:close/>
                </a:path>
                <a:path w="82550" h="299085">
                  <a:moveTo>
                    <a:pt x="47244" y="297180"/>
                  </a:moveTo>
                  <a:lnTo>
                    <a:pt x="35052" y="297180"/>
                  </a:lnTo>
                  <a:lnTo>
                    <a:pt x="30480" y="295656"/>
                  </a:lnTo>
                  <a:lnTo>
                    <a:pt x="30480" y="294132"/>
                  </a:lnTo>
                  <a:lnTo>
                    <a:pt x="25908" y="291084"/>
                  </a:lnTo>
                  <a:lnTo>
                    <a:pt x="25908" y="289560"/>
                  </a:lnTo>
                  <a:lnTo>
                    <a:pt x="22860" y="284988"/>
                  </a:lnTo>
                  <a:lnTo>
                    <a:pt x="18288" y="278892"/>
                  </a:lnTo>
                  <a:lnTo>
                    <a:pt x="15240" y="271272"/>
                  </a:lnTo>
                  <a:lnTo>
                    <a:pt x="12192" y="262128"/>
                  </a:lnTo>
                  <a:lnTo>
                    <a:pt x="10668" y="252984"/>
                  </a:lnTo>
                  <a:lnTo>
                    <a:pt x="7620" y="242316"/>
                  </a:lnTo>
                  <a:lnTo>
                    <a:pt x="6096" y="231648"/>
                  </a:lnTo>
                  <a:lnTo>
                    <a:pt x="3048" y="219456"/>
                  </a:lnTo>
                  <a:lnTo>
                    <a:pt x="1524" y="205740"/>
                  </a:lnTo>
                  <a:lnTo>
                    <a:pt x="1524" y="193548"/>
                  </a:lnTo>
                  <a:lnTo>
                    <a:pt x="0" y="178308"/>
                  </a:lnTo>
                  <a:lnTo>
                    <a:pt x="0" y="120396"/>
                  </a:lnTo>
                  <a:lnTo>
                    <a:pt x="1524" y="106680"/>
                  </a:lnTo>
                  <a:lnTo>
                    <a:pt x="1524" y="92964"/>
                  </a:lnTo>
                  <a:lnTo>
                    <a:pt x="3048" y="79248"/>
                  </a:lnTo>
                  <a:lnTo>
                    <a:pt x="6096" y="68580"/>
                  </a:lnTo>
                  <a:lnTo>
                    <a:pt x="7620" y="56388"/>
                  </a:lnTo>
                  <a:lnTo>
                    <a:pt x="10668" y="45720"/>
                  </a:lnTo>
                  <a:lnTo>
                    <a:pt x="12192" y="36576"/>
                  </a:lnTo>
                  <a:lnTo>
                    <a:pt x="15240" y="27432"/>
                  </a:lnTo>
                  <a:lnTo>
                    <a:pt x="18288" y="19812"/>
                  </a:lnTo>
                  <a:lnTo>
                    <a:pt x="22860" y="13716"/>
                  </a:lnTo>
                  <a:lnTo>
                    <a:pt x="25908" y="9144"/>
                  </a:lnTo>
                  <a:lnTo>
                    <a:pt x="25908" y="7620"/>
                  </a:lnTo>
                  <a:lnTo>
                    <a:pt x="30480" y="4572"/>
                  </a:lnTo>
                  <a:lnTo>
                    <a:pt x="30480" y="3048"/>
                  </a:lnTo>
                  <a:lnTo>
                    <a:pt x="35052" y="1524"/>
                  </a:lnTo>
                  <a:lnTo>
                    <a:pt x="47244" y="1524"/>
                  </a:lnTo>
                  <a:lnTo>
                    <a:pt x="50292" y="3048"/>
                  </a:lnTo>
                  <a:lnTo>
                    <a:pt x="50292" y="4572"/>
                  </a:lnTo>
                  <a:lnTo>
                    <a:pt x="51816" y="4572"/>
                  </a:lnTo>
                  <a:lnTo>
                    <a:pt x="54864" y="7620"/>
                  </a:lnTo>
                  <a:lnTo>
                    <a:pt x="54864" y="9144"/>
                  </a:lnTo>
                  <a:lnTo>
                    <a:pt x="39624" y="9144"/>
                  </a:lnTo>
                  <a:lnTo>
                    <a:pt x="37338" y="10668"/>
                  </a:lnTo>
                  <a:lnTo>
                    <a:pt x="36576" y="10668"/>
                  </a:lnTo>
                  <a:lnTo>
                    <a:pt x="35052" y="12192"/>
                  </a:lnTo>
                  <a:lnTo>
                    <a:pt x="35560" y="12192"/>
                  </a:lnTo>
                  <a:lnTo>
                    <a:pt x="34544" y="13716"/>
                  </a:lnTo>
                  <a:lnTo>
                    <a:pt x="33528" y="13716"/>
                  </a:lnTo>
                  <a:lnTo>
                    <a:pt x="30480" y="18288"/>
                  </a:lnTo>
                  <a:lnTo>
                    <a:pt x="24384" y="30480"/>
                  </a:lnTo>
                  <a:lnTo>
                    <a:pt x="21336" y="39624"/>
                  </a:lnTo>
                  <a:lnTo>
                    <a:pt x="19812" y="48768"/>
                  </a:lnTo>
                  <a:lnTo>
                    <a:pt x="16764" y="57912"/>
                  </a:lnTo>
                  <a:lnTo>
                    <a:pt x="15240" y="70104"/>
                  </a:lnTo>
                  <a:lnTo>
                    <a:pt x="13716" y="80772"/>
                  </a:lnTo>
                  <a:lnTo>
                    <a:pt x="12192" y="92964"/>
                  </a:lnTo>
                  <a:lnTo>
                    <a:pt x="9144" y="120396"/>
                  </a:lnTo>
                  <a:lnTo>
                    <a:pt x="9144" y="178308"/>
                  </a:lnTo>
                  <a:lnTo>
                    <a:pt x="12192" y="205740"/>
                  </a:lnTo>
                  <a:lnTo>
                    <a:pt x="13716" y="217932"/>
                  </a:lnTo>
                  <a:lnTo>
                    <a:pt x="15240" y="228600"/>
                  </a:lnTo>
                  <a:lnTo>
                    <a:pt x="16764" y="240792"/>
                  </a:lnTo>
                  <a:lnTo>
                    <a:pt x="19812" y="249936"/>
                  </a:lnTo>
                  <a:lnTo>
                    <a:pt x="21336" y="259080"/>
                  </a:lnTo>
                  <a:lnTo>
                    <a:pt x="27432" y="274320"/>
                  </a:lnTo>
                  <a:lnTo>
                    <a:pt x="30480" y="280416"/>
                  </a:lnTo>
                  <a:lnTo>
                    <a:pt x="33528" y="284988"/>
                  </a:lnTo>
                  <a:lnTo>
                    <a:pt x="34544" y="284988"/>
                  </a:lnTo>
                  <a:lnTo>
                    <a:pt x="35560" y="286512"/>
                  </a:lnTo>
                  <a:lnTo>
                    <a:pt x="35052" y="286512"/>
                  </a:lnTo>
                  <a:lnTo>
                    <a:pt x="36576" y="288036"/>
                  </a:lnTo>
                  <a:lnTo>
                    <a:pt x="37338" y="288036"/>
                  </a:lnTo>
                  <a:lnTo>
                    <a:pt x="39624" y="289560"/>
                  </a:lnTo>
                  <a:lnTo>
                    <a:pt x="54864" y="289560"/>
                  </a:lnTo>
                  <a:lnTo>
                    <a:pt x="54864" y="291084"/>
                  </a:lnTo>
                  <a:lnTo>
                    <a:pt x="51816" y="294132"/>
                  </a:lnTo>
                  <a:lnTo>
                    <a:pt x="50292" y="294132"/>
                  </a:lnTo>
                  <a:lnTo>
                    <a:pt x="50292" y="295656"/>
                  </a:lnTo>
                  <a:lnTo>
                    <a:pt x="47244" y="297180"/>
                  </a:lnTo>
                  <a:close/>
                </a:path>
                <a:path w="82550" h="299085">
                  <a:moveTo>
                    <a:pt x="38100" y="10668"/>
                  </a:moveTo>
                  <a:lnTo>
                    <a:pt x="39624" y="9144"/>
                  </a:lnTo>
                  <a:lnTo>
                    <a:pt x="40386" y="9525"/>
                  </a:lnTo>
                  <a:lnTo>
                    <a:pt x="38100" y="10668"/>
                  </a:lnTo>
                  <a:close/>
                </a:path>
                <a:path w="82550" h="299085">
                  <a:moveTo>
                    <a:pt x="40386" y="9525"/>
                  </a:moveTo>
                  <a:lnTo>
                    <a:pt x="39624" y="9144"/>
                  </a:lnTo>
                  <a:lnTo>
                    <a:pt x="41148" y="9144"/>
                  </a:lnTo>
                  <a:lnTo>
                    <a:pt x="40386" y="9525"/>
                  </a:lnTo>
                  <a:close/>
                </a:path>
                <a:path w="82550" h="299085">
                  <a:moveTo>
                    <a:pt x="42672" y="10668"/>
                  </a:moveTo>
                  <a:lnTo>
                    <a:pt x="40386" y="9525"/>
                  </a:lnTo>
                  <a:lnTo>
                    <a:pt x="41148" y="9144"/>
                  </a:lnTo>
                  <a:lnTo>
                    <a:pt x="42672" y="10668"/>
                  </a:lnTo>
                  <a:close/>
                </a:path>
                <a:path w="82550" h="299085">
                  <a:moveTo>
                    <a:pt x="45720" y="12192"/>
                  </a:moveTo>
                  <a:lnTo>
                    <a:pt x="41148" y="9144"/>
                  </a:lnTo>
                  <a:lnTo>
                    <a:pt x="54864" y="9144"/>
                  </a:lnTo>
                  <a:lnTo>
                    <a:pt x="56388" y="10668"/>
                  </a:lnTo>
                  <a:lnTo>
                    <a:pt x="44196" y="10668"/>
                  </a:lnTo>
                  <a:lnTo>
                    <a:pt x="45720" y="12192"/>
                  </a:lnTo>
                  <a:close/>
                </a:path>
                <a:path w="82550" h="299085">
                  <a:moveTo>
                    <a:pt x="35052" y="12192"/>
                  </a:moveTo>
                  <a:lnTo>
                    <a:pt x="36576" y="10668"/>
                  </a:lnTo>
                  <a:lnTo>
                    <a:pt x="35966" y="11582"/>
                  </a:lnTo>
                  <a:lnTo>
                    <a:pt x="35052" y="12192"/>
                  </a:lnTo>
                  <a:close/>
                </a:path>
                <a:path w="82550" h="299085">
                  <a:moveTo>
                    <a:pt x="35966" y="11582"/>
                  </a:moveTo>
                  <a:lnTo>
                    <a:pt x="36576" y="10668"/>
                  </a:lnTo>
                  <a:lnTo>
                    <a:pt x="37338" y="10668"/>
                  </a:lnTo>
                  <a:lnTo>
                    <a:pt x="35966" y="11582"/>
                  </a:lnTo>
                  <a:close/>
                </a:path>
                <a:path w="82550" h="299085">
                  <a:moveTo>
                    <a:pt x="60198" y="15240"/>
                  </a:moveTo>
                  <a:lnTo>
                    <a:pt x="48768" y="15240"/>
                  </a:lnTo>
                  <a:lnTo>
                    <a:pt x="44196" y="10668"/>
                  </a:lnTo>
                  <a:lnTo>
                    <a:pt x="56388" y="10668"/>
                  </a:lnTo>
                  <a:lnTo>
                    <a:pt x="59436" y="13716"/>
                  </a:lnTo>
                  <a:lnTo>
                    <a:pt x="60198" y="15240"/>
                  </a:lnTo>
                  <a:close/>
                </a:path>
                <a:path w="82550" h="299085">
                  <a:moveTo>
                    <a:pt x="35560" y="12192"/>
                  </a:moveTo>
                  <a:lnTo>
                    <a:pt x="35052" y="12192"/>
                  </a:lnTo>
                  <a:lnTo>
                    <a:pt x="35966" y="11582"/>
                  </a:lnTo>
                  <a:lnTo>
                    <a:pt x="35560" y="12192"/>
                  </a:lnTo>
                  <a:close/>
                </a:path>
                <a:path w="82550" h="299085">
                  <a:moveTo>
                    <a:pt x="33528" y="15240"/>
                  </a:moveTo>
                  <a:lnTo>
                    <a:pt x="33528" y="13716"/>
                  </a:lnTo>
                  <a:lnTo>
                    <a:pt x="34544" y="13716"/>
                  </a:lnTo>
                  <a:lnTo>
                    <a:pt x="33528" y="15240"/>
                  </a:lnTo>
                  <a:close/>
                </a:path>
                <a:path w="82550" h="299085">
                  <a:moveTo>
                    <a:pt x="47244" y="284988"/>
                  </a:moveTo>
                  <a:lnTo>
                    <a:pt x="62484" y="249936"/>
                  </a:lnTo>
                  <a:lnTo>
                    <a:pt x="65532" y="230124"/>
                  </a:lnTo>
                  <a:lnTo>
                    <a:pt x="68580" y="217932"/>
                  </a:lnTo>
                  <a:lnTo>
                    <a:pt x="70104" y="205740"/>
                  </a:lnTo>
                  <a:lnTo>
                    <a:pt x="70104" y="192024"/>
                  </a:lnTo>
                  <a:lnTo>
                    <a:pt x="71628" y="178308"/>
                  </a:lnTo>
                  <a:lnTo>
                    <a:pt x="71628" y="120396"/>
                  </a:lnTo>
                  <a:lnTo>
                    <a:pt x="70104" y="106680"/>
                  </a:lnTo>
                  <a:lnTo>
                    <a:pt x="70104" y="94488"/>
                  </a:lnTo>
                  <a:lnTo>
                    <a:pt x="68580" y="80772"/>
                  </a:lnTo>
                  <a:lnTo>
                    <a:pt x="65532" y="70104"/>
                  </a:lnTo>
                  <a:lnTo>
                    <a:pt x="64008" y="57912"/>
                  </a:lnTo>
                  <a:lnTo>
                    <a:pt x="50292" y="18288"/>
                  </a:lnTo>
                  <a:lnTo>
                    <a:pt x="47244" y="13716"/>
                  </a:lnTo>
                  <a:lnTo>
                    <a:pt x="48768" y="15240"/>
                  </a:lnTo>
                  <a:lnTo>
                    <a:pt x="60198" y="15240"/>
                  </a:lnTo>
                  <a:lnTo>
                    <a:pt x="62484" y="19812"/>
                  </a:lnTo>
                  <a:lnTo>
                    <a:pt x="65532" y="27432"/>
                  </a:lnTo>
                  <a:lnTo>
                    <a:pt x="71628" y="45720"/>
                  </a:lnTo>
                  <a:lnTo>
                    <a:pt x="73152" y="56388"/>
                  </a:lnTo>
                  <a:lnTo>
                    <a:pt x="76200" y="67056"/>
                  </a:lnTo>
                  <a:lnTo>
                    <a:pt x="77724" y="79248"/>
                  </a:lnTo>
                  <a:lnTo>
                    <a:pt x="80772" y="106680"/>
                  </a:lnTo>
                  <a:lnTo>
                    <a:pt x="80772" y="120396"/>
                  </a:lnTo>
                  <a:lnTo>
                    <a:pt x="82296" y="149352"/>
                  </a:lnTo>
                  <a:lnTo>
                    <a:pt x="80772" y="178308"/>
                  </a:lnTo>
                  <a:lnTo>
                    <a:pt x="80772" y="192024"/>
                  </a:lnTo>
                  <a:lnTo>
                    <a:pt x="77724" y="219456"/>
                  </a:lnTo>
                  <a:lnTo>
                    <a:pt x="76200" y="231648"/>
                  </a:lnTo>
                  <a:lnTo>
                    <a:pt x="73152" y="242316"/>
                  </a:lnTo>
                  <a:lnTo>
                    <a:pt x="71628" y="252984"/>
                  </a:lnTo>
                  <a:lnTo>
                    <a:pt x="65532" y="271272"/>
                  </a:lnTo>
                  <a:lnTo>
                    <a:pt x="62484" y="278892"/>
                  </a:lnTo>
                  <a:lnTo>
                    <a:pt x="60198" y="283464"/>
                  </a:lnTo>
                  <a:lnTo>
                    <a:pt x="48768" y="283464"/>
                  </a:lnTo>
                  <a:lnTo>
                    <a:pt x="47244" y="284988"/>
                  </a:lnTo>
                  <a:close/>
                </a:path>
                <a:path w="82550" h="299085">
                  <a:moveTo>
                    <a:pt x="34544" y="284988"/>
                  </a:moveTo>
                  <a:lnTo>
                    <a:pt x="33528" y="284988"/>
                  </a:lnTo>
                  <a:lnTo>
                    <a:pt x="33528" y="283464"/>
                  </a:lnTo>
                  <a:lnTo>
                    <a:pt x="34544" y="284988"/>
                  </a:lnTo>
                  <a:close/>
                </a:path>
                <a:path w="82550" h="299085">
                  <a:moveTo>
                    <a:pt x="56388" y="288036"/>
                  </a:moveTo>
                  <a:lnTo>
                    <a:pt x="44196" y="288036"/>
                  </a:lnTo>
                  <a:lnTo>
                    <a:pt x="48768" y="283464"/>
                  </a:lnTo>
                  <a:lnTo>
                    <a:pt x="60198" y="283464"/>
                  </a:lnTo>
                  <a:lnTo>
                    <a:pt x="59436" y="284988"/>
                  </a:lnTo>
                  <a:lnTo>
                    <a:pt x="56388" y="288036"/>
                  </a:lnTo>
                  <a:close/>
                </a:path>
                <a:path w="82550" h="299085">
                  <a:moveTo>
                    <a:pt x="36576" y="288036"/>
                  </a:moveTo>
                  <a:lnTo>
                    <a:pt x="35052" y="286512"/>
                  </a:lnTo>
                  <a:lnTo>
                    <a:pt x="35966" y="287121"/>
                  </a:lnTo>
                  <a:lnTo>
                    <a:pt x="36576" y="288036"/>
                  </a:lnTo>
                  <a:close/>
                </a:path>
                <a:path w="82550" h="299085">
                  <a:moveTo>
                    <a:pt x="35966" y="287121"/>
                  </a:moveTo>
                  <a:lnTo>
                    <a:pt x="35052" y="286512"/>
                  </a:lnTo>
                  <a:lnTo>
                    <a:pt x="35560" y="286512"/>
                  </a:lnTo>
                  <a:lnTo>
                    <a:pt x="35966" y="287121"/>
                  </a:lnTo>
                  <a:close/>
                </a:path>
                <a:path w="82550" h="299085">
                  <a:moveTo>
                    <a:pt x="54864" y="289560"/>
                  </a:moveTo>
                  <a:lnTo>
                    <a:pt x="41148" y="289560"/>
                  </a:lnTo>
                  <a:lnTo>
                    <a:pt x="45720" y="286512"/>
                  </a:lnTo>
                  <a:lnTo>
                    <a:pt x="44196" y="288036"/>
                  </a:lnTo>
                  <a:lnTo>
                    <a:pt x="56388" y="288036"/>
                  </a:lnTo>
                  <a:lnTo>
                    <a:pt x="54864" y="289560"/>
                  </a:lnTo>
                  <a:close/>
                </a:path>
                <a:path w="82550" h="299085">
                  <a:moveTo>
                    <a:pt x="37338" y="288036"/>
                  </a:moveTo>
                  <a:lnTo>
                    <a:pt x="36576" y="288036"/>
                  </a:lnTo>
                  <a:lnTo>
                    <a:pt x="35966" y="287121"/>
                  </a:lnTo>
                  <a:lnTo>
                    <a:pt x="37338" y="288036"/>
                  </a:lnTo>
                  <a:close/>
                </a:path>
                <a:path w="82550" h="299085">
                  <a:moveTo>
                    <a:pt x="39624" y="289560"/>
                  </a:moveTo>
                  <a:lnTo>
                    <a:pt x="38100" y="288036"/>
                  </a:lnTo>
                  <a:lnTo>
                    <a:pt x="40386" y="289179"/>
                  </a:lnTo>
                  <a:lnTo>
                    <a:pt x="39624" y="289560"/>
                  </a:lnTo>
                  <a:close/>
                </a:path>
                <a:path w="82550" h="299085">
                  <a:moveTo>
                    <a:pt x="41148" y="289560"/>
                  </a:moveTo>
                  <a:lnTo>
                    <a:pt x="40386" y="289179"/>
                  </a:lnTo>
                  <a:lnTo>
                    <a:pt x="42672" y="288036"/>
                  </a:lnTo>
                  <a:lnTo>
                    <a:pt x="41148" y="289560"/>
                  </a:lnTo>
                  <a:close/>
                </a:path>
                <a:path w="82550" h="299085">
                  <a:moveTo>
                    <a:pt x="41148" y="289560"/>
                  </a:moveTo>
                  <a:lnTo>
                    <a:pt x="39624" y="289560"/>
                  </a:lnTo>
                  <a:lnTo>
                    <a:pt x="40386" y="289179"/>
                  </a:lnTo>
                  <a:lnTo>
                    <a:pt x="41148" y="289560"/>
                  </a:lnTo>
                  <a:close/>
                </a:path>
                <a:path w="82550" h="299085">
                  <a:moveTo>
                    <a:pt x="41148" y="298704"/>
                  </a:moveTo>
                  <a:lnTo>
                    <a:pt x="39624" y="298704"/>
                  </a:lnTo>
                  <a:lnTo>
                    <a:pt x="36576" y="297180"/>
                  </a:lnTo>
                  <a:lnTo>
                    <a:pt x="45720" y="297180"/>
                  </a:lnTo>
                  <a:lnTo>
                    <a:pt x="41148" y="2987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792211" y="5865875"/>
              <a:ext cx="73660" cy="289560"/>
            </a:xfrm>
            <a:custGeom>
              <a:avLst/>
              <a:gdLst/>
              <a:ahLst/>
              <a:cxnLst/>
              <a:rect l="l" t="t" r="r" b="b"/>
              <a:pathLst>
                <a:path w="73659" h="289560">
                  <a:moveTo>
                    <a:pt x="36576" y="289560"/>
                  </a:moveTo>
                  <a:lnTo>
                    <a:pt x="21859" y="278082"/>
                  </a:lnTo>
                  <a:lnTo>
                    <a:pt x="10286" y="246888"/>
                  </a:lnTo>
                  <a:lnTo>
                    <a:pt x="2714" y="200834"/>
                  </a:lnTo>
                  <a:lnTo>
                    <a:pt x="0" y="144780"/>
                  </a:lnTo>
                  <a:lnTo>
                    <a:pt x="2714" y="88725"/>
                  </a:lnTo>
                  <a:lnTo>
                    <a:pt x="10287" y="42672"/>
                  </a:lnTo>
                  <a:lnTo>
                    <a:pt x="21859" y="11477"/>
                  </a:lnTo>
                  <a:lnTo>
                    <a:pt x="36576" y="0"/>
                  </a:lnTo>
                  <a:lnTo>
                    <a:pt x="50649" y="11477"/>
                  </a:lnTo>
                  <a:lnTo>
                    <a:pt x="62293" y="42672"/>
                  </a:lnTo>
                  <a:lnTo>
                    <a:pt x="70223" y="88725"/>
                  </a:lnTo>
                  <a:lnTo>
                    <a:pt x="73152" y="144780"/>
                  </a:lnTo>
                  <a:lnTo>
                    <a:pt x="70223" y="200834"/>
                  </a:lnTo>
                  <a:lnTo>
                    <a:pt x="62293" y="246888"/>
                  </a:lnTo>
                  <a:lnTo>
                    <a:pt x="50649" y="278082"/>
                  </a:lnTo>
                  <a:lnTo>
                    <a:pt x="36576" y="289560"/>
                  </a:lnTo>
                  <a:close/>
                </a:path>
              </a:pathLst>
            </a:custGeom>
            <a:solidFill>
              <a:srgbClr val="CC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787640" y="5861303"/>
              <a:ext cx="82550" cy="299085"/>
            </a:xfrm>
            <a:custGeom>
              <a:avLst/>
              <a:gdLst/>
              <a:ahLst/>
              <a:cxnLst/>
              <a:rect l="l" t="t" r="r" b="b"/>
              <a:pathLst>
                <a:path w="82550" h="299085">
                  <a:moveTo>
                    <a:pt x="45720" y="1524"/>
                  </a:moveTo>
                  <a:lnTo>
                    <a:pt x="36576" y="1524"/>
                  </a:lnTo>
                  <a:lnTo>
                    <a:pt x="39624" y="0"/>
                  </a:lnTo>
                  <a:lnTo>
                    <a:pt x="41148" y="0"/>
                  </a:lnTo>
                  <a:lnTo>
                    <a:pt x="45720" y="1524"/>
                  </a:lnTo>
                  <a:close/>
                </a:path>
                <a:path w="82550" h="299085">
                  <a:moveTo>
                    <a:pt x="47244" y="297180"/>
                  </a:moveTo>
                  <a:lnTo>
                    <a:pt x="35052" y="297180"/>
                  </a:lnTo>
                  <a:lnTo>
                    <a:pt x="30480" y="295656"/>
                  </a:lnTo>
                  <a:lnTo>
                    <a:pt x="30480" y="294132"/>
                  </a:lnTo>
                  <a:lnTo>
                    <a:pt x="25908" y="291084"/>
                  </a:lnTo>
                  <a:lnTo>
                    <a:pt x="25908" y="289560"/>
                  </a:lnTo>
                  <a:lnTo>
                    <a:pt x="22860" y="284988"/>
                  </a:lnTo>
                  <a:lnTo>
                    <a:pt x="18288" y="278892"/>
                  </a:lnTo>
                  <a:lnTo>
                    <a:pt x="15240" y="271272"/>
                  </a:lnTo>
                  <a:lnTo>
                    <a:pt x="12192" y="262128"/>
                  </a:lnTo>
                  <a:lnTo>
                    <a:pt x="10668" y="252984"/>
                  </a:lnTo>
                  <a:lnTo>
                    <a:pt x="7620" y="242316"/>
                  </a:lnTo>
                  <a:lnTo>
                    <a:pt x="6096" y="231648"/>
                  </a:lnTo>
                  <a:lnTo>
                    <a:pt x="3048" y="219456"/>
                  </a:lnTo>
                  <a:lnTo>
                    <a:pt x="1524" y="205740"/>
                  </a:lnTo>
                  <a:lnTo>
                    <a:pt x="1524" y="193548"/>
                  </a:lnTo>
                  <a:lnTo>
                    <a:pt x="0" y="178308"/>
                  </a:lnTo>
                  <a:lnTo>
                    <a:pt x="0" y="120396"/>
                  </a:lnTo>
                  <a:lnTo>
                    <a:pt x="1524" y="106680"/>
                  </a:lnTo>
                  <a:lnTo>
                    <a:pt x="1524" y="92964"/>
                  </a:lnTo>
                  <a:lnTo>
                    <a:pt x="3048" y="79248"/>
                  </a:lnTo>
                  <a:lnTo>
                    <a:pt x="6096" y="68580"/>
                  </a:lnTo>
                  <a:lnTo>
                    <a:pt x="7620" y="56388"/>
                  </a:lnTo>
                  <a:lnTo>
                    <a:pt x="10668" y="45720"/>
                  </a:lnTo>
                  <a:lnTo>
                    <a:pt x="12192" y="36576"/>
                  </a:lnTo>
                  <a:lnTo>
                    <a:pt x="15240" y="27432"/>
                  </a:lnTo>
                  <a:lnTo>
                    <a:pt x="18288" y="19812"/>
                  </a:lnTo>
                  <a:lnTo>
                    <a:pt x="22860" y="13716"/>
                  </a:lnTo>
                  <a:lnTo>
                    <a:pt x="25908" y="9144"/>
                  </a:lnTo>
                  <a:lnTo>
                    <a:pt x="25908" y="7620"/>
                  </a:lnTo>
                  <a:lnTo>
                    <a:pt x="30480" y="4572"/>
                  </a:lnTo>
                  <a:lnTo>
                    <a:pt x="30480" y="3048"/>
                  </a:lnTo>
                  <a:lnTo>
                    <a:pt x="35052" y="1524"/>
                  </a:lnTo>
                  <a:lnTo>
                    <a:pt x="47244" y="1524"/>
                  </a:lnTo>
                  <a:lnTo>
                    <a:pt x="50292" y="3048"/>
                  </a:lnTo>
                  <a:lnTo>
                    <a:pt x="50292" y="4572"/>
                  </a:lnTo>
                  <a:lnTo>
                    <a:pt x="51816" y="4572"/>
                  </a:lnTo>
                  <a:lnTo>
                    <a:pt x="54864" y="7620"/>
                  </a:lnTo>
                  <a:lnTo>
                    <a:pt x="54864" y="9144"/>
                  </a:lnTo>
                  <a:lnTo>
                    <a:pt x="39624" y="9144"/>
                  </a:lnTo>
                  <a:lnTo>
                    <a:pt x="37338" y="10668"/>
                  </a:lnTo>
                  <a:lnTo>
                    <a:pt x="36576" y="10668"/>
                  </a:lnTo>
                  <a:lnTo>
                    <a:pt x="35052" y="12192"/>
                  </a:lnTo>
                  <a:lnTo>
                    <a:pt x="35560" y="12192"/>
                  </a:lnTo>
                  <a:lnTo>
                    <a:pt x="34544" y="13716"/>
                  </a:lnTo>
                  <a:lnTo>
                    <a:pt x="33528" y="13716"/>
                  </a:lnTo>
                  <a:lnTo>
                    <a:pt x="30480" y="18288"/>
                  </a:lnTo>
                  <a:lnTo>
                    <a:pt x="24384" y="30480"/>
                  </a:lnTo>
                  <a:lnTo>
                    <a:pt x="21336" y="39624"/>
                  </a:lnTo>
                  <a:lnTo>
                    <a:pt x="19812" y="48768"/>
                  </a:lnTo>
                  <a:lnTo>
                    <a:pt x="16764" y="57912"/>
                  </a:lnTo>
                  <a:lnTo>
                    <a:pt x="15240" y="70104"/>
                  </a:lnTo>
                  <a:lnTo>
                    <a:pt x="13716" y="80772"/>
                  </a:lnTo>
                  <a:lnTo>
                    <a:pt x="12192" y="92964"/>
                  </a:lnTo>
                  <a:lnTo>
                    <a:pt x="9144" y="120396"/>
                  </a:lnTo>
                  <a:lnTo>
                    <a:pt x="9144" y="178308"/>
                  </a:lnTo>
                  <a:lnTo>
                    <a:pt x="12192" y="205740"/>
                  </a:lnTo>
                  <a:lnTo>
                    <a:pt x="13716" y="217932"/>
                  </a:lnTo>
                  <a:lnTo>
                    <a:pt x="15240" y="228600"/>
                  </a:lnTo>
                  <a:lnTo>
                    <a:pt x="16764" y="240792"/>
                  </a:lnTo>
                  <a:lnTo>
                    <a:pt x="19812" y="249936"/>
                  </a:lnTo>
                  <a:lnTo>
                    <a:pt x="21336" y="259080"/>
                  </a:lnTo>
                  <a:lnTo>
                    <a:pt x="27432" y="274320"/>
                  </a:lnTo>
                  <a:lnTo>
                    <a:pt x="30480" y="280416"/>
                  </a:lnTo>
                  <a:lnTo>
                    <a:pt x="33528" y="284988"/>
                  </a:lnTo>
                  <a:lnTo>
                    <a:pt x="34544" y="284988"/>
                  </a:lnTo>
                  <a:lnTo>
                    <a:pt x="35560" y="286512"/>
                  </a:lnTo>
                  <a:lnTo>
                    <a:pt x="35052" y="286512"/>
                  </a:lnTo>
                  <a:lnTo>
                    <a:pt x="36576" y="288036"/>
                  </a:lnTo>
                  <a:lnTo>
                    <a:pt x="37338" y="288036"/>
                  </a:lnTo>
                  <a:lnTo>
                    <a:pt x="39624" y="289560"/>
                  </a:lnTo>
                  <a:lnTo>
                    <a:pt x="54864" y="289560"/>
                  </a:lnTo>
                  <a:lnTo>
                    <a:pt x="54864" y="291084"/>
                  </a:lnTo>
                  <a:lnTo>
                    <a:pt x="51816" y="294132"/>
                  </a:lnTo>
                  <a:lnTo>
                    <a:pt x="50292" y="294132"/>
                  </a:lnTo>
                  <a:lnTo>
                    <a:pt x="50292" y="295656"/>
                  </a:lnTo>
                  <a:lnTo>
                    <a:pt x="47244" y="297180"/>
                  </a:lnTo>
                  <a:close/>
                </a:path>
                <a:path w="82550" h="299085">
                  <a:moveTo>
                    <a:pt x="38100" y="10668"/>
                  </a:moveTo>
                  <a:lnTo>
                    <a:pt x="39624" y="9144"/>
                  </a:lnTo>
                  <a:lnTo>
                    <a:pt x="40386" y="9525"/>
                  </a:lnTo>
                  <a:lnTo>
                    <a:pt x="38100" y="10668"/>
                  </a:lnTo>
                  <a:close/>
                </a:path>
                <a:path w="82550" h="299085">
                  <a:moveTo>
                    <a:pt x="40386" y="9525"/>
                  </a:moveTo>
                  <a:lnTo>
                    <a:pt x="39624" y="9144"/>
                  </a:lnTo>
                  <a:lnTo>
                    <a:pt x="41148" y="9144"/>
                  </a:lnTo>
                  <a:lnTo>
                    <a:pt x="40386" y="9525"/>
                  </a:lnTo>
                  <a:close/>
                </a:path>
                <a:path w="82550" h="299085">
                  <a:moveTo>
                    <a:pt x="42672" y="10668"/>
                  </a:moveTo>
                  <a:lnTo>
                    <a:pt x="40386" y="9525"/>
                  </a:lnTo>
                  <a:lnTo>
                    <a:pt x="41148" y="9144"/>
                  </a:lnTo>
                  <a:lnTo>
                    <a:pt x="42672" y="10668"/>
                  </a:lnTo>
                  <a:close/>
                </a:path>
                <a:path w="82550" h="299085">
                  <a:moveTo>
                    <a:pt x="45720" y="12192"/>
                  </a:moveTo>
                  <a:lnTo>
                    <a:pt x="41148" y="9144"/>
                  </a:lnTo>
                  <a:lnTo>
                    <a:pt x="54864" y="9144"/>
                  </a:lnTo>
                  <a:lnTo>
                    <a:pt x="56388" y="10668"/>
                  </a:lnTo>
                  <a:lnTo>
                    <a:pt x="44196" y="10668"/>
                  </a:lnTo>
                  <a:lnTo>
                    <a:pt x="45720" y="12192"/>
                  </a:lnTo>
                  <a:close/>
                </a:path>
                <a:path w="82550" h="299085">
                  <a:moveTo>
                    <a:pt x="35052" y="12192"/>
                  </a:moveTo>
                  <a:lnTo>
                    <a:pt x="36576" y="10668"/>
                  </a:lnTo>
                  <a:lnTo>
                    <a:pt x="35966" y="11582"/>
                  </a:lnTo>
                  <a:lnTo>
                    <a:pt x="35052" y="12192"/>
                  </a:lnTo>
                  <a:close/>
                </a:path>
                <a:path w="82550" h="299085">
                  <a:moveTo>
                    <a:pt x="35966" y="11582"/>
                  </a:moveTo>
                  <a:lnTo>
                    <a:pt x="36576" y="10668"/>
                  </a:lnTo>
                  <a:lnTo>
                    <a:pt x="37338" y="10668"/>
                  </a:lnTo>
                  <a:lnTo>
                    <a:pt x="35966" y="11582"/>
                  </a:lnTo>
                  <a:close/>
                </a:path>
                <a:path w="82550" h="299085">
                  <a:moveTo>
                    <a:pt x="60198" y="15240"/>
                  </a:moveTo>
                  <a:lnTo>
                    <a:pt x="48768" y="15240"/>
                  </a:lnTo>
                  <a:lnTo>
                    <a:pt x="44196" y="10668"/>
                  </a:lnTo>
                  <a:lnTo>
                    <a:pt x="56388" y="10668"/>
                  </a:lnTo>
                  <a:lnTo>
                    <a:pt x="59436" y="13716"/>
                  </a:lnTo>
                  <a:lnTo>
                    <a:pt x="60198" y="15240"/>
                  </a:lnTo>
                  <a:close/>
                </a:path>
                <a:path w="82550" h="299085">
                  <a:moveTo>
                    <a:pt x="35560" y="12192"/>
                  </a:moveTo>
                  <a:lnTo>
                    <a:pt x="35052" y="12192"/>
                  </a:lnTo>
                  <a:lnTo>
                    <a:pt x="35966" y="11582"/>
                  </a:lnTo>
                  <a:lnTo>
                    <a:pt x="35560" y="12192"/>
                  </a:lnTo>
                  <a:close/>
                </a:path>
                <a:path w="82550" h="299085">
                  <a:moveTo>
                    <a:pt x="33528" y="15240"/>
                  </a:moveTo>
                  <a:lnTo>
                    <a:pt x="33528" y="13716"/>
                  </a:lnTo>
                  <a:lnTo>
                    <a:pt x="34544" y="13716"/>
                  </a:lnTo>
                  <a:lnTo>
                    <a:pt x="33528" y="15240"/>
                  </a:lnTo>
                  <a:close/>
                </a:path>
                <a:path w="82550" h="299085">
                  <a:moveTo>
                    <a:pt x="47244" y="284988"/>
                  </a:moveTo>
                  <a:lnTo>
                    <a:pt x="62484" y="249936"/>
                  </a:lnTo>
                  <a:lnTo>
                    <a:pt x="65532" y="230124"/>
                  </a:lnTo>
                  <a:lnTo>
                    <a:pt x="68580" y="217932"/>
                  </a:lnTo>
                  <a:lnTo>
                    <a:pt x="70104" y="205740"/>
                  </a:lnTo>
                  <a:lnTo>
                    <a:pt x="70104" y="192024"/>
                  </a:lnTo>
                  <a:lnTo>
                    <a:pt x="71628" y="178308"/>
                  </a:lnTo>
                  <a:lnTo>
                    <a:pt x="71628" y="120396"/>
                  </a:lnTo>
                  <a:lnTo>
                    <a:pt x="70104" y="106680"/>
                  </a:lnTo>
                  <a:lnTo>
                    <a:pt x="70104" y="94488"/>
                  </a:lnTo>
                  <a:lnTo>
                    <a:pt x="68580" y="80772"/>
                  </a:lnTo>
                  <a:lnTo>
                    <a:pt x="65532" y="70104"/>
                  </a:lnTo>
                  <a:lnTo>
                    <a:pt x="64008" y="57912"/>
                  </a:lnTo>
                  <a:lnTo>
                    <a:pt x="50292" y="18288"/>
                  </a:lnTo>
                  <a:lnTo>
                    <a:pt x="47244" y="13716"/>
                  </a:lnTo>
                  <a:lnTo>
                    <a:pt x="48768" y="15240"/>
                  </a:lnTo>
                  <a:lnTo>
                    <a:pt x="60198" y="15240"/>
                  </a:lnTo>
                  <a:lnTo>
                    <a:pt x="62484" y="19812"/>
                  </a:lnTo>
                  <a:lnTo>
                    <a:pt x="65532" y="27432"/>
                  </a:lnTo>
                  <a:lnTo>
                    <a:pt x="71628" y="45720"/>
                  </a:lnTo>
                  <a:lnTo>
                    <a:pt x="73152" y="56388"/>
                  </a:lnTo>
                  <a:lnTo>
                    <a:pt x="76200" y="67056"/>
                  </a:lnTo>
                  <a:lnTo>
                    <a:pt x="77724" y="79248"/>
                  </a:lnTo>
                  <a:lnTo>
                    <a:pt x="80772" y="106680"/>
                  </a:lnTo>
                  <a:lnTo>
                    <a:pt x="80772" y="120396"/>
                  </a:lnTo>
                  <a:lnTo>
                    <a:pt x="82296" y="149352"/>
                  </a:lnTo>
                  <a:lnTo>
                    <a:pt x="80772" y="178308"/>
                  </a:lnTo>
                  <a:lnTo>
                    <a:pt x="80772" y="192024"/>
                  </a:lnTo>
                  <a:lnTo>
                    <a:pt x="77724" y="219456"/>
                  </a:lnTo>
                  <a:lnTo>
                    <a:pt x="76200" y="231648"/>
                  </a:lnTo>
                  <a:lnTo>
                    <a:pt x="73152" y="242316"/>
                  </a:lnTo>
                  <a:lnTo>
                    <a:pt x="71628" y="252984"/>
                  </a:lnTo>
                  <a:lnTo>
                    <a:pt x="65532" y="271272"/>
                  </a:lnTo>
                  <a:lnTo>
                    <a:pt x="62484" y="278892"/>
                  </a:lnTo>
                  <a:lnTo>
                    <a:pt x="60198" y="283464"/>
                  </a:lnTo>
                  <a:lnTo>
                    <a:pt x="48768" y="283464"/>
                  </a:lnTo>
                  <a:lnTo>
                    <a:pt x="47244" y="284988"/>
                  </a:lnTo>
                  <a:close/>
                </a:path>
                <a:path w="82550" h="299085">
                  <a:moveTo>
                    <a:pt x="34544" y="284988"/>
                  </a:moveTo>
                  <a:lnTo>
                    <a:pt x="33528" y="284988"/>
                  </a:lnTo>
                  <a:lnTo>
                    <a:pt x="33528" y="283464"/>
                  </a:lnTo>
                  <a:lnTo>
                    <a:pt x="34544" y="284988"/>
                  </a:lnTo>
                  <a:close/>
                </a:path>
                <a:path w="82550" h="299085">
                  <a:moveTo>
                    <a:pt x="56388" y="288036"/>
                  </a:moveTo>
                  <a:lnTo>
                    <a:pt x="44196" y="288036"/>
                  </a:lnTo>
                  <a:lnTo>
                    <a:pt x="48768" y="283464"/>
                  </a:lnTo>
                  <a:lnTo>
                    <a:pt x="60198" y="283464"/>
                  </a:lnTo>
                  <a:lnTo>
                    <a:pt x="59436" y="284988"/>
                  </a:lnTo>
                  <a:lnTo>
                    <a:pt x="56388" y="288036"/>
                  </a:lnTo>
                  <a:close/>
                </a:path>
                <a:path w="82550" h="299085">
                  <a:moveTo>
                    <a:pt x="36576" y="288036"/>
                  </a:moveTo>
                  <a:lnTo>
                    <a:pt x="35052" y="286512"/>
                  </a:lnTo>
                  <a:lnTo>
                    <a:pt x="35966" y="287121"/>
                  </a:lnTo>
                  <a:lnTo>
                    <a:pt x="36576" y="288036"/>
                  </a:lnTo>
                  <a:close/>
                </a:path>
                <a:path w="82550" h="299085">
                  <a:moveTo>
                    <a:pt x="35966" y="287121"/>
                  </a:moveTo>
                  <a:lnTo>
                    <a:pt x="35052" y="286512"/>
                  </a:lnTo>
                  <a:lnTo>
                    <a:pt x="35560" y="286512"/>
                  </a:lnTo>
                  <a:lnTo>
                    <a:pt x="35966" y="287121"/>
                  </a:lnTo>
                  <a:close/>
                </a:path>
                <a:path w="82550" h="299085">
                  <a:moveTo>
                    <a:pt x="54864" y="289560"/>
                  </a:moveTo>
                  <a:lnTo>
                    <a:pt x="41148" y="289560"/>
                  </a:lnTo>
                  <a:lnTo>
                    <a:pt x="45720" y="286512"/>
                  </a:lnTo>
                  <a:lnTo>
                    <a:pt x="44196" y="288036"/>
                  </a:lnTo>
                  <a:lnTo>
                    <a:pt x="56388" y="288036"/>
                  </a:lnTo>
                  <a:lnTo>
                    <a:pt x="54864" y="289560"/>
                  </a:lnTo>
                  <a:close/>
                </a:path>
                <a:path w="82550" h="299085">
                  <a:moveTo>
                    <a:pt x="37338" y="288036"/>
                  </a:moveTo>
                  <a:lnTo>
                    <a:pt x="36576" y="288036"/>
                  </a:lnTo>
                  <a:lnTo>
                    <a:pt x="35966" y="287121"/>
                  </a:lnTo>
                  <a:lnTo>
                    <a:pt x="37338" y="288036"/>
                  </a:lnTo>
                  <a:close/>
                </a:path>
                <a:path w="82550" h="299085">
                  <a:moveTo>
                    <a:pt x="39624" y="289560"/>
                  </a:moveTo>
                  <a:lnTo>
                    <a:pt x="38100" y="288036"/>
                  </a:lnTo>
                  <a:lnTo>
                    <a:pt x="40386" y="289179"/>
                  </a:lnTo>
                  <a:lnTo>
                    <a:pt x="39624" y="289560"/>
                  </a:lnTo>
                  <a:close/>
                </a:path>
                <a:path w="82550" h="299085">
                  <a:moveTo>
                    <a:pt x="41148" y="289560"/>
                  </a:moveTo>
                  <a:lnTo>
                    <a:pt x="40386" y="289179"/>
                  </a:lnTo>
                  <a:lnTo>
                    <a:pt x="42672" y="288036"/>
                  </a:lnTo>
                  <a:lnTo>
                    <a:pt x="41148" y="289560"/>
                  </a:lnTo>
                  <a:close/>
                </a:path>
                <a:path w="82550" h="299085">
                  <a:moveTo>
                    <a:pt x="41148" y="289560"/>
                  </a:moveTo>
                  <a:lnTo>
                    <a:pt x="39624" y="289560"/>
                  </a:lnTo>
                  <a:lnTo>
                    <a:pt x="40386" y="289179"/>
                  </a:lnTo>
                  <a:lnTo>
                    <a:pt x="41148" y="289560"/>
                  </a:lnTo>
                  <a:close/>
                </a:path>
                <a:path w="82550" h="299085">
                  <a:moveTo>
                    <a:pt x="41148" y="298704"/>
                  </a:moveTo>
                  <a:lnTo>
                    <a:pt x="39624" y="298704"/>
                  </a:lnTo>
                  <a:lnTo>
                    <a:pt x="36576" y="297180"/>
                  </a:lnTo>
                  <a:lnTo>
                    <a:pt x="45720" y="297180"/>
                  </a:lnTo>
                  <a:lnTo>
                    <a:pt x="41148" y="2987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818120" y="6142717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3333CC"/>
                </a:solidFill>
                <a:latin typeface="Microsoft Sans Serif"/>
                <a:cs typeface="Microsoft Sans Serif"/>
              </a:rPr>
              <a:t>L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916155" y="4346460"/>
            <a:ext cx="2458720" cy="1671955"/>
          </a:xfrm>
          <a:custGeom>
            <a:avLst/>
            <a:gdLst/>
            <a:ahLst/>
            <a:cxnLst/>
            <a:rect l="l" t="t" r="r" b="b"/>
            <a:pathLst>
              <a:path w="2458720" h="1671954">
                <a:moveTo>
                  <a:pt x="74676" y="1629156"/>
                </a:moveTo>
                <a:lnTo>
                  <a:pt x="64008" y="1613916"/>
                </a:lnTo>
                <a:lnTo>
                  <a:pt x="0" y="1656588"/>
                </a:lnTo>
                <a:lnTo>
                  <a:pt x="10668" y="1671828"/>
                </a:lnTo>
                <a:lnTo>
                  <a:pt x="74676" y="1629156"/>
                </a:lnTo>
                <a:close/>
              </a:path>
              <a:path w="2458720" h="1671954">
                <a:moveTo>
                  <a:pt x="184404" y="1554480"/>
                </a:moveTo>
                <a:lnTo>
                  <a:pt x="173736" y="1539240"/>
                </a:lnTo>
                <a:lnTo>
                  <a:pt x="111252" y="1581912"/>
                </a:lnTo>
                <a:lnTo>
                  <a:pt x="121920" y="1597152"/>
                </a:lnTo>
                <a:lnTo>
                  <a:pt x="184404" y="1554480"/>
                </a:lnTo>
                <a:close/>
              </a:path>
              <a:path w="2458720" h="1671954">
                <a:moveTo>
                  <a:pt x="294132" y="1479804"/>
                </a:moveTo>
                <a:lnTo>
                  <a:pt x="283464" y="1464564"/>
                </a:lnTo>
                <a:lnTo>
                  <a:pt x="220980" y="1507236"/>
                </a:lnTo>
                <a:lnTo>
                  <a:pt x="231648" y="1522476"/>
                </a:lnTo>
                <a:lnTo>
                  <a:pt x="294132" y="1479804"/>
                </a:lnTo>
                <a:close/>
              </a:path>
              <a:path w="2458720" h="1671954">
                <a:moveTo>
                  <a:pt x="405384" y="1405128"/>
                </a:moveTo>
                <a:lnTo>
                  <a:pt x="394716" y="1389888"/>
                </a:lnTo>
                <a:lnTo>
                  <a:pt x="332232" y="1432560"/>
                </a:lnTo>
                <a:lnTo>
                  <a:pt x="342900" y="1447800"/>
                </a:lnTo>
                <a:lnTo>
                  <a:pt x="405384" y="1405128"/>
                </a:lnTo>
                <a:close/>
              </a:path>
              <a:path w="2458720" h="1671954">
                <a:moveTo>
                  <a:pt x="515112" y="1330452"/>
                </a:moveTo>
                <a:lnTo>
                  <a:pt x="504444" y="1315212"/>
                </a:lnTo>
                <a:lnTo>
                  <a:pt x="441960" y="1357884"/>
                </a:lnTo>
                <a:lnTo>
                  <a:pt x="452628" y="1373124"/>
                </a:lnTo>
                <a:lnTo>
                  <a:pt x="515112" y="1330452"/>
                </a:lnTo>
                <a:close/>
              </a:path>
              <a:path w="2458720" h="1671954">
                <a:moveTo>
                  <a:pt x="626364" y="1255776"/>
                </a:moveTo>
                <a:lnTo>
                  <a:pt x="615696" y="1240536"/>
                </a:lnTo>
                <a:lnTo>
                  <a:pt x="551688" y="1283208"/>
                </a:lnTo>
                <a:lnTo>
                  <a:pt x="562356" y="1298448"/>
                </a:lnTo>
                <a:lnTo>
                  <a:pt x="626364" y="1255776"/>
                </a:lnTo>
                <a:close/>
              </a:path>
              <a:path w="2458720" h="1671954">
                <a:moveTo>
                  <a:pt x="736092" y="1181100"/>
                </a:moveTo>
                <a:lnTo>
                  <a:pt x="725424" y="1165860"/>
                </a:lnTo>
                <a:lnTo>
                  <a:pt x="662940" y="1208532"/>
                </a:lnTo>
                <a:lnTo>
                  <a:pt x="673608" y="1223772"/>
                </a:lnTo>
                <a:lnTo>
                  <a:pt x="736092" y="1181100"/>
                </a:lnTo>
                <a:close/>
              </a:path>
              <a:path w="2458720" h="1671954">
                <a:moveTo>
                  <a:pt x="847344" y="1106424"/>
                </a:moveTo>
                <a:lnTo>
                  <a:pt x="836676" y="1091184"/>
                </a:lnTo>
                <a:lnTo>
                  <a:pt x="772668" y="1133856"/>
                </a:lnTo>
                <a:lnTo>
                  <a:pt x="783336" y="1149096"/>
                </a:lnTo>
                <a:lnTo>
                  <a:pt x="847344" y="1106424"/>
                </a:lnTo>
                <a:close/>
              </a:path>
              <a:path w="2458720" h="1671954">
                <a:moveTo>
                  <a:pt x="957072" y="1031748"/>
                </a:moveTo>
                <a:lnTo>
                  <a:pt x="946404" y="1016508"/>
                </a:lnTo>
                <a:lnTo>
                  <a:pt x="883920" y="1059180"/>
                </a:lnTo>
                <a:lnTo>
                  <a:pt x="894588" y="1074420"/>
                </a:lnTo>
                <a:lnTo>
                  <a:pt x="957072" y="1031748"/>
                </a:lnTo>
                <a:close/>
              </a:path>
              <a:path w="2458720" h="1671954">
                <a:moveTo>
                  <a:pt x="1068324" y="957072"/>
                </a:moveTo>
                <a:lnTo>
                  <a:pt x="1057656" y="941832"/>
                </a:lnTo>
                <a:lnTo>
                  <a:pt x="993648" y="984504"/>
                </a:lnTo>
                <a:lnTo>
                  <a:pt x="1004316" y="999744"/>
                </a:lnTo>
                <a:lnTo>
                  <a:pt x="1068324" y="957072"/>
                </a:lnTo>
                <a:close/>
              </a:path>
              <a:path w="2458720" h="1671954">
                <a:moveTo>
                  <a:pt x="1178052" y="882396"/>
                </a:moveTo>
                <a:lnTo>
                  <a:pt x="1167384" y="867156"/>
                </a:lnTo>
                <a:lnTo>
                  <a:pt x="1104900" y="909828"/>
                </a:lnTo>
                <a:lnTo>
                  <a:pt x="1115568" y="925068"/>
                </a:lnTo>
                <a:lnTo>
                  <a:pt x="1178052" y="882396"/>
                </a:lnTo>
                <a:close/>
              </a:path>
              <a:path w="2458720" h="1671954">
                <a:moveTo>
                  <a:pt x="1289304" y="807720"/>
                </a:moveTo>
                <a:lnTo>
                  <a:pt x="1278636" y="792480"/>
                </a:lnTo>
                <a:lnTo>
                  <a:pt x="1214628" y="835152"/>
                </a:lnTo>
                <a:lnTo>
                  <a:pt x="1225296" y="850392"/>
                </a:lnTo>
                <a:lnTo>
                  <a:pt x="1289304" y="807720"/>
                </a:lnTo>
                <a:close/>
              </a:path>
              <a:path w="2458720" h="1671954">
                <a:moveTo>
                  <a:pt x="1399032" y="733044"/>
                </a:moveTo>
                <a:lnTo>
                  <a:pt x="1388364" y="717804"/>
                </a:lnTo>
                <a:lnTo>
                  <a:pt x="1325880" y="760476"/>
                </a:lnTo>
                <a:lnTo>
                  <a:pt x="1336548" y="775716"/>
                </a:lnTo>
                <a:lnTo>
                  <a:pt x="1399032" y="733044"/>
                </a:lnTo>
                <a:close/>
              </a:path>
              <a:path w="2458720" h="1671954">
                <a:moveTo>
                  <a:pt x="1510284" y="658368"/>
                </a:moveTo>
                <a:lnTo>
                  <a:pt x="1499628" y="643128"/>
                </a:lnTo>
                <a:lnTo>
                  <a:pt x="1435620" y="685800"/>
                </a:lnTo>
                <a:lnTo>
                  <a:pt x="1446276" y="701040"/>
                </a:lnTo>
                <a:lnTo>
                  <a:pt x="1510284" y="658368"/>
                </a:lnTo>
                <a:close/>
              </a:path>
              <a:path w="2458720" h="1671954">
                <a:moveTo>
                  <a:pt x="1620024" y="583692"/>
                </a:moveTo>
                <a:lnTo>
                  <a:pt x="1609344" y="566928"/>
                </a:lnTo>
                <a:lnTo>
                  <a:pt x="1546860" y="611124"/>
                </a:lnTo>
                <a:lnTo>
                  <a:pt x="1557528" y="626364"/>
                </a:lnTo>
                <a:lnTo>
                  <a:pt x="1620024" y="583692"/>
                </a:lnTo>
                <a:close/>
              </a:path>
              <a:path w="2458720" h="1671954">
                <a:moveTo>
                  <a:pt x="1731264" y="509016"/>
                </a:moveTo>
                <a:lnTo>
                  <a:pt x="1720596" y="492252"/>
                </a:lnTo>
                <a:lnTo>
                  <a:pt x="1656588" y="534924"/>
                </a:lnTo>
                <a:lnTo>
                  <a:pt x="1667256" y="551688"/>
                </a:lnTo>
                <a:lnTo>
                  <a:pt x="1731264" y="509016"/>
                </a:lnTo>
                <a:close/>
              </a:path>
              <a:path w="2458720" h="1671954">
                <a:moveTo>
                  <a:pt x="1840992" y="434340"/>
                </a:moveTo>
                <a:lnTo>
                  <a:pt x="1830324" y="417576"/>
                </a:lnTo>
                <a:lnTo>
                  <a:pt x="1767840" y="460248"/>
                </a:lnTo>
                <a:lnTo>
                  <a:pt x="1778520" y="477012"/>
                </a:lnTo>
                <a:lnTo>
                  <a:pt x="1840992" y="434340"/>
                </a:lnTo>
                <a:close/>
              </a:path>
              <a:path w="2458720" h="1671954">
                <a:moveTo>
                  <a:pt x="1914156" y="1659623"/>
                </a:moveTo>
                <a:lnTo>
                  <a:pt x="41160" y="1659623"/>
                </a:lnTo>
                <a:lnTo>
                  <a:pt x="41160" y="1668780"/>
                </a:lnTo>
                <a:lnTo>
                  <a:pt x="1914156" y="1668780"/>
                </a:lnTo>
                <a:lnTo>
                  <a:pt x="1914156" y="1659623"/>
                </a:lnTo>
                <a:close/>
              </a:path>
              <a:path w="2458720" h="1671954">
                <a:moveTo>
                  <a:pt x="1952244" y="359664"/>
                </a:moveTo>
                <a:lnTo>
                  <a:pt x="1941576" y="342900"/>
                </a:lnTo>
                <a:lnTo>
                  <a:pt x="1877568" y="385572"/>
                </a:lnTo>
                <a:lnTo>
                  <a:pt x="1888236" y="402336"/>
                </a:lnTo>
                <a:lnTo>
                  <a:pt x="1952244" y="359664"/>
                </a:lnTo>
                <a:close/>
              </a:path>
              <a:path w="2458720" h="1671954">
                <a:moveTo>
                  <a:pt x="2061972" y="284988"/>
                </a:moveTo>
                <a:lnTo>
                  <a:pt x="2051316" y="268224"/>
                </a:lnTo>
                <a:lnTo>
                  <a:pt x="1988820" y="310896"/>
                </a:lnTo>
                <a:lnTo>
                  <a:pt x="1999488" y="327660"/>
                </a:lnTo>
                <a:lnTo>
                  <a:pt x="2061972" y="284988"/>
                </a:lnTo>
                <a:close/>
              </a:path>
              <a:path w="2458720" h="1671954">
                <a:moveTo>
                  <a:pt x="2173224" y="210312"/>
                </a:moveTo>
                <a:lnTo>
                  <a:pt x="2162556" y="193548"/>
                </a:lnTo>
                <a:lnTo>
                  <a:pt x="2098548" y="236220"/>
                </a:lnTo>
                <a:lnTo>
                  <a:pt x="2109228" y="252984"/>
                </a:lnTo>
                <a:lnTo>
                  <a:pt x="2173224" y="210312"/>
                </a:lnTo>
                <a:close/>
              </a:path>
              <a:path w="2458720" h="1671954">
                <a:moveTo>
                  <a:pt x="2282952" y="135636"/>
                </a:moveTo>
                <a:lnTo>
                  <a:pt x="2272284" y="118872"/>
                </a:lnTo>
                <a:lnTo>
                  <a:pt x="2209812" y="161544"/>
                </a:lnTo>
                <a:lnTo>
                  <a:pt x="2220468" y="178308"/>
                </a:lnTo>
                <a:lnTo>
                  <a:pt x="2282952" y="135636"/>
                </a:lnTo>
                <a:close/>
              </a:path>
              <a:path w="2458720" h="1671954">
                <a:moveTo>
                  <a:pt x="2394216" y="60960"/>
                </a:moveTo>
                <a:lnTo>
                  <a:pt x="2383536" y="44196"/>
                </a:lnTo>
                <a:lnTo>
                  <a:pt x="2319528" y="86868"/>
                </a:lnTo>
                <a:lnTo>
                  <a:pt x="2330208" y="103632"/>
                </a:lnTo>
                <a:lnTo>
                  <a:pt x="2394216" y="60960"/>
                </a:lnTo>
                <a:close/>
              </a:path>
              <a:path w="2458720" h="1671954">
                <a:moveTo>
                  <a:pt x="2458212" y="16764"/>
                </a:moveTo>
                <a:lnTo>
                  <a:pt x="2447544" y="0"/>
                </a:lnTo>
                <a:lnTo>
                  <a:pt x="2430780" y="12192"/>
                </a:lnTo>
                <a:lnTo>
                  <a:pt x="2441448" y="28956"/>
                </a:lnTo>
                <a:lnTo>
                  <a:pt x="2458212" y="167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726184" y="6179253"/>
            <a:ext cx="2095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3333CC"/>
                </a:solidFill>
                <a:latin typeface="Microsoft Sans Serif"/>
                <a:cs typeface="Microsoft Sans Serif"/>
              </a:rPr>
              <a:t>R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911595" y="4600955"/>
            <a:ext cx="3508375" cy="1597660"/>
            <a:chOff x="5911595" y="4600955"/>
            <a:chExt cx="3508375" cy="1597660"/>
          </a:xfrm>
        </p:grpSpPr>
        <p:sp>
          <p:nvSpPr>
            <p:cNvPr id="24" name="object 24"/>
            <p:cNvSpPr/>
            <p:nvPr/>
          </p:nvSpPr>
          <p:spPr>
            <a:xfrm>
              <a:off x="7824216" y="4924044"/>
              <a:ext cx="1595755" cy="1094740"/>
            </a:xfrm>
            <a:custGeom>
              <a:avLst/>
              <a:gdLst/>
              <a:ahLst/>
              <a:cxnLst/>
              <a:rect l="l" t="t" r="r" b="b"/>
              <a:pathLst>
                <a:path w="1595754" h="1094739">
                  <a:moveTo>
                    <a:pt x="10668" y="1094232"/>
                  </a:moveTo>
                  <a:lnTo>
                    <a:pt x="0" y="1078992"/>
                  </a:lnTo>
                  <a:lnTo>
                    <a:pt x="62484" y="1036320"/>
                  </a:lnTo>
                  <a:lnTo>
                    <a:pt x="74676" y="1051560"/>
                  </a:lnTo>
                  <a:lnTo>
                    <a:pt x="10668" y="1094232"/>
                  </a:lnTo>
                  <a:close/>
                </a:path>
                <a:path w="1595754" h="1094739">
                  <a:moveTo>
                    <a:pt x="121920" y="1019556"/>
                  </a:moveTo>
                  <a:lnTo>
                    <a:pt x="109728" y="1004316"/>
                  </a:lnTo>
                  <a:lnTo>
                    <a:pt x="173736" y="960120"/>
                  </a:lnTo>
                  <a:lnTo>
                    <a:pt x="184404" y="976884"/>
                  </a:lnTo>
                  <a:lnTo>
                    <a:pt x="121920" y="1019556"/>
                  </a:lnTo>
                  <a:close/>
                </a:path>
                <a:path w="1595754" h="1094739">
                  <a:moveTo>
                    <a:pt x="231648" y="944879"/>
                  </a:moveTo>
                  <a:lnTo>
                    <a:pt x="220980" y="928115"/>
                  </a:lnTo>
                  <a:lnTo>
                    <a:pt x="283463" y="885443"/>
                  </a:lnTo>
                  <a:lnTo>
                    <a:pt x="294132" y="900683"/>
                  </a:lnTo>
                  <a:lnTo>
                    <a:pt x="231648" y="944879"/>
                  </a:lnTo>
                  <a:close/>
                </a:path>
                <a:path w="1595754" h="1094739">
                  <a:moveTo>
                    <a:pt x="341376" y="868679"/>
                  </a:moveTo>
                  <a:lnTo>
                    <a:pt x="330707" y="853439"/>
                  </a:lnTo>
                  <a:lnTo>
                    <a:pt x="393192" y="810767"/>
                  </a:lnTo>
                  <a:lnTo>
                    <a:pt x="403860" y="826007"/>
                  </a:lnTo>
                  <a:lnTo>
                    <a:pt x="341376" y="868679"/>
                  </a:lnTo>
                  <a:close/>
                </a:path>
                <a:path w="1595754" h="1094739">
                  <a:moveTo>
                    <a:pt x="451104" y="794003"/>
                  </a:moveTo>
                  <a:lnTo>
                    <a:pt x="440436" y="778764"/>
                  </a:lnTo>
                  <a:lnTo>
                    <a:pt x="504444" y="736092"/>
                  </a:lnTo>
                  <a:lnTo>
                    <a:pt x="515112" y="751331"/>
                  </a:lnTo>
                  <a:lnTo>
                    <a:pt x="451104" y="794003"/>
                  </a:lnTo>
                  <a:close/>
                </a:path>
                <a:path w="1595754" h="1094739">
                  <a:moveTo>
                    <a:pt x="562355" y="719327"/>
                  </a:moveTo>
                  <a:lnTo>
                    <a:pt x="551688" y="702564"/>
                  </a:lnTo>
                  <a:lnTo>
                    <a:pt x="614172" y="659892"/>
                  </a:lnTo>
                  <a:lnTo>
                    <a:pt x="624840" y="676655"/>
                  </a:lnTo>
                  <a:lnTo>
                    <a:pt x="562355" y="719327"/>
                  </a:lnTo>
                  <a:close/>
                </a:path>
                <a:path w="1595754" h="1094739">
                  <a:moveTo>
                    <a:pt x="672084" y="644651"/>
                  </a:moveTo>
                  <a:lnTo>
                    <a:pt x="661416" y="627887"/>
                  </a:lnTo>
                  <a:lnTo>
                    <a:pt x="723899" y="585215"/>
                  </a:lnTo>
                  <a:lnTo>
                    <a:pt x="734568" y="600455"/>
                  </a:lnTo>
                  <a:lnTo>
                    <a:pt x="672084" y="644651"/>
                  </a:lnTo>
                  <a:close/>
                </a:path>
                <a:path w="1595754" h="1094739">
                  <a:moveTo>
                    <a:pt x="781812" y="568451"/>
                  </a:moveTo>
                  <a:lnTo>
                    <a:pt x="771143" y="553211"/>
                  </a:lnTo>
                  <a:lnTo>
                    <a:pt x="835152" y="510539"/>
                  </a:lnTo>
                  <a:lnTo>
                    <a:pt x="845820" y="525779"/>
                  </a:lnTo>
                  <a:lnTo>
                    <a:pt x="781812" y="568451"/>
                  </a:lnTo>
                  <a:close/>
                </a:path>
                <a:path w="1595754" h="1094739">
                  <a:moveTo>
                    <a:pt x="893064" y="493775"/>
                  </a:moveTo>
                  <a:lnTo>
                    <a:pt x="882395" y="478535"/>
                  </a:lnTo>
                  <a:lnTo>
                    <a:pt x="944880" y="435863"/>
                  </a:lnTo>
                  <a:lnTo>
                    <a:pt x="955547" y="451104"/>
                  </a:lnTo>
                  <a:lnTo>
                    <a:pt x="893064" y="493775"/>
                  </a:lnTo>
                  <a:close/>
                </a:path>
                <a:path w="1595754" h="1094739">
                  <a:moveTo>
                    <a:pt x="1002792" y="419100"/>
                  </a:moveTo>
                  <a:lnTo>
                    <a:pt x="992124" y="402335"/>
                  </a:lnTo>
                  <a:lnTo>
                    <a:pt x="1054608" y="359663"/>
                  </a:lnTo>
                  <a:lnTo>
                    <a:pt x="1065276" y="376427"/>
                  </a:lnTo>
                  <a:lnTo>
                    <a:pt x="1002792" y="419100"/>
                  </a:lnTo>
                  <a:close/>
                </a:path>
                <a:path w="1595754" h="1094739">
                  <a:moveTo>
                    <a:pt x="1112520" y="342900"/>
                  </a:moveTo>
                  <a:lnTo>
                    <a:pt x="1101852" y="327659"/>
                  </a:lnTo>
                  <a:lnTo>
                    <a:pt x="1165860" y="284987"/>
                  </a:lnTo>
                  <a:lnTo>
                    <a:pt x="1176528" y="300227"/>
                  </a:lnTo>
                  <a:lnTo>
                    <a:pt x="1112520" y="342900"/>
                  </a:lnTo>
                  <a:close/>
                </a:path>
                <a:path w="1595754" h="1094739">
                  <a:moveTo>
                    <a:pt x="1223772" y="268223"/>
                  </a:moveTo>
                  <a:lnTo>
                    <a:pt x="1213104" y="252983"/>
                  </a:lnTo>
                  <a:lnTo>
                    <a:pt x="1275588" y="210311"/>
                  </a:lnTo>
                  <a:lnTo>
                    <a:pt x="1286256" y="225552"/>
                  </a:lnTo>
                  <a:lnTo>
                    <a:pt x="1223772" y="268223"/>
                  </a:lnTo>
                  <a:close/>
                </a:path>
                <a:path w="1595754" h="1094739">
                  <a:moveTo>
                    <a:pt x="1333500" y="193547"/>
                  </a:moveTo>
                  <a:lnTo>
                    <a:pt x="1322831" y="178307"/>
                  </a:lnTo>
                  <a:lnTo>
                    <a:pt x="1385316" y="134111"/>
                  </a:lnTo>
                  <a:lnTo>
                    <a:pt x="1395984" y="150875"/>
                  </a:lnTo>
                  <a:lnTo>
                    <a:pt x="1333500" y="193547"/>
                  </a:lnTo>
                  <a:close/>
                </a:path>
                <a:path w="1595754" h="1094739">
                  <a:moveTo>
                    <a:pt x="1443227" y="118871"/>
                  </a:moveTo>
                  <a:lnTo>
                    <a:pt x="1432560" y="102107"/>
                  </a:lnTo>
                  <a:lnTo>
                    <a:pt x="1496568" y="59435"/>
                  </a:lnTo>
                  <a:lnTo>
                    <a:pt x="1507235" y="76200"/>
                  </a:lnTo>
                  <a:lnTo>
                    <a:pt x="1443227" y="118871"/>
                  </a:lnTo>
                  <a:close/>
                </a:path>
                <a:path w="1595754" h="1094739">
                  <a:moveTo>
                    <a:pt x="1554480" y="42671"/>
                  </a:moveTo>
                  <a:lnTo>
                    <a:pt x="1543812" y="27431"/>
                  </a:lnTo>
                  <a:lnTo>
                    <a:pt x="1584960" y="0"/>
                  </a:lnTo>
                  <a:lnTo>
                    <a:pt x="1595627" y="15239"/>
                  </a:lnTo>
                  <a:lnTo>
                    <a:pt x="1554480" y="426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060692" y="4994147"/>
              <a:ext cx="923925" cy="1203960"/>
            </a:xfrm>
            <a:custGeom>
              <a:avLst/>
              <a:gdLst/>
              <a:ahLst/>
              <a:cxnLst/>
              <a:rect l="l" t="t" r="r" b="b"/>
              <a:pathLst>
                <a:path w="923925" h="1203960">
                  <a:moveTo>
                    <a:pt x="900683" y="1203959"/>
                  </a:moveTo>
                  <a:lnTo>
                    <a:pt x="0" y="16764"/>
                  </a:lnTo>
                  <a:lnTo>
                    <a:pt x="22859" y="0"/>
                  </a:lnTo>
                  <a:lnTo>
                    <a:pt x="923543" y="1187196"/>
                  </a:lnTo>
                  <a:lnTo>
                    <a:pt x="900683" y="1203959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911583" y="4600955"/>
              <a:ext cx="20320" cy="1409700"/>
            </a:xfrm>
            <a:custGeom>
              <a:avLst/>
              <a:gdLst/>
              <a:ahLst/>
              <a:cxnLst/>
              <a:rect l="l" t="t" r="r" b="b"/>
              <a:pathLst>
                <a:path w="20320" h="1409700">
                  <a:moveTo>
                    <a:pt x="19812" y="1333500"/>
                  </a:moveTo>
                  <a:lnTo>
                    <a:pt x="0" y="1333500"/>
                  </a:lnTo>
                  <a:lnTo>
                    <a:pt x="0" y="1409700"/>
                  </a:lnTo>
                  <a:lnTo>
                    <a:pt x="19812" y="1409700"/>
                  </a:lnTo>
                  <a:lnTo>
                    <a:pt x="19812" y="1333500"/>
                  </a:lnTo>
                  <a:close/>
                </a:path>
                <a:path w="20320" h="1409700">
                  <a:moveTo>
                    <a:pt x="19812" y="1200912"/>
                  </a:moveTo>
                  <a:lnTo>
                    <a:pt x="0" y="1200912"/>
                  </a:lnTo>
                  <a:lnTo>
                    <a:pt x="0" y="1277112"/>
                  </a:lnTo>
                  <a:lnTo>
                    <a:pt x="19812" y="1277112"/>
                  </a:lnTo>
                  <a:lnTo>
                    <a:pt x="19812" y="1200912"/>
                  </a:lnTo>
                  <a:close/>
                </a:path>
                <a:path w="20320" h="1409700">
                  <a:moveTo>
                    <a:pt x="19812" y="1066800"/>
                  </a:moveTo>
                  <a:lnTo>
                    <a:pt x="0" y="1066800"/>
                  </a:lnTo>
                  <a:lnTo>
                    <a:pt x="0" y="1143000"/>
                  </a:lnTo>
                  <a:lnTo>
                    <a:pt x="19812" y="1143000"/>
                  </a:lnTo>
                  <a:lnTo>
                    <a:pt x="19812" y="1066800"/>
                  </a:lnTo>
                  <a:close/>
                </a:path>
                <a:path w="20320" h="1409700">
                  <a:moveTo>
                    <a:pt x="19812" y="934212"/>
                  </a:moveTo>
                  <a:lnTo>
                    <a:pt x="0" y="934212"/>
                  </a:lnTo>
                  <a:lnTo>
                    <a:pt x="0" y="1010412"/>
                  </a:lnTo>
                  <a:lnTo>
                    <a:pt x="19812" y="1010412"/>
                  </a:lnTo>
                  <a:lnTo>
                    <a:pt x="19812" y="934212"/>
                  </a:lnTo>
                  <a:close/>
                </a:path>
                <a:path w="20320" h="1409700">
                  <a:moveTo>
                    <a:pt x="19812" y="800100"/>
                  </a:moveTo>
                  <a:lnTo>
                    <a:pt x="0" y="800100"/>
                  </a:lnTo>
                  <a:lnTo>
                    <a:pt x="0" y="876300"/>
                  </a:lnTo>
                  <a:lnTo>
                    <a:pt x="19812" y="876300"/>
                  </a:lnTo>
                  <a:lnTo>
                    <a:pt x="19812" y="800100"/>
                  </a:lnTo>
                  <a:close/>
                </a:path>
                <a:path w="20320" h="1409700">
                  <a:moveTo>
                    <a:pt x="19812" y="667512"/>
                  </a:moveTo>
                  <a:lnTo>
                    <a:pt x="0" y="667512"/>
                  </a:lnTo>
                  <a:lnTo>
                    <a:pt x="0" y="743712"/>
                  </a:lnTo>
                  <a:lnTo>
                    <a:pt x="19812" y="743712"/>
                  </a:lnTo>
                  <a:lnTo>
                    <a:pt x="19812" y="667512"/>
                  </a:lnTo>
                  <a:close/>
                </a:path>
                <a:path w="20320" h="1409700">
                  <a:moveTo>
                    <a:pt x="19812" y="533400"/>
                  </a:moveTo>
                  <a:lnTo>
                    <a:pt x="0" y="533400"/>
                  </a:lnTo>
                  <a:lnTo>
                    <a:pt x="0" y="609600"/>
                  </a:lnTo>
                  <a:lnTo>
                    <a:pt x="19812" y="609600"/>
                  </a:lnTo>
                  <a:lnTo>
                    <a:pt x="19812" y="533400"/>
                  </a:lnTo>
                  <a:close/>
                </a:path>
                <a:path w="20320" h="1409700">
                  <a:moveTo>
                    <a:pt x="19812" y="400812"/>
                  </a:moveTo>
                  <a:lnTo>
                    <a:pt x="0" y="400812"/>
                  </a:lnTo>
                  <a:lnTo>
                    <a:pt x="0" y="477012"/>
                  </a:lnTo>
                  <a:lnTo>
                    <a:pt x="19812" y="477012"/>
                  </a:lnTo>
                  <a:lnTo>
                    <a:pt x="19812" y="400812"/>
                  </a:lnTo>
                  <a:close/>
                </a:path>
                <a:path w="20320" h="1409700">
                  <a:moveTo>
                    <a:pt x="19812" y="266700"/>
                  </a:moveTo>
                  <a:lnTo>
                    <a:pt x="0" y="266700"/>
                  </a:lnTo>
                  <a:lnTo>
                    <a:pt x="0" y="342900"/>
                  </a:lnTo>
                  <a:lnTo>
                    <a:pt x="19812" y="342900"/>
                  </a:lnTo>
                  <a:lnTo>
                    <a:pt x="19812" y="266700"/>
                  </a:lnTo>
                  <a:close/>
                </a:path>
                <a:path w="20320" h="1409700">
                  <a:moveTo>
                    <a:pt x="19812" y="134112"/>
                  </a:moveTo>
                  <a:lnTo>
                    <a:pt x="0" y="134112"/>
                  </a:lnTo>
                  <a:lnTo>
                    <a:pt x="0" y="210312"/>
                  </a:lnTo>
                  <a:lnTo>
                    <a:pt x="19812" y="210312"/>
                  </a:lnTo>
                  <a:lnTo>
                    <a:pt x="19812" y="134112"/>
                  </a:lnTo>
                  <a:close/>
                </a:path>
                <a:path w="20320" h="1409700">
                  <a:moveTo>
                    <a:pt x="19812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19812" y="76200"/>
                  </a:lnTo>
                  <a:lnTo>
                    <a:pt x="198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962896" y="5496505"/>
            <a:ext cx="1581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3333CC"/>
                </a:solidFill>
                <a:latin typeface="Cambria"/>
                <a:cs typeface="Cambria"/>
              </a:rPr>
              <a:t>q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922264" y="5215128"/>
            <a:ext cx="1780539" cy="795655"/>
            <a:chOff x="5922264" y="5215128"/>
            <a:chExt cx="1780539" cy="795655"/>
          </a:xfrm>
        </p:grpSpPr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22264" y="5792723"/>
              <a:ext cx="185927" cy="100583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09332" y="5833871"/>
              <a:ext cx="92964" cy="176783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68312" y="5215128"/>
              <a:ext cx="187451" cy="115823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6791911" y="6072628"/>
            <a:ext cx="2095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3333CC"/>
                </a:solidFill>
                <a:latin typeface="Microsoft Sans Serif"/>
                <a:cs typeface="Microsoft Sans Serif"/>
              </a:rPr>
              <a:t>D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389645" y="5278657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latin typeface="Microsoft Sans Serif"/>
                <a:cs typeface="Microsoft Sans Serif"/>
              </a:rPr>
              <a:t>d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7181088" y="4488180"/>
            <a:ext cx="1772920" cy="1522730"/>
            <a:chOff x="7181088" y="4488180"/>
            <a:chExt cx="1772920" cy="1522730"/>
          </a:xfrm>
        </p:grpSpPr>
        <p:sp>
          <p:nvSpPr>
            <p:cNvPr id="35" name="object 35"/>
            <p:cNvSpPr/>
            <p:nvPr/>
          </p:nvSpPr>
          <p:spPr>
            <a:xfrm>
              <a:off x="7350251" y="4777740"/>
              <a:ext cx="922019" cy="1205865"/>
            </a:xfrm>
            <a:custGeom>
              <a:avLst/>
              <a:gdLst/>
              <a:ahLst/>
              <a:cxnLst/>
              <a:rect l="l" t="t" r="r" b="b"/>
              <a:pathLst>
                <a:path w="922020" h="1205864">
                  <a:moveTo>
                    <a:pt x="900683" y="1205483"/>
                  </a:moveTo>
                  <a:lnTo>
                    <a:pt x="0" y="18287"/>
                  </a:lnTo>
                  <a:lnTo>
                    <a:pt x="22860" y="0"/>
                  </a:lnTo>
                  <a:lnTo>
                    <a:pt x="922019" y="1187195"/>
                  </a:lnTo>
                  <a:lnTo>
                    <a:pt x="900683" y="1205483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181088" y="4488192"/>
              <a:ext cx="1772920" cy="1522730"/>
            </a:xfrm>
            <a:custGeom>
              <a:avLst/>
              <a:gdLst/>
              <a:ahLst/>
              <a:cxnLst/>
              <a:rect l="l" t="t" r="r" b="b"/>
              <a:pathLst>
                <a:path w="1772920" h="1522729">
                  <a:moveTo>
                    <a:pt x="979932" y="22860"/>
                  </a:moveTo>
                  <a:lnTo>
                    <a:pt x="964692" y="0"/>
                  </a:lnTo>
                  <a:lnTo>
                    <a:pt x="59651" y="601421"/>
                  </a:lnTo>
                  <a:lnTo>
                    <a:pt x="79248" y="560832"/>
                  </a:lnTo>
                  <a:lnTo>
                    <a:pt x="82296" y="553212"/>
                  </a:lnTo>
                  <a:lnTo>
                    <a:pt x="80772" y="544068"/>
                  </a:lnTo>
                  <a:lnTo>
                    <a:pt x="65532" y="537972"/>
                  </a:lnTo>
                  <a:lnTo>
                    <a:pt x="57912" y="541020"/>
                  </a:lnTo>
                  <a:lnTo>
                    <a:pt x="53340" y="547116"/>
                  </a:lnTo>
                  <a:lnTo>
                    <a:pt x="0" y="658368"/>
                  </a:lnTo>
                  <a:lnTo>
                    <a:pt x="61722" y="655320"/>
                  </a:lnTo>
                  <a:lnTo>
                    <a:pt x="123444" y="652272"/>
                  </a:lnTo>
                  <a:lnTo>
                    <a:pt x="131064" y="650748"/>
                  </a:lnTo>
                  <a:lnTo>
                    <a:pt x="137160" y="644652"/>
                  </a:lnTo>
                  <a:lnTo>
                    <a:pt x="135636" y="637032"/>
                  </a:lnTo>
                  <a:lnTo>
                    <a:pt x="135636" y="627888"/>
                  </a:lnTo>
                  <a:lnTo>
                    <a:pt x="129540" y="623316"/>
                  </a:lnTo>
                  <a:lnTo>
                    <a:pt x="121920" y="623316"/>
                  </a:lnTo>
                  <a:lnTo>
                    <a:pt x="74104" y="626249"/>
                  </a:lnTo>
                  <a:lnTo>
                    <a:pt x="979932" y="22860"/>
                  </a:lnTo>
                  <a:close/>
                </a:path>
                <a:path w="1772920" h="1522729">
                  <a:moveTo>
                    <a:pt x="1772412" y="778764"/>
                  </a:moveTo>
                  <a:lnTo>
                    <a:pt x="1757172" y="754380"/>
                  </a:lnTo>
                  <a:lnTo>
                    <a:pt x="706094" y="1465821"/>
                  </a:lnTo>
                  <a:lnTo>
                    <a:pt x="726948" y="1423416"/>
                  </a:lnTo>
                  <a:lnTo>
                    <a:pt x="729996" y="1415796"/>
                  </a:lnTo>
                  <a:lnTo>
                    <a:pt x="726948" y="1408176"/>
                  </a:lnTo>
                  <a:lnTo>
                    <a:pt x="719328" y="1403604"/>
                  </a:lnTo>
                  <a:lnTo>
                    <a:pt x="713232" y="1400556"/>
                  </a:lnTo>
                  <a:lnTo>
                    <a:pt x="704088" y="1403604"/>
                  </a:lnTo>
                  <a:lnTo>
                    <a:pt x="701040" y="1411224"/>
                  </a:lnTo>
                  <a:lnTo>
                    <a:pt x="647700" y="1522476"/>
                  </a:lnTo>
                  <a:lnTo>
                    <a:pt x="721753" y="1517904"/>
                  </a:lnTo>
                  <a:lnTo>
                    <a:pt x="771144" y="1514856"/>
                  </a:lnTo>
                  <a:lnTo>
                    <a:pt x="778764" y="1513332"/>
                  </a:lnTo>
                  <a:lnTo>
                    <a:pt x="784860" y="1507236"/>
                  </a:lnTo>
                  <a:lnTo>
                    <a:pt x="783336" y="1499616"/>
                  </a:lnTo>
                  <a:lnTo>
                    <a:pt x="783336" y="1491996"/>
                  </a:lnTo>
                  <a:lnTo>
                    <a:pt x="777240" y="1485900"/>
                  </a:lnTo>
                  <a:lnTo>
                    <a:pt x="768096" y="1485900"/>
                  </a:lnTo>
                  <a:lnTo>
                    <a:pt x="721283" y="1488770"/>
                  </a:lnTo>
                  <a:lnTo>
                    <a:pt x="1772412" y="77876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7008341" y="4454141"/>
            <a:ext cx="7937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Microsoft Sans Serif"/>
                <a:cs typeface="Microsoft Sans Serif"/>
              </a:rPr>
              <a:t>Wavefronts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974818" y="4971002"/>
            <a:ext cx="197485" cy="0"/>
          </a:xfrm>
          <a:custGeom>
            <a:avLst/>
            <a:gdLst/>
            <a:ahLst/>
            <a:cxnLst/>
            <a:rect l="l" t="t" r="r" b="b"/>
            <a:pathLst>
              <a:path w="197485">
                <a:moveTo>
                  <a:pt x="0" y="0"/>
                </a:moveTo>
                <a:lnTo>
                  <a:pt x="196881" y="0"/>
                </a:lnTo>
              </a:path>
            </a:pathLst>
          </a:custGeom>
          <a:ln w="152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1321308" y="4729803"/>
            <a:ext cx="8801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"/>
                <a:cs typeface="Cambria"/>
              </a:rPr>
              <a:t>∆</a:t>
            </a:r>
            <a:r>
              <a:rPr sz="2400" dirty="0">
                <a:latin typeface="Microsoft Sans Serif"/>
                <a:cs typeface="Microsoft Sans Serif"/>
              </a:rPr>
              <a:t>t</a:t>
            </a:r>
            <a:r>
              <a:rPr sz="2400" spc="6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Cambria"/>
                <a:cs typeface="Cambria"/>
              </a:rPr>
              <a:t>=</a:t>
            </a:r>
            <a:r>
              <a:rPr sz="2400" spc="320" dirty="0">
                <a:latin typeface="Cambria"/>
                <a:cs typeface="Cambria"/>
              </a:rPr>
              <a:t> </a:t>
            </a:r>
            <a:r>
              <a:rPr sz="3600" spc="-75" baseline="34722" dirty="0">
                <a:latin typeface="Microsoft Sans Serif"/>
                <a:cs typeface="Microsoft Sans Serif"/>
              </a:rPr>
              <a:t>d</a:t>
            </a:r>
            <a:endParaRPr sz="3600" baseline="34722">
              <a:latin typeface="Microsoft Sans Serif"/>
              <a:cs typeface="Microsoft Sans Serif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2622423" y="4966430"/>
            <a:ext cx="846455" cy="0"/>
          </a:xfrm>
          <a:custGeom>
            <a:avLst/>
            <a:gdLst/>
            <a:ahLst/>
            <a:cxnLst/>
            <a:rect l="l" t="t" r="r" b="b"/>
            <a:pathLst>
              <a:path w="846454">
                <a:moveTo>
                  <a:pt x="0" y="0"/>
                </a:moveTo>
                <a:lnTo>
                  <a:pt x="846391" y="0"/>
                </a:lnTo>
              </a:path>
            </a:pathLst>
          </a:custGeom>
          <a:ln w="152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1980692" y="4967547"/>
            <a:ext cx="11506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4885" algn="l"/>
              </a:tabLst>
            </a:pPr>
            <a:r>
              <a:rPr sz="2400" spc="-50" dirty="0">
                <a:latin typeface="Microsoft Sans Serif"/>
                <a:cs typeface="Microsoft Sans Serif"/>
              </a:rPr>
              <a:t>v</a:t>
            </a:r>
            <a:r>
              <a:rPr sz="2400" dirty="0">
                <a:latin typeface="Microsoft Sans Serif"/>
                <a:cs typeface="Microsoft Sans Serif"/>
              </a:rPr>
              <a:t>	</a:t>
            </a:r>
            <a:r>
              <a:rPr sz="3600" spc="-75" baseline="1157" dirty="0">
                <a:latin typeface="Microsoft Sans Serif"/>
                <a:cs typeface="Microsoft Sans Serif"/>
              </a:rPr>
              <a:t>v</a:t>
            </a:r>
            <a:endParaRPr sz="3600" baseline="1157">
              <a:latin typeface="Microsoft Sans Serif"/>
              <a:cs typeface="Microsoft Sans Serif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330195" y="4533207"/>
            <a:ext cx="11684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baseline="-34722" dirty="0">
                <a:latin typeface="Cambria"/>
                <a:cs typeface="Cambria"/>
              </a:rPr>
              <a:t>=</a:t>
            </a:r>
            <a:r>
              <a:rPr sz="3600" spc="209" baseline="-34722" dirty="0">
                <a:latin typeface="Cambria"/>
                <a:cs typeface="Cambria"/>
              </a:rPr>
              <a:t> </a:t>
            </a:r>
            <a:r>
              <a:rPr sz="2400" spc="60" dirty="0">
                <a:latin typeface="Microsoft Sans Serif"/>
                <a:cs typeface="Microsoft Sans Serif"/>
              </a:rPr>
              <a:t>Dsin</a:t>
            </a:r>
            <a:r>
              <a:rPr sz="2400" spc="60" dirty="0">
                <a:latin typeface="Cambria"/>
                <a:cs typeface="Cambria"/>
              </a:rPr>
              <a:t>q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363247" y="2831129"/>
            <a:ext cx="421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solidFill>
                  <a:srgbClr val="009900"/>
                </a:solidFill>
                <a:latin typeface="Microsoft Sans Serif"/>
                <a:cs typeface="Microsoft Sans Serif"/>
              </a:rPr>
              <a:t>Ear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209510" y="5629103"/>
            <a:ext cx="392430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From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time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delay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Cambria"/>
                <a:cs typeface="Cambria"/>
              </a:rPr>
              <a:t>∆</a:t>
            </a:r>
            <a:r>
              <a:rPr sz="2000" dirty="0">
                <a:latin typeface="Microsoft Sans Serif"/>
                <a:cs typeface="Microsoft Sans Serif"/>
              </a:rPr>
              <a:t>t,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your</a:t>
            </a:r>
            <a:r>
              <a:rPr sz="2000" spc="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brain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will</a:t>
            </a:r>
            <a:r>
              <a:rPr sz="2000" spc="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find</a:t>
            </a:r>
            <a:r>
              <a:rPr sz="2000" spc="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the direction</a:t>
            </a:r>
            <a:r>
              <a:rPr sz="2000" spc="-2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of</a:t>
            </a:r>
            <a:r>
              <a:rPr sz="2000" spc="-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the</a:t>
            </a:r>
            <a:r>
              <a:rPr sz="2000" spc="-2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source.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pc="-10" dirty="0"/>
              <a:t>17-</a:t>
            </a:r>
            <a:r>
              <a:rPr dirty="0"/>
              <a:t>2</a:t>
            </a:r>
            <a:r>
              <a:rPr spc="-30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Speed</a:t>
            </a:r>
            <a:r>
              <a:rPr spc="-1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0" dirty="0"/>
              <a:t>Sound </a:t>
            </a:r>
            <a:r>
              <a:rPr dirty="0">
                <a:solidFill>
                  <a:srgbClr val="E10000"/>
                </a:solidFill>
              </a:rPr>
              <a:t>Example</a:t>
            </a:r>
            <a:r>
              <a:rPr spc="-60" dirty="0">
                <a:solidFill>
                  <a:srgbClr val="E10000"/>
                </a:solidFill>
              </a:rPr>
              <a:t> </a:t>
            </a:r>
            <a:r>
              <a:rPr spc="-50" dirty="0">
                <a:solidFill>
                  <a:srgbClr val="E10000"/>
                </a:solidFill>
              </a:rPr>
              <a:t>1</a:t>
            </a:r>
          </a:p>
        </p:txBody>
      </p:sp>
      <p:sp>
        <p:nvSpPr>
          <p:cNvPr id="46" name="object 46"/>
          <p:cNvSpPr/>
          <p:nvPr/>
        </p:nvSpPr>
        <p:spPr>
          <a:xfrm>
            <a:off x="792479" y="370331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2852" y="6819900"/>
                </a:moveTo>
                <a:lnTo>
                  <a:pt x="3048" y="6819900"/>
                </a:lnTo>
                <a:lnTo>
                  <a:pt x="0" y="6816851"/>
                </a:lnTo>
                <a:lnTo>
                  <a:pt x="0" y="3048"/>
                </a:lnTo>
                <a:lnTo>
                  <a:pt x="3048" y="0"/>
                </a:lnTo>
                <a:lnTo>
                  <a:pt x="9102852" y="0"/>
                </a:lnTo>
                <a:lnTo>
                  <a:pt x="9105900" y="3048"/>
                </a:lnTo>
                <a:lnTo>
                  <a:pt x="9105900" y="6096"/>
                </a:ln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lnTo>
                  <a:pt x="12192" y="6807708"/>
                </a:lnTo>
                <a:lnTo>
                  <a:pt x="6096" y="6807708"/>
                </a:lnTo>
                <a:lnTo>
                  <a:pt x="12192" y="6813803"/>
                </a:lnTo>
                <a:lnTo>
                  <a:pt x="9105900" y="6813803"/>
                </a:lnTo>
                <a:lnTo>
                  <a:pt x="9105900" y="6816851"/>
                </a:lnTo>
                <a:lnTo>
                  <a:pt x="9102852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close/>
              </a:path>
              <a:path w="9105900" h="6819900">
                <a:moveTo>
                  <a:pt x="9093707" y="12192"/>
                </a:moveTo>
                <a:lnTo>
                  <a:pt x="12192" y="12192"/>
                </a:lnTo>
                <a:lnTo>
                  <a:pt x="12192" y="6096"/>
                </a:lnTo>
                <a:lnTo>
                  <a:pt x="9093707" y="6096"/>
                </a:lnTo>
                <a:lnTo>
                  <a:pt x="9093707" y="12192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9093707" y="6096"/>
                </a:lnTo>
                <a:lnTo>
                  <a:pt x="9099804" y="12192"/>
                </a:lnTo>
                <a:lnTo>
                  <a:pt x="9105900" y="12192"/>
                </a:lnTo>
                <a:lnTo>
                  <a:pt x="9105900" y="6807708"/>
                </a:lnTo>
                <a:lnTo>
                  <a:pt x="9099804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12192"/>
                </a:moveTo>
                <a:lnTo>
                  <a:pt x="9099804" y="12192"/>
                </a:lnTo>
                <a:lnTo>
                  <a:pt x="9093707" y="6096"/>
                </a:lnTo>
                <a:lnTo>
                  <a:pt x="9105900" y="6096"/>
                </a:lnTo>
                <a:lnTo>
                  <a:pt x="9105900" y="12192"/>
                </a:lnTo>
                <a:close/>
              </a:path>
              <a:path w="9105900" h="6819900">
                <a:moveTo>
                  <a:pt x="12192" y="6813803"/>
                </a:moveTo>
                <a:lnTo>
                  <a:pt x="6096" y="6807708"/>
                </a:lnTo>
                <a:lnTo>
                  <a:pt x="12192" y="6807708"/>
                </a:lnTo>
                <a:lnTo>
                  <a:pt x="12192" y="6813803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12192" y="6813803"/>
                </a:lnTo>
                <a:lnTo>
                  <a:pt x="12192" y="6807708"/>
                </a:lnTo>
                <a:lnTo>
                  <a:pt x="9093707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6813803"/>
                </a:moveTo>
                <a:lnTo>
                  <a:pt x="9093707" y="6813803"/>
                </a:lnTo>
                <a:lnTo>
                  <a:pt x="9099804" y="6807708"/>
                </a:lnTo>
                <a:lnTo>
                  <a:pt x="9105900" y="6807708"/>
                </a:lnTo>
                <a:lnTo>
                  <a:pt x="9105900" y="6813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1041868" y="3528119"/>
            <a:ext cx="2393315" cy="900430"/>
          </a:xfrm>
          <a:prstGeom prst="rect">
            <a:avLst/>
          </a:prstGeom>
        </p:spPr>
        <p:txBody>
          <a:bodyPr vert="horz" wrap="square" lIns="0" tIns="14478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140"/>
              </a:spcBef>
            </a:pPr>
            <a:r>
              <a:rPr sz="2000" spc="-50" dirty="0">
                <a:solidFill>
                  <a:srgbClr val="3333CC"/>
                </a:solidFill>
                <a:latin typeface="Microsoft Sans Serif"/>
                <a:cs typeface="Microsoft Sans Serif"/>
              </a:rPr>
              <a:t>D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Solution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950963" y="4052315"/>
            <a:ext cx="8789035" cy="2818130"/>
          </a:xfrm>
          <a:custGeom>
            <a:avLst/>
            <a:gdLst/>
            <a:ahLst/>
            <a:cxnLst/>
            <a:rect l="l" t="t" r="r" b="b"/>
            <a:pathLst>
              <a:path w="8789035" h="2818129">
                <a:moveTo>
                  <a:pt x="6236220" y="1109472"/>
                </a:moveTo>
                <a:lnTo>
                  <a:pt x="6112776" y="1117092"/>
                </a:lnTo>
                <a:lnTo>
                  <a:pt x="6105156" y="1118616"/>
                </a:lnTo>
                <a:lnTo>
                  <a:pt x="6099060" y="1124712"/>
                </a:lnTo>
                <a:lnTo>
                  <a:pt x="6099060" y="1139952"/>
                </a:lnTo>
                <a:lnTo>
                  <a:pt x="6106680" y="1146048"/>
                </a:lnTo>
                <a:lnTo>
                  <a:pt x="6114300" y="1146048"/>
                </a:lnTo>
                <a:lnTo>
                  <a:pt x="6159982" y="1142542"/>
                </a:lnTo>
                <a:lnTo>
                  <a:pt x="5007013" y="1924862"/>
                </a:lnTo>
                <a:lnTo>
                  <a:pt x="5026164" y="1885188"/>
                </a:lnTo>
                <a:lnTo>
                  <a:pt x="5029212" y="1877568"/>
                </a:lnTo>
                <a:lnTo>
                  <a:pt x="5026164" y="1868424"/>
                </a:lnTo>
                <a:lnTo>
                  <a:pt x="5018544" y="1865376"/>
                </a:lnTo>
                <a:lnTo>
                  <a:pt x="5012448" y="1862328"/>
                </a:lnTo>
                <a:lnTo>
                  <a:pt x="5003304" y="1865376"/>
                </a:lnTo>
                <a:lnTo>
                  <a:pt x="5000256" y="1871472"/>
                </a:lnTo>
                <a:lnTo>
                  <a:pt x="4946916" y="1984248"/>
                </a:lnTo>
                <a:lnTo>
                  <a:pt x="5008626" y="1979676"/>
                </a:lnTo>
                <a:lnTo>
                  <a:pt x="5070360" y="1975104"/>
                </a:lnTo>
                <a:lnTo>
                  <a:pt x="5077980" y="1975104"/>
                </a:lnTo>
                <a:lnTo>
                  <a:pt x="5084076" y="1967484"/>
                </a:lnTo>
                <a:lnTo>
                  <a:pt x="5084076" y="1959864"/>
                </a:lnTo>
                <a:lnTo>
                  <a:pt x="5082552" y="1952244"/>
                </a:lnTo>
                <a:lnTo>
                  <a:pt x="5076456" y="1946148"/>
                </a:lnTo>
                <a:lnTo>
                  <a:pt x="5068836" y="1946148"/>
                </a:lnTo>
                <a:lnTo>
                  <a:pt x="5023155" y="1949665"/>
                </a:lnTo>
                <a:lnTo>
                  <a:pt x="6176708" y="1166952"/>
                </a:lnTo>
                <a:lnTo>
                  <a:pt x="6156972" y="1208532"/>
                </a:lnTo>
                <a:lnTo>
                  <a:pt x="6153924" y="1214628"/>
                </a:lnTo>
                <a:lnTo>
                  <a:pt x="6156972" y="1223772"/>
                </a:lnTo>
                <a:lnTo>
                  <a:pt x="6163068" y="1226820"/>
                </a:lnTo>
                <a:lnTo>
                  <a:pt x="6170688" y="1231392"/>
                </a:lnTo>
                <a:lnTo>
                  <a:pt x="6179832" y="1228344"/>
                </a:lnTo>
                <a:lnTo>
                  <a:pt x="6182880" y="1220724"/>
                </a:lnTo>
                <a:lnTo>
                  <a:pt x="6234747" y="1112520"/>
                </a:lnTo>
                <a:lnTo>
                  <a:pt x="6236220" y="1109472"/>
                </a:lnTo>
                <a:close/>
              </a:path>
              <a:path w="8789035" h="2818129">
                <a:moveTo>
                  <a:pt x="8788908" y="0"/>
                </a:moveTo>
                <a:lnTo>
                  <a:pt x="8779777" y="0"/>
                </a:lnTo>
                <a:lnTo>
                  <a:pt x="8779777" y="9144"/>
                </a:lnTo>
                <a:lnTo>
                  <a:pt x="8779777" y="2807220"/>
                </a:lnTo>
                <a:lnTo>
                  <a:pt x="9144" y="2807220"/>
                </a:lnTo>
                <a:lnTo>
                  <a:pt x="9144" y="9144"/>
                </a:lnTo>
                <a:lnTo>
                  <a:pt x="8779777" y="9144"/>
                </a:lnTo>
                <a:lnTo>
                  <a:pt x="8779777" y="0"/>
                </a:lnTo>
                <a:lnTo>
                  <a:pt x="0" y="0"/>
                </a:lnTo>
                <a:lnTo>
                  <a:pt x="0" y="2817876"/>
                </a:lnTo>
                <a:lnTo>
                  <a:pt x="8788908" y="2817876"/>
                </a:lnTo>
                <a:lnTo>
                  <a:pt x="8788908" y="2811792"/>
                </a:lnTo>
                <a:lnTo>
                  <a:pt x="8788908" y="2807220"/>
                </a:lnTo>
                <a:lnTo>
                  <a:pt x="8788908" y="9144"/>
                </a:lnTo>
                <a:lnTo>
                  <a:pt x="8788908" y="4572"/>
                </a:lnTo>
                <a:lnTo>
                  <a:pt x="87889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171700" y="1290828"/>
            <a:ext cx="7534909" cy="5410200"/>
            <a:chOff x="2171700" y="1290828"/>
            <a:chExt cx="7534909" cy="5410200"/>
          </a:xfrm>
        </p:grpSpPr>
        <p:sp>
          <p:nvSpPr>
            <p:cNvPr id="4" name="object 4"/>
            <p:cNvSpPr/>
            <p:nvPr/>
          </p:nvSpPr>
          <p:spPr>
            <a:xfrm>
              <a:off x="5416296" y="4104132"/>
              <a:ext cx="4285615" cy="2592705"/>
            </a:xfrm>
            <a:custGeom>
              <a:avLst/>
              <a:gdLst/>
              <a:ahLst/>
              <a:cxnLst/>
              <a:rect l="l" t="t" r="r" b="b"/>
              <a:pathLst>
                <a:path w="4285615" h="2592704">
                  <a:moveTo>
                    <a:pt x="4285487" y="2592323"/>
                  </a:moveTo>
                  <a:lnTo>
                    <a:pt x="0" y="2592323"/>
                  </a:lnTo>
                  <a:lnTo>
                    <a:pt x="0" y="0"/>
                  </a:lnTo>
                  <a:lnTo>
                    <a:pt x="4285487" y="0"/>
                  </a:lnTo>
                  <a:lnTo>
                    <a:pt x="4285487" y="2592323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11723" y="4099559"/>
              <a:ext cx="4295140" cy="2601595"/>
            </a:xfrm>
            <a:custGeom>
              <a:avLst/>
              <a:gdLst/>
              <a:ahLst/>
              <a:cxnLst/>
              <a:rect l="l" t="t" r="r" b="b"/>
              <a:pathLst>
                <a:path w="4295140" h="2601595">
                  <a:moveTo>
                    <a:pt x="4294632" y="2601468"/>
                  </a:moveTo>
                  <a:lnTo>
                    <a:pt x="0" y="2601468"/>
                  </a:lnTo>
                  <a:lnTo>
                    <a:pt x="0" y="0"/>
                  </a:lnTo>
                  <a:lnTo>
                    <a:pt x="4294632" y="0"/>
                  </a:lnTo>
                  <a:lnTo>
                    <a:pt x="4294632" y="4572"/>
                  </a:lnTo>
                  <a:lnTo>
                    <a:pt x="9144" y="4572"/>
                  </a:lnTo>
                  <a:lnTo>
                    <a:pt x="4572" y="9144"/>
                  </a:lnTo>
                  <a:lnTo>
                    <a:pt x="9144" y="9144"/>
                  </a:lnTo>
                  <a:lnTo>
                    <a:pt x="9144" y="2592324"/>
                  </a:lnTo>
                  <a:lnTo>
                    <a:pt x="4572" y="2592324"/>
                  </a:lnTo>
                  <a:lnTo>
                    <a:pt x="9144" y="2596896"/>
                  </a:lnTo>
                  <a:lnTo>
                    <a:pt x="4294632" y="2596896"/>
                  </a:lnTo>
                  <a:lnTo>
                    <a:pt x="4294632" y="2601468"/>
                  </a:lnTo>
                  <a:close/>
                </a:path>
                <a:path w="4295140" h="2601595">
                  <a:moveTo>
                    <a:pt x="9144" y="9144"/>
                  </a:moveTo>
                  <a:lnTo>
                    <a:pt x="4572" y="9144"/>
                  </a:lnTo>
                  <a:lnTo>
                    <a:pt x="9144" y="4572"/>
                  </a:lnTo>
                  <a:lnTo>
                    <a:pt x="9144" y="9144"/>
                  </a:lnTo>
                  <a:close/>
                </a:path>
                <a:path w="4295140" h="2601595">
                  <a:moveTo>
                    <a:pt x="4285488" y="9144"/>
                  </a:moveTo>
                  <a:lnTo>
                    <a:pt x="9144" y="9144"/>
                  </a:lnTo>
                  <a:lnTo>
                    <a:pt x="9144" y="4572"/>
                  </a:lnTo>
                  <a:lnTo>
                    <a:pt x="4285488" y="4572"/>
                  </a:lnTo>
                  <a:lnTo>
                    <a:pt x="4285488" y="9144"/>
                  </a:lnTo>
                  <a:close/>
                </a:path>
                <a:path w="4295140" h="2601595">
                  <a:moveTo>
                    <a:pt x="4285488" y="2596896"/>
                  </a:moveTo>
                  <a:lnTo>
                    <a:pt x="4285488" y="4572"/>
                  </a:lnTo>
                  <a:lnTo>
                    <a:pt x="4290060" y="9144"/>
                  </a:lnTo>
                  <a:lnTo>
                    <a:pt x="4294632" y="9144"/>
                  </a:lnTo>
                  <a:lnTo>
                    <a:pt x="4294632" y="2592324"/>
                  </a:lnTo>
                  <a:lnTo>
                    <a:pt x="4290060" y="2592324"/>
                  </a:lnTo>
                  <a:lnTo>
                    <a:pt x="4285488" y="2596896"/>
                  </a:lnTo>
                  <a:close/>
                </a:path>
                <a:path w="4295140" h="2601595">
                  <a:moveTo>
                    <a:pt x="4294632" y="9144"/>
                  </a:moveTo>
                  <a:lnTo>
                    <a:pt x="4290060" y="9144"/>
                  </a:lnTo>
                  <a:lnTo>
                    <a:pt x="4285488" y="4572"/>
                  </a:lnTo>
                  <a:lnTo>
                    <a:pt x="4294632" y="4572"/>
                  </a:lnTo>
                  <a:lnTo>
                    <a:pt x="4294632" y="9144"/>
                  </a:lnTo>
                  <a:close/>
                </a:path>
                <a:path w="4295140" h="2601595">
                  <a:moveTo>
                    <a:pt x="9144" y="2596896"/>
                  </a:moveTo>
                  <a:lnTo>
                    <a:pt x="4572" y="2592324"/>
                  </a:lnTo>
                  <a:lnTo>
                    <a:pt x="9144" y="2592324"/>
                  </a:lnTo>
                  <a:lnTo>
                    <a:pt x="9144" y="2596896"/>
                  </a:lnTo>
                  <a:close/>
                </a:path>
                <a:path w="4295140" h="2601595">
                  <a:moveTo>
                    <a:pt x="4285488" y="2596896"/>
                  </a:moveTo>
                  <a:lnTo>
                    <a:pt x="9144" y="2596896"/>
                  </a:lnTo>
                  <a:lnTo>
                    <a:pt x="9144" y="2592324"/>
                  </a:lnTo>
                  <a:lnTo>
                    <a:pt x="4285488" y="2592324"/>
                  </a:lnTo>
                  <a:lnTo>
                    <a:pt x="4285488" y="2596896"/>
                  </a:lnTo>
                  <a:close/>
                </a:path>
                <a:path w="4295140" h="2601595">
                  <a:moveTo>
                    <a:pt x="4294632" y="2596896"/>
                  </a:moveTo>
                  <a:lnTo>
                    <a:pt x="4285488" y="2596896"/>
                  </a:lnTo>
                  <a:lnTo>
                    <a:pt x="4290060" y="2592324"/>
                  </a:lnTo>
                  <a:lnTo>
                    <a:pt x="4294632" y="2592324"/>
                  </a:lnTo>
                  <a:lnTo>
                    <a:pt x="4294632" y="25968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76271" y="1295400"/>
              <a:ext cx="4285615" cy="2592705"/>
            </a:xfrm>
            <a:custGeom>
              <a:avLst/>
              <a:gdLst/>
              <a:ahLst/>
              <a:cxnLst/>
              <a:rect l="l" t="t" r="r" b="b"/>
              <a:pathLst>
                <a:path w="4285615" h="2592704">
                  <a:moveTo>
                    <a:pt x="4285488" y="2592324"/>
                  </a:moveTo>
                  <a:lnTo>
                    <a:pt x="0" y="2592324"/>
                  </a:lnTo>
                  <a:lnTo>
                    <a:pt x="0" y="0"/>
                  </a:lnTo>
                  <a:lnTo>
                    <a:pt x="4285488" y="0"/>
                  </a:lnTo>
                  <a:lnTo>
                    <a:pt x="4285488" y="2592324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71700" y="1290828"/>
              <a:ext cx="4295140" cy="2601595"/>
            </a:xfrm>
            <a:custGeom>
              <a:avLst/>
              <a:gdLst/>
              <a:ahLst/>
              <a:cxnLst/>
              <a:rect l="l" t="t" r="r" b="b"/>
              <a:pathLst>
                <a:path w="4295140" h="2601595">
                  <a:moveTo>
                    <a:pt x="4294632" y="2601468"/>
                  </a:moveTo>
                  <a:lnTo>
                    <a:pt x="0" y="2601468"/>
                  </a:lnTo>
                  <a:lnTo>
                    <a:pt x="0" y="0"/>
                  </a:lnTo>
                  <a:lnTo>
                    <a:pt x="4294632" y="0"/>
                  </a:lnTo>
                  <a:lnTo>
                    <a:pt x="4294632" y="4572"/>
                  </a:lnTo>
                  <a:lnTo>
                    <a:pt x="9144" y="4572"/>
                  </a:lnTo>
                  <a:lnTo>
                    <a:pt x="4572" y="9144"/>
                  </a:lnTo>
                  <a:lnTo>
                    <a:pt x="9144" y="9144"/>
                  </a:lnTo>
                  <a:lnTo>
                    <a:pt x="9144" y="2592324"/>
                  </a:lnTo>
                  <a:lnTo>
                    <a:pt x="4572" y="2592324"/>
                  </a:lnTo>
                  <a:lnTo>
                    <a:pt x="9144" y="2596896"/>
                  </a:lnTo>
                  <a:lnTo>
                    <a:pt x="4294632" y="2596896"/>
                  </a:lnTo>
                  <a:lnTo>
                    <a:pt x="4294632" y="2601468"/>
                  </a:lnTo>
                  <a:close/>
                </a:path>
                <a:path w="4295140" h="2601595">
                  <a:moveTo>
                    <a:pt x="9144" y="9144"/>
                  </a:moveTo>
                  <a:lnTo>
                    <a:pt x="4572" y="9144"/>
                  </a:lnTo>
                  <a:lnTo>
                    <a:pt x="9144" y="4572"/>
                  </a:lnTo>
                  <a:lnTo>
                    <a:pt x="9144" y="9144"/>
                  </a:lnTo>
                  <a:close/>
                </a:path>
                <a:path w="4295140" h="2601595">
                  <a:moveTo>
                    <a:pt x="4285488" y="9144"/>
                  </a:moveTo>
                  <a:lnTo>
                    <a:pt x="9144" y="9144"/>
                  </a:lnTo>
                  <a:lnTo>
                    <a:pt x="9144" y="4572"/>
                  </a:lnTo>
                  <a:lnTo>
                    <a:pt x="4285488" y="4572"/>
                  </a:lnTo>
                  <a:lnTo>
                    <a:pt x="4285488" y="9144"/>
                  </a:lnTo>
                  <a:close/>
                </a:path>
                <a:path w="4295140" h="2601595">
                  <a:moveTo>
                    <a:pt x="4285488" y="2596896"/>
                  </a:moveTo>
                  <a:lnTo>
                    <a:pt x="4285488" y="4572"/>
                  </a:lnTo>
                  <a:lnTo>
                    <a:pt x="4290060" y="9144"/>
                  </a:lnTo>
                  <a:lnTo>
                    <a:pt x="4294632" y="9144"/>
                  </a:lnTo>
                  <a:lnTo>
                    <a:pt x="4294632" y="2592324"/>
                  </a:lnTo>
                  <a:lnTo>
                    <a:pt x="4290060" y="2592324"/>
                  </a:lnTo>
                  <a:lnTo>
                    <a:pt x="4285488" y="2596896"/>
                  </a:lnTo>
                  <a:close/>
                </a:path>
                <a:path w="4295140" h="2601595">
                  <a:moveTo>
                    <a:pt x="4294632" y="9144"/>
                  </a:moveTo>
                  <a:lnTo>
                    <a:pt x="4290060" y="9144"/>
                  </a:lnTo>
                  <a:lnTo>
                    <a:pt x="4285488" y="4572"/>
                  </a:lnTo>
                  <a:lnTo>
                    <a:pt x="4294632" y="4572"/>
                  </a:lnTo>
                  <a:lnTo>
                    <a:pt x="4294632" y="9144"/>
                  </a:lnTo>
                  <a:close/>
                </a:path>
                <a:path w="4295140" h="2601595">
                  <a:moveTo>
                    <a:pt x="9144" y="2596896"/>
                  </a:moveTo>
                  <a:lnTo>
                    <a:pt x="4572" y="2592324"/>
                  </a:lnTo>
                  <a:lnTo>
                    <a:pt x="9144" y="2592324"/>
                  </a:lnTo>
                  <a:lnTo>
                    <a:pt x="9144" y="2596896"/>
                  </a:lnTo>
                  <a:close/>
                </a:path>
                <a:path w="4295140" h="2601595">
                  <a:moveTo>
                    <a:pt x="4285488" y="2596896"/>
                  </a:moveTo>
                  <a:lnTo>
                    <a:pt x="9144" y="2596896"/>
                  </a:lnTo>
                  <a:lnTo>
                    <a:pt x="9144" y="2592324"/>
                  </a:lnTo>
                  <a:lnTo>
                    <a:pt x="4285488" y="2592324"/>
                  </a:lnTo>
                  <a:lnTo>
                    <a:pt x="4285488" y="2596896"/>
                  </a:lnTo>
                  <a:close/>
                </a:path>
                <a:path w="4295140" h="2601595">
                  <a:moveTo>
                    <a:pt x="4294632" y="2596896"/>
                  </a:moveTo>
                  <a:lnTo>
                    <a:pt x="4285488" y="2596896"/>
                  </a:lnTo>
                  <a:lnTo>
                    <a:pt x="4290060" y="2592324"/>
                  </a:lnTo>
                  <a:lnTo>
                    <a:pt x="4294632" y="2592324"/>
                  </a:lnTo>
                  <a:lnTo>
                    <a:pt x="4294632" y="25968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658395" y="1363483"/>
            <a:ext cx="2615565" cy="2159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5"/>
              </a:spcBef>
              <a:tabLst>
                <a:tab pos="807720" algn="l"/>
              </a:tabLst>
            </a:pPr>
            <a:r>
              <a:rPr sz="2000" dirty="0">
                <a:latin typeface="Microsoft Sans Serif"/>
                <a:cs typeface="Microsoft Sans Serif"/>
              </a:rPr>
              <a:t>Suppose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you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are </a:t>
            </a:r>
            <a:r>
              <a:rPr sz="2000" dirty="0">
                <a:latin typeface="Microsoft Sans Serif"/>
                <a:cs typeface="Microsoft Sans Serif"/>
              </a:rPr>
              <a:t>submerged</a:t>
            </a:r>
            <a:r>
              <a:rPr sz="2000" spc="-6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in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water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at </a:t>
            </a:r>
            <a:r>
              <a:rPr sz="2000" spc="-10" dirty="0">
                <a:latin typeface="Microsoft Sans Serif"/>
                <a:cs typeface="Microsoft Sans Serif"/>
              </a:rPr>
              <a:t>20</a:t>
            </a:r>
            <a:r>
              <a:rPr sz="1950" spc="-15" baseline="25641" dirty="0">
                <a:latin typeface="Microsoft Sans Serif"/>
                <a:cs typeface="Microsoft Sans Serif"/>
              </a:rPr>
              <a:t>0</a:t>
            </a:r>
            <a:r>
              <a:rPr sz="2000" spc="-10" dirty="0">
                <a:latin typeface="Microsoft Sans Serif"/>
                <a:cs typeface="Microsoft Sans Serif"/>
              </a:rPr>
              <a:t>C.</a:t>
            </a:r>
            <a:r>
              <a:rPr sz="2000" dirty="0">
                <a:latin typeface="Microsoft Sans Serif"/>
                <a:cs typeface="Microsoft Sans Serif"/>
              </a:rPr>
              <a:t>	Based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on </a:t>
            </a:r>
            <a:r>
              <a:rPr sz="2000" spc="-25" dirty="0">
                <a:latin typeface="Microsoft Sans Serif"/>
                <a:cs typeface="Microsoft Sans Serif"/>
              </a:rPr>
              <a:t>the </a:t>
            </a:r>
            <a:r>
              <a:rPr sz="2000" dirty="0">
                <a:latin typeface="Microsoft Sans Serif"/>
                <a:cs typeface="Microsoft Sans Serif"/>
              </a:rPr>
              <a:t>time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delay,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at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what </a:t>
            </a:r>
            <a:r>
              <a:rPr sz="2000" dirty="0">
                <a:latin typeface="Microsoft Sans Serif"/>
                <a:cs typeface="Microsoft Sans Serif"/>
              </a:rPr>
              <a:t>angle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from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forward </a:t>
            </a:r>
            <a:r>
              <a:rPr sz="2000" dirty="0">
                <a:latin typeface="Microsoft Sans Serif"/>
                <a:cs typeface="Microsoft Sans Serif"/>
              </a:rPr>
              <a:t>direction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does</a:t>
            </a:r>
            <a:r>
              <a:rPr sz="2000" spc="-25" dirty="0">
                <a:latin typeface="Microsoft Sans Serif"/>
                <a:cs typeface="Microsoft Sans Serif"/>
              </a:rPr>
              <a:t> the </a:t>
            </a:r>
            <a:r>
              <a:rPr sz="2000" dirty="0">
                <a:latin typeface="Microsoft Sans Serif"/>
                <a:cs typeface="Microsoft Sans Serif"/>
              </a:rPr>
              <a:t>source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seem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to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be?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814827" y="1511808"/>
            <a:ext cx="3435350" cy="2196465"/>
            <a:chOff x="2814827" y="1511808"/>
            <a:chExt cx="3435350" cy="219646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14827" y="2403347"/>
              <a:ext cx="1027175" cy="130454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863340" y="2871215"/>
              <a:ext cx="2209800" cy="18415"/>
            </a:xfrm>
            <a:custGeom>
              <a:avLst/>
              <a:gdLst/>
              <a:ahLst/>
              <a:cxnLst/>
              <a:rect l="l" t="t" r="r" b="b"/>
              <a:pathLst>
                <a:path w="2209800" h="18414">
                  <a:moveTo>
                    <a:pt x="76200" y="0"/>
                  </a:moveTo>
                  <a:lnTo>
                    <a:pt x="0" y="0"/>
                  </a:lnTo>
                  <a:lnTo>
                    <a:pt x="0" y="18288"/>
                  </a:lnTo>
                  <a:lnTo>
                    <a:pt x="76200" y="18288"/>
                  </a:lnTo>
                  <a:lnTo>
                    <a:pt x="76200" y="0"/>
                  </a:lnTo>
                  <a:close/>
                </a:path>
                <a:path w="2209800" h="18414">
                  <a:moveTo>
                    <a:pt x="208788" y="0"/>
                  </a:moveTo>
                  <a:lnTo>
                    <a:pt x="132588" y="0"/>
                  </a:lnTo>
                  <a:lnTo>
                    <a:pt x="132588" y="18288"/>
                  </a:lnTo>
                  <a:lnTo>
                    <a:pt x="208788" y="18288"/>
                  </a:lnTo>
                  <a:lnTo>
                    <a:pt x="208788" y="0"/>
                  </a:lnTo>
                  <a:close/>
                </a:path>
                <a:path w="2209800" h="18414">
                  <a:moveTo>
                    <a:pt x="342900" y="0"/>
                  </a:moveTo>
                  <a:lnTo>
                    <a:pt x="266700" y="0"/>
                  </a:lnTo>
                  <a:lnTo>
                    <a:pt x="266700" y="18288"/>
                  </a:lnTo>
                  <a:lnTo>
                    <a:pt x="342900" y="18288"/>
                  </a:lnTo>
                  <a:lnTo>
                    <a:pt x="342900" y="0"/>
                  </a:lnTo>
                  <a:close/>
                </a:path>
                <a:path w="2209800" h="18414">
                  <a:moveTo>
                    <a:pt x="475488" y="0"/>
                  </a:moveTo>
                  <a:lnTo>
                    <a:pt x="399288" y="0"/>
                  </a:lnTo>
                  <a:lnTo>
                    <a:pt x="399288" y="18288"/>
                  </a:lnTo>
                  <a:lnTo>
                    <a:pt x="475488" y="18288"/>
                  </a:lnTo>
                  <a:lnTo>
                    <a:pt x="475488" y="0"/>
                  </a:lnTo>
                  <a:close/>
                </a:path>
                <a:path w="2209800" h="18414">
                  <a:moveTo>
                    <a:pt x="609600" y="0"/>
                  </a:moveTo>
                  <a:lnTo>
                    <a:pt x="533400" y="0"/>
                  </a:lnTo>
                  <a:lnTo>
                    <a:pt x="533400" y="18288"/>
                  </a:lnTo>
                  <a:lnTo>
                    <a:pt x="609600" y="18288"/>
                  </a:lnTo>
                  <a:lnTo>
                    <a:pt x="609600" y="0"/>
                  </a:lnTo>
                  <a:close/>
                </a:path>
                <a:path w="2209800" h="18414">
                  <a:moveTo>
                    <a:pt x="742188" y="0"/>
                  </a:moveTo>
                  <a:lnTo>
                    <a:pt x="665988" y="0"/>
                  </a:lnTo>
                  <a:lnTo>
                    <a:pt x="665988" y="18288"/>
                  </a:lnTo>
                  <a:lnTo>
                    <a:pt x="742188" y="18288"/>
                  </a:lnTo>
                  <a:lnTo>
                    <a:pt x="742188" y="0"/>
                  </a:lnTo>
                  <a:close/>
                </a:path>
                <a:path w="2209800" h="18414">
                  <a:moveTo>
                    <a:pt x="876300" y="0"/>
                  </a:moveTo>
                  <a:lnTo>
                    <a:pt x="800100" y="0"/>
                  </a:lnTo>
                  <a:lnTo>
                    <a:pt x="800100" y="18288"/>
                  </a:lnTo>
                  <a:lnTo>
                    <a:pt x="876300" y="18288"/>
                  </a:lnTo>
                  <a:lnTo>
                    <a:pt x="876300" y="0"/>
                  </a:lnTo>
                  <a:close/>
                </a:path>
                <a:path w="2209800" h="18414">
                  <a:moveTo>
                    <a:pt x="1008888" y="0"/>
                  </a:moveTo>
                  <a:lnTo>
                    <a:pt x="932688" y="0"/>
                  </a:lnTo>
                  <a:lnTo>
                    <a:pt x="932688" y="18288"/>
                  </a:lnTo>
                  <a:lnTo>
                    <a:pt x="1008888" y="18288"/>
                  </a:lnTo>
                  <a:lnTo>
                    <a:pt x="1008888" y="0"/>
                  </a:lnTo>
                  <a:close/>
                </a:path>
                <a:path w="2209800" h="18414">
                  <a:moveTo>
                    <a:pt x="1143000" y="0"/>
                  </a:moveTo>
                  <a:lnTo>
                    <a:pt x="1066800" y="0"/>
                  </a:lnTo>
                  <a:lnTo>
                    <a:pt x="1066800" y="18288"/>
                  </a:lnTo>
                  <a:lnTo>
                    <a:pt x="1143000" y="18288"/>
                  </a:lnTo>
                  <a:lnTo>
                    <a:pt x="1143000" y="0"/>
                  </a:lnTo>
                  <a:close/>
                </a:path>
                <a:path w="2209800" h="18414">
                  <a:moveTo>
                    <a:pt x="1275588" y="0"/>
                  </a:moveTo>
                  <a:lnTo>
                    <a:pt x="1199388" y="0"/>
                  </a:lnTo>
                  <a:lnTo>
                    <a:pt x="1199388" y="18288"/>
                  </a:lnTo>
                  <a:lnTo>
                    <a:pt x="1275588" y="18288"/>
                  </a:lnTo>
                  <a:lnTo>
                    <a:pt x="1275588" y="0"/>
                  </a:lnTo>
                  <a:close/>
                </a:path>
                <a:path w="2209800" h="18414">
                  <a:moveTo>
                    <a:pt x="1409700" y="0"/>
                  </a:moveTo>
                  <a:lnTo>
                    <a:pt x="1333500" y="0"/>
                  </a:lnTo>
                  <a:lnTo>
                    <a:pt x="1333500" y="18288"/>
                  </a:lnTo>
                  <a:lnTo>
                    <a:pt x="1409700" y="18288"/>
                  </a:lnTo>
                  <a:lnTo>
                    <a:pt x="1409700" y="0"/>
                  </a:lnTo>
                  <a:close/>
                </a:path>
                <a:path w="2209800" h="18414">
                  <a:moveTo>
                    <a:pt x="1542288" y="0"/>
                  </a:moveTo>
                  <a:lnTo>
                    <a:pt x="1466088" y="0"/>
                  </a:lnTo>
                  <a:lnTo>
                    <a:pt x="1466088" y="18288"/>
                  </a:lnTo>
                  <a:lnTo>
                    <a:pt x="1542288" y="18288"/>
                  </a:lnTo>
                  <a:lnTo>
                    <a:pt x="1542288" y="0"/>
                  </a:lnTo>
                  <a:close/>
                </a:path>
                <a:path w="2209800" h="18414">
                  <a:moveTo>
                    <a:pt x="1676400" y="0"/>
                  </a:moveTo>
                  <a:lnTo>
                    <a:pt x="1600200" y="0"/>
                  </a:lnTo>
                  <a:lnTo>
                    <a:pt x="1600200" y="18288"/>
                  </a:lnTo>
                  <a:lnTo>
                    <a:pt x="1676400" y="18288"/>
                  </a:lnTo>
                  <a:lnTo>
                    <a:pt x="1676400" y="0"/>
                  </a:lnTo>
                  <a:close/>
                </a:path>
                <a:path w="2209800" h="18414">
                  <a:moveTo>
                    <a:pt x="1808988" y="0"/>
                  </a:moveTo>
                  <a:lnTo>
                    <a:pt x="1732788" y="0"/>
                  </a:lnTo>
                  <a:lnTo>
                    <a:pt x="1732788" y="18288"/>
                  </a:lnTo>
                  <a:lnTo>
                    <a:pt x="1808988" y="18288"/>
                  </a:lnTo>
                  <a:lnTo>
                    <a:pt x="1808988" y="0"/>
                  </a:lnTo>
                  <a:close/>
                </a:path>
                <a:path w="2209800" h="18414">
                  <a:moveTo>
                    <a:pt x="1943100" y="0"/>
                  </a:moveTo>
                  <a:lnTo>
                    <a:pt x="1866900" y="0"/>
                  </a:lnTo>
                  <a:lnTo>
                    <a:pt x="1866900" y="18288"/>
                  </a:lnTo>
                  <a:lnTo>
                    <a:pt x="1943100" y="18288"/>
                  </a:lnTo>
                  <a:lnTo>
                    <a:pt x="1943100" y="0"/>
                  </a:lnTo>
                  <a:close/>
                </a:path>
                <a:path w="2209800" h="18414">
                  <a:moveTo>
                    <a:pt x="2075688" y="0"/>
                  </a:moveTo>
                  <a:lnTo>
                    <a:pt x="1999488" y="0"/>
                  </a:lnTo>
                  <a:lnTo>
                    <a:pt x="1999488" y="18288"/>
                  </a:lnTo>
                  <a:lnTo>
                    <a:pt x="2075688" y="18288"/>
                  </a:lnTo>
                  <a:lnTo>
                    <a:pt x="2075688" y="0"/>
                  </a:lnTo>
                  <a:close/>
                </a:path>
                <a:path w="2209800" h="18414">
                  <a:moveTo>
                    <a:pt x="2209800" y="0"/>
                  </a:moveTo>
                  <a:lnTo>
                    <a:pt x="2133600" y="0"/>
                  </a:lnTo>
                  <a:lnTo>
                    <a:pt x="2133600" y="18288"/>
                  </a:lnTo>
                  <a:lnTo>
                    <a:pt x="2209800" y="18288"/>
                  </a:lnTo>
                  <a:lnTo>
                    <a:pt x="22098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6000" y="2804160"/>
              <a:ext cx="153924" cy="15392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319259" y="1511807"/>
              <a:ext cx="20320" cy="835660"/>
            </a:xfrm>
            <a:custGeom>
              <a:avLst/>
              <a:gdLst/>
              <a:ahLst/>
              <a:cxnLst/>
              <a:rect l="l" t="t" r="r" b="b"/>
              <a:pathLst>
                <a:path w="20320" h="835660">
                  <a:moveTo>
                    <a:pt x="19812" y="758952"/>
                  </a:moveTo>
                  <a:lnTo>
                    <a:pt x="0" y="758952"/>
                  </a:lnTo>
                  <a:lnTo>
                    <a:pt x="0" y="835152"/>
                  </a:lnTo>
                  <a:lnTo>
                    <a:pt x="19812" y="835152"/>
                  </a:lnTo>
                  <a:lnTo>
                    <a:pt x="19812" y="758952"/>
                  </a:lnTo>
                  <a:close/>
                </a:path>
                <a:path w="20320" h="835660">
                  <a:moveTo>
                    <a:pt x="19812" y="624840"/>
                  </a:moveTo>
                  <a:lnTo>
                    <a:pt x="0" y="624840"/>
                  </a:lnTo>
                  <a:lnTo>
                    <a:pt x="0" y="701040"/>
                  </a:lnTo>
                  <a:lnTo>
                    <a:pt x="19812" y="701040"/>
                  </a:lnTo>
                  <a:lnTo>
                    <a:pt x="19812" y="624840"/>
                  </a:lnTo>
                  <a:close/>
                </a:path>
                <a:path w="20320" h="835660">
                  <a:moveTo>
                    <a:pt x="19812" y="492252"/>
                  </a:moveTo>
                  <a:lnTo>
                    <a:pt x="0" y="492252"/>
                  </a:lnTo>
                  <a:lnTo>
                    <a:pt x="0" y="568452"/>
                  </a:lnTo>
                  <a:lnTo>
                    <a:pt x="19812" y="568452"/>
                  </a:lnTo>
                  <a:lnTo>
                    <a:pt x="19812" y="492252"/>
                  </a:lnTo>
                  <a:close/>
                </a:path>
                <a:path w="20320" h="835660">
                  <a:moveTo>
                    <a:pt x="19812" y="358140"/>
                  </a:moveTo>
                  <a:lnTo>
                    <a:pt x="0" y="358140"/>
                  </a:lnTo>
                  <a:lnTo>
                    <a:pt x="0" y="434340"/>
                  </a:lnTo>
                  <a:lnTo>
                    <a:pt x="19812" y="434340"/>
                  </a:lnTo>
                  <a:lnTo>
                    <a:pt x="19812" y="358140"/>
                  </a:lnTo>
                  <a:close/>
                </a:path>
                <a:path w="20320" h="835660">
                  <a:moveTo>
                    <a:pt x="19812" y="225552"/>
                  </a:moveTo>
                  <a:lnTo>
                    <a:pt x="0" y="225552"/>
                  </a:lnTo>
                  <a:lnTo>
                    <a:pt x="0" y="301752"/>
                  </a:lnTo>
                  <a:lnTo>
                    <a:pt x="19812" y="301752"/>
                  </a:lnTo>
                  <a:lnTo>
                    <a:pt x="19812" y="225552"/>
                  </a:lnTo>
                  <a:close/>
                </a:path>
                <a:path w="20320" h="835660">
                  <a:moveTo>
                    <a:pt x="19812" y="91440"/>
                  </a:moveTo>
                  <a:lnTo>
                    <a:pt x="0" y="91440"/>
                  </a:lnTo>
                  <a:lnTo>
                    <a:pt x="0" y="167640"/>
                  </a:lnTo>
                  <a:lnTo>
                    <a:pt x="19812" y="167640"/>
                  </a:lnTo>
                  <a:lnTo>
                    <a:pt x="19812" y="91440"/>
                  </a:lnTo>
                  <a:close/>
                </a:path>
                <a:path w="20320" h="835660">
                  <a:moveTo>
                    <a:pt x="19812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19812" y="35052"/>
                  </a:lnTo>
                  <a:lnTo>
                    <a:pt x="198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225816" y="3516860"/>
            <a:ext cx="2095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3333CC"/>
                </a:solidFill>
                <a:latin typeface="Microsoft Sans Serif"/>
                <a:cs typeface="Microsoft Sans Serif"/>
              </a:rPr>
              <a:t>D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50975" y="1059180"/>
            <a:ext cx="8789035" cy="3763010"/>
            <a:chOff x="950975" y="1059180"/>
            <a:chExt cx="8789035" cy="3763010"/>
          </a:xfrm>
        </p:grpSpPr>
        <p:sp>
          <p:nvSpPr>
            <p:cNvPr id="16" name="object 16"/>
            <p:cNvSpPr/>
            <p:nvPr/>
          </p:nvSpPr>
          <p:spPr>
            <a:xfrm>
              <a:off x="950975" y="1059180"/>
              <a:ext cx="8789035" cy="2905125"/>
            </a:xfrm>
            <a:custGeom>
              <a:avLst/>
              <a:gdLst/>
              <a:ahLst/>
              <a:cxnLst/>
              <a:rect l="l" t="t" r="r" b="b"/>
              <a:pathLst>
                <a:path w="8789035" h="2905125">
                  <a:moveTo>
                    <a:pt x="8788907" y="2904744"/>
                  </a:moveTo>
                  <a:lnTo>
                    <a:pt x="0" y="2904744"/>
                  </a:lnTo>
                  <a:lnTo>
                    <a:pt x="0" y="0"/>
                  </a:lnTo>
                  <a:lnTo>
                    <a:pt x="8788907" y="0"/>
                  </a:lnTo>
                  <a:lnTo>
                    <a:pt x="8788907" y="4572"/>
                  </a:lnTo>
                  <a:lnTo>
                    <a:pt x="9144" y="4572"/>
                  </a:lnTo>
                  <a:lnTo>
                    <a:pt x="4572" y="9144"/>
                  </a:lnTo>
                  <a:lnTo>
                    <a:pt x="9144" y="9144"/>
                  </a:lnTo>
                  <a:lnTo>
                    <a:pt x="9144" y="2895600"/>
                  </a:lnTo>
                  <a:lnTo>
                    <a:pt x="4572" y="2895600"/>
                  </a:lnTo>
                  <a:lnTo>
                    <a:pt x="9144" y="2900172"/>
                  </a:lnTo>
                  <a:lnTo>
                    <a:pt x="8788907" y="2900172"/>
                  </a:lnTo>
                  <a:lnTo>
                    <a:pt x="8788907" y="2904744"/>
                  </a:lnTo>
                  <a:close/>
                </a:path>
                <a:path w="8789035" h="2905125">
                  <a:moveTo>
                    <a:pt x="9144" y="9144"/>
                  </a:moveTo>
                  <a:lnTo>
                    <a:pt x="4572" y="9144"/>
                  </a:lnTo>
                  <a:lnTo>
                    <a:pt x="9144" y="4572"/>
                  </a:lnTo>
                  <a:lnTo>
                    <a:pt x="9144" y="9144"/>
                  </a:lnTo>
                  <a:close/>
                </a:path>
                <a:path w="8789035" h="2905125">
                  <a:moveTo>
                    <a:pt x="8779764" y="9144"/>
                  </a:moveTo>
                  <a:lnTo>
                    <a:pt x="9144" y="9144"/>
                  </a:lnTo>
                  <a:lnTo>
                    <a:pt x="9144" y="4572"/>
                  </a:lnTo>
                  <a:lnTo>
                    <a:pt x="8779764" y="4572"/>
                  </a:lnTo>
                  <a:lnTo>
                    <a:pt x="8779764" y="9144"/>
                  </a:lnTo>
                  <a:close/>
                </a:path>
                <a:path w="8789035" h="2905125">
                  <a:moveTo>
                    <a:pt x="8779764" y="2900172"/>
                  </a:moveTo>
                  <a:lnTo>
                    <a:pt x="8779764" y="4572"/>
                  </a:lnTo>
                  <a:lnTo>
                    <a:pt x="8784336" y="9144"/>
                  </a:lnTo>
                  <a:lnTo>
                    <a:pt x="8788907" y="9144"/>
                  </a:lnTo>
                  <a:lnTo>
                    <a:pt x="8788907" y="2895600"/>
                  </a:lnTo>
                  <a:lnTo>
                    <a:pt x="8784336" y="2895600"/>
                  </a:lnTo>
                  <a:lnTo>
                    <a:pt x="8779764" y="2900172"/>
                  </a:lnTo>
                  <a:close/>
                </a:path>
                <a:path w="8789035" h="2905125">
                  <a:moveTo>
                    <a:pt x="8788907" y="9144"/>
                  </a:moveTo>
                  <a:lnTo>
                    <a:pt x="8784336" y="9144"/>
                  </a:lnTo>
                  <a:lnTo>
                    <a:pt x="8779764" y="4572"/>
                  </a:lnTo>
                  <a:lnTo>
                    <a:pt x="8788907" y="4572"/>
                  </a:lnTo>
                  <a:lnTo>
                    <a:pt x="8788907" y="9144"/>
                  </a:lnTo>
                  <a:close/>
                </a:path>
                <a:path w="8789035" h="2905125">
                  <a:moveTo>
                    <a:pt x="9144" y="2900172"/>
                  </a:moveTo>
                  <a:lnTo>
                    <a:pt x="4572" y="2895600"/>
                  </a:lnTo>
                  <a:lnTo>
                    <a:pt x="9144" y="2895600"/>
                  </a:lnTo>
                  <a:lnTo>
                    <a:pt x="9144" y="2900172"/>
                  </a:lnTo>
                  <a:close/>
                </a:path>
                <a:path w="8789035" h="2905125">
                  <a:moveTo>
                    <a:pt x="8779764" y="2900172"/>
                  </a:moveTo>
                  <a:lnTo>
                    <a:pt x="9144" y="2900172"/>
                  </a:lnTo>
                  <a:lnTo>
                    <a:pt x="9144" y="2895600"/>
                  </a:lnTo>
                  <a:lnTo>
                    <a:pt x="8779764" y="2895600"/>
                  </a:lnTo>
                  <a:lnTo>
                    <a:pt x="8779764" y="2900172"/>
                  </a:lnTo>
                  <a:close/>
                </a:path>
                <a:path w="8789035" h="2905125">
                  <a:moveTo>
                    <a:pt x="8788907" y="2900172"/>
                  </a:moveTo>
                  <a:lnTo>
                    <a:pt x="8779764" y="2900172"/>
                  </a:lnTo>
                  <a:lnTo>
                    <a:pt x="8784336" y="2895600"/>
                  </a:lnTo>
                  <a:lnTo>
                    <a:pt x="8788907" y="2895600"/>
                  </a:lnTo>
                  <a:lnTo>
                    <a:pt x="8788907" y="29001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758981" y="4814315"/>
              <a:ext cx="1134745" cy="0"/>
            </a:xfrm>
            <a:custGeom>
              <a:avLst/>
              <a:gdLst/>
              <a:ahLst/>
              <a:cxnLst/>
              <a:rect l="l" t="t" r="r" b="b"/>
              <a:pathLst>
                <a:path w="1134745">
                  <a:moveTo>
                    <a:pt x="0" y="0"/>
                  </a:moveTo>
                  <a:lnTo>
                    <a:pt x="1134427" y="0"/>
                  </a:lnTo>
                </a:path>
              </a:pathLst>
            </a:custGeom>
            <a:ln w="15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116836" y="4810771"/>
            <a:ext cx="3822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80" dirty="0">
                <a:latin typeface="Microsoft Sans Serif"/>
                <a:cs typeface="Microsoft Sans Serif"/>
              </a:rPr>
              <a:t>v</a:t>
            </a:r>
            <a:r>
              <a:rPr sz="2025" spc="120" baseline="-26748" dirty="0">
                <a:latin typeface="Microsoft Sans Serif"/>
                <a:cs typeface="Microsoft Sans Serif"/>
              </a:rPr>
              <a:t>w</a:t>
            </a:r>
            <a:endParaRPr sz="2025" baseline="-26748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31824" y="4573027"/>
            <a:ext cx="5524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"/>
                <a:cs typeface="Cambria"/>
              </a:rPr>
              <a:t>∆</a:t>
            </a:r>
            <a:r>
              <a:rPr sz="2400" dirty="0">
                <a:latin typeface="Microsoft Sans Serif"/>
                <a:cs typeface="Microsoft Sans Serif"/>
              </a:rPr>
              <a:t>t</a:t>
            </a:r>
            <a:r>
              <a:rPr sz="2400" spc="95" dirty="0">
                <a:latin typeface="Microsoft Sans Serif"/>
                <a:cs typeface="Microsoft Sans Serif"/>
              </a:rPr>
              <a:t> </a:t>
            </a:r>
            <a:r>
              <a:rPr sz="2400" spc="-50" dirty="0">
                <a:latin typeface="Cambria"/>
                <a:cs typeface="Cambria"/>
              </a:rPr>
              <a:t>=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720595" y="4381003"/>
            <a:ext cx="11677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55" dirty="0">
                <a:latin typeface="Microsoft Sans Serif"/>
                <a:cs typeface="Microsoft Sans Serif"/>
              </a:rPr>
              <a:t>Dsin</a:t>
            </a:r>
            <a:r>
              <a:rPr sz="2400" spc="-409" dirty="0">
                <a:latin typeface="Microsoft Sans Serif"/>
                <a:cs typeface="Microsoft Sans Serif"/>
              </a:rPr>
              <a:t> </a:t>
            </a:r>
            <a:r>
              <a:rPr sz="2400" spc="-280" dirty="0">
                <a:latin typeface="Microsoft Sans Serif"/>
                <a:cs typeface="Microsoft Sans Serif"/>
              </a:rPr>
              <a:t>90</a:t>
            </a:r>
            <a:r>
              <a:rPr sz="2025" spc="-419" baseline="45267" dirty="0">
                <a:latin typeface="Times New Roman"/>
                <a:cs typeface="Times New Roman"/>
              </a:rPr>
              <a:t></a:t>
            </a:r>
            <a:endParaRPr sz="2025" baseline="45267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363247" y="2689335"/>
            <a:ext cx="421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solidFill>
                  <a:srgbClr val="009900"/>
                </a:solidFill>
                <a:latin typeface="Microsoft Sans Serif"/>
                <a:cs typeface="Microsoft Sans Serif"/>
              </a:rPr>
              <a:t>Ear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270122" y="4833842"/>
            <a:ext cx="846455" cy="0"/>
          </a:xfrm>
          <a:custGeom>
            <a:avLst/>
            <a:gdLst/>
            <a:ahLst/>
            <a:cxnLst/>
            <a:rect l="l" t="t" r="r" b="b"/>
            <a:pathLst>
              <a:path w="846454">
                <a:moveTo>
                  <a:pt x="0" y="0"/>
                </a:moveTo>
                <a:lnTo>
                  <a:pt x="846391" y="0"/>
                </a:lnTo>
              </a:path>
            </a:pathLst>
          </a:custGeom>
          <a:ln w="152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600703" y="4830386"/>
            <a:ext cx="1784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Microsoft Sans Serif"/>
                <a:cs typeface="Microsoft Sans Serif"/>
              </a:rPr>
              <a:t>v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57803" y="4400618"/>
            <a:ext cx="8629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70" dirty="0">
                <a:latin typeface="Microsoft Sans Serif"/>
                <a:cs typeface="Microsoft Sans Serif"/>
              </a:rPr>
              <a:t>Dsin</a:t>
            </a:r>
            <a:r>
              <a:rPr sz="2400" spc="70" dirty="0">
                <a:latin typeface="Cambria"/>
                <a:cs typeface="Cambria"/>
              </a:rPr>
              <a:t>q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003296" y="4592643"/>
            <a:ext cx="1930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"/>
                <a:cs typeface="Cambria"/>
              </a:rPr>
              <a:t>=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052161" y="5591270"/>
            <a:ext cx="2082164" cy="0"/>
          </a:xfrm>
          <a:custGeom>
            <a:avLst/>
            <a:gdLst/>
            <a:ahLst/>
            <a:cxnLst/>
            <a:rect l="l" t="t" r="r" b="b"/>
            <a:pathLst>
              <a:path w="2082164">
                <a:moveTo>
                  <a:pt x="0" y="0"/>
                </a:moveTo>
                <a:lnTo>
                  <a:pt x="380523" y="0"/>
                </a:lnTo>
              </a:path>
              <a:path w="2082164">
                <a:moveTo>
                  <a:pt x="726662" y="0"/>
                </a:moveTo>
                <a:lnTo>
                  <a:pt x="2082069" y="0"/>
                </a:lnTo>
              </a:path>
            </a:pathLst>
          </a:custGeom>
          <a:ln w="152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087627" y="5350088"/>
            <a:ext cx="4205605" cy="117475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982980" marR="43180" indent="-932815">
              <a:lnSpc>
                <a:spcPct val="65000"/>
              </a:lnSpc>
              <a:spcBef>
                <a:spcPts val="1110"/>
              </a:spcBef>
              <a:tabLst>
                <a:tab pos="1074420" algn="l"/>
                <a:tab pos="1434465" algn="l"/>
                <a:tab pos="1681480" algn="l"/>
                <a:tab pos="1776095" algn="l"/>
                <a:tab pos="3139440" algn="l"/>
              </a:tabLst>
            </a:pPr>
            <a:r>
              <a:rPr sz="2400" dirty="0">
                <a:latin typeface="Microsoft Sans Serif"/>
                <a:cs typeface="Microsoft Sans Serif"/>
              </a:rPr>
              <a:t>sin</a:t>
            </a:r>
            <a:r>
              <a:rPr sz="2400" dirty="0">
                <a:latin typeface="Cambria"/>
                <a:cs typeface="Cambria"/>
              </a:rPr>
              <a:t>q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=</a:t>
            </a:r>
            <a:r>
              <a:rPr sz="2400" dirty="0">
                <a:latin typeface="Cambria"/>
                <a:cs typeface="Cambria"/>
              </a:rPr>
              <a:t>		</a:t>
            </a:r>
            <a:r>
              <a:rPr sz="3600" spc="-75" baseline="34722" dirty="0">
                <a:latin typeface="Microsoft Sans Serif"/>
                <a:cs typeface="Microsoft Sans Serif"/>
              </a:rPr>
              <a:t>v</a:t>
            </a:r>
            <a:r>
              <a:rPr sz="3600" baseline="34722" dirty="0">
                <a:latin typeface="Microsoft Sans Serif"/>
                <a:cs typeface="Microsoft Sans Serif"/>
              </a:rPr>
              <a:t>	</a:t>
            </a:r>
            <a:r>
              <a:rPr sz="2400" spc="-50" dirty="0">
                <a:latin typeface="Cambria"/>
                <a:cs typeface="Cambria"/>
              </a:rPr>
              <a:t>=</a:t>
            </a:r>
            <a:r>
              <a:rPr sz="2400" dirty="0">
                <a:latin typeface="Cambria"/>
                <a:cs typeface="Cambria"/>
              </a:rPr>
              <a:t>		</a:t>
            </a:r>
            <a:r>
              <a:rPr sz="3600" baseline="34722" dirty="0">
                <a:latin typeface="Microsoft Sans Serif"/>
                <a:cs typeface="Microsoft Sans Serif"/>
              </a:rPr>
              <a:t>343</a:t>
            </a:r>
            <a:r>
              <a:rPr sz="3600" spc="37" baseline="34722" dirty="0">
                <a:latin typeface="Microsoft Sans Serif"/>
                <a:cs typeface="Microsoft Sans Serif"/>
              </a:rPr>
              <a:t> </a:t>
            </a:r>
            <a:r>
              <a:rPr sz="3600" baseline="34722" dirty="0">
                <a:latin typeface="Microsoft Sans Serif"/>
                <a:cs typeface="Microsoft Sans Serif"/>
              </a:rPr>
              <a:t>m</a:t>
            </a:r>
            <a:r>
              <a:rPr sz="3600" spc="-419" baseline="34722" dirty="0">
                <a:latin typeface="Microsoft Sans Serif"/>
                <a:cs typeface="Microsoft Sans Serif"/>
              </a:rPr>
              <a:t> </a:t>
            </a:r>
            <a:r>
              <a:rPr sz="3600" baseline="34722" dirty="0">
                <a:latin typeface="Microsoft Sans Serif"/>
                <a:cs typeface="Microsoft Sans Serif"/>
              </a:rPr>
              <a:t>/</a:t>
            </a:r>
            <a:r>
              <a:rPr sz="3600" spc="-375" baseline="34722" dirty="0">
                <a:latin typeface="Microsoft Sans Serif"/>
                <a:cs typeface="Microsoft Sans Serif"/>
              </a:rPr>
              <a:t> </a:t>
            </a:r>
            <a:r>
              <a:rPr sz="3600" spc="-75" baseline="34722" dirty="0">
                <a:latin typeface="Microsoft Sans Serif"/>
                <a:cs typeface="Microsoft Sans Serif"/>
              </a:rPr>
              <a:t>s</a:t>
            </a:r>
            <a:r>
              <a:rPr sz="3600" baseline="34722" dirty="0">
                <a:latin typeface="Microsoft Sans Serif"/>
                <a:cs typeface="Microsoft Sans Serif"/>
              </a:rPr>
              <a:t>	</a:t>
            </a:r>
            <a:r>
              <a:rPr sz="2400" dirty="0">
                <a:latin typeface="Cambria"/>
                <a:cs typeface="Cambria"/>
              </a:rPr>
              <a:t>=</a:t>
            </a:r>
            <a:r>
              <a:rPr sz="2400" spc="15" dirty="0">
                <a:latin typeface="Cambria"/>
                <a:cs typeface="Cambria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0.231 </a:t>
            </a:r>
            <a:r>
              <a:rPr sz="2400" spc="80" dirty="0">
                <a:latin typeface="Microsoft Sans Serif"/>
                <a:cs typeface="Microsoft Sans Serif"/>
              </a:rPr>
              <a:t>v</a:t>
            </a:r>
            <a:r>
              <a:rPr sz="2025" spc="120" baseline="-26748" dirty="0">
                <a:latin typeface="Microsoft Sans Serif"/>
                <a:cs typeface="Microsoft Sans Serif"/>
              </a:rPr>
              <a:t>w</a:t>
            </a:r>
            <a:r>
              <a:rPr sz="2025" baseline="-26748" dirty="0">
                <a:latin typeface="Microsoft Sans Serif"/>
                <a:cs typeface="Microsoft Sans Serif"/>
              </a:rPr>
              <a:t>		</a:t>
            </a:r>
            <a:r>
              <a:rPr sz="2400" dirty="0">
                <a:latin typeface="Microsoft Sans Serif"/>
                <a:cs typeface="Microsoft Sans Serif"/>
              </a:rPr>
              <a:t>1482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</a:t>
            </a:r>
            <a:r>
              <a:rPr sz="2400" spc="-30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/</a:t>
            </a:r>
            <a:r>
              <a:rPr sz="2400" spc="-215" dirty="0">
                <a:latin typeface="Microsoft Sans Serif"/>
                <a:cs typeface="Microsoft Sans Serif"/>
              </a:rPr>
              <a:t> </a:t>
            </a:r>
            <a:r>
              <a:rPr sz="2400" spc="-50" dirty="0">
                <a:latin typeface="Microsoft Sans Serif"/>
                <a:cs typeface="Microsoft Sans Serif"/>
              </a:rPr>
              <a:t>s</a:t>
            </a:r>
            <a:endParaRPr sz="2400">
              <a:latin typeface="Microsoft Sans Serif"/>
              <a:cs typeface="Microsoft Sans Serif"/>
            </a:endParaRPr>
          </a:p>
          <a:p>
            <a:pPr marL="121920">
              <a:lnSpc>
                <a:spcPct val="100000"/>
              </a:lnSpc>
              <a:spcBef>
                <a:spcPts val="1415"/>
              </a:spcBef>
            </a:pPr>
            <a:r>
              <a:rPr sz="2400" dirty="0">
                <a:latin typeface="Cambria"/>
                <a:cs typeface="Cambria"/>
              </a:rPr>
              <a:t>q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=</a:t>
            </a:r>
            <a:r>
              <a:rPr sz="2400" spc="-130" dirty="0">
                <a:latin typeface="Cambria"/>
                <a:cs typeface="Cambria"/>
              </a:rPr>
              <a:t> </a:t>
            </a:r>
            <a:r>
              <a:rPr sz="2400" spc="-280" dirty="0">
                <a:latin typeface="Microsoft Sans Serif"/>
                <a:cs typeface="Microsoft Sans Serif"/>
              </a:rPr>
              <a:t>13</a:t>
            </a:r>
            <a:r>
              <a:rPr sz="2025" spc="-419" baseline="45267" dirty="0">
                <a:latin typeface="Times New Roman"/>
                <a:cs typeface="Times New Roman"/>
              </a:rPr>
              <a:t></a:t>
            </a:r>
            <a:endParaRPr sz="2025" baseline="45267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699760" y="4207764"/>
            <a:ext cx="3430904" cy="2319655"/>
            <a:chOff x="5699760" y="4207764"/>
            <a:chExt cx="3430904" cy="2319655"/>
          </a:xfrm>
        </p:grpSpPr>
        <p:sp>
          <p:nvSpPr>
            <p:cNvPr id="29" name="object 29"/>
            <p:cNvSpPr/>
            <p:nvPr/>
          </p:nvSpPr>
          <p:spPr>
            <a:xfrm>
              <a:off x="6742176" y="6112764"/>
              <a:ext cx="1010919" cy="18415"/>
            </a:xfrm>
            <a:custGeom>
              <a:avLst/>
              <a:gdLst/>
              <a:ahLst/>
              <a:cxnLst/>
              <a:rect l="l" t="t" r="r" b="b"/>
              <a:pathLst>
                <a:path w="1010920" h="18414">
                  <a:moveTo>
                    <a:pt x="76200" y="0"/>
                  </a:moveTo>
                  <a:lnTo>
                    <a:pt x="0" y="0"/>
                  </a:lnTo>
                  <a:lnTo>
                    <a:pt x="0" y="18288"/>
                  </a:lnTo>
                  <a:lnTo>
                    <a:pt x="76200" y="18288"/>
                  </a:lnTo>
                  <a:lnTo>
                    <a:pt x="76200" y="0"/>
                  </a:lnTo>
                  <a:close/>
                </a:path>
                <a:path w="1010920" h="18414">
                  <a:moveTo>
                    <a:pt x="210312" y="0"/>
                  </a:moveTo>
                  <a:lnTo>
                    <a:pt x="134112" y="0"/>
                  </a:lnTo>
                  <a:lnTo>
                    <a:pt x="134112" y="18288"/>
                  </a:lnTo>
                  <a:lnTo>
                    <a:pt x="210312" y="18288"/>
                  </a:lnTo>
                  <a:lnTo>
                    <a:pt x="210312" y="0"/>
                  </a:lnTo>
                  <a:close/>
                </a:path>
                <a:path w="1010920" h="18414">
                  <a:moveTo>
                    <a:pt x="342900" y="0"/>
                  </a:moveTo>
                  <a:lnTo>
                    <a:pt x="266700" y="0"/>
                  </a:lnTo>
                  <a:lnTo>
                    <a:pt x="266700" y="18288"/>
                  </a:lnTo>
                  <a:lnTo>
                    <a:pt x="342900" y="18288"/>
                  </a:lnTo>
                  <a:lnTo>
                    <a:pt x="342900" y="0"/>
                  </a:lnTo>
                  <a:close/>
                </a:path>
                <a:path w="1010920" h="18414">
                  <a:moveTo>
                    <a:pt x="477012" y="0"/>
                  </a:moveTo>
                  <a:lnTo>
                    <a:pt x="400812" y="0"/>
                  </a:lnTo>
                  <a:lnTo>
                    <a:pt x="400812" y="18288"/>
                  </a:lnTo>
                  <a:lnTo>
                    <a:pt x="477012" y="18288"/>
                  </a:lnTo>
                  <a:lnTo>
                    <a:pt x="477012" y="0"/>
                  </a:lnTo>
                  <a:close/>
                </a:path>
                <a:path w="1010920" h="18414">
                  <a:moveTo>
                    <a:pt x="609600" y="0"/>
                  </a:moveTo>
                  <a:lnTo>
                    <a:pt x="533400" y="0"/>
                  </a:lnTo>
                  <a:lnTo>
                    <a:pt x="533400" y="18288"/>
                  </a:lnTo>
                  <a:lnTo>
                    <a:pt x="609600" y="18288"/>
                  </a:lnTo>
                  <a:lnTo>
                    <a:pt x="609600" y="0"/>
                  </a:lnTo>
                  <a:close/>
                </a:path>
                <a:path w="1010920" h="18414">
                  <a:moveTo>
                    <a:pt x="743712" y="0"/>
                  </a:moveTo>
                  <a:lnTo>
                    <a:pt x="667512" y="0"/>
                  </a:lnTo>
                  <a:lnTo>
                    <a:pt x="667512" y="18288"/>
                  </a:lnTo>
                  <a:lnTo>
                    <a:pt x="743712" y="18288"/>
                  </a:lnTo>
                  <a:lnTo>
                    <a:pt x="743712" y="0"/>
                  </a:lnTo>
                  <a:close/>
                </a:path>
                <a:path w="1010920" h="18414">
                  <a:moveTo>
                    <a:pt x="876300" y="0"/>
                  </a:moveTo>
                  <a:lnTo>
                    <a:pt x="800100" y="0"/>
                  </a:lnTo>
                  <a:lnTo>
                    <a:pt x="800100" y="18288"/>
                  </a:lnTo>
                  <a:lnTo>
                    <a:pt x="876300" y="18288"/>
                  </a:lnTo>
                  <a:lnTo>
                    <a:pt x="876300" y="0"/>
                  </a:lnTo>
                  <a:close/>
                </a:path>
                <a:path w="1010920" h="18414">
                  <a:moveTo>
                    <a:pt x="1010412" y="0"/>
                  </a:moveTo>
                  <a:lnTo>
                    <a:pt x="934212" y="0"/>
                  </a:lnTo>
                  <a:lnTo>
                    <a:pt x="934212" y="18288"/>
                  </a:lnTo>
                  <a:lnTo>
                    <a:pt x="1010412" y="18288"/>
                  </a:lnTo>
                  <a:lnTo>
                    <a:pt x="10104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99760" y="4207764"/>
              <a:ext cx="1019555" cy="2319528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7808976" y="6112764"/>
              <a:ext cx="1143000" cy="18415"/>
            </a:xfrm>
            <a:custGeom>
              <a:avLst/>
              <a:gdLst/>
              <a:ahLst/>
              <a:cxnLst/>
              <a:rect l="l" t="t" r="r" b="b"/>
              <a:pathLst>
                <a:path w="1143000" h="18414">
                  <a:moveTo>
                    <a:pt x="76200" y="0"/>
                  </a:moveTo>
                  <a:lnTo>
                    <a:pt x="0" y="0"/>
                  </a:lnTo>
                  <a:lnTo>
                    <a:pt x="0" y="18288"/>
                  </a:lnTo>
                  <a:lnTo>
                    <a:pt x="76200" y="18288"/>
                  </a:lnTo>
                  <a:lnTo>
                    <a:pt x="76200" y="0"/>
                  </a:lnTo>
                  <a:close/>
                </a:path>
                <a:path w="1143000" h="18414">
                  <a:moveTo>
                    <a:pt x="210312" y="0"/>
                  </a:moveTo>
                  <a:lnTo>
                    <a:pt x="134112" y="0"/>
                  </a:lnTo>
                  <a:lnTo>
                    <a:pt x="134112" y="18288"/>
                  </a:lnTo>
                  <a:lnTo>
                    <a:pt x="210312" y="18288"/>
                  </a:lnTo>
                  <a:lnTo>
                    <a:pt x="210312" y="0"/>
                  </a:lnTo>
                  <a:close/>
                </a:path>
                <a:path w="1143000" h="18414">
                  <a:moveTo>
                    <a:pt x="342900" y="0"/>
                  </a:moveTo>
                  <a:lnTo>
                    <a:pt x="266700" y="0"/>
                  </a:lnTo>
                  <a:lnTo>
                    <a:pt x="266700" y="18288"/>
                  </a:lnTo>
                  <a:lnTo>
                    <a:pt x="342900" y="18288"/>
                  </a:lnTo>
                  <a:lnTo>
                    <a:pt x="342900" y="0"/>
                  </a:lnTo>
                  <a:close/>
                </a:path>
                <a:path w="1143000" h="18414">
                  <a:moveTo>
                    <a:pt x="477012" y="0"/>
                  </a:moveTo>
                  <a:lnTo>
                    <a:pt x="400812" y="0"/>
                  </a:lnTo>
                  <a:lnTo>
                    <a:pt x="400812" y="18288"/>
                  </a:lnTo>
                  <a:lnTo>
                    <a:pt x="477012" y="18288"/>
                  </a:lnTo>
                  <a:lnTo>
                    <a:pt x="477012" y="0"/>
                  </a:lnTo>
                  <a:close/>
                </a:path>
                <a:path w="1143000" h="18414">
                  <a:moveTo>
                    <a:pt x="609600" y="0"/>
                  </a:moveTo>
                  <a:lnTo>
                    <a:pt x="533400" y="0"/>
                  </a:lnTo>
                  <a:lnTo>
                    <a:pt x="533400" y="18288"/>
                  </a:lnTo>
                  <a:lnTo>
                    <a:pt x="609600" y="18288"/>
                  </a:lnTo>
                  <a:lnTo>
                    <a:pt x="609600" y="0"/>
                  </a:lnTo>
                  <a:close/>
                </a:path>
                <a:path w="1143000" h="18414">
                  <a:moveTo>
                    <a:pt x="743712" y="0"/>
                  </a:moveTo>
                  <a:lnTo>
                    <a:pt x="667512" y="0"/>
                  </a:lnTo>
                  <a:lnTo>
                    <a:pt x="667512" y="18288"/>
                  </a:lnTo>
                  <a:lnTo>
                    <a:pt x="743712" y="18288"/>
                  </a:lnTo>
                  <a:lnTo>
                    <a:pt x="743712" y="0"/>
                  </a:lnTo>
                  <a:close/>
                </a:path>
                <a:path w="1143000" h="18414">
                  <a:moveTo>
                    <a:pt x="876300" y="0"/>
                  </a:moveTo>
                  <a:lnTo>
                    <a:pt x="800100" y="0"/>
                  </a:lnTo>
                  <a:lnTo>
                    <a:pt x="800100" y="18288"/>
                  </a:lnTo>
                  <a:lnTo>
                    <a:pt x="876300" y="18288"/>
                  </a:lnTo>
                  <a:lnTo>
                    <a:pt x="876300" y="0"/>
                  </a:lnTo>
                  <a:close/>
                </a:path>
                <a:path w="1143000" h="18414">
                  <a:moveTo>
                    <a:pt x="1010412" y="0"/>
                  </a:moveTo>
                  <a:lnTo>
                    <a:pt x="934212" y="0"/>
                  </a:lnTo>
                  <a:lnTo>
                    <a:pt x="934212" y="18288"/>
                  </a:lnTo>
                  <a:lnTo>
                    <a:pt x="1010412" y="18288"/>
                  </a:lnTo>
                  <a:lnTo>
                    <a:pt x="1010412" y="0"/>
                  </a:lnTo>
                  <a:close/>
                </a:path>
                <a:path w="1143000" h="18414">
                  <a:moveTo>
                    <a:pt x="1143000" y="0"/>
                  </a:moveTo>
                  <a:lnTo>
                    <a:pt x="1066800" y="0"/>
                  </a:lnTo>
                  <a:lnTo>
                    <a:pt x="1066800" y="18288"/>
                  </a:lnTo>
                  <a:lnTo>
                    <a:pt x="1143000" y="18288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76360" y="6045708"/>
              <a:ext cx="153924" cy="153924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8123978" y="6217404"/>
            <a:ext cx="14986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Real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position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756867" y="4129518"/>
            <a:ext cx="20046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Apparent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position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531674" y="1357393"/>
            <a:ext cx="6959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Microsoft Sans Serif"/>
                <a:cs typeface="Microsoft Sans Serif"/>
              </a:rPr>
              <a:t>Water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15346" y="439952"/>
            <a:ext cx="3369945" cy="61341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17-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22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Speed</a:t>
            </a:r>
            <a:r>
              <a:rPr sz="22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sz="22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Sound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Example</a:t>
            </a:r>
            <a:r>
              <a:rPr sz="2200" b="1" spc="-6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spc="-50" dirty="0">
                <a:solidFill>
                  <a:srgbClr val="E10000"/>
                </a:solidFill>
                <a:latin typeface="Arial"/>
                <a:cs typeface="Arial"/>
              </a:rPr>
              <a:t>2</a:t>
            </a:r>
            <a:endParaRPr sz="22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92479" y="370331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2852" y="6819900"/>
                </a:moveTo>
                <a:lnTo>
                  <a:pt x="3048" y="6819900"/>
                </a:lnTo>
                <a:lnTo>
                  <a:pt x="0" y="6816851"/>
                </a:lnTo>
                <a:lnTo>
                  <a:pt x="0" y="3048"/>
                </a:lnTo>
                <a:lnTo>
                  <a:pt x="3048" y="0"/>
                </a:lnTo>
                <a:lnTo>
                  <a:pt x="9102852" y="0"/>
                </a:lnTo>
                <a:lnTo>
                  <a:pt x="9105900" y="3048"/>
                </a:lnTo>
                <a:lnTo>
                  <a:pt x="9105900" y="6096"/>
                </a:ln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lnTo>
                  <a:pt x="12192" y="6807708"/>
                </a:lnTo>
                <a:lnTo>
                  <a:pt x="6096" y="6807708"/>
                </a:lnTo>
                <a:lnTo>
                  <a:pt x="12192" y="6813803"/>
                </a:lnTo>
                <a:lnTo>
                  <a:pt x="9105900" y="6813803"/>
                </a:lnTo>
                <a:lnTo>
                  <a:pt x="9105900" y="6816851"/>
                </a:lnTo>
                <a:lnTo>
                  <a:pt x="9102852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close/>
              </a:path>
              <a:path w="9105900" h="6819900">
                <a:moveTo>
                  <a:pt x="9093707" y="12192"/>
                </a:moveTo>
                <a:lnTo>
                  <a:pt x="12192" y="12192"/>
                </a:lnTo>
                <a:lnTo>
                  <a:pt x="12192" y="6096"/>
                </a:lnTo>
                <a:lnTo>
                  <a:pt x="9093707" y="6096"/>
                </a:lnTo>
                <a:lnTo>
                  <a:pt x="9093707" y="12192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9093707" y="6096"/>
                </a:lnTo>
                <a:lnTo>
                  <a:pt x="9099804" y="12192"/>
                </a:lnTo>
                <a:lnTo>
                  <a:pt x="9105900" y="12192"/>
                </a:lnTo>
                <a:lnTo>
                  <a:pt x="9105900" y="6807708"/>
                </a:lnTo>
                <a:lnTo>
                  <a:pt x="9099804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12192"/>
                </a:moveTo>
                <a:lnTo>
                  <a:pt x="9099804" y="12192"/>
                </a:lnTo>
                <a:lnTo>
                  <a:pt x="9093707" y="6096"/>
                </a:lnTo>
                <a:lnTo>
                  <a:pt x="9105900" y="6096"/>
                </a:lnTo>
                <a:lnTo>
                  <a:pt x="9105900" y="12192"/>
                </a:lnTo>
                <a:close/>
              </a:path>
              <a:path w="9105900" h="6819900">
                <a:moveTo>
                  <a:pt x="12192" y="6813803"/>
                </a:moveTo>
                <a:lnTo>
                  <a:pt x="6096" y="6807708"/>
                </a:lnTo>
                <a:lnTo>
                  <a:pt x="12192" y="6807708"/>
                </a:lnTo>
                <a:lnTo>
                  <a:pt x="12192" y="6813803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12192" y="6813803"/>
                </a:lnTo>
                <a:lnTo>
                  <a:pt x="12192" y="6807708"/>
                </a:lnTo>
                <a:lnTo>
                  <a:pt x="9093707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6813803"/>
                </a:moveTo>
                <a:lnTo>
                  <a:pt x="9093707" y="6813803"/>
                </a:lnTo>
                <a:lnTo>
                  <a:pt x="9099804" y="6807708"/>
                </a:lnTo>
                <a:lnTo>
                  <a:pt x="9105900" y="6807708"/>
                </a:lnTo>
                <a:lnTo>
                  <a:pt x="9105900" y="6813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1041868" y="4050233"/>
            <a:ext cx="94361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Solution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950975" y="4005072"/>
            <a:ext cx="8789035" cy="2818130"/>
          </a:xfrm>
          <a:custGeom>
            <a:avLst/>
            <a:gdLst/>
            <a:ahLst/>
            <a:cxnLst/>
            <a:rect l="l" t="t" r="r" b="b"/>
            <a:pathLst>
              <a:path w="8789035" h="2818129">
                <a:moveTo>
                  <a:pt x="8788907" y="2817876"/>
                </a:moveTo>
                <a:lnTo>
                  <a:pt x="0" y="2817876"/>
                </a:lnTo>
                <a:lnTo>
                  <a:pt x="0" y="0"/>
                </a:lnTo>
                <a:lnTo>
                  <a:pt x="8788907" y="0"/>
                </a:lnTo>
                <a:lnTo>
                  <a:pt x="8788907" y="6096"/>
                </a:lnTo>
                <a:lnTo>
                  <a:pt x="9144" y="6096"/>
                </a:lnTo>
                <a:lnTo>
                  <a:pt x="4572" y="10668"/>
                </a:lnTo>
                <a:lnTo>
                  <a:pt x="9144" y="10668"/>
                </a:lnTo>
                <a:lnTo>
                  <a:pt x="9144" y="2808732"/>
                </a:lnTo>
                <a:lnTo>
                  <a:pt x="4572" y="2808732"/>
                </a:lnTo>
                <a:lnTo>
                  <a:pt x="9144" y="2813303"/>
                </a:lnTo>
                <a:lnTo>
                  <a:pt x="8788907" y="2813303"/>
                </a:lnTo>
                <a:lnTo>
                  <a:pt x="8788907" y="2817876"/>
                </a:lnTo>
                <a:close/>
              </a:path>
              <a:path w="8789035" h="2818129">
                <a:moveTo>
                  <a:pt x="9144" y="10668"/>
                </a:moveTo>
                <a:lnTo>
                  <a:pt x="4572" y="10668"/>
                </a:lnTo>
                <a:lnTo>
                  <a:pt x="9144" y="6096"/>
                </a:lnTo>
                <a:lnTo>
                  <a:pt x="9144" y="10668"/>
                </a:lnTo>
                <a:close/>
              </a:path>
              <a:path w="8789035" h="2818129">
                <a:moveTo>
                  <a:pt x="8779764" y="10668"/>
                </a:moveTo>
                <a:lnTo>
                  <a:pt x="9144" y="10668"/>
                </a:lnTo>
                <a:lnTo>
                  <a:pt x="9144" y="6096"/>
                </a:lnTo>
                <a:lnTo>
                  <a:pt x="8779764" y="6096"/>
                </a:lnTo>
                <a:lnTo>
                  <a:pt x="8779764" y="10668"/>
                </a:lnTo>
                <a:close/>
              </a:path>
              <a:path w="8789035" h="2818129">
                <a:moveTo>
                  <a:pt x="8779764" y="2813303"/>
                </a:moveTo>
                <a:lnTo>
                  <a:pt x="8779764" y="6096"/>
                </a:lnTo>
                <a:lnTo>
                  <a:pt x="8784336" y="10668"/>
                </a:lnTo>
                <a:lnTo>
                  <a:pt x="8788907" y="10668"/>
                </a:lnTo>
                <a:lnTo>
                  <a:pt x="8788907" y="2808732"/>
                </a:lnTo>
                <a:lnTo>
                  <a:pt x="8784336" y="2808732"/>
                </a:lnTo>
                <a:lnTo>
                  <a:pt x="8779764" y="2813303"/>
                </a:lnTo>
                <a:close/>
              </a:path>
              <a:path w="8789035" h="2818129">
                <a:moveTo>
                  <a:pt x="8788907" y="10668"/>
                </a:moveTo>
                <a:lnTo>
                  <a:pt x="8784336" y="10668"/>
                </a:lnTo>
                <a:lnTo>
                  <a:pt x="8779764" y="6096"/>
                </a:lnTo>
                <a:lnTo>
                  <a:pt x="8788907" y="6096"/>
                </a:lnTo>
                <a:lnTo>
                  <a:pt x="8788907" y="10668"/>
                </a:lnTo>
                <a:close/>
              </a:path>
              <a:path w="8789035" h="2818129">
                <a:moveTo>
                  <a:pt x="9144" y="2813303"/>
                </a:moveTo>
                <a:lnTo>
                  <a:pt x="4572" y="2808732"/>
                </a:lnTo>
                <a:lnTo>
                  <a:pt x="9144" y="2808732"/>
                </a:lnTo>
                <a:lnTo>
                  <a:pt x="9144" y="2813303"/>
                </a:lnTo>
                <a:close/>
              </a:path>
              <a:path w="8789035" h="2818129">
                <a:moveTo>
                  <a:pt x="8779764" y="2813303"/>
                </a:moveTo>
                <a:lnTo>
                  <a:pt x="9144" y="2813303"/>
                </a:lnTo>
                <a:lnTo>
                  <a:pt x="9144" y="2808732"/>
                </a:lnTo>
                <a:lnTo>
                  <a:pt x="8779764" y="2808732"/>
                </a:lnTo>
                <a:lnTo>
                  <a:pt x="8779764" y="2813303"/>
                </a:lnTo>
                <a:close/>
              </a:path>
              <a:path w="8789035" h="2818129">
                <a:moveTo>
                  <a:pt x="8788907" y="2813303"/>
                </a:moveTo>
                <a:lnTo>
                  <a:pt x="8779764" y="2813303"/>
                </a:lnTo>
                <a:lnTo>
                  <a:pt x="8784336" y="2808732"/>
                </a:lnTo>
                <a:lnTo>
                  <a:pt x="8788907" y="2808732"/>
                </a:lnTo>
                <a:lnTo>
                  <a:pt x="8788907" y="28133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0314" y="1750740"/>
            <a:ext cx="7749068" cy="339633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076677" y="1212617"/>
            <a:ext cx="17754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No sound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wave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27760" y="1146047"/>
            <a:ext cx="8435340" cy="2352040"/>
          </a:xfrm>
          <a:custGeom>
            <a:avLst/>
            <a:gdLst/>
            <a:ahLst/>
            <a:cxnLst/>
            <a:rect l="l" t="t" r="r" b="b"/>
            <a:pathLst>
              <a:path w="8435340" h="2352040">
                <a:moveTo>
                  <a:pt x="8433816" y="0"/>
                </a:moveTo>
                <a:lnTo>
                  <a:pt x="8424672" y="0"/>
                </a:lnTo>
                <a:lnTo>
                  <a:pt x="8424672" y="10668"/>
                </a:lnTo>
                <a:lnTo>
                  <a:pt x="8424672" y="900684"/>
                </a:lnTo>
                <a:lnTo>
                  <a:pt x="9144" y="900684"/>
                </a:lnTo>
                <a:lnTo>
                  <a:pt x="9144" y="10668"/>
                </a:lnTo>
                <a:lnTo>
                  <a:pt x="8424672" y="10668"/>
                </a:lnTo>
                <a:lnTo>
                  <a:pt x="8424672" y="0"/>
                </a:lnTo>
                <a:lnTo>
                  <a:pt x="0" y="0"/>
                </a:lnTo>
                <a:lnTo>
                  <a:pt x="0" y="909828"/>
                </a:lnTo>
                <a:lnTo>
                  <a:pt x="8433816" y="909828"/>
                </a:lnTo>
                <a:lnTo>
                  <a:pt x="8433816" y="905256"/>
                </a:lnTo>
                <a:lnTo>
                  <a:pt x="8433816" y="900684"/>
                </a:lnTo>
                <a:lnTo>
                  <a:pt x="8433816" y="10668"/>
                </a:lnTo>
                <a:lnTo>
                  <a:pt x="8433816" y="4572"/>
                </a:lnTo>
                <a:lnTo>
                  <a:pt x="8433816" y="0"/>
                </a:lnTo>
                <a:close/>
              </a:path>
              <a:path w="8435340" h="2352040">
                <a:moveTo>
                  <a:pt x="8435340" y="1045464"/>
                </a:moveTo>
                <a:lnTo>
                  <a:pt x="8426196" y="1045464"/>
                </a:lnTo>
                <a:lnTo>
                  <a:pt x="8426196" y="1054608"/>
                </a:lnTo>
                <a:lnTo>
                  <a:pt x="8426196" y="2342400"/>
                </a:lnTo>
                <a:lnTo>
                  <a:pt x="10655" y="2342400"/>
                </a:lnTo>
                <a:lnTo>
                  <a:pt x="10655" y="1054608"/>
                </a:lnTo>
                <a:lnTo>
                  <a:pt x="8426196" y="1054608"/>
                </a:lnTo>
                <a:lnTo>
                  <a:pt x="8426196" y="1045464"/>
                </a:lnTo>
                <a:lnTo>
                  <a:pt x="1511" y="1045464"/>
                </a:lnTo>
                <a:lnTo>
                  <a:pt x="1511" y="2351532"/>
                </a:lnTo>
                <a:lnTo>
                  <a:pt x="8435340" y="2351532"/>
                </a:lnTo>
                <a:lnTo>
                  <a:pt x="8435340" y="2346960"/>
                </a:lnTo>
                <a:lnTo>
                  <a:pt x="8435340" y="2342400"/>
                </a:lnTo>
                <a:lnTo>
                  <a:pt x="8435340" y="1054608"/>
                </a:lnTo>
                <a:lnTo>
                  <a:pt x="8435340" y="1050036"/>
                </a:lnTo>
                <a:lnTo>
                  <a:pt x="8435340" y="1045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003605" y="2274766"/>
            <a:ext cx="14243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Sound</a:t>
            </a:r>
            <a:r>
              <a:rPr sz="2000" spc="-20" dirty="0">
                <a:latin typeface="Microsoft Sans Serif"/>
                <a:cs typeface="Microsoft Sans Serif"/>
              </a:rPr>
              <a:t> wave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00920" y="1215617"/>
            <a:ext cx="10877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Microsoft Sans Serif"/>
                <a:cs typeface="Microsoft Sans Serif"/>
              </a:rPr>
              <a:t>Air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particles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499616" y="4140708"/>
            <a:ext cx="132715" cy="1260475"/>
          </a:xfrm>
          <a:custGeom>
            <a:avLst/>
            <a:gdLst/>
            <a:ahLst/>
            <a:cxnLst/>
            <a:rect l="l" t="t" r="r" b="b"/>
            <a:pathLst>
              <a:path w="132714" h="1260475">
                <a:moveTo>
                  <a:pt x="15240" y="129540"/>
                </a:moveTo>
                <a:lnTo>
                  <a:pt x="9144" y="126492"/>
                </a:lnTo>
                <a:lnTo>
                  <a:pt x="1524" y="121920"/>
                </a:lnTo>
                <a:lnTo>
                  <a:pt x="0" y="112776"/>
                </a:lnTo>
                <a:lnTo>
                  <a:pt x="3048" y="106680"/>
                </a:lnTo>
                <a:lnTo>
                  <a:pt x="65532" y="0"/>
                </a:lnTo>
                <a:lnTo>
                  <a:pt x="81599" y="27432"/>
                </a:lnTo>
                <a:lnTo>
                  <a:pt x="51816" y="27432"/>
                </a:lnTo>
                <a:lnTo>
                  <a:pt x="51816" y="80391"/>
                </a:lnTo>
                <a:lnTo>
                  <a:pt x="28956" y="120396"/>
                </a:lnTo>
                <a:lnTo>
                  <a:pt x="24384" y="128016"/>
                </a:lnTo>
                <a:lnTo>
                  <a:pt x="15240" y="129540"/>
                </a:lnTo>
                <a:close/>
              </a:path>
              <a:path w="132714" h="1260475">
                <a:moveTo>
                  <a:pt x="51816" y="80391"/>
                </a:moveTo>
                <a:lnTo>
                  <a:pt x="51816" y="27432"/>
                </a:lnTo>
                <a:lnTo>
                  <a:pt x="80772" y="27432"/>
                </a:lnTo>
                <a:lnTo>
                  <a:pt x="80772" y="35052"/>
                </a:lnTo>
                <a:lnTo>
                  <a:pt x="53340" y="35052"/>
                </a:lnTo>
                <a:lnTo>
                  <a:pt x="65719" y="56059"/>
                </a:lnTo>
                <a:lnTo>
                  <a:pt x="51816" y="80391"/>
                </a:lnTo>
                <a:close/>
              </a:path>
              <a:path w="132714" h="1260475">
                <a:moveTo>
                  <a:pt x="115824" y="129540"/>
                </a:moveTo>
                <a:lnTo>
                  <a:pt x="108204" y="128016"/>
                </a:lnTo>
                <a:lnTo>
                  <a:pt x="103632" y="120396"/>
                </a:lnTo>
                <a:lnTo>
                  <a:pt x="80772" y="81603"/>
                </a:lnTo>
                <a:lnTo>
                  <a:pt x="80772" y="27432"/>
                </a:lnTo>
                <a:lnTo>
                  <a:pt x="81599" y="27432"/>
                </a:lnTo>
                <a:lnTo>
                  <a:pt x="128016" y="106680"/>
                </a:lnTo>
                <a:lnTo>
                  <a:pt x="132588" y="112776"/>
                </a:lnTo>
                <a:lnTo>
                  <a:pt x="129540" y="121920"/>
                </a:lnTo>
                <a:lnTo>
                  <a:pt x="123444" y="126492"/>
                </a:lnTo>
                <a:lnTo>
                  <a:pt x="115824" y="129540"/>
                </a:lnTo>
                <a:close/>
              </a:path>
              <a:path w="132714" h="1260475">
                <a:moveTo>
                  <a:pt x="65719" y="56059"/>
                </a:moveTo>
                <a:lnTo>
                  <a:pt x="53340" y="35052"/>
                </a:lnTo>
                <a:lnTo>
                  <a:pt x="77724" y="35052"/>
                </a:lnTo>
                <a:lnTo>
                  <a:pt x="65719" y="56059"/>
                </a:lnTo>
                <a:close/>
              </a:path>
              <a:path w="132714" h="1260475">
                <a:moveTo>
                  <a:pt x="80772" y="81603"/>
                </a:moveTo>
                <a:lnTo>
                  <a:pt x="65719" y="56059"/>
                </a:lnTo>
                <a:lnTo>
                  <a:pt x="77724" y="35052"/>
                </a:lnTo>
                <a:lnTo>
                  <a:pt x="80772" y="35052"/>
                </a:lnTo>
                <a:lnTo>
                  <a:pt x="80772" y="81603"/>
                </a:lnTo>
                <a:close/>
              </a:path>
              <a:path w="132714" h="1260475">
                <a:moveTo>
                  <a:pt x="80772" y="1260348"/>
                </a:moveTo>
                <a:lnTo>
                  <a:pt x="51816" y="1260348"/>
                </a:lnTo>
                <a:lnTo>
                  <a:pt x="51816" y="80391"/>
                </a:lnTo>
                <a:lnTo>
                  <a:pt x="65719" y="56059"/>
                </a:lnTo>
                <a:lnTo>
                  <a:pt x="80772" y="81603"/>
                </a:lnTo>
                <a:lnTo>
                  <a:pt x="80772" y="1260348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84388" y="4216772"/>
            <a:ext cx="224790" cy="110617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spc="-10" dirty="0">
                <a:solidFill>
                  <a:srgbClr val="0000FF"/>
                </a:solidFill>
                <a:latin typeface="Microsoft Sans Serif"/>
                <a:cs typeface="Microsoft Sans Serif"/>
              </a:rPr>
              <a:t>Displacement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82706" y="3839966"/>
            <a:ext cx="5911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0000FF"/>
                </a:solidFill>
                <a:latin typeface="Microsoft Sans Serif"/>
                <a:cs typeface="Microsoft Sans Serif"/>
              </a:rPr>
              <a:t>s(x,t)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182099" y="3704844"/>
            <a:ext cx="2345690" cy="2312035"/>
          </a:xfrm>
          <a:custGeom>
            <a:avLst/>
            <a:gdLst/>
            <a:ahLst/>
            <a:cxnLst/>
            <a:rect l="l" t="t" r="r" b="b"/>
            <a:pathLst>
              <a:path w="2345690" h="2312035">
                <a:moveTo>
                  <a:pt x="437400" y="2302764"/>
                </a:moveTo>
                <a:lnTo>
                  <a:pt x="4572" y="2051304"/>
                </a:lnTo>
                <a:lnTo>
                  <a:pt x="0" y="2058924"/>
                </a:lnTo>
                <a:lnTo>
                  <a:pt x="432816" y="2311908"/>
                </a:lnTo>
                <a:lnTo>
                  <a:pt x="437400" y="2302764"/>
                </a:lnTo>
                <a:close/>
              </a:path>
              <a:path w="2345690" h="2312035">
                <a:moveTo>
                  <a:pt x="2345448" y="179832"/>
                </a:moveTo>
                <a:lnTo>
                  <a:pt x="2057412" y="0"/>
                </a:lnTo>
                <a:lnTo>
                  <a:pt x="2052828" y="7632"/>
                </a:lnTo>
                <a:lnTo>
                  <a:pt x="2340876" y="187464"/>
                </a:lnTo>
                <a:lnTo>
                  <a:pt x="2345448" y="179832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517680" y="5363217"/>
            <a:ext cx="4734019" cy="1484381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75"/>
              </a:spcBef>
            </a:pPr>
            <a:r>
              <a:rPr sz="18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Displacement</a:t>
            </a:r>
            <a:endParaRPr sz="1800" dirty="0">
              <a:latin typeface="Microsoft Sans Serif"/>
              <a:cs typeface="Microsoft Sans Serif"/>
            </a:endParaRPr>
          </a:p>
          <a:p>
            <a:pPr marL="1102995">
              <a:lnSpc>
                <a:spcPct val="100000"/>
              </a:lnSpc>
              <a:spcBef>
                <a:spcPts val="1030"/>
              </a:spcBef>
            </a:pPr>
            <a:r>
              <a:rPr sz="2400" spc="55" dirty="0">
                <a:latin typeface="Microsoft Sans Serif"/>
                <a:cs typeface="Microsoft Sans Serif"/>
              </a:rPr>
              <a:t>s(x,t)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Cambria"/>
                <a:cs typeface="Cambria"/>
              </a:rPr>
              <a:t>=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</a:t>
            </a:r>
            <a:r>
              <a:rPr sz="2025" baseline="-26748" dirty="0">
                <a:latin typeface="Microsoft Sans Serif"/>
                <a:cs typeface="Microsoft Sans Serif"/>
              </a:rPr>
              <a:t>m</a:t>
            </a:r>
            <a:r>
              <a:rPr sz="2025" spc="262" baseline="-26748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cos(kx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Cambria"/>
                <a:cs typeface="Cambria"/>
              </a:rPr>
              <a:t>–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lang="en-US" sz="2400" spc="235" dirty="0" err="1">
                <a:latin typeface="Cambria"/>
                <a:cs typeface="Cambria"/>
              </a:rPr>
              <a:t>w</a:t>
            </a:r>
            <a:r>
              <a:rPr sz="2400" spc="235" dirty="0" err="1">
                <a:latin typeface="Microsoft Sans Serif"/>
                <a:cs typeface="Microsoft Sans Serif"/>
              </a:rPr>
              <a:t>t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Cambria"/>
                <a:cs typeface="Cambria"/>
              </a:rPr>
              <a:t>+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ф</a:t>
            </a:r>
            <a:r>
              <a:rPr sz="2400" spc="-25" dirty="0">
                <a:latin typeface="Microsoft Sans Serif"/>
                <a:cs typeface="Microsoft Sans Serif"/>
              </a:rPr>
              <a:t>)</a:t>
            </a:r>
            <a:endParaRPr sz="2400" dirty="0">
              <a:latin typeface="Microsoft Sans Serif"/>
              <a:cs typeface="Microsoft Sans Serif"/>
            </a:endParaRPr>
          </a:p>
          <a:p>
            <a:pPr marL="1567815">
              <a:lnSpc>
                <a:spcPct val="100000"/>
              </a:lnSpc>
              <a:spcBef>
                <a:spcPts val="2450"/>
              </a:spcBef>
            </a:pPr>
            <a:r>
              <a:rPr sz="1800" dirty="0">
                <a:solidFill>
                  <a:srgbClr val="009900"/>
                </a:solidFill>
                <a:latin typeface="Microsoft Sans Serif"/>
                <a:cs typeface="Microsoft Sans Serif"/>
              </a:rPr>
              <a:t>Displacement</a:t>
            </a:r>
            <a:r>
              <a:rPr sz="1800" spc="-75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3300"/>
                </a:solidFill>
                <a:latin typeface="Microsoft Sans Serif"/>
                <a:cs typeface="Microsoft Sans Serif"/>
              </a:rPr>
              <a:t>amplitude</a:t>
            </a:r>
            <a:endParaRPr sz="1800" dirty="0">
              <a:latin typeface="Microsoft Sans Serif"/>
              <a:cs typeface="Microsoft Sans Serif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496311" y="1473708"/>
            <a:ext cx="5661660" cy="5407660"/>
            <a:chOff x="2496311" y="1473708"/>
            <a:chExt cx="5661660" cy="5407660"/>
          </a:xfrm>
        </p:grpSpPr>
        <p:sp>
          <p:nvSpPr>
            <p:cNvPr id="14" name="object 14"/>
            <p:cNvSpPr/>
            <p:nvPr/>
          </p:nvSpPr>
          <p:spPr>
            <a:xfrm>
              <a:off x="4799063" y="1473707"/>
              <a:ext cx="1486535" cy="5046345"/>
            </a:xfrm>
            <a:custGeom>
              <a:avLst/>
              <a:gdLst/>
              <a:ahLst/>
              <a:cxnLst/>
              <a:rect l="l" t="t" r="r" b="b"/>
              <a:pathLst>
                <a:path w="1486535" h="5046345">
                  <a:moveTo>
                    <a:pt x="118884" y="5041392"/>
                  </a:moveTo>
                  <a:lnTo>
                    <a:pt x="9144" y="4824996"/>
                  </a:lnTo>
                  <a:lnTo>
                    <a:pt x="0" y="4829568"/>
                  </a:lnTo>
                  <a:lnTo>
                    <a:pt x="109728" y="5045964"/>
                  </a:lnTo>
                  <a:lnTo>
                    <a:pt x="118884" y="5041392"/>
                  </a:lnTo>
                  <a:close/>
                </a:path>
                <a:path w="1486535" h="5046345">
                  <a:moveTo>
                    <a:pt x="1161300" y="2923032"/>
                  </a:moveTo>
                  <a:lnTo>
                    <a:pt x="1156728" y="2915412"/>
                  </a:lnTo>
                  <a:lnTo>
                    <a:pt x="544080" y="3346704"/>
                  </a:lnTo>
                  <a:lnTo>
                    <a:pt x="548652" y="3354324"/>
                  </a:lnTo>
                  <a:lnTo>
                    <a:pt x="1161300" y="2923032"/>
                  </a:lnTo>
                  <a:close/>
                </a:path>
                <a:path w="1486535" h="5046345">
                  <a:moveTo>
                    <a:pt x="1485912" y="6096"/>
                  </a:moveTo>
                  <a:lnTo>
                    <a:pt x="1479816" y="0"/>
                  </a:lnTo>
                  <a:lnTo>
                    <a:pt x="1226832" y="251460"/>
                  </a:lnTo>
                  <a:lnTo>
                    <a:pt x="1234452" y="259080"/>
                  </a:lnTo>
                  <a:lnTo>
                    <a:pt x="1485912" y="6096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496311" y="5359907"/>
              <a:ext cx="5661660" cy="1521460"/>
            </a:xfrm>
            <a:custGeom>
              <a:avLst/>
              <a:gdLst/>
              <a:ahLst/>
              <a:cxnLst/>
              <a:rect l="l" t="t" r="r" b="b"/>
              <a:pathLst>
                <a:path w="5661659" h="1521459">
                  <a:moveTo>
                    <a:pt x="5661660" y="1520951"/>
                  </a:moveTo>
                  <a:lnTo>
                    <a:pt x="0" y="1520951"/>
                  </a:lnTo>
                  <a:lnTo>
                    <a:pt x="0" y="0"/>
                  </a:lnTo>
                  <a:lnTo>
                    <a:pt x="5661660" y="0"/>
                  </a:lnTo>
                  <a:lnTo>
                    <a:pt x="5661660" y="4572"/>
                  </a:lnTo>
                  <a:lnTo>
                    <a:pt x="9144" y="4572"/>
                  </a:lnTo>
                  <a:lnTo>
                    <a:pt x="4572" y="9144"/>
                  </a:lnTo>
                  <a:lnTo>
                    <a:pt x="9144" y="9144"/>
                  </a:lnTo>
                  <a:lnTo>
                    <a:pt x="9144" y="1511808"/>
                  </a:lnTo>
                  <a:lnTo>
                    <a:pt x="4572" y="1511808"/>
                  </a:lnTo>
                  <a:lnTo>
                    <a:pt x="9144" y="1516380"/>
                  </a:lnTo>
                  <a:lnTo>
                    <a:pt x="5661660" y="1516380"/>
                  </a:lnTo>
                  <a:lnTo>
                    <a:pt x="5661660" y="1520951"/>
                  </a:lnTo>
                  <a:close/>
                </a:path>
                <a:path w="5661659" h="1521459">
                  <a:moveTo>
                    <a:pt x="9144" y="9144"/>
                  </a:moveTo>
                  <a:lnTo>
                    <a:pt x="4572" y="9144"/>
                  </a:lnTo>
                  <a:lnTo>
                    <a:pt x="9144" y="4572"/>
                  </a:lnTo>
                  <a:lnTo>
                    <a:pt x="9144" y="9144"/>
                  </a:lnTo>
                  <a:close/>
                </a:path>
                <a:path w="5661659" h="1521459">
                  <a:moveTo>
                    <a:pt x="5652516" y="9144"/>
                  </a:moveTo>
                  <a:lnTo>
                    <a:pt x="9144" y="9144"/>
                  </a:lnTo>
                  <a:lnTo>
                    <a:pt x="9144" y="4572"/>
                  </a:lnTo>
                  <a:lnTo>
                    <a:pt x="5652516" y="4572"/>
                  </a:lnTo>
                  <a:lnTo>
                    <a:pt x="5652516" y="9144"/>
                  </a:lnTo>
                  <a:close/>
                </a:path>
                <a:path w="5661659" h="1521459">
                  <a:moveTo>
                    <a:pt x="5652516" y="1516380"/>
                  </a:moveTo>
                  <a:lnTo>
                    <a:pt x="5652516" y="4572"/>
                  </a:lnTo>
                  <a:lnTo>
                    <a:pt x="5657088" y="9144"/>
                  </a:lnTo>
                  <a:lnTo>
                    <a:pt x="5661660" y="9144"/>
                  </a:lnTo>
                  <a:lnTo>
                    <a:pt x="5661660" y="1511808"/>
                  </a:lnTo>
                  <a:lnTo>
                    <a:pt x="5657088" y="1511808"/>
                  </a:lnTo>
                  <a:lnTo>
                    <a:pt x="5652516" y="1516380"/>
                  </a:lnTo>
                  <a:close/>
                </a:path>
                <a:path w="5661659" h="1521459">
                  <a:moveTo>
                    <a:pt x="5661660" y="9144"/>
                  </a:moveTo>
                  <a:lnTo>
                    <a:pt x="5657088" y="9144"/>
                  </a:lnTo>
                  <a:lnTo>
                    <a:pt x="5652516" y="4572"/>
                  </a:lnTo>
                  <a:lnTo>
                    <a:pt x="5661660" y="4572"/>
                  </a:lnTo>
                  <a:lnTo>
                    <a:pt x="5661660" y="9144"/>
                  </a:lnTo>
                  <a:close/>
                </a:path>
                <a:path w="5661659" h="1521459">
                  <a:moveTo>
                    <a:pt x="9144" y="1516380"/>
                  </a:moveTo>
                  <a:lnTo>
                    <a:pt x="4572" y="1511808"/>
                  </a:lnTo>
                  <a:lnTo>
                    <a:pt x="9144" y="1511808"/>
                  </a:lnTo>
                  <a:lnTo>
                    <a:pt x="9144" y="1516380"/>
                  </a:lnTo>
                  <a:close/>
                </a:path>
                <a:path w="5661659" h="1521459">
                  <a:moveTo>
                    <a:pt x="5652516" y="1516380"/>
                  </a:moveTo>
                  <a:lnTo>
                    <a:pt x="9144" y="1516380"/>
                  </a:lnTo>
                  <a:lnTo>
                    <a:pt x="9144" y="1511808"/>
                  </a:lnTo>
                  <a:lnTo>
                    <a:pt x="5652516" y="1511808"/>
                  </a:lnTo>
                  <a:lnTo>
                    <a:pt x="5652516" y="1516380"/>
                  </a:lnTo>
                  <a:close/>
                </a:path>
                <a:path w="5661659" h="1521459">
                  <a:moveTo>
                    <a:pt x="5661660" y="1516380"/>
                  </a:moveTo>
                  <a:lnTo>
                    <a:pt x="5652516" y="1516380"/>
                  </a:lnTo>
                  <a:lnTo>
                    <a:pt x="5657088" y="1511808"/>
                  </a:lnTo>
                  <a:lnTo>
                    <a:pt x="5661660" y="1511808"/>
                  </a:lnTo>
                  <a:lnTo>
                    <a:pt x="5661660" y="15163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273802" y="1476755"/>
              <a:ext cx="0" cy="2447925"/>
            </a:xfrm>
            <a:custGeom>
              <a:avLst/>
              <a:gdLst/>
              <a:ahLst/>
              <a:cxnLst/>
              <a:rect l="l" t="t" r="r" b="b"/>
              <a:pathLst>
                <a:path h="2447925">
                  <a:moveTo>
                    <a:pt x="0" y="0"/>
                  </a:moveTo>
                  <a:lnTo>
                    <a:pt x="0" y="2447543"/>
                  </a:lnTo>
                </a:path>
              </a:pathLst>
            </a:custGeom>
            <a:ln w="13716">
              <a:solidFill>
                <a:srgbClr val="80808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569707" y="3771322"/>
            <a:ext cx="326897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Microsoft Sans Serif"/>
                <a:cs typeface="Microsoft Sans Serif"/>
              </a:rPr>
              <a:t>s(x,t)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0000FF"/>
                </a:solidFill>
                <a:latin typeface="Microsoft Sans Serif"/>
                <a:cs typeface="Microsoft Sans Serif"/>
              </a:rPr>
              <a:t>Displacement</a:t>
            </a:r>
            <a:r>
              <a:rPr sz="1600" spc="-4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0000FF"/>
                </a:solidFill>
                <a:latin typeface="Microsoft Sans Serif"/>
                <a:cs typeface="Microsoft Sans Serif"/>
              </a:rPr>
              <a:t>from</a:t>
            </a:r>
            <a:r>
              <a:rPr sz="160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0000FF"/>
                </a:solidFill>
                <a:latin typeface="Microsoft Sans Serif"/>
                <a:cs typeface="Microsoft Sans Serif"/>
              </a:rPr>
              <a:t>equilibrium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39410" y="3219662"/>
            <a:ext cx="5905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Piston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704015" y="4060908"/>
            <a:ext cx="49142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3333CC"/>
                </a:solidFill>
                <a:latin typeface="Microsoft Sans Serif"/>
                <a:cs typeface="Microsoft Sans Serif"/>
              </a:rPr>
              <a:t>Displacement</a:t>
            </a:r>
            <a:r>
              <a:rPr sz="1600" spc="-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3333CC"/>
                </a:solidFill>
                <a:latin typeface="Microsoft Sans Serif"/>
                <a:cs typeface="Microsoft Sans Serif"/>
              </a:rPr>
              <a:t>along</a:t>
            </a:r>
            <a:r>
              <a:rPr sz="16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3333CC"/>
                </a:solidFill>
                <a:latin typeface="Microsoft Sans Serif"/>
                <a:cs typeface="Microsoft Sans Serif"/>
              </a:rPr>
              <a:t>x</a:t>
            </a:r>
            <a:r>
              <a:rPr sz="1600" spc="-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3333CC"/>
                </a:solidFill>
                <a:latin typeface="Microsoft Sans Serif"/>
                <a:cs typeface="Microsoft Sans Serif"/>
              </a:rPr>
              <a:t>axis is</a:t>
            </a:r>
            <a:r>
              <a:rPr sz="1600" spc="-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FF3300"/>
                </a:solidFill>
                <a:latin typeface="Microsoft Sans Serif"/>
                <a:cs typeface="Microsoft Sans Serif"/>
              </a:rPr>
              <a:t>represented</a:t>
            </a:r>
            <a:r>
              <a:rPr sz="1600" spc="2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3333CC"/>
                </a:solidFill>
                <a:latin typeface="Microsoft Sans Serif"/>
                <a:cs typeface="Microsoft Sans Serif"/>
              </a:rPr>
              <a:t>along</a:t>
            </a:r>
            <a:r>
              <a:rPr sz="1600" spc="-2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3333CC"/>
                </a:solidFill>
                <a:latin typeface="Microsoft Sans Serif"/>
                <a:cs typeface="Microsoft Sans Serif"/>
              </a:rPr>
              <a:t>y </a:t>
            </a:r>
            <a:r>
              <a:rPr sz="16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axis.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3970" marR="5080">
              <a:lnSpc>
                <a:spcPct val="75500"/>
              </a:lnSpc>
              <a:spcBef>
                <a:spcPts val="740"/>
              </a:spcBef>
            </a:pPr>
            <a:r>
              <a:rPr spc="-10" dirty="0"/>
              <a:t>17-</a:t>
            </a:r>
            <a:r>
              <a:rPr dirty="0"/>
              <a:t>3</a:t>
            </a:r>
            <a:r>
              <a:rPr spc="-50" dirty="0"/>
              <a:t> </a:t>
            </a:r>
            <a:r>
              <a:rPr spc="-10" dirty="0"/>
              <a:t>Traveling</a:t>
            </a:r>
            <a:r>
              <a:rPr spc="-55" dirty="0"/>
              <a:t> </a:t>
            </a:r>
            <a:r>
              <a:rPr dirty="0"/>
              <a:t>Sound</a:t>
            </a:r>
            <a:r>
              <a:rPr spc="-40" dirty="0"/>
              <a:t> </a:t>
            </a:r>
            <a:r>
              <a:rPr spc="-10" dirty="0"/>
              <a:t>Waves </a:t>
            </a:r>
            <a:r>
              <a:rPr spc="-10" dirty="0">
                <a:solidFill>
                  <a:srgbClr val="E10000"/>
                </a:solidFill>
              </a:rPr>
              <a:t>Displacement</a:t>
            </a:r>
          </a:p>
        </p:txBody>
      </p:sp>
      <p:sp>
        <p:nvSpPr>
          <p:cNvPr id="21" name="object 21"/>
          <p:cNvSpPr/>
          <p:nvPr/>
        </p:nvSpPr>
        <p:spPr>
          <a:xfrm>
            <a:off x="792479" y="370331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2852" y="6819900"/>
                </a:moveTo>
                <a:lnTo>
                  <a:pt x="3048" y="6819900"/>
                </a:lnTo>
                <a:lnTo>
                  <a:pt x="0" y="6816851"/>
                </a:lnTo>
                <a:lnTo>
                  <a:pt x="0" y="3048"/>
                </a:lnTo>
                <a:lnTo>
                  <a:pt x="3048" y="0"/>
                </a:lnTo>
                <a:lnTo>
                  <a:pt x="9102852" y="0"/>
                </a:lnTo>
                <a:lnTo>
                  <a:pt x="9105900" y="3048"/>
                </a:lnTo>
                <a:lnTo>
                  <a:pt x="9105900" y="6096"/>
                </a:ln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lnTo>
                  <a:pt x="12192" y="6807708"/>
                </a:lnTo>
                <a:lnTo>
                  <a:pt x="6096" y="6807708"/>
                </a:lnTo>
                <a:lnTo>
                  <a:pt x="12192" y="6813803"/>
                </a:lnTo>
                <a:lnTo>
                  <a:pt x="9105900" y="6813803"/>
                </a:lnTo>
                <a:lnTo>
                  <a:pt x="9105900" y="6816851"/>
                </a:lnTo>
                <a:lnTo>
                  <a:pt x="9102852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close/>
              </a:path>
              <a:path w="9105900" h="6819900">
                <a:moveTo>
                  <a:pt x="9093707" y="12192"/>
                </a:moveTo>
                <a:lnTo>
                  <a:pt x="12192" y="12192"/>
                </a:lnTo>
                <a:lnTo>
                  <a:pt x="12192" y="6096"/>
                </a:lnTo>
                <a:lnTo>
                  <a:pt x="9093707" y="6096"/>
                </a:lnTo>
                <a:lnTo>
                  <a:pt x="9093707" y="12192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9093707" y="6096"/>
                </a:lnTo>
                <a:lnTo>
                  <a:pt x="9099804" y="12192"/>
                </a:lnTo>
                <a:lnTo>
                  <a:pt x="9105900" y="12192"/>
                </a:lnTo>
                <a:lnTo>
                  <a:pt x="9105900" y="6807708"/>
                </a:lnTo>
                <a:lnTo>
                  <a:pt x="9099804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12192"/>
                </a:moveTo>
                <a:lnTo>
                  <a:pt x="9099804" y="12192"/>
                </a:lnTo>
                <a:lnTo>
                  <a:pt x="9093707" y="6096"/>
                </a:lnTo>
                <a:lnTo>
                  <a:pt x="9105900" y="6096"/>
                </a:lnTo>
                <a:lnTo>
                  <a:pt x="9105900" y="12192"/>
                </a:lnTo>
                <a:close/>
              </a:path>
              <a:path w="9105900" h="6819900">
                <a:moveTo>
                  <a:pt x="12192" y="6813803"/>
                </a:moveTo>
                <a:lnTo>
                  <a:pt x="6096" y="6807708"/>
                </a:lnTo>
                <a:lnTo>
                  <a:pt x="12192" y="6807708"/>
                </a:lnTo>
                <a:lnTo>
                  <a:pt x="12192" y="6813803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12192" y="6813803"/>
                </a:lnTo>
                <a:lnTo>
                  <a:pt x="12192" y="6807708"/>
                </a:lnTo>
                <a:lnTo>
                  <a:pt x="9093707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6813803"/>
                </a:moveTo>
                <a:lnTo>
                  <a:pt x="9093707" y="6813803"/>
                </a:lnTo>
                <a:lnTo>
                  <a:pt x="9099804" y="6807708"/>
                </a:lnTo>
                <a:lnTo>
                  <a:pt x="9105900" y="6807708"/>
                </a:lnTo>
                <a:lnTo>
                  <a:pt x="9105900" y="6813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8074" y="2084953"/>
            <a:ext cx="7741665" cy="16808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075185" y="1717035"/>
            <a:ext cx="17754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No sound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wave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27760" y="1652015"/>
            <a:ext cx="8435340" cy="3321050"/>
          </a:xfrm>
          <a:custGeom>
            <a:avLst/>
            <a:gdLst/>
            <a:ahLst/>
            <a:cxnLst/>
            <a:rect l="l" t="t" r="r" b="b"/>
            <a:pathLst>
              <a:path w="8435340" h="3321050">
                <a:moveTo>
                  <a:pt x="8433816" y="0"/>
                </a:moveTo>
                <a:lnTo>
                  <a:pt x="8424672" y="0"/>
                </a:lnTo>
                <a:lnTo>
                  <a:pt x="8424672" y="9144"/>
                </a:lnTo>
                <a:lnTo>
                  <a:pt x="8424672" y="899160"/>
                </a:lnTo>
                <a:lnTo>
                  <a:pt x="9144" y="899160"/>
                </a:lnTo>
                <a:lnTo>
                  <a:pt x="9144" y="9144"/>
                </a:lnTo>
                <a:lnTo>
                  <a:pt x="8424672" y="9144"/>
                </a:lnTo>
                <a:lnTo>
                  <a:pt x="8424672" y="0"/>
                </a:lnTo>
                <a:lnTo>
                  <a:pt x="0" y="0"/>
                </a:lnTo>
                <a:lnTo>
                  <a:pt x="0" y="908304"/>
                </a:lnTo>
                <a:lnTo>
                  <a:pt x="8433816" y="908304"/>
                </a:lnTo>
                <a:lnTo>
                  <a:pt x="8433816" y="903732"/>
                </a:lnTo>
                <a:lnTo>
                  <a:pt x="8433816" y="899160"/>
                </a:lnTo>
                <a:lnTo>
                  <a:pt x="8433816" y="9144"/>
                </a:lnTo>
                <a:lnTo>
                  <a:pt x="8433816" y="4572"/>
                </a:lnTo>
                <a:lnTo>
                  <a:pt x="8433816" y="0"/>
                </a:lnTo>
                <a:close/>
              </a:path>
              <a:path w="8435340" h="3321050">
                <a:moveTo>
                  <a:pt x="8435340" y="1043940"/>
                </a:moveTo>
                <a:lnTo>
                  <a:pt x="8426196" y="1043940"/>
                </a:lnTo>
                <a:lnTo>
                  <a:pt x="8426196" y="1053084"/>
                </a:lnTo>
                <a:lnTo>
                  <a:pt x="8426196" y="3311664"/>
                </a:lnTo>
                <a:lnTo>
                  <a:pt x="10655" y="3311664"/>
                </a:lnTo>
                <a:lnTo>
                  <a:pt x="10655" y="1053084"/>
                </a:lnTo>
                <a:lnTo>
                  <a:pt x="8426196" y="1053084"/>
                </a:lnTo>
                <a:lnTo>
                  <a:pt x="8426196" y="1043940"/>
                </a:lnTo>
                <a:lnTo>
                  <a:pt x="1511" y="1043940"/>
                </a:lnTo>
                <a:lnTo>
                  <a:pt x="1511" y="3320796"/>
                </a:lnTo>
                <a:lnTo>
                  <a:pt x="8435340" y="3320796"/>
                </a:lnTo>
                <a:lnTo>
                  <a:pt x="8435340" y="3316236"/>
                </a:lnTo>
                <a:lnTo>
                  <a:pt x="8435340" y="3311664"/>
                </a:lnTo>
                <a:lnTo>
                  <a:pt x="8435340" y="1053084"/>
                </a:lnTo>
                <a:lnTo>
                  <a:pt x="8435340" y="1048512"/>
                </a:lnTo>
                <a:lnTo>
                  <a:pt x="8435340" y="10439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001990" y="2940861"/>
            <a:ext cx="14243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Sound</a:t>
            </a:r>
            <a:r>
              <a:rPr sz="2000" spc="-20" dirty="0">
                <a:latin typeface="Microsoft Sans Serif"/>
                <a:cs typeface="Microsoft Sans Serif"/>
              </a:rPr>
              <a:t> wave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38016" y="3200399"/>
            <a:ext cx="3930650" cy="548640"/>
          </a:xfrm>
          <a:custGeom>
            <a:avLst/>
            <a:gdLst/>
            <a:ahLst/>
            <a:cxnLst/>
            <a:rect l="l" t="t" r="r" b="b"/>
            <a:pathLst>
              <a:path w="3930650" h="548639">
                <a:moveTo>
                  <a:pt x="473964" y="541020"/>
                </a:moveTo>
                <a:lnTo>
                  <a:pt x="194640" y="297180"/>
                </a:lnTo>
                <a:lnTo>
                  <a:pt x="440436" y="297180"/>
                </a:lnTo>
                <a:lnTo>
                  <a:pt x="440436" y="292608"/>
                </a:lnTo>
                <a:lnTo>
                  <a:pt x="440436" y="288036"/>
                </a:lnTo>
                <a:lnTo>
                  <a:pt x="440436" y="10668"/>
                </a:lnTo>
                <a:lnTo>
                  <a:pt x="440436" y="4572"/>
                </a:lnTo>
                <a:lnTo>
                  <a:pt x="440436" y="0"/>
                </a:lnTo>
                <a:lnTo>
                  <a:pt x="431292" y="0"/>
                </a:lnTo>
                <a:lnTo>
                  <a:pt x="431292" y="10668"/>
                </a:lnTo>
                <a:lnTo>
                  <a:pt x="431292" y="288036"/>
                </a:lnTo>
                <a:lnTo>
                  <a:pt x="9144" y="288036"/>
                </a:lnTo>
                <a:lnTo>
                  <a:pt x="9144" y="10668"/>
                </a:lnTo>
                <a:lnTo>
                  <a:pt x="431292" y="10668"/>
                </a:lnTo>
                <a:lnTo>
                  <a:pt x="431292" y="0"/>
                </a:lnTo>
                <a:lnTo>
                  <a:pt x="0" y="0"/>
                </a:lnTo>
                <a:lnTo>
                  <a:pt x="0" y="297180"/>
                </a:lnTo>
                <a:lnTo>
                  <a:pt x="181559" y="297180"/>
                </a:lnTo>
                <a:lnTo>
                  <a:pt x="467855" y="548640"/>
                </a:lnTo>
                <a:lnTo>
                  <a:pt x="473964" y="541020"/>
                </a:lnTo>
                <a:close/>
              </a:path>
              <a:path w="3930650" h="548639">
                <a:moveTo>
                  <a:pt x="3930396" y="541020"/>
                </a:moveTo>
                <a:lnTo>
                  <a:pt x="3651085" y="297180"/>
                </a:lnTo>
                <a:lnTo>
                  <a:pt x="3896855" y="297180"/>
                </a:lnTo>
                <a:lnTo>
                  <a:pt x="3896855" y="292608"/>
                </a:lnTo>
                <a:lnTo>
                  <a:pt x="3896855" y="288036"/>
                </a:lnTo>
                <a:lnTo>
                  <a:pt x="3896855" y="10668"/>
                </a:lnTo>
                <a:lnTo>
                  <a:pt x="3896855" y="4572"/>
                </a:lnTo>
                <a:lnTo>
                  <a:pt x="3896855" y="0"/>
                </a:lnTo>
                <a:lnTo>
                  <a:pt x="3887711" y="0"/>
                </a:lnTo>
                <a:lnTo>
                  <a:pt x="3887711" y="10668"/>
                </a:lnTo>
                <a:lnTo>
                  <a:pt x="3887711" y="288036"/>
                </a:lnTo>
                <a:lnTo>
                  <a:pt x="3464039" y="288036"/>
                </a:lnTo>
                <a:lnTo>
                  <a:pt x="3464039" y="10668"/>
                </a:lnTo>
                <a:lnTo>
                  <a:pt x="3887711" y="10668"/>
                </a:lnTo>
                <a:lnTo>
                  <a:pt x="3887711" y="0"/>
                </a:lnTo>
                <a:lnTo>
                  <a:pt x="3454895" y="0"/>
                </a:lnTo>
                <a:lnTo>
                  <a:pt x="3454895" y="297180"/>
                </a:lnTo>
                <a:lnTo>
                  <a:pt x="3637991" y="297180"/>
                </a:lnTo>
                <a:lnTo>
                  <a:pt x="3924300" y="548640"/>
                </a:lnTo>
                <a:lnTo>
                  <a:pt x="3930396" y="54102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39410" y="3724113"/>
            <a:ext cx="5905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Piston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08393" y="3804921"/>
            <a:ext cx="1837055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Higher</a:t>
            </a:r>
            <a:r>
              <a:rPr sz="2000" spc="-2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3300"/>
                </a:solidFill>
                <a:latin typeface="Microsoft Sans Serif"/>
                <a:cs typeface="Microsoft Sans Serif"/>
              </a:rPr>
              <a:t>density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Higher</a:t>
            </a:r>
            <a:r>
              <a:rPr sz="2000" spc="-2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3300"/>
                </a:solidFill>
                <a:latin typeface="Microsoft Sans Serif"/>
                <a:cs typeface="Microsoft Sans Serif"/>
              </a:rPr>
              <a:t>pressure 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Compression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51904" y="3804921"/>
            <a:ext cx="1780539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Lower</a:t>
            </a:r>
            <a:r>
              <a:rPr sz="2000" spc="-2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3300"/>
                </a:solidFill>
                <a:latin typeface="Microsoft Sans Serif"/>
                <a:cs typeface="Microsoft Sans Serif"/>
              </a:rPr>
              <a:t>density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Lower</a:t>
            </a:r>
            <a:r>
              <a:rPr sz="2000" spc="-2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3300"/>
                </a:solidFill>
                <a:latin typeface="Microsoft Sans Serif"/>
                <a:cs typeface="Microsoft Sans Serif"/>
              </a:rPr>
              <a:t>pressure 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Expansion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915346" y="439952"/>
            <a:ext cx="6249670" cy="95885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2459355">
              <a:lnSpc>
                <a:spcPct val="75500"/>
              </a:lnSpc>
              <a:spcBef>
                <a:spcPts val="740"/>
              </a:spcBef>
            </a:pPr>
            <a:r>
              <a:rPr spc="-10" dirty="0"/>
              <a:t>17-</a:t>
            </a:r>
            <a:r>
              <a:rPr dirty="0"/>
              <a:t>3</a:t>
            </a:r>
            <a:r>
              <a:rPr spc="-50" dirty="0"/>
              <a:t> </a:t>
            </a:r>
            <a:r>
              <a:rPr spc="-10" dirty="0"/>
              <a:t>Traveling</a:t>
            </a:r>
            <a:r>
              <a:rPr spc="-55" dirty="0"/>
              <a:t> </a:t>
            </a:r>
            <a:r>
              <a:rPr dirty="0"/>
              <a:t>Sound</a:t>
            </a:r>
            <a:r>
              <a:rPr spc="-35" dirty="0"/>
              <a:t> </a:t>
            </a:r>
            <a:r>
              <a:rPr spc="-10" dirty="0"/>
              <a:t>Waves </a:t>
            </a:r>
            <a:r>
              <a:rPr spc="-10" dirty="0">
                <a:solidFill>
                  <a:srgbClr val="E10000"/>
                </a:solidFill>
              </a:rPr>
              <a:t>Pressure</a:t>
            </a:r>
          </a:p>
          <a:p>
            <a:pPr marL="2395855">
              <a:lnSpc>
                <a:spcPct val="100000"/>
              </a:lnSpc>
              <a:spcBef>
                <a:spcPts val="320"/>
              </a:spcBef>
            </a:pPr>
            <a:r>
              <a:rPr sz="2000" b="0" dirty="0">
                <a:solidFill>
                  <a:srgbClr val="3333CC"/>
                </a:solidFill>
                <a:latin typeface="Microsoft Sans Serif"/>
                <a:cs typeface="Microsoft Sans Serif"/>
              </a:rPr>
              <a:t>Pressure</a:t>
            </a:r>
            <a:r>
              <a:rPr sz="2000" b="0" spc="-6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b="0" dirty="0">
                <a:solidFill>
                  <a:srgbClr val="3333CC"/>
                </a:solidFill>
                <a:latin typeface="Microsoft Sans Serif"/>
                <a:cs typeface="Microsoft Sans Serif"/>
              </a:rPr>
              <a:t>is</a:t>
            </a:r>
            <a:r>
              <a:rPr sz="2000" b="0" spc="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b="0" dirty="0">
                <a:solidFill>
                  <a:srgbClr val="3333CC"/>
                </a:solidFill>
                <a:latin typeface="Microsoft Sans Serif"/>
                <a:cs typeface="Microsoft Sans Serif"/>
              </a:rPr>
              <a:t>proportional</a:t>
            </a:r>
            <a:r>
              <a:rPr sz="2000" b="0" spc="-3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b="0" dirty="0">
                <a:solidFill>
                  <a:srgbClr val="3333CC"/>
                </a:solidFill>
                <a:latin typeface="Microsoft Sans Serif"/>
                <a:cs typeface="Microsoft Sans Serif"/>
              </a:rPr>
              <a:t>to</a:t>
            </a:r>
            <a:r>
              <a:rPr sz="2000" b="0" spc="2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b="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density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92479" y="370331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2852" y="6819900"/>
                </a:moveTo>
                <a:lnTo>
                  <a:pt x="3048" y="6819900"/>
                </a:lnTo>
                <a:lnTo>
                  <a:pt x="0" y="6816851"/>
                </a:lnTo>
                <a:lnTo>
                  <a:pt x="0" y="3048"/>
                </a:lnTo>
                <a:lnTo>
                  <a:pt x="3048" y="0"/>
                </a:lnTo>
                <a:lnTo>
                  <a:pt x="9102852" y="0"/>
                </a:lnTo>
                <a:lnTo>
                  <a:pt x="9105900" y="3048"/>
                </a:lnTo>
                <a:lnTo>
                  <a:pt x="9105900" y="6096"/>
                </a:ln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lnTo>
                  <a:pt x="12192" y="6807708"/>
                </a:lnTo>
                <a:lnTo>
                  <a:pt x="6096" y="6807708"/>
                </a:lnTo>
                <a:lnTo>
                  <a:pt x="12192" y="6813803"/>
                </a:lnTo>
                <a:lnTo>
                  <a:pt x="9105900" y="6813803"/>
                </a:lnTo>
                <a:lnTo>
                  <a:pt x="9105900" y="6816851"/>
                </a:lnTo>
                <a:lnTo>
                  <a:pt x="9102852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close/>
              </a:path>
              <a:path w="9105900" h="6819900">
                <a:moveTo>
                  <a:pt x="9093707" y="12192"/>
                </a:moveTo>
                <a:lnTo>
                  <a:pt x="12192" y="12192"/>
                </a:lnTo>
                <a:lnTo>
                  <a:pt x="12192" y="6096"/>
                </a:lnTo>
                <a:lnTo>
                  <a:pt x="9093707" y="6096"/>
                </a:lnTo>
                <a:lnTo>
                  <a:pt x="9093707" y="12192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9093707" y="6096"/>
                </a:lnTo>
                <a:lnTo>
                  <a:pt x="9099804" y="12192"/>
                </a:lnTo>
                <a:lnTo>
                  <a:pt x="9105900" y="12192"/>
                </a:lnTo>
                <a:lnTo>
                  <a:pt x="9105900" y="6807708"/>
                </a:lnTo>
                <a:lnTo>
                  <a:pt x="9099804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12192"/>
                </a:moveTo>
                <a:lnTo>
                  <a:pt x="9099804" y="12192"/>
                </a:lnTo>
                <a:lnTo>
                  <a:pt x="9093707" y="6096"/>
                </a:lnTo>
                <a:lnTo>
                  <a:pt x="9105900" y="6096"/>
                </a:lnTo>
                <a:lnTo>
                  <a:pt x="9105900" y="12192"/>
                </a:lnTo>
                <a:close/>
              </a:path>
              <a:path w="9105900" h="6819900">
                <a:moveTo>
                  <a:pt x="12192" y="6813803"/>
                </a:moveTo>
                <a:lnTo>
                  <a:pt x="6096" y="6807708"/>
                </a:lnTo>
                <a:lnTo>
                  <a:pt x="12192" y="6807708"/>
                </a:lnTo>
                <a:lnTo>
                  <a:pt x="12192" y="6813803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12192" y="6813803"/>
                </a:lnTo>
                <a:lnTo>
                  <a:pt x="12192" y="6807708"/>
                </a:lnTo>
                <a:lnTo>
                  <a:pt x="9093707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6813803"/>
                </a:moveTo>
                <a:lnTo>
                  <a:pt x="9093707" y="6813803"/>
                </a:lnTo>
                <a:lnTo>
                  <a:pt x="9099804" y="6807708"/>
                </a:lnTo>
                <a:lnTo>
                  <a:pt x="9105900" y="6807708"/>
                </a:lnTo>
                <a:lnTo>
                  <a:pt x="9105900" y="6813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437132" y="1260348"/>
            <a:ext cx="7846059" cy="4411980"/>
            <a:chOff x="1437132" y="1260348"/>
            <a:chExt cx="7846059" cy="44119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37132" y="1260348"/>
              <a:ext cx="6867144" cy="344271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883658" y="1339595"/>
              <a:ext cx="0" cy="3810000"/>
            </a:xfrm>
            <a:custGeom>
              <a:avLst/>
              <a:gdLst/>
              <a:ahLst/>
              <a:cxnLst/>
              <a:rect l="l" t="t" r="r" b="b"/>
              <a:pathLst>
                <a:path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ln w="19812">
              <a:solidFill>
                <a:srgbClr val="80808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782055" y="4646675"/>
              <a:ext cx="3500754" cy="1026160"/>
            </a:xfrm>
            <a:custGeom>
              <a:avLst/>
              <a:gdLst/>
              <a:ahLst/>
              <a:cxnLst/>
              <a:rect l="l" t="t" r="r" b="b"/>
              <a:pathLst>
                <a:path w="3500754" h="1026160">
                  <a:moveTo>
                    <a:pt x="3500627" y="1025652"/>
                  </a:moveTo>
                  <a:lnTo>
                    <a:pt x="0" y="1025652"/>
                  </a:lnTo>
                  <a:lnTo>
                    <a:pt x="0" y="0"/>
                  </a:lnTo>
                  <a:lnTo>
                    <a:pt x="3500627" y="0"/>
                  </a:lnTo>
                  <a:lnTo>
                    <a:pt x="3500627" y="4572"/>
                  </a:lnTo>
                  <a:lnTo>
                    <a:pt x="9144" y="4572"/>
                  </a:lnTo>
                  <a:lnTo>
                    <a:pt x="4572" y="9144"/>
                  </a:lnTo>
                  <a:lnTo>
                    <a:pt x="9144" y="9144"/>
                  </a:lnTo>
                  <a:lnTo>
                    <a:pt x="9144" y="1016508"/>
                  </a:lnTo>
                  <a:lnTo>
                    <a:pt x="4572" y="1016508"/>
                  </a:lnTo>
                  <a:lnTo>
                    <a:pt x="9144" y="1021080"/>
                  </a:lnTo>
                  <a:lnTo>
                    <a:pt x="3500627" y="1021080"/>
                  </a:lnTo>
                  <a:lnTo>
                    <a:pt x="3500627" y="1025652"/>
                  </a:lnTo>
                  <a:close/>
                </a:path>
                <a:path w="3500754" h="1026160">
                  <a:moveTo>
                    <a:pt x="9144" y="9144"/>
                  </a:moveTo>
                  <a:lnTo>
                    <a:pt x="4572" y="9144"/>
                  </a:lnTo>
                  <a:lnTo>
                    <a:pt x="9144" y="4572"/>
                  </a:lnTo>
                  <a:lnTo>
                    <a:pt x="9144" y="9144"/>
                  </a:lnTo>
                  <a:close/>
                </a:path>
                <a:path w="3500754" h="1026160">
                  <a:moveTo>
                    <a:pt x="3491484" y="9144"/>
                  </a:moveTo>
                  <a:lnTo>
                    <a:pt x="9144" y="9144"/>
                  </a:lnTo>
                  <a:lnTo>
                    <a:pt x="9144" y="4572"/>
                  </a:lnTo>
                  <a:lnTo>
                    <a:pt x="3491484" y="4572"/>
                  </a:lnTo>
                  <a:lnTo>
                    <a:pt x="3491484" y="9144"/>
                  </a:lnTo>
                  <a:close/>
                </a:path>
                <a:path w="3500754" h="1026160">
                  <a:moveTo>
                    <a:pt x="3491484" y="1021080"/>
                  </a:moveTo>
                  <a:lnTo>
                    <a:pt x="3491484" y="4572"/>
                  </a:lnTo>
                  <a:lnTo>
                    <a:pt x="3496056" y="9144"/>
                  </a:lnTo>
                  <a:lnTo>
                    <a:pt x="3500627" y="9144"/>
                  </a:lnTo>
                  <a:lnTo>
                    <a:pt x="3500627" y="1016508"/>
                  </a:lnTo>
                  <a:lnTo>
                    <a:pt x="3496056" y="1016508"/>
                  </a:lnTo>
                  <a:lnTo>
                    <a:pt x="3491484" y="1021080"/>
                  </a:lnTo>
                  <a:close/>
                </a:path>
                <a:path w="3500754" h="1026160">
                  <a:moveTo>
                    <a:pt x="3500627" y="9144"/>
                  </a:moveTo>
                  <a:lnTo>
                    <a:pt x="3496056" y="9144"/>
                  </a:lnTo>
                  <a:lnTo>
                    <a:pt x="3491484" y="4572"/>
                  </a:lnTo>
                  <a:lnTo>
                    <a:pt x="3500627" y="4572"/>
                  </a:lnTo>
                  <a:lnTo>
                    <a:pt x="3500627" y="9144"/>
                  </a:lnTo>
                  <a:close/>
                </a:path>
                <a:path w="3500754" h="1026160">
                  <a:moveTo>
                    <a:pt x="9144" y="1021080"/>
                  </a:moveTo>
                  <a:lnTo>
                    <a:pt x="4572" y="1016508"/>
                  </a:lnTo>
                  <a:lnTo>
                    <a:pt x="9144" y="1016508"/>
                  </a:lnTo>
                  <a:lnTo>
                    <a:pt x="9144" y="1021080"/>
                  </a:lnTo>
                  <a:close/>
                </a:path>
                <a:path w="3500754" h="1026160">
                  <a:moveTo>
                    <a:pt x="3491484" y="1021080"/>
                  </a:moveTo>
                  <a:lnTo>
                    <a:pt x="9144" y="1021080"/>
                  </a:lnTo>
                  <a:lnTo>
                    <a:pt x="9144" y="1016508"/>
                  </a:lnTo>
                  <a:lnTo>
                    <a:pt x="3491484" y="1016508"/>
                  </a:lnTo>
                  <a:lnTo>
                    <a:pt x="3491484" y="1021080"/>
                  </a:lnTo>
                  <a:close/>
                </a:path>
                <a:path w="3500754" h="1026160">
                  <a:moveTo>
                    <a:pt x="3500627" y="1021080"/>
                  </a:moveTo>
                  <a:lnTo>
                    <a:pt x="3491484" y="1021080"/>
                  </a:lnTo>
                  <a:lnTo>
                    <a:pt x="3496056" y="1016508"/>
                  </a:lnTo>
                  <a:lnTo>
                    <a:pt x="3500627" y="1016508"/>
                  </a:lnTo>
                  <a:lnTo>
                    <a:pt x="3500627" y="102108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865343" y="4676686"/>
            <a:ext cx="3283585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Displacement</a:t>
            </a:r>
            <a:r>
              <a:rPr sz="2000" spc="-4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s(x,t)</a:t>
            </a:r>
            <a:r>
              <a:rPr sz="2000" spc="-1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0000FF"/>
                </a:solidFill>
                <a:latin typeface="Microsoft Sans Serif"/>
                <a:cs typeface="Microsoft Sans Serif"/>
              </a:rPr>
              <a:t>and </a:t>
            </a: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pressure</a:t>
            </a:r>
            <a:r>
              <a:rPr sz="2000" spc="-1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variation</a:t>
            </a:r>
            <a:r>
              <a:rPr sz="200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00FF"/>
                </a:solidFill>
                <a:latin typeface="Cambria"/>
                <a:cs typeface="Cambria"/>
              </a:rPr>
              <a:t>∆</a:t>
            </a: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p(x,t)</a:t>
            </a:r>
            <a:r>
              <a:rPr sz="2000" spc="-1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0000FF"/>
                </a:solidFill>
                <a:latin typeface="Microsoft Sans Serif"/>
                <a:cs typeface="Microsoft Sans Serif"/>
              </a:rPr>
              <a:t>are </a:t>
            </a:r>
            <a:r>
              <a:rPr sz="2000" dirty="0">
                <a:solidFill>
                  <a:srgbClr val="FF3300"/>
                </a:solidFill>
                <a:latin typeface="Cambria"/>
                <a:cs typeface="Cambria"/>
              </a:rPr>
              <a:t>π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/2</a:t>
            </a:r>
            <a:r>
              <a:rPr sz="2000" spc="-3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out</a:t>
            </a:r>
            <a:r>
              <a:rPr sz="2000" spc="-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of</a:t>
            </a:r>
            <a:r>
              <a:rPr sz="2000" spc="-4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Microsoft Sans Serif"/>
                <a:cs typeface="Microsoft Sans Serif"/>
              </a:rPr>
              <a:t>phase.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73351" y="5150609"/>
            <a:ext cx="3974821" cy="1107996"/>
          </a:xfrm>
          <a:prstGeom prst="rect">
            <a:avLst/>
          </a:prstGeom>
        </p:spPr>
        <p:txBody>
          <a:bodyPr vert="horz" wrap="square" lIns="0" tIns="1879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80"/>
              </a:spcBef>
            </a:pPr>
            <a:r>
              <a:rPr sz="2400" spc="55" dirty="0">
                <a:latin typeface="Microsoft Sans Serif"/>
                <a:cs typeface="Microsoft Sans Serif"/>
              </a:rPr>
              <a:t>s(x,t)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Cambria"/>
                <a:cs typeface="Cambria"/>
              </a:rPr>
              <a:t>=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</a:t>
            </a:r>
            <a:r>
              <a:rPr sz="2025" baseline="-26748" dirty="0">
                <a:latin typeface="Microsoft Sans Serif"/>
                <a:cs typeface="Microsoft Sans Serif"/>
              </a:rPr>
              <a:t>m</a:t>
            </a:r>
            <a:r>
              <a:rPr sz="2025" spc="262" baseline="-26748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cos(kx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Cambria"/>
                <a:cs typeface="Cambria"/>
              </a:rPr>
              <a:t>–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lang="en-US" sz="2400" spc="235" dirty="0" err="1">
                <a:latin typeface="Cambria"/>
                <a:cs typeface="Cambria"/>
              </a:rPr>
              <a:t>w</a:t>
            </a:r>
            <a:r>
              <a:rPr sz="2400" spc="235" dirty="0" err="1">
                <a:latin typeface="Microsoft Sans Serif"/>
                <a:cs typeface="Microsoft Sans Serif"/>
              </a:rPr>
              <a:t>t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Cambria"/>
                <a:cs typeface="Cambria"/>
              </a:rPr>
              <a:t>+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ф</a:t>
            </a:r>
            <a:r>
              <a:rPr sz="2400" spc="-25" dirty="0">
                <a:latin typeface="Microsoft Sans Serif"/>
                <a:cs typeface="Microsoft Sans Serif"/>
              </a:rPr>
              <a:t>)</a:t>
            </a:r>
            <a:endParaRPr sz="2400" dirty="0">
              <a:latin typeface="Microsoft Sans Serif"/>
              <a:cs typeface="Microsoft Sans Serif"/>
            </a:endParaRPr>
          </a:p>
          <a:p>
            <a:pPr marL="59055">
              <a:lnSpc>
                <a:spcPct val="100000"/>
              </a:lnSpc>
              <a:spcBef>
                <a:spcPts val="1380"/>
              </a:spcBef>
            </a:pPr>
            <a:r>
              <a:rPr sz="2400" dirty="0">
                <a:latin typeface="Cambria"/>
                <a:cs typeface="Cambria"/>
              </a:rPr>
              <a:t>∆</a:t>
            </a:r>
            <a:r>
              <a:rPr sz="2400" dirty="0">
                <a:latin typeface="Microsoft Sans Serif"/>
                <a:cs typeface="Microsoft Sans Serif"/>
              </a:rPr>
              <a:t>p(x,</a:t>
            </a:r>
            <a:r>
              <a:rPr sz="2400" spc="-415" dirty="0">
                <a:latin typeface="Microsoft Sans Serif"/>
                <a:cs typeface="Microsoft Sans Serif"/>
              </a:rPr>
              <a:t> </a:t>
            </a:r>
            <a:r>
              <a:rPr sz="2400" spc="55" dirty="0">
                <a:latin typeface="Microsoft Sans Serif"/>
                <a:cs typeface="Microsoft Sans Serif"/>
              </a:rPr>
              <a:t>t)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Cambria"/>
                <a:cs typeface="Cambria"/>
              </a:rPr>
              <a:t>=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∆</a:t>
            </a:r>
            <a:r>
              <a:rPr sz="2400" dirty="0">
                <a:latin typeface="Microsoft Sans Serif"/>
                <a:cs typeface="Microsoft Sans Serif"/>
              </a:rPr>
              <a:t>p</a:t>
            </a:r>
            <a:r>
              <a:rPr sz="2025" baseline="-26748" dirty="0">
                <a:latin typeface="Microsoft Sans Serif"/>
                <a:cs typeface="Microsoft Sans Serif"/>
              </a:rPr>
              <a:t>m</a:t>
            </a:r>
            <a:r>
              <a:rPr sz="2025" spc="292" baseline="-26748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sin(kx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Cambria"/>
                <a:cs typeface="Cambria"/>
              </a:rPr>
              <a:t>–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lang="en-US" sz="2400" spc="245" dirty="0" err="1">
                <a:latin typeface="Cambria"/>
                <a:cs typeface="Cambria"/>
              </a:rPr>
              <a:t>w</a:t>
            </a:r>
            <a:r>
              <a:rPr sz="2400" spc="245" dirty="0" err="1">
                <a:latin typeface="Microsoft Sans Serif"/>
                <a:cs typeface="Microsoft Sans Serif"/>
              </a:rPr>
              <a:t>t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Cambria"/>
                <a:cs typeface="Cambria"/>
              </a:rPr>
              <a:t>+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ф</a:t>
            </a:r>
            <a:r>
              <a:rPr sz="2400" spc="-25" dirty="0">
                <a:latin typeface="Microsoft Sans Serif"/>
                <a:cs typeface="Microsoft Sans Serif"/>
              </a:rPr>
              <a:t>)</a:t>
            </a:r>
            <a:endParaRPr sz="2400" dirty="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2890" y="6616637"/>
            <a:ext cx="16649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09900"/>
                </a:solidFill>
                <a:latin typeface="Microsoft Sans Serif"/>
                <a:cs typeface="Microsoft Sans Serif"/>
              </a:rPr>
              <a:t>Pressure</a:t>
            </a:r>
            <a:r>
              <a:rPr sz="1600" spc="-15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variation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848611" y="6262115"/>
            <a:ext cx="187960" cy="329565"/>
          </a:xfrm>
          <a:custGeom>
            <a:avLst/>
            <a:gdLst/>
            <a:ahLst/>
            <a:cxnLst/>
            <a:rect l="l" t="t" r="r" b="b"/>
            <a:pathLst>
              <a:path w="187960" h="329565">
                <a:moveTo>
                  <a:pt x="9143" y="329183"/>
                </a:moveTo>
                <a:lnTo>
                  <a:pt x="0" y="324612"/>
                </a:lnTo>
                <a:lnTo>
                  <a:pt x="179832" y="0"/>
                </a:lnTo>
                <a:lnTo>
                  <a:pt x="187451" y="4571"/>
                </a:lnTo>
                <a:lnTo>
                  <a:pt x="9143" y="329183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95352" y="3485256"/>
            <a:ext cx="523875" cy="110617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635" algn="ctr">
              <a:lnSpc>
                <a:spcPts val="2315"/>
              </a:lnSpc>
            </a:pPr>
            <a:r>
              <a:rPr sz="2000" spc="-10" dirty="0">
                <a:solidFill>
                  <a:srgbClr val="0000FF"/>
                </a:solidFill>
                <a:latin typeface="Microsoft Sans Serif"/>
                <a:cs typeface="Microsoft Sans Serif"/>
              </a:rPr>
              <a:t>s(x,t)</a:t>
            </a:r>
            <a:endParaRPr sz="20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sz="1400" spc="-10" dirty="0">
                <a:solidFill>
                  <a:srgbClr val="0000FF"/>
                </a:solidFill>
                <a:latin typeface="Microsoft Sans Serif"/>
                <a:cs typeface="Microsoft Sans Serif"/>
              </a:rPr>
              <a:t>Displacement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677923" y="3499103"/>
            <a:ext cx="132715" cy="1117600"/>
          </a:xfrm>
          <a:custGeom>
            <a:avLst/>
            <a:gdLst/>
            <a:ahLst/>
            <a:cxnLst/>
            <a:rect l="l" t="t" r="r" b="b"/>
            <a:pathLst>
              <a:path w="132714" h="1117600">
                <a:moveTo>
                  <a:pt x="16764" y="131064"/>
                </a:moveTo>
                <a:lnTo>
                  <a:pt x="9144" y="126492"/>
                </a:lnTo>
                <a:lnTo>
                  <a:pt x="3048" y="121920"/>
                </a:lnTo>
                <a:lnTo>
                  <a:pt x="0" y="114300"/>
                </a:lnTo>
                <a:lnTo>
                  <a:pt x="4572" y="106680"/>
                </a:lnTo>
                <a:lnTo>
                  <a:pt x="67056" y="0"/>
                </a:lnTo>
                <a:lnTo>
                  <a:pt x="84015" y="28956"/>
                </a:lnTo>
                <a:lnTo>
                  <a:pt x="53340" y="28956"/>
                </a:lnTo>
                <a:lnTo>
                  <a:pt x="53340" y="79802"/>
                </a:lnTo>
                <a:lnTo>
                  <a:pt x="28956" y="121920"/>
                </a:lnTo>
                <a:lnTo>
                  <a:pt x="25908" y="128016"/>
                </a:lnTo>
                <a:lnTo>
                  <a:pt x="16764" y="131064"/>
                </a:lnTo>
                <a:close/>
              </a:path>
              <a:path w="132714" h="1117600">
                <a:moveTo>
                  <a:pt x="53340" y="79802"/>
                </a:moveTo>
                <a:lnTo>
                  <a:pt x="53340" y="28956"/>
                </a:lnTo>
                <a:lnTo>
                  <a:pt x="80772" y="28956"/>
                </a:lnTo>
                <a:lnTo>
                  <a:pt x="80772" y="35052"/>
                </a:lnTo>
                <a:lnTo>
                  <a:pt x="54864" y="35052"/>
                </a:lnTo>
                <a:lnTo>
                  <a:pt x="67056" y="56110"/>
                </a:lnTo>
                <a:lnTo>
                  <a:pt x="53340" y="79802"/>
                </a:lnTo>
                <a:close/>
              </a:path>
              <a:path w="132714" h="1117600">
                <a:moveTo>
                  <a:pt x="117348" y="131064"/>
                </a:moveTo>
                <a:lnTo>
                  <a:pt x="108204" y="128016"/>
                </a:lnTo>
                <a:lnTo>
                  <a:pt x="105156" y="121920"/>
                </a:lnTo>
                <a:lnTo>
                  <a:pt x="80772" y="79802"/>
                </a:lnTo>
                <a:lnTo>
                  <a:pt x="80772" y="28956"/>
                </a:lnTo>
                <a:lnTo>
                  <a:pt x="84015" y="28956"/>
                </a:lnTo>
                <a:lnTo>
                  <a:pt x="129540" y="106680"/>
                </a:lnTo>
                <a:lnTo>
                  <a:pt x="132588" y="114300"/>
                </a:lnTo>
                <a:lnTo>
                  <a:pt x="131064" y="121920"/>
                </a:lnTo>
                <a:lnTo>
                  <a:pt x="124968" y="126492"/>
                </a:lnTo>
                <a:lnTo>
                  <a:pt x="117348" y="131064"/>
                </a:lnTo>
                <a:close/>
              </a:path>
              <a:path w="132714" h="1117600">
                <a:moveTo>
                  <a:pt x="67056" y="56110"/>
                </a:moveTo>
                <a:lnTo>
                  <a:pt x="54864" y="35052"/>
                </a:lnTo>
                <a:lnTo>
                  <a:pt x="79248" y="35052"/>
                </a:lnTo>
                <a:lnTo>
                  <a:pt x="67056" y="56110"/>
                </a:lnTo>
                <a:close/>
              </a:path>
              <a:path w="132714" h="1117600">
                <a:moveTo>
                  <a:pt x="80772" y="79802"/>
                </a:moveTo>
                <a:lnTo>
                  <a:pt x="67056" y="56110"/>
                </a:lnTo>
                <a:lnTo>
                  <a:pt x="79248" y="35052"/>
                </a:lnTo>
                <a:lnTo>
                  <a:pt x="80772" y="35052"/>
                </a:lnTo>
                <a:lnTo>
                  <a:pt x="80772" y="79802"/>
                </a:lnTo>
                <a:close/>
              </a:path>
              <a:path w="132714" h="1117600">
                <a:moveTo>
                  <a:pt x="80772" y="1117092"/>
                </a:moveTo>
                <a:lnTo>
                  <a:pt x="53340" y="1117092"/>
                </a:lnTo>
                <a:lnTo>
                  <a:pt x="53340" y="79802"/>
                </a:lnTo>
                <a:lnTo>
                  <a:pt x="67056" y="56110"/>
                </a:lnTo>
                <a:lnTo>
                  <a:pt x="80772" y="79802"/>
                </a:lnTo>
                <a:lnTo>
                  <a:pt x="80772" y="1117092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88144" y="2542183"/>
            <a:ext cx="762635" cy="759460"/>
          </a:xfrm>
          <a:prstGeom prst="rect">
            <a:avLst/>
          </a:prstGeom>
        </p:spPr>
        <p:txBody>
          <a:bodyPr vert="vert270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000" spc="-10" dirty="0">
                <a:solidFill>
                  <a:srgbClr val="FF3300"/>
                </a:solidFill>
                <a:latin typeface="Cambria"/>
                <a:cs typeface="Cambria"/>
              </a:rPr>
              <a:t>∆</a:t>
            </a:r>
            <a:r>
              <a:rPr sz="2000" spc="-10" dirty="0">
                <a:solidFill>
                  <a:srgbClr val="FF3300"/>
                </a:solidFill>
                <a:latin typeface="Microsoft Sans Serif"/>
                <a:cs typeface="Microsoft Sans Serif"/>
              </a:rPr>
              <a:t>p(x,t)</a:t>
            </a:r>
            <a:endParaRPr sz="2000">
              <a:latin typeface="Microsoft Sans Serif"/>
              <a:cs typeface="Microsoft Sans Serif"/>
            </a:endParaRPr>
          </a:p>
          <a:p>
            <a:pPr marL="43180" marR="15240" indent="-21590">
              <a:lnSpc>
                <a:spcPct val="100000"/>
              </a:lnSpc>
              <a:spcBef>
                <a:spcPts val="10"/>
              </a:spcBef>
            </a:pPr>
            <a:r>
              <a:rPr sz="1400" spc="-10" dirty="0">
                <a:solidFill>
                  <a:srgbClr val="FF3300"/>
                </a:solidFill>
                <a:latin typeface="Microsoft Sans Serif"/>
                <a:cs typeface="Microsoft Sans Serif"/>
              </a:rPr>
              <a:t>Pressure variation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677923" y="2275332"/>
            <a:ext cx="132715" cy="1152525"/>
          </a:xfrm>
          <a:custGeom>
            <a:avLst/>
            <a:gdLst/>
            <a:ahLst/>
            <a:cxnLst/>
            <a:rect l="l" t="t" r="r" b="b"/>
            <a:pathLst>
              <a:path w="132714" h="1152525">
                <a:moveTo>
                  <a:pt x="16764" y="129540"/>
                </a:moveTo>
                <a:lnTo>
                  <a:pt x="9144" y="126492"/>
                </a:lnTo>
                <a:lnTo>
                  <a:pt x="3048" y="121920"/>
                </a:lnTo>
                <a:lnTo>
                  <a:pt x="0" y="114300"/>
                </a:lnTo>
                <a:lnTo>
                  <a:pt x="4572" y="106680"/>
                </a:lnTo>
                <a:lnTo>
                  <a:pt x="67056" y="0"/>
                </a:lnTo>
                <a:lnTo>
                  <a:pt x="84015" y="28956"/>
                </a:lnTo>
                <a:lnTo>
                  <a:pt x="53340" y="28956"/>
                </a:lnTo>
                <a:lnTo>
                  <a:pt x="53340" y="79802"/>
                </a:lnTo>
                <a:lnTo>
                  <a:pt x="28956" y="121920"/>
                </a:lnTo>
                <a:lnTo>
                  <a:pt x="25908" y="128016"/>
                </a:lnTo>
                <a:lnTo>
                  <a:pt x="16764" y="129540"/>
                </a:lnTo>
                <a:close/>
              </a:path>
              <a:path w="132714" h="1152525">
                <a:moveTo>
                  <a:pt x="53340" y="79802"/>
                </a:moveTo>
                <a:lnTo>
                  <a:pt x="53340" y="28956"/>
                </a:lnTo>
                <a:lnTo>
                  <a:pt x="80772" y="28956"/>
                </a:lnTo>
                <a:lnTo>
                  <a:pt x="80772" y="35052"/>
                </a:lnTo>
                <a:lnTo>
                  <a:pt x="54864" y="35052"/>
                </a:lnTo>
                <a:lnTo>
                  <a:pt x="67056" y="56110"/>
                </a:lnTo>
                <a:lnTo>
                  <a:pt x="53340" y="79802"/>
                </a:lnTo>
                <a:close/>
              </a:path>
              <a:path w="132714" h="1152525">
                <a:moveTo>
                  <a:pt x="117348" y="129540"/>
                </a:moveTo>
                <a:lnTo>
                  <a:pt x="108204" y="128016"/>
                </a:lnTo>
                <a:lnTo>
                  <a:pt x="105156" y="121920"/>
                </a:lnTo>
                <a:lnTo>
                  <a:pt x="80772" y="79802"/>
                </a:lnTo>
                <a:lnTo>
                  <a:pt x="80772" y="28956"/>
                </a:lnTo>
                <a:lnTo>
                  <a:pt x="84015" y="28956"/>
                </a:lnTo>
                <a:lnTo>
                  <a:pt x="129540" y="106680"/>
                </a:lnTo>
                <a:lnTo>
                  <a:pt x="132588" y="114300"/>
                </a:lnTo>
                <a:lnTo>
                  <a:pt x="131064" y="121920"/>
                </a:lnTo>
                <a:lnTo>
                  <a:pt x="124968" y="126492"/>
                </a:lnTo>
                <a:lnTo>
                  <a:pt x="117348" y="129540"/>
                </a:lnTo>
                <a:close/>
              </a:path>
              <a:path w="132714" h="1152525">
                <a:moveTo>
                  <a:pt x="67056" y="56110"/>
                </a:moveTo>
                <a:lnTo>
                  <a:pt x="54864" y="35052"/>
                </a:lnTo>
                <a:lnTo>
                  <a:pt x="79248" y="35052"/>
                </a:lnTo>
                <a:lnTo>
                  <a:pt x="67056" y="56110"/>
                </a:lnTo>
                <a:close/>
              </a:path>
              <a:path w="132714" h="1152525">
                <a:moveTo>
                  <a:pt x="80772" y="79802"/>
                </a:moveTo>
                <a:lnTo>
                  <a:pt x="67056" y="56110"/>
                </a:lnTo>
                <a:lnTo>
                  <a:pt x="79248" y="35052"/>
                </a:lnTo>
                <a:lnTo>
                  <a:pt x="80772" y="35052"/>
                </a:lnTo>
                <a:lnTo>
                  <a:pt x="80772" y="79802"/>
                </a:lnTo>
                <a:close/>
              </a:path>
              <a:path w="132714" h="1152525">
                <a:moveTo>
                  <a:pt x="80772" y="1152144"/>
                </a:moveTo>
                <a:lnTo>
                  <a:pt x="53340" y="1152144"/>
                </a:lnTo>
                <a:lnTo>
                  <a:pt x="53340" y="79802"/>
                </a:lnTo>
                <a:lnTo>
                  <a:pt x="67056" y="56110"/>
                </a:lnTo>
                <a:lnTo>
                  <a:pt x="80772" y="79802"/>
                </a:lnTo>
                <a:lnTo>
                  <a:pt x="80772" y="1152144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227283" y="6639462"/>
            <a:ext cx="17767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09900"/>
                </a:solidFill>
                <a:latin typeface="Microsoft Sans Serif"/>
                <a:cs typeface="Microsoft Sans Serif"/>
              </a:rPr>
              <a:t>Pressure</a:t>
            </a:r>
            <a:r>
              <a:rPr sz="16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FF3300"/>
                </a:solidFill>
                <a:latin typeface="Microsoft Sans Serif"/>
                <a:cs typeface="Microsoft Sans Serif"/>
              </a:rPr>
              <a:t>amplitude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288791" y="6297167"/>
            <a:ext cx="297180" cy="365760"/>
          </a:xfrm>
          <a:custGeom>
            <a:avLst/>
            <a:gdLst/>
            <a:ahLst/>
            <a:cxnLst/>
            <a:rect l="l" t="t" r="r" b="b"/>
            <a:pathLst>
              <a:path w="297179" h="365759">
                <a:moveTo>
                  <a:pt x="289559" y="365760"/>
                </a:moveTo>
                <a:lnTo>
                  <a:pt x="0" y="6096"/>
                </a:lnTo>
                <a:lnTo>
                  <a:pt x="7619" y="0"/>
                </a:lnTo>
                <a:lnTo>
                  <a:pt x="297180" y="359664"/>
                </a:lnTo>
                <a:lnTo>
                  <a:pt x="289559" y="36576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916980" y="439952"/>
            <a:ext cx="4923155" cy="61341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pc="-10" dirty="0"/>
              <a:t>17-</a:t>
            </a:r>
            <a:r>
              <a:rPr dirty="0"/>
              <a:t>3</a:t>
            </a:r>
            <a:r>
              <a:rPr spc="-50" dirty="0"/>
              <a:t> </a:t>
            </a:r>
            <a:r>
              <a:rPr spc="-10" dirty="0"/>
              <a:t>Traveling</a:t>
            </a:r>
            <a:r>
              <a:rPr spc="-55" dirty="0"/>
              <a:t> </a:t>
            </a:r>
            <a:r>
              <a:rPr dirty="0"/>
              <a:t>Sound</a:t>
            </a:r>
            <a:r>
              <a:rPr spc="-40" dirty="0"/>
              <a:t> </a:t>
            </a:r>
            <a:r>
              <a:rPr spc="-10" dirty="0"/>
              <a:t>Waves </a:t>
            </a:r>
            <a:r>
              <a:rPr dirty="0">
                <a:solidFill>
                  <a:srgbClr val="E10000"/>
                </a:solidFill>
              </a:rPr>
              <a:t>Displacement</a:t>
            </a:r>
            <a:r>
              <a:rPr spc="-75" dirty="0">
                <a:solidFill>
                  <a:srgbClr val="E10000"/>
                </a:solidFill>
              </a:rPr>
              <a:t> </a:t>
            </a:r>
            <a:r>
              <a:rPr dirty="0">
                <a:solidFill>
                  <a:srgbClr val="E10000"/>
                </a:solidFill>
              </a:rPr>
              <a:t>and</a:t>
            </a:r>
            <a:r>
              <a:rPr spc="-70" dirty="0">
                <a:solidFill>
                  <a:srgbClr val="E10000"/>
                </a:solidFill>
              </a:rPr>
              <a:t> </a:t>
            </a:r>
            <a:r>
              <a:rPr dirty="0">
                <a:solidFill>
                  <a:srgbClr val="E10000"/>
                </a:solidFill>
              </a:rPr>
              <a:t>pressure</a:t>
            </a:r>
            <a:r>
              <a:rPr spc="-75" dirty="0">
                <a:solidFill>
                  <a:srgbClr val="E10000"/>
                </a:solidFill>
              </a:rPr>
              <a:t> </a:t>
            </a:r>
            <a:r>
              <a:rPr spc="-10" dirty="0">
                <a:solidFill>
                  <a:srgbClr val="E10000"/>
                </a:solidFill>
              </a:rPr>
              <a:t>variation</a:t>
            </a:r>
          </a:p>
        </p:txBody>
      </p:sp>
      <p:sp>
        <p:nvSpPr>
          <p:cNvPr id="18" name="object 18"/>
          <p:cNvSpPr/>
          <p:nvPr/>
        </p:nvSpPr>
        <p:spPr>
          <a:xfrm>
            <a:off x="792479" y="370331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2852" y="6819900"/>
                </a:moveTo>
                <a:lnTo>
                  <a:pt x="3048" y="6819900"/>
                </a:lnTo>
                <a:lnTo>
                  <a:pt x="0" y="6816851"/>
                </a:lnTo>
                <a:lnTo>
                  <a:pt x="0" y="3048"/>
                </a:lnTo>
                <a:lnTo>
                  <a:pt x="3048" y="0"/>
                </a:lnTo>
                <a:lnTo>
                  <a:pt x="9102852" y="0"/>
                </a:lnTo>
                <a:lnTo>
                  <a:pt x="9105900" y="3048"/>
                </a:lnTo>
                <a:lnTo>
                  <a:pt x="9105900" y="6096"/>
                </a:ln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lnTo>
                  <a:pt x="12192" y="6807708"/>
                </a:lnTo>
                <a:lnTo>
                  <a:pt x="6096" y="6807708"/>
                </a:lnTo>
                <a:lnTo>
                  <a:pt x="12192" y="6813803"/>
                </a:lnTo>
                <a:lnTo>
                  <a:pt x="9105900" y="6813803"/>
                </a:lnTo>
                <a:lnTo>
                  <a:pt x="9105900" y="6816851"/>
                </a:lnTo>
                <a:lnTo>
                  <a:pt x="9102852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close/>
              </a:path>
              <a:path w="9105900" h="6819900">
                <a:moveTo>
                  <a:pt x="9093707" y="12192"/>
                </a:moveTo>
                <a:lnTo>
                  <a:pt x="12192" y="12192"/>
                </a:lnTo>
                <a:lnTo>
                  <a:pt x="12192" y="6096"/>
                </a:lnTo>
                <a:lnTo>
                  <a:pt x="9093707" y="6096"/>
                </a:lnTo>
                <a:lnTo>
                  <a:pt x="9093707" y="12192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9093707" y="6096"/>
                </a:lnTo>
                <a:lnTo>
                  <a:pt x="9099804" y="12192"/>
                </a:lnTo>
                <a:lnTo>
                  <a:pt x="9105900" y="12192"/>
                </a:lnTo>
                <a:lnTo>
                  <a:pt x="9105900" y="6807708"/>
                </a:lnTo>
                <a:lnTo>
                  <a:pt x="9099804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12192"/>
                </a:moveTo>
                <a:lnTo>
                  <a:pt x="9099804" y="12192"/>
                </a:lnTo>
                <a:lnTo>
                  <a:pt x="9093707" y="6096"/>
                </a:lnTo>
                <a:lnTo>
                  <a:pt x="9105900" y="6096"/>
                </a:lnTo>
                <a:lnTo>
                  <a:pt x="9105900" y="12192"/>
                </a:lnTo>
                <a:close/>
              </a:path>
              <a:path w="9105900" h="6819900">
                <a:moveTo>
                  <a:pt x="12192" y="6813803"/>
                </a:moveTo>
                <a:lnTo>
                  <a:pt x="6096" y="6807708"/>
                </a:lnTo>
                <a:lnTo>
                  <a:pt x="12192" y="6807708"/>
                </a:lnTo>
                <a:lnTo>
                  <a:pt x="12192" y="6813803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12192" y="6813803"/>
                </a:lnTo>
                <a:lnTo>
                  <a:pt x="12192" y="6807708"/>
                </a:lnTo>
                <a:lnTo>
                  <a:pt x="9093707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6813803"/>
                </a:moveTo>
                <a:lnTo>
                  <a:pt x="9093707" y="6813803"/>
                </a:lnTo>
                <a:lnTo>
                  <a:pt x="9099804" y="6807708"/>
                </a:lnTo>
                <a:lnTo>
                  <a:pt x="9105900" y="6807708"/>
                </a:lnTo>
                <a:lnTo>
                  <a:pt x="9105900" y="6813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626057" y="1425320"/>
            <a:ext cx="6628130" cy="2017395"/>
            <a:chOff x="1626057" y="1425320"/>
            <a:chExt cx="6628130" cy="20173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26057" y="1425320"/>
              <a:ext cx="6627926" cy="201739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142987" y="2080259"/>
              <a:ext cx="437515" cy="332740"/>
            </a:xfrm>
            <a:custGeom>
              <a:avLst/>
              <a:gdLst/>
              <a:ahLst/>
              <a:cxnLst/>
              <a:rect l="l" t="t" r="r" b="b"/>
              <a:pathLst>
                <a:path w="437515" h="332739">
                  <a:moveTo>
                    <a:pt x="6096" y="332232"/>
                  </a:moveTo>
                  <a:lnTo>
                    <a:pt x="0" y="324612"/>
                  </a:lnTo>
                  <a:lnTo>
                    <a:pt x="431292" y="0"/>
                  </a:lnTo>
                  <a:lnTo>
                    <a:pt x="437388" y="7620"/>
                  </a:lnTo>
                  <a:lnTo>
                    <a:pt x="6096" y="332232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3613391" y="5218188"/>
            <a:ext cx="2417445" cy="763905"/>
          </a:xfrm>
          <a:custGeom>
            <a:avLst/>
            <a:gdLst/>
            <a:ahLst/>
            <a:cxnLst/>
            <a:rect l="l" t="t" r="r" b="b"/>
            <a:pathLst>
              <a:path w="2417445" h="763904">
                <a:moveTo>
                  <a:pt x="259080" y="288036"/>
                </a:moveTo>
                <a:lnTo>
                  <a:pt x="6108" y="0"/>
                </a:lnTo>
                <a:lnTo>
                  <a:pt x="0" y="6083"/>
                </a:lnTo>
                <a:lnTo>
                  <a:pt x="251472" y="294119"/>
                </a:lnTo>
                <a:lnTo>
                  <a:pt x="259080" y="288036"/>
                </a:lnTo>
                <a:close/>
              </a:path>
              <a:path w="2417445" h="763904">
                <a:moveTo>
                  <a:pt x="2417064" y="754367"/>
                </a:moveTo>
                <a:lnTo>
                  <a:pt x="2165604" y="611111"/>
                </a:lnTo>
                <a:lnTo>
                  <a:pt x="2161032" y="618731"/>
                </a:lnTo>
                <a:lnTo>
                  <a:pt x="2412504" y="763511"/>
                </a:lnTo>
                <a:lnTo>
                  <a:pt x="2417064" y="754367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00322" y="2531496"/>
            <a:ext cx="762635" cy="759460"/>
          </a:xfrm>
          <a:prstGeom prst="rect">
            <a:avLst/>
          </a:prstGeom>
        </p:spPr>
        <p:txBody>
          <a:bodyPr vert="vert270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000" spc="-10" dirty="0">
                <a:solidFill>
                  <a:srgbClr val="FF3300"/>
                </a:solidFill>
                <a:latin typeface="Cambria"/>
                <a:cs typeface="Cambria"/>
              </a:rPr>
              <a:t>∆</a:t>
            </a:r>
            <a:r>
              <a:rPr sz="2000" spc="-10" dirty="0">
                <a:solidFill>
                  <a:srgbClr val="FF3300"/>
                </a:solidFill>
                <a:latin typeface="Microsoft Sans Serif"/>
                <a:cs typeface="Microsoft Sans Serif"/>
              </a:rPr>
              <a:t>p(x,t)</a:t>
            </a:r>
            <a:endParaRPr sz="2000">
              <a:latin typeface="Microsoft Sans Serif"/>
              <a:cs typeface="Microsoft Sans Serif"/>
            </a:endParaRPr>
          </a:p>
          <a:p>
            <a:pPr marL="42545" marR="15240" indent="-21590">
              <a:lnSpc>
                <a:spcPct val="100000"/>
              </a:lnSpc>
              <a:spcBef>
                <a:spcPts val="10"/>
              </a:spcBef>
            </a:pPr>
            <a:r>
              <a:rPr sz="1400" spc="-10" dirty="0">
                <a:solidFill>
                  <a:srgbClr val="FF3300"/>
                </a:solidFill>
                <a:latin typeface="Microsoft Sans Serif"/>
                <a:cs typeface="Microsoft Sans Serif"/>
              </a:rPr>
              <a:t>Pressure variation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618488" y="2264663"/>
            <a:ext cx="5779135" cy="1224280"/>
            <a:chOff x="1618488" y="2264663"/>
            <a:chExt cx="5779135" cy="1224280"/>
          </a:xfrm>
        </p:grpSpPr>
        <p:sp>
          <p:nvSpPr>
            <p:cNvPr id="9" name="object 9"/>
            <p:cNvSpPr/>
            <p:nvPr/>
          </p:nvSpPr>
          <p:spPr>
            <a:xfrm>
              <a:off x="1618488" y="2264663"/>
              <a:ext cx="132715" cy="1224280"/>
            </a:xfrm>
            <a:custGeom>
              <a:avLst/>
              <a:gdLst/>
              <a:ahLst/>
              <a:cxnLst/>
              <a:rect l="l" t="t" r="r" b="b"/>
              <a:pathLst>
                <a:path w="132714" h="1224279">
                  <a:moveTo>
                    <a:pt x="15240" y="129540"/>
                  </a:moveTo>
                  <a:lnTo>
                    <a:pt x="9144" y="126492"/>
                  </a:lnTo>
                  <a:lnTo>
                    <a:pt x="1524" y="121920"/>
                  </a:lnTo>
                  <a:lnTo>
                    <a:pt x="0" y="112776"/>
                  </a:lnTo>
                  <a:lnTo>
                    <a:pt x="3048" y="106680"/>
                  </a:lnTo>
                  <a:lnTo>
                    <a:pt x="65532" y="0"/>
                  </a:lnTo>
                  <a:lnTo>
                    <a:pt x="81599" y="27432"/>
                  </a:lnTo>
                  <a:lnTo>
                    <a:pt x="51816" y="27432"/>
                  </a:lnTo>
                  <a:lnTo>
                    <a:pt x="51816" y="80391"/>
                  </a:lnTo>
                  <a:lnTo>
                    <a:pt x="28956" y="120396"/>
                  </a:lnTo>
                  <a:lnTo>
                    <a:pt x="24384" y="128016"/>
                  </a:lnTo>
                  <a:lnTo>
                    <a:pt x="15240" y="129540"/>
                  </a:lnTo>
                  <a:close/>
                </a:path>
                <a:path w="132714" h="1224279">
                  <a:moveTo>
                    <a:pt x="51816" y="80391"/>
                  </a:moveTo>
                  <a:lnTo>
                    <a:pt x="51816" y="27432"/>
                  </a:lnTo>
                  <a:lnTo>
                    <a:pt x="80772" y="27432"/>
                  </a:lnTo>
                  <a:lnTo>
                    <a:pt x="80772" y="35052"/>
                  </a:lnTo>
                  <a:lnTo>
                    <a:pt x="53340" y="35052"/>
                  </a:lnTo>
                  <a:lnTo>
                    <a:pt x="65719" y="56059"/>
                  </a:lnTo>
                  <a:lnTo>
                    <a:pt x="51816" y="80391"/>
                  </a:lnTo>
                  <a:close/>
                </a:path>
                <a:path w="132714" h="1224279">
                  <a:moveTo>
                    <a:pt x="115824" y="129540"/>
                  </a:moveTo>
                  <a:lnTo>
                    <a:pt x="108204" y="128016"/>
                  </a:lnTo>
                  <a:lnTo>
                    <a:pt x="103632" y="120396"/>
                  </a:lnTo>
                  <a:lnTo>
                    <a:pt x="80772" y="81603"/>
                  </a:lnTo>
                  <a:lnTo>
                    <a:pt x="80772" y="27432"/>
                  </a:lnTo>
                  <a:lnTo>
                    <a:pt x="81599" y="27432"/>
                  </a:lnTo>
                  <a:lnTo>
                    <a:pt x="128016" y="106680"/>
                  </a:lnTo>
                  <a:lnTo>
                    <a:pt x="132588" y="112776"/>
                  </a:lnTo>
                  <a:lnTo>
                    <a:pt x="129540" y="121920"/>
                  </a:lnTo>
                  <a:lnTo>
                    <a:pt x="123444" y="126492"/>
                  </a:lnTo>
                  <a:lnTo>
                    <a:pt x="115824" y="129540"/>
                  </a:lnTo>
                  <a:close/>
                </a:path>
                <a:path w="132714" h="1224279">
                  <a:moveTo>
                    <a:pt x="65719" y="56059"/>
                  </a:moveTo>
                  <a:lnTo>
                    <a:pt x="53340" y="35052"/>
                  </a:lnTo>
                  <a:lnTo>
                    <a:pt x="77724" y="35052"/>
                  </a:lnTo>
                  <a:lnTo>
                    <a:pt x="65719" y="56059"/>
                  </a:lnTo>
                  <a:close/>
                </a:path>
                <a:path w="132714" h="1224279">
                  <a:moveTo>
                    <a:pt x="80772" y="81603"/>
                  </a:moveTo>
                  <a:lnTo>
                    <a:pt x="65719" y="56059"/>
                  </a:lnTo>
                  <a:lnTo>
                    <a:pt x="77724" y="35052"/>
                  </a:lnTo>
                  <a:lnTo>
                    <a:pt x="80772" y="35052"/>
                  </a:lnTo>
                  <a:lnTo>
                    <a:pt x="80772" y="81603"/>
                  </a:lnTo>
                  <a:close/>
                </a:path>
                <a:path w="132714" h="1224279">
                  <a:moveTo>
                    <a:pt x="80772" y="1223772"/>
                  </a:moveTo>
                  <a:lnTo>
                    <a:pt x="51816" y="1223772"/>
                  </a:lnTo>
                  <a:lnTo>
                    <a:pt x="51816" y="80391"/>
                  </a:lnTo>
                  <a:lnTo>
                    <a:pt x="65719" y="56059"/>
                  </a:lnTo>
                  <a:lnTo>
                    <a:pt x="80772" y="81603"/>
                  </a:lnTo>
                  <a:lnTo>
                    <a:pt x="80772" y="1223772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142988" y="3125723"/>
              <a:ext cx="254635" cy="222885"/>
            </a:xfrm>
            <a:custGeom>
              <a:avLst/>
              <a:gdLst/>
              <a:ahLst/>
              <a:cxnLst/>
              <a:rect l="l" t="t" r="r" b="b"/>
              <a:pathLst>
                <a:path w="254634" h="222885">
                  <a:moveTo>
                    <a:pt x="6096" y="222503"/>
                  </a:moveTo>
                  <a:lnTo>
                    <a:pt x="0" y="216408"/>
                  </a:lnTo>
                  <a:lnTo>
                    <a:pt x="248412" y="0"/>
                  </a:lnTo>
                  <a:lnTo>
                    <a:pt x="254508" y="7619"/>
                  </a:lnTo>
                  <a:lnTo>
                    <a:pt x="6096" y="222503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407138" y="6061927"/>
            <a:ext cx="1624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9900"/>
                </a:solidFill>
                <a:latin typeface="Microsoft Sans Serif"/>
                <a:cs typeface="Microsoft Sans Serif"/>
              </a:rPr>
              <a:t>Speed of</a:t>
            </a:r>
            <a:r>
              <a:rPr sz="1800" spc="10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009900"/>
                </a:solidFill>
                <a:latin typeface="Microsoft Sans Serif"/>
                <a:cs typeface="Microsoft Sans Serif"/>
              </a:rPr>
              <a:t>sound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584179" y="5219700"/>
            <a:ext cx="873760" cy="869315"/>
          </a:xfrm>
          <a:custGeom>
            <a:avLst/>
            <a:gdLst/>
            <a:ahLst/>
            <a:cxnLst/>
            <a:rect l="l" t="t" r="r" b="b"/>
            <a:pathLst>
              <a:path w="873760" h="869314">
                <a:moveTo>
                  <a:pt x="295668" y="582168"/>
                </a:moveTo>
                <a:lnTo>
                  <a:pt x="289560" y="574548"/>
                </a:lnTo>
                <a:lnTo>
                  <a:pt x="0" y="862584"/>
                </a:lnTo>
                <a:lnTo>
                  <a:pt x="7620" y="868692"/>
                </a:lnTo>
                <a:lnTo>
                  <a:pt x="295668" y="582168"/>
                </a:lnTo>
                <a:close/>
              </a:path>
              <a:path w="873760" h="869314">
                <a:moveTo>
                  <a:pt x="691896" y="4572"/>
                </a:moveTo>
                <a:lnTo>
                  <a:pt x="684276" y="0"/>
                </a:lnTo>
                <a:lnTo>
                  <a:pt x="504444" y="323088"/>
                </a:lnTo>
                <a:lnTo>
                  <a:pt x="513600" y="327672"/>
                </a:lnTo>
                <a:lnTo>
                  <a:pt x="691896" y="4572"/>
                </a:lnTo>
                <a:close/>
              </a:path>
              <a:path w="873760" h="869314">
                <a:moveTo>
                  <a:pt x="873264" y="862584"/>
                </a:moveTo>
                <a:lnTo>
                  <a:pt x="728484" y="611124"/>
                </a:lnTo>
                <a:lnTo>
                  <a:pt x="720864" y="615708"/>
                </a:lnTo>
                <a:lnTo>
                  <a:pt x="865632" y="868692"/>
                </a:lnTo>
                <a:lnTo>
                  <a:pt x="873264" y="862584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096027" y="1860308"/>
            <a:ext cx="7661275" cy="433900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35930" marR="304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3333CC"/>
                </a:solidFill>
                <a:latin typeface="Microsoft Sans Serif"/>
                <a:cs typeface="Microsoft Sans Serif"/>
              </a:rPr>
              <a:t>Positive</a:t>
            </a:r>
            <a:r>
              <a:rPr sz="1600" spc="-4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600" spc="-25" dirty="0">
                <a:solidFill>
                  <a:srgbClr val="3333CC"/>
                </a:solidFill>
                <a:latin typeface="Cambria"/>
                <a:cs typeface="Cambria"/>
              </a:rPr>
              <a:t>∆</a:t>
            </a:r>
            <a:r>
              <a:rPr sz="1600" spc="-25" dirty="0">
                <a:solidFill>
                  <a:srgbClr val="3333CC"/>
                </a:solidFill>
                <a:latin typeface="Microsoft Sans Serif"/>
                <a:cs typeface="Microsoft Sans Serif"/>
              </a:rPr>
              <a:t>p. </a:t>
            </a:r>
            <a:r>
              <a:rPr sz="1600" spc="-10" dirty="0">
                <a:solidFill>
                  <a:srgbClr val="FF3300"/>
                </a:solidFill>
                <a:latin typeface="Microsoft Sans Serif"/>
                <a:cs typeface="Microsoft Sans Serif"/>
              </a:rPr>
              <a:t>Compression.</a:t>
            </a:r>
            <a:r>
              <a:rPr sz="1600" spc="50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3333CC"/>
                </a:solidFill>
                <a:latin typeface="Microsoft Sans Serif"/>
                <a:cs typeface="Microsoft Sans Serif"/>
              </a:rPr>
              <a:t>Pressure is</a:t>
            </a:r>
            <a:r>
              <a:rPr sz="1600" spc="-2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3333CC"/>
                </a:solidFill>
                <a:latin typeface="Microsoft Sans Serif"/>
                <a:cs typeface="Microsoft Sans Serif"/>
              </a:rPr>
              <a:t>higher</a:t>
            </a:r>
            <a:r>
              <a:rPr sz="1600" spc="-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600" spc="-20" dirty="0">
                <a:solidFill>
                  <a:srgbClr val="3333CC"/>
                </a:solidFill>
                <a:latin typeface="Microsoft Sans Serif"/>
                <a:cs typeface="Microsoft Sans Serif"/>
              </a:rPr>
              <a:t>than </a:t>
            </a:r>
            <a:r>
              <a:rPr sz="1600" dirty="0">
                <a:solidFill>
                  <a:srgbClr val="3333CC"/>
                </a:solidFill>
                <a:latin typeface="Microsoft Sans Serif"/>
                <a:cs typeface="Microsoft Sans Serif"/>
              </a:rPr>
              <a:t>normal</a:t>
            </a:r>
            <a:r>
              <a:rPr sz="1600" spc="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pressure.</a:t>
            </a:r>
            <a:endParaRPr sz="16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6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600" dirty="0">
              <a:latin typeface="Microsoft Sans Serif"/>
              <a:cs typeface="Microsoft Sans Serif"/>
            </a:endParaRPr>
          </a:p>
          <a:p>
            <a:pPr marL="4347210" marR="2155825" algn="just">
              <a:lnSpc>
                <a:spcPct val="100000"/>
              </a:lnSpc>
            </a:pPr>
            <a:r>
              <a:rPr sz="1600" dirty="0">
                <a:solidFill>
                  <a:srgbClr val="3333CC"/>
                </a:solidFill>
                <a:latin typeface="Microsoft Sans Serif"/>
                <a:cs typeface="Microsoft Sans Serif"/>
              </a:rPr>
              <a:t>Negative</a:t>
            </a:r>
            <a:r>
              <a:rPr sz="1600" spc="-2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600" spc="-25" dirty="0">
                <a:solidFill>
                  <a:srgbClr val="3333CC"/>
                </a:solidFill>
                <a:latin typeface="Cambria"/>
                <a:cs typeface="Cambria"/>
              </a:rPr>
              <a:t>∆</a:t>
            </a:r>
            <a:r>
              <a:rPr sz="1600" spc="-25" dirty="0">
                <a:solidFill>
                  <a:srgbClr val="3333CC"/>
                </a:solidFill>
                <a:latin typeface="Microsoft Sans Serif"/>
                <a:cs typeface="Microsoft Sans Serif"/>
              </a:rPr>
              <a:t>p. </a:t>
            </a:r>
            <a:r>
              <a:rPr sz="1600" spc="-10" dirty="0">
                <a:solidFill>
                  <a:srgbClr val="FF3300"/>
                </a:solidFill>
                <a:latin typeface="Microsoft Sans Serif"/>
                <a:cs typeface="Microsoft Sans Serif"/>
              </a:rPr>
              <a:t>Expansion.</a:t>
            </a:r>
            <a:endParaRPr sz="1600" dirty="0">
              <a:latin typeface="Microsoft Sans Serif"/>
              <a:cs typeface="Microsoft Sans Serif"/>
            </a:endParaRPr>
          </a:p>
          <a:p>
            <a:pPr marL="4347210" marR="1385570" algn="just">
              <a:lnSpc>
                <a:spcPct val="100000"/>
              </a:lnSpc>
            </a:pPr>
            <a:r>
              <a:rPr sz="1600" dirty="0">
                <a:solidFill>
                  <a:srgbClr val="3333CC"/>
                </a:solidFill>
                <a:latin typeface="Microsoft Sans Serif"/>
                <a:cs typeface="Microsoft Sans Serif"/>
              </a:rPr>
              <a:t>Pressure</a:t>
            </a:r>
            <a:r>
              <a:rPr sz="1600" spc="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3333CC"/>
                </a:solidFill>
                <a:latin typeface="Microsoft Sans Serif"/>
                <a:cs typeface="Microsoft Sans Serif"/>
              </a:rPr>
              <a:t>is</a:t>
            </a:r>
            <a:r>
              <a:rPr sz="1600" spc="-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3333CC"/>
                </a:solidFill>
                <a:latin typeface="Microsoft Sans Serif"/>
                <a:cs typeface="Microsoft Sans Serif"/>
              </a:rPr>
              <a:t>less</a:t>
            </a:r>
            <a:r>
              <a:rPr sz="1600" spc="-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600" spc="-20" dirty="0">
                <a:solidFill>
                  <a:srgbClr val="3333CC"/>
                </a:solidFill>
                <a:latin typeface="Microsoft Sans Serif"/>
                <a:cs typeface="Microsoft Sans Serif"/>
              </a:rPr>
              <a:t>than </a:t>
            </a:r>
            <a:r>
              <a:rPr sz="1600" dirty="0">
                <a:solidFill>
                  <a:srgbClr val="3333CC"/>
                </a:solidFill>
                <a:latin typeface="Microsoft Sans Serif"/>
                <a:cs typeface="Microsoft Sans Serif"/>
              </a:rPr>
              <a:t>normal</a:t>
            </a:r>
            <a:r>
              <a:rPr sz="1600" spc="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(atmospheric) pressure.</a:t>
            </a:r>
            <a:endParaRPr sz="16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375"/>
              </a:spcBef>
            </a:pPr>
            <a:endParaRPr sz="1600" dirty="0">
              <a:latin typeface="Microsoft Sans Serif"/>
              <a:cs typeface="Microsoft Sans Serif"/>
            </a:endParaRPr>
          </a:p>
          <a:p>
            <a:pPr marL="63500">
              <a:lnSpc>
                <a:spcPct val="100000"/>
              </a:lnSpc>
              <a:tabLst>
                <a:tab pos="3084830" algn="l"/>
              </a:tabLst>
            </a:pPr>
            <a:r>
              <a:rPr sz="1800" dirty="0">
                <a:solidFill>
                  <a:srgbClr val="009900"/>
                </a:solidFill>
                <a:latin typeface="Microsoft Sans Serif"/>
                <a:cs typeface="Microsoft Sans Serif"/>
              </a:rPr>
              <a:t>Pressure</a:t>
            </a:r>
            <a:r>
              <a:rPr sz="18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3300"/>
                </a:solidFill>
                <a:latin typeface="Microsoft Sans Serif"/>
                <a:cs typeface="Microsoft Sans Serif"/>
              </a:rPr>
              <a:t>amplitude</a:t>
            </a:r>
            <a:r>
              <a:rPr sz="1800" dirty="0">
                <a:solidFill>
                  <a:srgbClr val="FF3300"/>
                </a:solidFill>
                <a:latin typeface="Microsoft Sans Serif"/>
                <a:cs typeface="Microsoft Sans Serif"/>
              </a:rPr>
              <a:t>	</a:t>
            </a:r>
            <a:r>
              <a:rPr sz="18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Density</a:t>
            </a:r>
            <a:endParaRPr sz="1800" dirty="0">
              <a:latin typeface="Microsoft Sans Serif"/>
              <a:cs typeface="Microsoft Sans Serif"/>
            </a:endParaRPr>
          </a:p>
          <a:p>
            <a:pPr marL="1746885">
              <a:lnSpc>
                <a:spcPct val="100000"/>
              </a:lnSpc>
              <a:spcBef>
                <a:spcPts val="1789"/>
              </a:spcBef>
            </a:pPr>
            <a:r>
              <a:rPr sz="2400" dirty="0">
                <a:latin typeface="Cambria"/>
                <a:cs typeface="Cambria"/>
              </a:rPr>
              <a:t>∆</a:t>
            </a:r>
            <a:r>
              <a:rPr sz="2400" dirty="0">
                <a:latin typeface="Microsoft Sans Serif"/>
                <a:cs typeface="Microsoft Sans Serif"/>
              </a:rPr>
              <a:t>p</a:t>
            </a:r>
            <a:r>
              <a:rPr sz="2025" baseline="-26748" dirty="0">
                <a:latin typeface="Microsoft Sans Serif"/>
                <a:cs typeface="Microsoft Sans Serif"/>
              </a:rPr>
              <a:t>m</a:t>
            </a:r>
            <a:r>
              <a:rPr sz="2025" spc="150" baseline="-26748" dirty="0">
                <a:latin typeface="Microsoft Sans Serif"/>
                <a:cs typeface="Microsoft Sans Serif"/>
              </a:rPr>
              <a:t>  </a:t>
            </a:r>
            <a:r>
              <a:rPr sz="2400" dirty="0">
                <a:latin typeface="Cambria"/>
                <a:cs typeface="Cambria"/>
              </a:rPr>
              <a:t>=</a:t>
            </a:r>
            <a:r>
              <a:rPr sz="2400" spc="35" dirty="0">
                <a:latin typeface="Cambria"/>
                <a:cs typeface="Cambria"/>
              </a:rPr>
              <a:t> </a:t>
            </a:r>
            <a:r>
              <a:rPr sz="2400" spc="65" dirty="0">
                <a:latin typeface="Microsoft Sans Serif"/>
                <a:cs typeface="Microsoft Sans Serif"/>
              </a:rPr>
              <a:t>(</a:t>
            </a:r>
            <a:r>
              <a:rPr sz="2400" spc="65" dirty="0" err="1">
                <a:latin typeface="Microsoft Sans Serif"/>
                <a:cs typeface="Microsoft Sans Serif"/>
              </a:rPr>
              <a:t>v</a:t>
            </a:r>
            <a:r>
              <a:rPr sz="2400" spc="65" dirty="0" err="1">
                <a:latin typeface="Cambria"/>
                <a:cs typeface="Cambria"/>
              </a:rPr>
              <a:t>p</a:t>
            </a:r>
            <a:r>
              <a:rPr lang="en-US" sz="2400" spc="65" dirty="0" err="1">
                <a:latin typeface="Cambria"/>
                <a:cs typeface="Cambria"/>
              </a:rPr>
              <a:t>w</a:t>
            </a:r>
            <a:r>
              <a:rPr sz="2400" spc="65" dirty="0">
                <a:latin typeface="Microsoft Sans Serif"/>
                <a:cs typeface="Microsoft Sans Serif"/>
              </a:rPr>
              <a:t>)s</a:t>
            </a:r>
            <a:r>
              <a:rPr sz="2025" spc="97" baseline="-26748" dirty="0">
                <a:latin typeface="Microsoft Sans Serif"/>
                <a:cs typeface="Microsoft Sans Serif"/>
              </a:rPr>
              <a:t>m</a:t>
            </a:r>
            <a:endParaRPr sz="2025" baseline="-26748" dirty="0">
              <a:latin typeface="Microsoft Sans Serif"/>
              <a:cs typeface="Microsoft Sans Serif"/>
            </a:endParaRPr>
          </a:p>
          <a:p>
            <a:pPr marL="3987165">
              <a:lnSpc>
                <a:spcPct val="100000"/>
              </a:lnSpc>
              <a:spcBef>
                <a:spcPts val="260"/>
              </a:spcBef>
            </a:pPr>
            <a:r>
              <a:rPr sz="1800" dirty="0">
                <a:solidFill>
                  <a:srgbClr val="009900"/>
                </a:solidFill>
                <a:latin typeface="Microsoft Sans Serif"/>
                <a:cs typeface="Microsoft Sans Serif"/>
              </a:rPr>
              <a:t>Displacement</a:t>
            </a:r>
            <a:r>
              <a:rPr sz="1800" spc="-75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3300"/>
                </a:solidFill>
                <a:latin typeface="Microsoft Sans Serif"/>
                <a:cs typeface="Microsoft Sans Serif"/>
              </a:rPr>
              <a:t>amplitude</a:t>
            </a:r>
            <a:endParaRPr sz="1800" dirty="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86844" y="6075657"/>
            <a:ext cx="1877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9900"/>
                </a:solidFill>
                <a:latin typeface="Microsoft Sans Serif"/>
                <a:cs typeface="Microsoft Sans Serif"/>
              </a:rPr>
              <a:t>Angular</a:t>
            </a:r>
            <a:r>
              <a:rPr sz="1800" spc="-30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frequency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063495" y="4934712"/>
            <a:ext cx="6563995" cy="1521460"/>
          </a:xfrm>
          <a:custGeom>
            <a:avLst/>
            <a:gdLst/>
            <a:ahLst/>
            <a:cxnLst/>
            <a:rect l="l" t="t" r="r" b="b"/>
            <a:pathLst>
              <a:path w="6563995" h="1521460">
                <a:moveTo>
                  <a:pt x="6563868" y="1520951"/>
                </a:moveTo>
                <a:lnTo>
                  <a:pt x="0" y="1520951"/>
                </a:lnTo>
                <a:lnTo>
                  <a:pt x="0" y="0"/>
                </a:lnTo>
                <a:lnTo>
                  <a:pt x="6563868" y="0"/>
                </a:lnTo>
                <a:lnTo>
                  <a:pt x="6563868" y="4572"/>
                </a:lnTo>
                <a:lnTo>
                  <a:pt x="10668" y="4572"/>
                </a:lnTo>
                <a:lnTo>
                  <a:pt x="4572" y="9144"/>
                </a:lnTo>
                <a:lnTo>
                  <a:pt x="10668" y="9144"/>
                </a:lnTo>
                <a:lnTo>
                  <a:pt x="10668" y="1510284"/>
                </a:lnTo>
                <a:lnTo>
                  <a:pt x="4572" y="1510284"/>
                </a:lnTo>
                <a:lnTo>
                  <a:pt x="10668" y="1516380"/>
                </a:lnTo>
                <a:lnTo>
                  <a:pt x="6563868" y="1516380"/>
                </a:lnTo>
                <a:lnTo>
                  <a:pt x="6563868" y="1520951"/>
                </a:lnTo>
                <a:close/>
              </a:path>
              <a:path w="6563995" h="1521460">
                <a:moveTo>
                  <a:pt x="10668" y="9144"/>
                </a:moveTo>
                <a:lnTo>
                  <a:pt x="4572" y="9144"/>
                </a:lnTo>
                <a:lnTo>
                  <a:pt x="10668" y="4572"/>
                </a:lnTo>
                <a:lnTo>
                  <a:pt x="10668" y="9144"/>
                </a:lnTo>
                <a:close/>
              </a:path>
              <a:path w="6563995" h="1521460">
                <a:moveTo>
                  <a:pt x="6553200" y="9144"/>
                </a:moveTo>
                <a:lnTo>
                  <a:pt x="10668" y="9144"/>
                </a:lnTo>
                <a:lnTo>
                  <a:pt x="10668" y="4572"/>
                </a:lnTo>
                <a:lnTo>
                  <a:pt x="6553200" y="4572"/>
                </a:lnTo>
                <a:lnTo>
                  <a:pt x="6553200" y="9144"/>
                </a:lnTo>
                <a:close/>
              </a:path>
              <a:path w="6563995" h="1521460">
                <a:moveTo>
                  <a:pt x="6553200" y="1516380"/>
                </a:moveTo>
                <a:lnTo>
                  <a:pt x="6553200" y="4572"/>
                </a:lnTo>
                <a:lnTo>
                  <a:pt x="6557772" y="9144"/>
                </a:lnTo>
                <a:lnTo>
                  <a:pt x="6563868" y="9144"/>
                </a:lnTo>
                <a:lnTo>
                  <a:pt x="6563868" y="1510284"/>
                </a:lnTo>
                <a:lnTo>
                  <a:pt x="6557772" y="1510284"/>
                </a:lnTo>
                <a:lnTo>
                  <a:pt x="6553200" y="1516380"/>
                </a:lnTo>
                <a:close/>
              </a:path>
              <a:path w="6563995" h="1521460">
                <a:moveTo>
                  <a:pt x="6563868" y="9144"/>
                </a:moveTo>
                <a:lnTo>
                  <a:pt x="6557772" y="9144"/>
                </a:lnTo>
                <a:lnTo>
                  <a:pt x="6553200" y="4572"/>
                </a:lnTo>
                <a:lnTo>
                  <a:pt x="6563868" y="4572"/>
                </a:lnTo>
                <a:lnTo>
                  <a:pt x="6563868" y="9144"/>
                </a:lnTo>
                <a:close/>
              </a:path>
              <a:path w="6563995" h="1521460">
                <a:moveTo>
                  <a:pt x="10668" y="1516380"/>
                </a:moveTo>
                <a:lnTo>
                  <a:pt x="4572" y="1510284"/>
                </a:lnTo>
                <a:lnTo>
                  <a:pt x="10668" y="1510284"/>
                </a:lnTo>
                <a:lnTo>
                  <a:pt x="10668" y="1516380"/>
                </a:lnTo>
                <a:close/>
              </a:path>
              <a:path w="6563995" h="1521460">
                <a:moveTo>
                  <a:pt x="6553200" y="1516380"/>
                </a:moveTo>
                <a:lnTo>
                  <a:pt x="10668" y="1516380"/>
                </a:lnTo>
                <a:lnTo>
                  <a:pt x="10668" y="1510284"/>
                </a:lnTo>
                <a:lnTo>
                  <a:pt x="6553200" y="1510284"/>
                </a:lnTo>
                <a:lnTo>
                  <a:pt x="6553200" y="1516380"/>
                </a:lnTo>
                <a:close/>
              </a:path>
              <a:path w="6563995" h="1521460">
                <a:moveTo>
                  <a:pt x="6563868" y="1516380"/>
                </a:moveTo>
                <a:lnTo>
                  <a:pt x="6553200" y="1516380"/>
                </a:lnTo>
                <a:lnTo>
                  <a:pt x="6557772" y="1510284"/>
                </a:lnTo>
                <a:lnTo>
                  <a:pt x="6563868" y="1510284"/>
                </a:lnTo>
                <a:lnTo>
                  <a:pt x="6563868" y="15163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915346" y="439952"/>
            <a:ext cx="5231765" cy="61341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pc="-10" dirty="0"/>
              <a:t>17-</a:t>
            </a:r>
            <a:r>
              <a:rPr dirty="0"/>
              <a:t>3</a:t>
            </a:r>
            <a:r>
              <a:rPr spc="-50" dirty="0"/>
              <a:t> </a:t>
            </a:r>
            <a:r>
              <a:rPr spc="-10" dirty="0"/>
              <a:t>Traveling</a:t>
            </a:r>
            <a:r>
              <a:rPr spc="-55" dirty="0"/>
              <a:t> </a:t>
            </a:r>
            <a:r>
              <a:rPr dirty="0"/>
              <a:t>Sound</a:t>
            </a:r>
            <a:r>
              <a:rPr spc="-35" dirty="0"/>
              <a:t> </a:t>
            </a:r>
            <a:r>
              <a:rPr spc="-10" dirty="0"/>
              <a:t>Waves </a:t>
            </a:r>
            <a:r>
              <a:rPr dirty="0">
                <a:solidFill>
                  <a:srgbClr val="E10000"/>
                </a:solidFill>
              </a:rPr>
              <a:t>Displacement</a:t>
            </a:r>
            <a:r>
              <a:rPr spc="-75" dirty="0">
                <a:solidFill>
                  <a:srgbClr val="E10000"/>
                </a:solidFill>
              </a:rPr>
              <a:t> </a:t>
            </a:r>
            <a:r>
              <a:rPr dirty="0">
                <a:solidFill>
                  <a:srgbClr val="E10000"/>
                </a:solidFill>
              </a:rPr>
              <a:t>and</a:t>
            </a:r>
            <a:r>
              <a:rPr spc="-70" dirty="0">
                <a:solidFill>
                  <a:srgbClr val="E10000"/>
                </a:solidFill>
              </a:rPr>
              <a:t> </a:t>
            </a:r>
            <a:r>
              <a:rPr dirty="0">
                <a:solidFill>
                  <a:srgbClr val="E10000"/>
                </a:solidFill>
              </a:rPr>
              <a:t>pressure</a:t>
            </a:r>
            <a:r>
              <a:rPr spc="-75" dirty="0">
                <a:solidFill>
                  <a:srgbClr val="E10000"/>
                </a:solidFill>
              </a:rPr>
              <a:t> </a:t>
            </a:r>
            <a:r>
              <a:rPr spc="-10" dirty="0">
                <a:solidFill>
                  <a:srgbClr val="E10000"/>
                </a:solidFill>
              </a:rPr>
              <a:t>amplitudes</a:t>
            </a:r>
          </a:p>
        </p:txBody>
      </p:sp>
      <p:sp>
        <p:nvSpPr>
          <p:cNvPr id="17" name="object 17"/>
          <p:cNvSpPr/>
          <p:nvPr/>
        </p:nvSpPr>
        <p:spPr>
          <a:xfrm>
            <a:off x="792479" y="370331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2852" y="6819900"/>
                </a:moveTo>
                <a:lnTo>
                  <a:pt x="3048" y="6819900"/>
                </a:lnTo>
                <a:lnTo>
                  <a:pt x="0" y="6816851"/>
                </a:lnTo>
                <a:lnTo>
                  <a:pt x="0" y="3048"/>
                </a:lnTo>
                <a:lnTo>
                  <a:pt x="3048" y="0"/>
                </a:lnTo>
                <a:lnTo>
                  <a:pt x="9102852" y="0"/>
                </a:lnTo>
                <a:lnTo>
                  <a:pt x="9105900" y="3048"/>
                </a:lnTo>
                <a:lnTo>
                  <a:pt x="9105900" y="6096"/>
                </a:ln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lnTo>
                  <a:pt x="12192" y="6807708"/>
                </a:lnTo>
                <a:lnTo>
                  <a:pt x="6096" y="6807708"/>
                </a:lnTo>
                <a:lnTo>
                  <a:pt x="12192" y="6813803"/>
                </a:lnTo>
                <a:lnTo>
                  <a:pt x="9105900" y="6813803"/>
                </a:lnTo>
                <a:lnTo>
                  <a:pt x="9105900" y="6816851"/>
                </a:lnTo>
                <a:lnTo>
                  <a:pt x="9102852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close/>
              </a:path>
              <a:path w="9105900" h="6819900">
                <a:moveTo>
                  <a:pt x="9093707" y="12192"/>
                </a:moveTo>
                <a:lnTo>
                  <a:pt x="12192" y="12192"/>
                </a:lnTo>
                <a:lnTo>
                  <a:pt x="12192" y="6096"/>
                </a:lnTo>
                <a:lnTo>
                  <a:pt x="9093707" y="6096"/>
                </a:lnTo>
                <a:lnTo>
                  <a:pt x="9093707" y="12192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9093707" y="6096"/>
                </a:lnTo>
                <a:lnTo>
                  <a:pt x="9099804" y="12192"/>
                </a:lnTo>
                <a:lnTo>
                  <a:pt x="9105900" y="12192"/>
                </a:lnTo>
                <a:lnTo>
                  <a:pt x="9105900" y="6807708"/>
                </a:lnTo>
                <a:lnTo>
                  <a:pt x="9099804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12192"/>
                </a:moveTo>
                <a:lnTo>
                  <a:pt x="9099804" y="12192"/>
                </a:lnTo>
                <a:lnTo>
                  <a:pt x="9093707" y="6096"/>
                </a:lnTo>
                <a:lnTo>
                  <a:pt x="9105900" y="6096"/>
                </a:lnTo>
                <a:lnTo>
                  <a:pt x="9105900" y="12192"/>
                </a:lnTo>
                <a:close/>
              </a:path>
              <a:path w="9105900" h="6819900">
                <a:moveTo>
                  <a:pt x="12192" y="6813803"/>
                </a:moveTo>
                <a:lnTo>
                  <a:pt x="6096" y="6807708"/>
                </a:lnTo>
                <a:lnTo>
                  <a:pt x="12192" y="6807708"/>
                </a:lnTo>
                <a:lnTo>
                  <a:pt x="12192" y="6813803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12192" y="6813803"/>
                </a:lnTo>
                <a:lnTo>
                  <a:pt x="12192" y="6807708"/>
                </a:lnTo>
                <a:lnTo>
                  <a:pt x="9093707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6813803"/>
                </a:moveTo>
                <a:lnTo>
                  <a:pt x="9093707" y="6813803"/>
                </a:lnTo>
                <a:lnTo>
                  <a:pt x="9099804" y="6807708"/>
                </a:lnTo>
                <a:lnTo>
                  <a:pt x="9105900" y="6807708"/>
                </a:lnTo>
                <a:lnTo>
                  <a:pt x="9105900" y="6813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798238" y="6304256"/>
            <a:ext cx="12833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micro</a:t>
            </a:r>
            <a:r>
              <a:rPr sz="18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=</a:t>
            </a:r>
            <a:r>
              <a:rPr sz="1800" spc="-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10</a:t>
            </a:r>
            <a:r>
              <a:rPr sz="1800" spc="-15" baseline="25462" dirty="0">
                <a:solidFill>
                  <a:srgbClr val="3333CC"/>
                </a:solidFill>
                <a:latin typeface="Microsoft Sans Serif"/>
                <a:cs typeface="Microsoft Sans Serif"/>
              </a:rPr>
              <a:t>-</a:t>
            </a:r>
            <a:r>
              <a:rPr sz="1800" spc="-75" baseline="25462" dirty="0">
                <a:solidFill>
                  <a:srgbClr val="3333CC"/>
                </a:solidFill>
                <a:latin typeface="Microsoft Sans Serif"/>
                <a:cs typeface="Microsoft Sans Serif"/>
              </a:rPr>
              <a:t>6</a:t>
            </a:r>
            <a:endParaRPr sz="1800" baseline="25462">
              <a:latin typeface="Microsoft Sans Serif"/>
              <a:cs typeface="Microsoft Sans Serif"/>
            </a:endParaRPr>
          </a:p>
          <a:p>
            <a:pPr marL="63500">
              <a:lnSpc>
                <a:spcPct val="100000"/>
              </a:lnSpc>
            </a:pP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pico</a:t>
            </a:r>
            <a:r>
              <a:rPr sz="1800" spc="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= </a:t>
            </a:r>
            <a:r>
              <a:rPr sz="18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10</a:t>
            </a:r>
            <a:r>
              <a:rPr sz="1800" spc="-15" baseline="25462" dirty="0">
                <a:solidFill>
                  <a:srgbClr val="3333CC"/>
                </a:solidFill>
                <a:latin typeface="Microsoft Sans Serif"/>
                <a:cs typeface="Microsoft Sans Serif"/>
              </a:rPr>
              <a:t>-</a:t>
            </a:r>
            <a:r>
              <a:rPr sz="1800" spc="-37" baseline="25462" dirty="0">
                <a:solidFill>
                  <a:srgbClr val="3333CC"/>
                </a:solidFill>
                <a:latin typeface="Microsoft Sans Serif"/>
                <a:cs typeface="Microsoft Sans Serif"/>
              </a:rPr>
              <a:t>12</a:t>
            </a:r>
            <a:endParaRPr sz="1800" baseline="25462">
              <a:latin typeface="Microsoft Sans Serif"/>
              <a:cs typeface="Microsoft Sans Serif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290572" y="2910839"/>
          <a:ext cx="6095364" cy="3155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1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68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spc="-25" dirty="0">
                          <a:solidFill>
                            <a:srgbClr val="FF3300"/>
                          </a:solidFill>
                          <a:latin typeface="Cambria"/>
                          <a:cs typeface="Cambria"/>
                        </a:rPr>
                        <a:t>∆</a:t>
                      </a:r>
                      <a:r>
                        <a:rPr sz="2400" spc="-25" dirty="0">
                          <a:solidFill>
                            <a:srgbClr val="FF3300"/>
                          </a:solidFill>
                          <a:latin typeface="Microsoft Sans Serif"/>
                          <a:cs typeface="Microsoft Sans Serif"/>
                        </a:rPr>
                        <a:t>p</a:t>
                      </a:r>
                      <a:r>
                        <a:rPr sz="2400" spc="-37" baseline="-20833" dirty="0">
                          <a:solidFill>
                            <a:srgbClr val="FF3300"/>
                          </a:solidFill>
                          <a:latin typeface="Microsoft Sans Serif"/>
                          <a:cs typeface="Microsoft Sans Serif"/>
                        </a:rPr>
                        <a:t>m</a:t>
                      </a:r>
                      <a:endParaRPr sz="2400" baseline="-20833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spc="-25" dirty="0">
                          <a:solidFill>
                            <a:srgbClr val="FF3300"/>
                          </a:solidFill>
                          <a:latin typeface="Microsoft Sans Serif"/>
                          <a:cs typeface="Microsoft Sans Serif"/>
                        </a:rPr>
                        <a:t>s</a:t>
                      </a:r>
                      <a:r>
                        <a:rPr sz="2400" spc="-37" baseline="-20833" dirty="0">
                          <a:solidFill>
                            <a:srgbClr val="FF3300"/>
                          </a:solidFill>
                          <a:latin typeface="Microsoft Sans Serif"/>
                          <a:cs typeface="Microsoft Sans Serif"/>
                        </a:rPr>
                        <a:t>m</a:t>
                      </a:r>
                      <a:endParaRPr sz="2400" baseline="-20833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765">
                <a:tc>
                  <a:txBody>
                    <a:bodyPr/>
                    <a:lstStyle/>
                    <a:p>
                      <a:pPr marL="90170" marR="127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solidFill>
                            <a:srgbClr val="FF3300"/>
                          </a:solidFill>
                          <a:latin typeface="Microsoft Sans Serif"/>
                          <a:cs typeface="Microsoft Sans Serif"/>
                        </a:rPr>
                        <a:t>Loudest </a:t>
                      </a:r>
                      <a:r>
                        <a:rPr sz="2000" spc="-20" dirty="0">
                          <a:solidFill>
                            <a:srgbClr val="FF3300"/>
                          </a:solidFill>
                          <a:latin typeface="Microsoft Sans Serif"/>
                          <a:cs typeface="Microsoft Sans Serif"/>
                        </a:rPr>
                        <a:t>sound </a:t>
                      </a:r>
                      <a:r>
                        <a:rPr sz="2000" dirty="0">
                          <a:solidFill>
                            <a:srgbClr val="FF3300"/>
                          </a:solidFill>
                          <a:latin typeface="Microsoft Sans Serif"/>
                          <a:cs typeface="Microsoft Sans Serif"/>
                        </a:rPr>
                        <a:t>you</a:t>
                      </a:r>
                      <a:r>
                        <a:rPr sz="2000" spc="25" dirty="0">
                          <a:solidFill>
                            <a:srgbClr val="FF330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dirty="0">
                          <a:solidFill>
                            <a:srgbClr val="FF3300"/>
                          </a:solidFill>
                          <a:latin typeface="Microsoft Sans Serif"/>
                          <a:cs typeface="Microsoft Sans Serif"/>
                        </a:rPr>
                        <a:t>can</a:t>
                      </a:r>
                      <a:r>
                        <a:rPr sz="2000" spc="-5" dirty="0">
                          <a:solidFill>
                            <a:srgbClr val="FF330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10" dirty="0">
                          <a:solidFill>
                            <a:srgbClr val="FF3300"/>
                          </a:solidFill>
                          <a:latin typeface="Microsoft Sans Serif"/>
                          <a:cs typeface="Microsoft Sans Serif"/>
                        </a:rPr>
                        <a:t>tolerate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30 </a:t>
                      </a:r>
                      <a:r>
                        <a:rPr sz="2000" spc="-25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Pa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10</a:t>
                      </a:r>
                      <a:r>
                        <a:rPr sz="2000" spc="5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25" dirty="0">
                          <a:solidFill>
                            <a:srgbClr val="3333CC"/>
                          </a:solidFill>
                          <a:latin typeface="Cambria"/>
                          <a:cs typeface="Cambria"/>
                        </a:rPr>
                        <a:t>µ</a:t>
                      </a:r>
                      <a:r>
                        <a:rPr sz="2000" spc="-25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m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9770">
                <a:tc>
                  <a:txBody>
                    <a:bodyPr/>
                    <a:lstStyle/>
                    <a:p>
                      <a:pPr marL="90170" marR="26479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solidFill>
                            <a:srgbClr val="FF3300"/>
                          </a:solidFill>
                          <a:latin typeface="Microsoft Sans Serif"/>
                          <a:cs typeface="Microsoft Sans Serif"/>
                        </a:rPr>
                        <a:t>Faintest</a:t>
                      </a:r>
                      <a:r>
                        <a:rPr sz="2000" spc="-20" dirty="0">
                          <a:solidFill>
                            <a:srgbClr val="FF3300"/>
                          </a:solidFill>
                          <a:latin typeface="Microsoft Sans Serif"/>
                          <a:cs typeface="Microsoft Sans Serif"/>
                        </a:rPr>
                        <a:t> sound </a:t>
                      </a:r>
                      <a:r>
                        <a:rPr sz="2000" dirty="0">
                          <a:solidFill>
                            <a:srgbClr val="FF3300"/>
                          </a:solidFill>
                          <a:latin typeface="Microsoft Sans Serif"/>
                          <a:cs typeface="Microsoft Sans Serif"/>
                        </a:rPr>
                        <a:t>you</a:t>
                      </a:r>
                      <a:r>
                        <a:rPr sz="2000" spc="15" dirty="0">
                          <a:solidFill>
                            <a:srgbClr val="FF330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dirty="0">
                          <a:solidFill>
                            <a:srgbClr val="FF3300"/>
                          </a:solidFill>
                          <a:latin typeface="Microsoft Sans Serif"/>
                          <a:cs typeface="Microsoft Sans Serif"/>
                        </a:rPr>
                        <a:t>can</a:t>
                      </a:r>
                      <a:r>
                        <a:rPr sz="2000" spc="-5" dirty="0">
                          <a:solidFill>
                            <a:srgbClr val="FF330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20" dirty="0">
                          <a:solidFill>
                            <a:srgbClr val="FF3300"/>
                          </a:solidFill>
                          <a:latin typeface="Microsoft Sans Serif"/>
                          <a:cs typeface="Microsoft Sans Serif"/>
                        </a:rPr>
                        <a:t>hear</a:t>
                      </a:r>
                      <a:endParaRPr sz="20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81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30</a:t>
                      </a:r>
                      <a:r>
                        <a:rPr sz="2000" spc="5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25" dirty="0">
                          <a:solidFill>
                            <a:srgbClr val="3333CC"/>
                          </a:solidFill>
                          <a:latin typeface="Cambria"/>
                          <a:cs typeface="Cambria"/>
                        </a:rPr>
                        <a:t>µ</a:t>
                      </a:r>
                      <a:r>
                        <a:rPr sz="2000" spc="-25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Pa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10 </a:t>
                      </a:r>
                      <a:r>
                        <a:rPr sz="2000" spc="-25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pm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2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10" dirty="0">
                          <a:solidFill>
                            <a:srgbClr val="009900"/>
                          </a:solidFill>
                          <a:latin typeface="Microsoft Sans Serif"/>
                          <a:cs typeface="Microsoft Sans Serif"/>
                        </a:rPr>
                        <a:t>Atmospheric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  <a:p>
                      <a:pPr marL="519430" marR="512445" algn="ctr">
                        <a:lnSpc>
                          <a:spcPct val="120000"/>
                        </a:lnSpc>
                      </a:pPr>
                      <a:r>
                        <a:rPr sz="2000" spc="-10" dirty="0">
                          <a:solidFill>
                            <a:srgbClr val="009900"/>
                          </a:solidFill>
                          <a:latin typeface="Microsoft Sans Serif"/>
                          <a:cs typeface="Microsoft Sans Serif"/>
                        </a:rPr>
                        <a:t>pressure </a:t>
                      </a:r>
                      <a:r>
                        <a:rPr sz="2000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10</a:t>
                      </a:r>
                      <a:r>
                        <a:rPr sz="1950" baseline="25641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5</a:t>
                      </a:r>
                      <a:r>
                        <a:rPr sz="1950" spc="307" baseline="25641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25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Pa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734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10" dirty="0">
                          <a:solidFill>
                            <a:srgbClr val="009900"/>
                          </a:solidFill>
                          <a:latin typeface="Microsoft Sans Serif"/>
                          <a:cs typeface="Microsoft Sans Serif"/>
                        </a:rPr>
                        <a:t>Wavelength</a:t>
                      </a:r>
                      <a:endParaRPr sz="2000" dirty="0">
                        <a:latin typeface="Microsoft Sans Serif"/>
                        <a:cs typeface="Microsoft Sans Serif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 marL="627380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0.34</a:t>
                      </a:r>
                      <a:r>
                        <a:rPr sz="2000" spc="10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50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m</a:t>
                      </a:r>
                      <a:endParaRPr sz="20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484636" y="1654567"/>
            <a:ext cx="4170679" cy="1163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690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"/>
                <a:cs typeface="Cambria"/>
              </a:rPr>
              <a:t>∆</a:t>
            </a:r>
            <a:r>
              <a:rPr sz="2400" dirty="0">
                <a:latin typeface="Microsoft Sans Serif"/>
                <a:cs typeface="Microsoft Sans Serif"/>
              </a:rPr>
              <a:t>p</a:t>
            </a:r>
            <a:r>
              <a:rPr sz="2025" baseline="-26748" dirty="0">
                <a:latin typeface="Microsoft Sans Serif"/>
                <a:cs typeface="Microsoft Sans Serif"/>
              </a:rPr>
              <a:t>m</a:t>
            </a:r>
            <a:r>
              <a:rPr sz="2025" spc="150" baseline="-26748" dirty="0">
                <a:latin typeface="Microsoft Sans Serif"/>
                <a:cs typeface="Microsoft Sans Serif"/>
              </a:rPr>
              <a:t>  </a:t>
            </a:r>
            <a:r>
              <a:rPr sz="2400" dirty="0">
                <a:latin typeface="Cambria"/>
                <a:cs typeface="Cambria"/>
              </a:rPr>
              <a:t>=</a:t>
            </a:r>
            <a:r>
              <a:rPr sz="2400" spc="35" dirty="0">
                <a:latin typeface="Cambria"/>
                <a:cs typeface="Cambria"/>
              </a:rPr>
              <a:t> </a:t>
            </a:r>
            <a:r>
              <a:rPr sz="2400" spc="65" dirty="0">
                <a:latin typeface="Microsoft Sans Serif"/>
                <a:cs typeface="Microsoft Sans Serif"/>
              </a:rPr>
              <a:t>(v</a:t>
            </a:r>
            <a:r>
              <a:rPr sz="2400" spc="65" dirty="0">
                <a:latin typeface="Cambria"/>
                <a:cs typeface="Cambria"/>
              </a:rPr>
              <a:t>px</a:t>
            </a:r>
            <a:r>
              <a:rPr sz="2400" spc="65" dirty="0">
                <a:latin typeface="Microsoft Sans Serif"/>
                <a:cs typeface="Microsoft Sans Serif"/>
              </a:rPr>
              <a:t>)s</a:t>
            </a:r>
            <a:r>
              <a:rPr sz="2025" spc="97" baseline="-26748" dirty="0">
                <a:latin typeface="Microsoft Sans Serif"/>
                <a:cs typeface="Microsoft Sans Serif"/>
              </a:rPr>
              <a:t>m</a:t>
            </a:r>
            <a:endParaRPr sz="2025" baseline="-26748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55"/>
              </a:spcBef>
            </a:pPr>
            <a:endParaRPr sz="2400">
              <a:latin typeface="Microsoft Sans Serif"/>
              <a:cs typeface="Microsoft Sans Serif"/>
            </a:endParaRPr>
          </a:p>
          <a:p>
            <a:pPr marL="254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Microsoft Sans Serif"/>
                <a:cs typeface="Microsoft Sans Serif"/>
              </a:rPr>
              <a:t>At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1000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Hz and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at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room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temperature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pc="-10" dirty="0"/>
              <a:t>17-</a:t>
            </a:r>
            <a:r>
              <a:rPr dirty="0"/>
              <a:t>3</a:t>
            </a:r>
            <a:r>
              <a:rPr spc="-50" dirty="0"/>
              <a:t> </a:t>
            </a:r>
            <a:r>
              <a:rPr spc="-10" dirty="0"/>
              <a:t>Traveling</a:t>
            </a:r>
            <a:r>
              <a:rPr spc="-55" dirty="0"/>
              <a:t> </a:t>
            </a:r>
            <a:r>
              <a:rPr dirty="0"/>
              <a:t>Sound</a:t>
            </a:r>
            <a:r>
              <a:rPr spc="-35" dirty="0"/>
              <a:t> </a:t>
            </a:r>
            <a:r>
              <a:rPr spc="-10" dirty="0"/>
              <a:t>Waves </a:t>
            </a:r>
            <a:r>
              <a:rPr dirty="0">
                <a:solidFill>
                  <a:srgbClr val="E10000"/>
                </a:solidFill>
              </a:rPr>
              <a:t>Loudest</a:t>
            </a:r>
            <a:r>
              <a:rPr spc="-35" dirty="0">
                <a:solidFill>
                  <a:srgbClr val="E10000"/>
                </a:solidFill>
              </a:rPr>
              <a:t> </a:t>
            </a:r>
            <a:r>
              <a:rPr dirty="0">
                <a:solidFill>
                  <a:srgbClr val="E10000"/>
                </a:solidFill>
              </a:rPr>
              <a:t>and</a:t>
            </a:r>
            <a:r>
              <a:rPr spc="-55" dirty="0">
                <a:solidFill>
                  <a:srgbClr val="E10000"/>
                </a:solidFill>
              </a:rPr>
              <a:t> </a:t>
            </a:r>
            <a:r>
              <a:rPr dirty="0">
                <a:solidFill>
                  <a:srgbClr val="E10000"/>
                </a:solidFill>
              </a:rPr>
              <a:t>faintest</a:t>
            </a:r>
            <a:r>
              <a:rPr spc="-55" dirty="0">
                <a:solidFill>
                  <a:srgbClr val="E10000"/>
                </a:solidFill>
              </a:rPr>
              <a:t> </a:t>
            </a:r>
            <a:r>
              <a:rPr spc="-10" dirty="0">
                <a:solidFill>
                  <a:srgbClr val="E10000"/>
                </a:solidFill>
              </a:rPr>
              <a:t>sound</a:t>
            </a:r>
          </a:p>
        </p:txBody>
      </p:sp>
      <p:sp>
        <p:nvSpPr>
          <p:cNvPr id="7" name="object 7"/>
          <p:cNvSpPr/>
          <p:nvPr/>
        </p:nvSpPr>
        <p:spPr>
          <a:xfrm>
            <a:off x="792479" y="370331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2852" y="6819900"/>
                </a:moveTo>
                <a:lnTo>
                  <a:pt x="3048" y="6819900"/>
                </a:lnTo>
                <a:lnTo>
                  <a:pt x="0" y="6816851"/>
                </a:lnTo>
                <a:lnTo>
                  <a:pt x="0" y="3048"/>
                </a:lnTo>
                <a:lnTo>
                  <a:pt x="3048" y="0"/>
                </a:lnTo>
                <a:lnTo>
                  <a:pt x="9102852" y="0"/>
                </a:lnTo>
                <a:lnTo>
                  <a:pt x="9105900" y="3048"/>
                </a:lnTo>
                <a:lnTo>
                  <a:pt x="9105900" y="6096"/>
                </a:ln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lnTo>
                  <a:pt x="12192" y="6807708"/>
                </a:lnTo>
                <a:lnTo>
                  <a:pt x="6096" y="6807708"/>
                </a:lnTo>
                <a:lnTo>
                  <a:pt x="12192" y="6813803"/>
                </a:lnTo>
                <a:lnTo>
                  <a:pt x="9105900" y="6813803"/>
                </a:lnTo>
                <a:lnTo>
                  <a:pt x="9105900" y="6816851"/>
                </a:lnTo>
                <a:lnTo>
                  <a:pt x="9102852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close/>
              </a:path>
              <a:path w="9105900" h="6819900">
                <a:moveTo>
                  <a:pt x="9093707" y="12192"/>
                </a:moveTo>
                <a:lnTo>
                  <a:pt x="12192" y="12192"/>
                </a:lnTo>
                <a:lnTo>
                  <a:pt x="12192" y="6096"/>
                </a:lnTo>
                <a:lnTo>
                  <a:pt x="9093707" y="6096"/>
                </a:lnTo>
                <a:lnTo>
                  <a:pt x="9093707" y="12192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9093707" y="6096"/>
                </a:lnTo>
                <a:lnTo>
                  <a:pt x="9099804" y="12192"/>
                </a:lnTo>
                <a:lnTo>
                  <a:pt x="9105900" y="12192"/>
                </a:lnTo>
                <a:lnTo>
                  <a:pt x="9105900" y="6807708"/>
                </a:lnTo>
                <a:lnTo>
                  <a:pt x="9099804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12192"/>
                </a:moveTo>
                <a:lnTo>
                  <a:pt x="9099804" y="12192"/>
                </a:lnTo>
                <a:lnTo>
                  <a:pt x="9093707" y="6096"/>
                </a:lnTo>
                <a:lnTo>
                  <a:pt x="9105900" y="6096"/>
                </a:lnTo>
                <a:lnTo>
                  <a:pt x="9105900" y="12192"/>
                </a:lnTo>
                <a:close/>
              </a:path>
              <a:path w="9105900" h="6819900">
                <a:moveTo>
                  <a:pt x="12192" y="6813803"/>
                </a:moveTo>
                <a:lnTo>
                  <a:pt x="6096" y="6807708"/>
                </a:lnTo>
                <a:lnTo>
                  <a:pt x="12192" y="6807708"/>
                </a:lnTo>
                <a:lnTo>
                  <a:pt x="12192" y="6813803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12192" y="6813803"/>
                </a:lnTo>
                <a:lnTo>
                  <a:pt x="12192" y="6807708"/>
                </a:lnTo>
                <a:lnTo>
                  <a:pt x="9093707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6813803"/>
                </a:moveTo>
                <a:lnTo>
                  <a:pt x="9093707" y="6813803"/>
                </a:lnTo>
                <a:lnTo>
                  <a:pt x="9099804" y="6807708"/>
                </a:lnTo>
                <a:lnTo>
                  <a:pt x="9105900" y="6807708"/>
                </a:lnTo>
                <a:lnTo>
                  <a:pt x="9105900" y="6813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233881" y="6092400"/>
            <a:ext cx="550799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Human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ears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can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hear sounds with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frequencies </a:t>
            </a:r>
            <a:r>
              <a:rPr sz="1800" dirty="0">
                <a:latin typeface="Microsoft Sans Serif"/>
                <a:cs typeface="Microsoft Sans Serif"/>
              </a:rPr>
              <a:t>between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20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Hz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20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kHz.</a:t>
            </a:r>
            <a:r>
              <a:rPr sz="1800" spc="434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They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are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most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sensitive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for </a:t>
            </a:r>
            <a:r>
              <a:rPr sz="1800" dirty="0">
                <a:latin typeface="Microsoft Sans Serif"/>
                <a:cs typeface="Microsoft Sans Serif"/>
              </a:rPr>
              <a:t>sounds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with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frequencies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around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1000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Hz.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950975" y="1104900"/>
            <a:ext cx="8789035" cy="3613785"/>
            <a:chOff x="950975" y="1104900"/>
            <a:chExt cx="8789035" cy="3613785"/>
          </a:xfrm>
        </p:grpSpPr>
        <p:sp>
          <p:nvSpPr>
            <p:cNvPr id="4" name="object 4"/>
            <p:cNvSpPr/>
            <p:nvPr/>
          </p:nvSpPr>
          <p:spPr>
            <a:xfrm>
              <a:off x="950975" y="1104900"/>
              <a:ext cx="8789035" cy="2082164"/>
            </a:xfrm>
            <a:custGeom>
              <a:avLst/>
              <a:gdLst/>
              <a:ahLst/>
              <a:cxnLst/>
              <a:rect l="l" t="t" r="r" b="b"/>
              <a:pathLst>
                <a:path w="8789035" h="2082164">
                  <a:moveTo>
                    <a:pt x="8788907" y="2081784"/>
                  </a:moveTo>
                  <a:lnTo>
                    <a:pt x="0" y="2081784"/>
                  </a:lnTo>
                  <a:lnTo>
                    <a:pt x="0" y="0"/>
                  </a:lnTo>
                  <a:lnTo>
                    <a:pt x="8788907" y="0"/>
                  </a:lnTo>
                  <a:lnTo>
                    <a:pt x="8788907" y="4572"/>
                  </a:lnTo>
                  <a:lnTo>
                    <a:pt x="9144" y="4572"/>
                  </a:lnTo>
                  <a:lnTo>
                    <a:pt x="4572" y="10668"/>
                  </a:lnTo>
                  <a:lnTo>
                    <a:pt x="9144" y="10668"/>
                  </a:lnTo>
                  <a:lnTo>
                    <a:pt x="9144" y="2072640"/>
                  </a:lnTo>
                  <a:lnTo>
                    <a:pt x="4572" y="2072640"/>
                  </a:lnTo>
                  <a:lnTo>
                    <a:pt x="9144" y="2077212"/>
                  </a:lnTo>
                  <a:lnTo>
                    <a:pt x="8788907" y="2077212"/>
                  </a:lnTo>
                  <a:lnTo>
                    <a:pt x="8788907" y="2081784"/>
                  </a:lnTo>
                  <a:close/>
                </a:path>
                <a:path w="8789035" h="2082164">
                  <a:moveTo>
                    <a:pt x="9144" y="10668"/>
                  </a:moveTo>
                  <a:lnTo>
                    <a:pt x="4572" y="10668"/>
                  </a:lnTo>
                  <a:lnTo>
                    <a:pt x="9144" y="4572"/>
                  </a:lnTo>
                  <a:lnTo>
                    <a:pt x="9144" y="10668"/>
                  </a:lnTo>
                  <a:close/>
                </a:path>
                <a:path w="8789035" h="2082164">
                  <a:moveTo>
                    <a:pt x="8779764" y="10668"/>
                  </a:moveTo>
                  <a:lnTo>
                    <a:pt x="9144" y="10668"/>
                  </a:lnTo>
                  <a:lnTo>
                    <a:pt x="9144" y="4572"/>
                  </a:lnTo>
                  <a:lnTo>
                    <a:pt x="8779764" y="4572"/>
                  </a:lnTo>
                  <a:lnTo>
                    <a:pt x="8779764" y="10668"/>
                  </a:lnTo>
                  <a:close/>
                </a:path>
                <a:path w="8789035" h="2082164">
                  <a:moveTo>
                    <a:pt x="8779764" y="2077212"/>
                  </a:moveTo>
                  <a:lnTo>
                    <a:pt x="8779764" y="4572"/>
                  </a:lnTo>
                  <a:lnTo>
                    <a:pt x="8784336" y="10668"/>
                  </a:lnTo>
                  <a:lnTo>
                    <a:pt x="8788907" y="10668"/>
                  </a:lnTo>
                  <a:lnTo>
                    <a:pt x="8788907" y="2072640"/>
                  </a:lnTo>
                  <a:lnTo>
                    <a:pt x="8784336" y="2072640"/>
                  </a:lnTo>
                  <a:lnTo>
                    <a:pt x="8779764" y="2077212"/>
                  </a:lnTo>
                  <a:close/>
                </a:path>
                <a:path w="8789035" h="2082164">
                  <a:moveTo>
                    <a:pt x="8788907" y="10668"/>
                  </a:moveTo>
                  <a:lnTo>
                    <a:pt x="8784336" y="10668"/>
                  </a:lnTo>
                  <a:lnTo>
                    <a:pt x="8779764" y="4572"/>
                  </a:lnTo>
                  <a:lnTo>
                    <a:pt x="8788907" y="4572"/>
                  </a:lnTo>
                  <a:lnTo>
                    <a:pt x="8788907" y="10668"/>
                  </a:lnTo>
                  <a:close/>
                </a:path>
                <a:path w="8789035" h="2082164">
                  <a:moveTo>
                    <a:pt x="9144" y="2077212"/>
                  </a:moveTo>
                  <a:lnTo>
                    <a:pt x="4572" y="2072640"/>
                  </a:lnTo>
                  <a:lnTo>
                    <a:pt x="9144" y="2072640"/>
                  </a:lnTo>
                  <a:lnTo>
                    <a:pt x="9144" y="2077212"/>
                  </a:lnTo>
                  <a:close/>
                </a:path>
                <a:path w="8789035" h="2082164">
                  <a:moveTo>
                    <a:pt x="8779764" y="2077212"/>
                  </a:moveTo>
                  <a:lnTo>
                    <a:pt x="9144" y="2077212"/>
                  </a:lnTo>
                  <a:lnTo>
                    <a:pt x="9144" y="2072640"/>
                  </a:lnTo>
                  <a:lnTo>
                    <a:pt x="8779764" y="2072640"/>
                  </a:lnTo>
                  <a:lnTo>
                    <a:pt x="8779764" y="2077212"/>
                  </a:lnTo>
                  <a:close/>
                </a:path>
                <a:path w="8789035" h="2082164">
                  <a:moveTo>
                    <a:pt x="8788907" y="2077212"/>
                  </a:moveTo>
                  <a:lnTo>
                    <a:pt x="8779764" y="2077212"/>
                  </a:lnTo>
                  <a:lnTo>
                    <a:pt x="8784336" y="2072640"/>
                  </a:lnTo>
                  <a:lnTo>
                    <a:pt x="8788907" y="2072640"/>
                  </a:lnTo>
                  <a:lnTo>
                    <a:pt x="8788907" y="20772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34883" y="4711350"/>
              <a:ext cx="5193665" cy="0"/>
            </a:xfrm>
            <a:custGeom>
              <a:avLst/>
              <a:gdLst/>
              <a:ahLst/>
              <a:cxnLst/>
              <a:rect l="l" t="t" r="r" b="b"/>
              <a:pathLst>
                <a:path w="5193665">
                  <a:moveTo>
                    <a:pt x="0" y="0"/>
                  </a:moveTo>
                  <a:lnTo>
                    <a:pt x="513587" y="0"/>
                  </a:lnTo>
                </a:path>
                <a:path w="5193665">
                  <a:moveTo>
                    <a:pt x="825150" y="0"/>
                  </a:moveTo>
                  <a:lnTo>
                    <a:pt x="5193220" y="0"/>
                  </a:lnTo>
                </a:path>
              </a:pathLst>
            </a:custGeom>
            <a:ln w="137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59840" y="4682654"/>
            <a:ext cx="158115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spc="-50" dirty="0">
                <a:latin typeface="Microsoft Sans Serif"/>
                <a:cs typeface="Microsoft Sans Serif"/>
              </a:rPr>
              <a:t>m</a:t>
            </a:r>
            <a:endParaRPr sz="125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97755" y="4320042"/>
            <a:ext cx="694055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spc="30" dirty="0">
                <a:latin typeface="Microsoft Sans Serif"/>
                <a:cs typeface="Microsoft Sans Serif"/>
              </a:rPr>
              <a:t>28Pa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22680" y="4492254"/>
            <a:ext cx="162560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spc="-50" dirty="0">
                <a:latin typeface="Microsoft Sans Serif"/>
                <a:cs typeface="Microsoft Sans Serif"/>
              </a:rPr>
              <a:t>s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67612" y="4316994"/>
            <a:ext cx="778510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3225" baseline="-36175" dirty="0">
                <a:latin typeface="Cambria"/>
                <a:cs typeface="Cambria"/>
              </a:rPr>
              <a:t>=</a:t>
            </a:r>
            <a:r>
              <a:rPr sz="3225" spc="397" baseline="-36175" dirty="0">
                <a:latin typeface="Cambria"/>
                <a:cs typeface="Cambria"/>
              </a:rPr>
              <a:t> </a:t>
            </a:r>
            <a:r>
              <a:rPr sz="2150" spc="-25" dirty="0">
                <a:latin typeface="Cambria"/>
                <a:cs typeface="Cambria"/>
              </a:rPr>
              <a:t>∆</a:t>
            </a:r>
            <a:r>
              <a:rPr sz="2150" spc="-25" dirty="0">
                <a:latin typeface="Microsoft Sans Serif"/>
                <a:cs typeface="Microsoft Sans Serif"/>
              </a:rPr>
              <a:t>p</a:t>
            </a:r>
            <a:r>
              <a:rPr sz="1875" spc="-37" baseline="-26666" dirty="0">
                <a:latin typeface="Microsoft Sans Serif"/>
                <a:cs typeface="Microsoft Sans Serif"/>
              </a:rPr>
              <a:t>m</a:t>
            </a:r>
            <a:endParaRPr sz="1875" baseline="-26666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18683" y="4492254"/>
            <a:ext cx="176530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spc="-50" dirty="0">
                <a:latin typeface="Cambria"/>
                <a:cs typeface="Cambria"/>
              </a:rPr>
              <a:t>=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20595" y="4707138"/>
            <a:ext cx="5255260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843915" algn="l"/>
              </a:tabLst>
            </a:pPr>
            <a:r>
              <a:rPr sz="2150" spc="130" dirty="0" err="1">
                <a:latin typeface="Microsoft Sans Serif"/>
                <a:cs typeface="Microsoft Sans Serif"/>
              </a:rPr>
              <a:t>v</a:t>
            </a:r>
            <a:r>
              <a:rPr sz="2150" spc="130" dirty="0" err="1">
                <a:latin typeface="Cambria"/>
                <a:cs typeface="Cambria"/>
              </a:rPr>
              <a:t>p</a:t>
            </a:r>
            <a:r>
              <a:rPr lang="en-US" sz="2150" spc="130" dirty="0" err="1">
                <a:latin typeface="Cambria"/>
                <a:cs typeface="Cambria"/>
              </a:rPr>
              <a:t>w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dirty="0">
                <a:latin typeface="Microsoft Sans Serif"/>
                <a:cs typeface="Microsoft Sans Serif"/>
              </a:rPr>
              <a:t>(343</a:t>
            </a:r>
            <a:r>
              <a:rPr sz="2150" spc="-36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m</a:t>
            </a:r>
            <a:r>
              <a:rPr sz="2150" spc="-27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/</a:t>
            </a:r>
            <a:r>
              <a:rPr sz="2150" spc="-185" dirty="0">
                <a:latin typeface="Microsoft Sans Serif"/>
                <a:cs typeface="Microsoft Sans Serif"/>
              </a:rPr>
              <a:t> </a:t>
            </a:r>
            <a:r>
              <a:rPr sz="2150" spc="-10" dirty="0">
                <a:latin typeface="Microsoft Sans Serif"/>
                <a:cs typeface="Microsoft Sans Serif"/>
              </a:rPr>
              <a:t>s)(1.21kg</a:t>
            </a:r>
            <a:r>
              <a:rPr sz="2150" spc="-32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/</a:t>
            </a:r>
            <a:r>
              <a:rPr sz="2150" spc="-25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m</a:t>
            </a:r>
            <a:r>
              <a:rPr sz="1875" baseline="42222" dirty="0">
                <a:latin typeface="Microsoft Sans Serif"/>
                <a:cs typeface="Microsoft Sans Serif"/>
              </a:rPr>
              <a:t>3</a:t>
            </a:r>
            <a:r>
              <a:rPr sz="1875" spc="-37" baseline="42222" dirty="0">
                <a:latin typeface="Microsoft Sans Serif"/>
                <a:cs typeface="Microsoft Sans Serif"/>
              </a:rPr>
              <a:t> </a:t>
            </a:r>
            <a:r>
              <a:rPr sz="2150" spc="-10" dirty="0">
                <a:latin typeface="Microsoft Sans Serif"/>
                <a:cs typeface="Microsoft Sans Serif"/>
              </a:rPr>
              <a:t>)(2</a:t>
            </a:r>
            <a:r>
              <a:rPr sz="2150" spc="-10" dirty="0">
                <a:latin typeface="Cambria"/>
                <a:cs typeface="Cambria"/>
              </a:rPr>
              <a:t>π</a:t>
            </a:r>
            <a:r>
              <a:rPr sz="2150" spc="-10" dirty="0">
                <a:latin typeface="Microsoft Sans Serif"/>
                <a:cs typeface="Microsoft Sans Serif"/>
              </a:rPr>
              <a:t>)(1000Hz)</a:t>
            </a:r>
            <a:endParaRPr sz="2150" dirty="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93012" y="5118618"/>
            <a:ext cx="958850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dirty="0">
                <a:latin typeface="Cambria"/>
                <a:cs typeface="Cambria"/>
              </a:rPr>
              <a:t>=</a:t>
            </a:r>
            <a:r>
              <a:rPr sz="2150" spc="-85" dirty="0">
                <a:latin typeface="Cambria"/>
                <a:cs typeface="Cambria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11</a:t>
            </a:r>
            <a:r>
              <a:rPr sz="2150" spc="-229" dirty="0">
                <a:latin typeface="Microsoft Sans Serif"/>
                <a:cs typeface="Microsoft Sans Serif"/>
              </a:rPr>
              <a:t> </a:t>
            </a:r>
            <a:r>
              <a:rPr sz="2150" spc="-25" dirty="0">
                <a:latin typeface="Cambria"/>
                <a:cs typeface="Cambria"/>
              </a:rPr>
              <a:t>µ</a:t>
            </a:r>
            <a:r>
              <a:rPr sz="2150" spc="-25" dirty="0">
                <a:latin typeface="Microsoft Sans Serif"/>
                <a:cs typeface="Microsoft Sans Serif"/>
              </a:rPr>
              <a:t>m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pc="-10" dirty="0"/>
              <a:t>17-</a:t>
            </a:r>
            <a:r>
              <a:rPr dirty="0"/>
              <a:t>3</a:t>
            </a:r>
            <a:r>
              <a:rPr spc="-50" dirty="0"/>
              <a:t> </a:t>
            </a:r>
            <a:r>
              <a:rPr spc="-10" dirty="0"/>
              <a:t>Traveling</a:t>
            </a:r>
            <a:r>
              <a:rPr spc="-55" dirty="0"/>
              <a:t> </a:t>
            </a:r>
            <a:r>
              <a:rPr dirty="0"/>
              <a:t>Sound</a:t>
            </a:r>
            <a:r>
              <a:rPr spc="-35" dirty="0"/>
              <a:t> </a:t>
            </a:r>
            <a:r>
              <a:rPr spc="-10" dirty="0"/>
              <a:t>Waves </a:t>
            </a:r>
            <a:r>
              <a:rPr dirty="0">
                <a:solidFill>
                  <a:srgbClr val="E10000"/>
                </a:solidFill>
              </a:rPr>
              <a:t>Example</a:t>
            </a:r>
            <a:r>
              <a:rPr spc="-60" dirty="0">
                <a:solidFill>
                  <a:srgbClr val="E10000"/>
                </a:solidFill>
              </a:rPr>
              <a:t> </a:t>
            </a:r>
            <a:r>
              <a:rPr spc="-50" dirty="0">
                <a:solidFill>
                  <a:srgbClr val="E10000"/>
                </a:solidFill>
              </a:rPr>
              <a:t>3</a:t>
            </a:r>
          </a:p>
        </p:txBody>
      </p:sp>
      <p:sp>
        <p:nvSpPr>
          <p:cNvPr id="14" name="object 14"/>
          <p:cNvSpPr/>
          <p:nvPr/>
        </p:nvSpPr>
        <p:spPr>
          <a:xfrm>
            <a:off x="792479" y="370331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2852" y="6819900"/>
                </a:moveTo>
                <a:lnTo>
                  <a:pt x="3048" y="6819900"/>
                </a:lnTo>
                <a:lnTo>
                  <a:pt x="0" y="6816851"/>
                </a:lnTo>
                <a:lnTo>
                  <a:pt x="0" y="3048"/>
                </a:lnTo>
                <a:lnTo>
                  <a:pt x="3048" y="0"/>
                </a:lnTo>
                <a:lnTo>
                  <a:pt x="9102852" y="0"/>
                </a:lnTo>
                <a:lnTo>
                  <a:pt x="9105900" y="3048"/>
                </a:lnTo>
                <a:lnTo>
                  <a:pt x="9105900" y="6096"/>
                </a:ln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lnTo>
                  <a:pt x="12192" y="6807708"/>
                </a:lnTo>
                <a:lnTo>
                  <a:pt x="6096" y="6807708"/>
                </a:lnTo>
                <a:lnTo>
                  <a:pt x="12192" y="6813803"/>
                </a:lnTo>
                <a:lnTo>
                  <a:pt x="9105900" y="6813803"/>
                </a:lnTo>
                <a:lnTo>
                  <a:pt x="9105900" y="6816851"/>
                </a:lnTo>
                <a:lnTo>
                  <a:pt x="9102852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close/>
              </a:path>
              <a:path w="9105900" h="6819900">
                <a:moveTo>
                  <a:pt x="9093707" y="12192"/>
                </a:moveTo>
                <a:lnTo>
                  <a:pt x="12192" y="12192"/>
                </a:lnTo>
                <a:lnTo>
                  <a:pt x="12192" y="6096"/>
                </a:lnTo>
                <a:lnTo>
                  <a:pt x="9093707" y="6096"/>
                </a:lnTo>
                <a:lnTo>
                  <a:pt x="9093707" y="12192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9093707" y="6096"/>
                </a:lnTo>
                <a:lnTo>
                  <a:pt x="9099804" y="12192"/>
                </a:lnTo>
                <a:lnTo>
                  <a:pt x="9105900" y="12192"/>
                </a:lnTo>
                <a:lnTo>
                  <a:pt x="9105900" y="6807708"/>
                </a:lnTo>
                <a:lnTo>
                  <a:pt x="9099804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12192"/>
                </a:moveTo>
                <a:lnTo>
                  <a:pt x="9099804" y="12192"/>
                </a:lnTo>
                <a:lnTo>
                  <a:pt x="9093707" y="6096"/>
                </a:lnTo>
                <a:lnTo>
                  <a:pt x="9105900" y="6096"/>
                </a:lnTo>
                <a:lnTo>
                  <a:pt x="9105900" y="12192"/>
                </a:lnTo>
                <a:close/>
              </a:path>
              <a:path w="9105900" h="6819900">
                <a:moveTo>
                  <a:pt x="12192" y="6813803"/>
                </a:moveTo>
                <a:lnTo>
                  <a:pt x="6096" y="6807708"/>
                </a:lnTo>
                <a:lnTo>
                  <a:pt x="12192" y="6807708"/>
                </a:lnTo>
                <a:lnTo>
                  <a:pt x="12192" y="6813803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12192" y="6813803"/>
                </a:lnTo>
                <a:lnTo>
                  <a:pt x="12192" y="6807708"/>
                </a:lnTo>
                <a:lnTo>
                  <a:pt x="9093707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6813803"/>
                </a:moveTo>
                <a:lnTo>
                  <a:pt x="9093707" y="6813803"/>
                </a:lnTo>
                <a:lnTo>
                  <a:pt x="9099804" y="6807708"/>
                </a:lnTo>
                <a:lnTo>
                  <a:pt x="9105900" y="6807708"/>
                </a:lnTo>
                <a:lnTo>
                  <a:pt x="9105900" y="6813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78441" y="1134823"/>
            <a:ext cx="8354059" cy="31286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3820" marR="558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maximum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pressure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amplitude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Cambria"/>
                <a:cs typeface="Cambria"/>
              </a:rPr>
              <a:t>∆</a:t>
            </a:r>
            <a:r>
              <a:rPr sz="2000" dirty="0">
                <a:latin typeface="Microsoft Sans Serif"/>
                <a:cs typeface="Microsoft Sans Serif"/>
              </a:rPr>
              <a:t>p</a:t>
            </a:r>
            <a:r>
              <a:rPr sz="1950" baseline="-21367" dirty="0">
                <a:latin typeface="Microsoft Sans Serif"/>
                <a:cs typeface="Microsoft Sans Serif"/>
              </a:rPr>
              <a:t>m</a:t>
            </a:r>
            <a:r>
              <a:rPr sz="1950" spc="300" baseline="-21367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that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human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ear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can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tolerate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in </a:t>
            </a:r>
            <a:r>
              <a:rPr sz="2000" dirty="0">
                <a:latin typeface="Microsoft Sans Serif"/>
                <a:cs typeface="Microsoft Sans Serif"/>
              </a:rPr>
              <a:t>loud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sounds is about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28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Pa.</a:t>
            </a:r>
            <a:endParaRPr sz="2000">
              <a:latin typeface="Microsoft Sans Serif"/>
              <a:cs typeface="Microsoft Sans Serif"/>
            </a:endParaRPr>
          </a:p>
          <a:p>
            <a:pPr marL="83820">
              <a:lnSpc>
                <a:spcPct val="100000"/>
              </a:lnSpc>
            </a:pPr>
            <a:r>
              <a:rPr sz="2000" dirty="0">
                <a:latin typeface="Microsoft Sans Serif"/>
                <a:cs typeface="Microsoft Sans Serif"/>
              </a:rPr>
              <a:t>What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is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displacement</a:t>
            </a:r>
            <a:r>
              <a:rPr sz="2000" spc="-2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amplitude</a:t>
            </a:r>
            <a:r>
              <a:rPr sz="2000" spc="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s</a:t>
            </a:r>
            <a:r>
              <a:rPr sz="1950" baseline="-21367" dirty="0">
                <a:solidFill>
                  <a:srgbClr val="3333CC"/>
                </a:solidFill>
                <a:latin typeface="Microsoft Sans Serif"/>
                <a:cs typeface="Microsoft Sans Serif"/>
              </a:rPr>
              <a:t>m</a:t>
            </a:r>
            <a:r>
              <a:rPr sz="1950" spc="300" baseline="-21367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for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such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sound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in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air?</a:t>
            </a:r>
            <a:endParaRPr sz="2000">
              <a:latin typeface="Microsoft Sans Serif"/>
              <a:cs typeface="Microsoft Sans Serif"/>
            </a:endParaRPr>
          </a:p>
          <a:p>
            <a:pPr marL="998219" marR="4659630">
              <a:lnSpc>
                <a:spcPct val="100000"/>
              </a:lnSpc>
            </a:pPr>
            <a:r>
              <a:rPr sz="2000" dirty="0">
                <a:latin typeface="Microsoft Sans Serif"/>
                <a:cs typeface="Microsoft Sans Serif"/>
              </a:rPr>
              <a:t>Density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Cambria"/>
                <a:cs typeface="Cambria"/>
              </a:rPr>
              <a:t>p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=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1.21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kg/m</a:t>
            </a:r>
            <a:r>
              <a:rPr sz="1950" spc="-30" baseline="25641" dirty="0">
                <a:latin typeface="Microsoft Sans Serif"/>
                <a:cs typeface="Microsoft Sans Serif"/>
              </a:rPr>
              <a:t>3 </a:t>
            </a:r>
            <a:r>
              <a:rPr sz="2000" dirty="0">
                <a:latin typeface="Microsoft Sans Serif"/>
                <a:cs typeface="Microsoft Sans Serif"/>
              </a:rPr>
              <a:t>Frequency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=1000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Hz </a:t>
            </a:r>
            <a:r>
              <a:rPr sz="2000" dirty="0">
                <a:latin typeface="Microsoft Sans Serif"/>
                <a:cs typeface="Microsoft Sans Serif"/>
              </a:rPr>
              <a:t>Sound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speed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=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343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m/s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2000">
              <a:latin typeface="Microsoft Sans Serif"/>
              <a:cs typeface="Microsoft Sans Serif"/>
            </a:endParaRPr>
          </a:p>
          <a:p>
            <a:pPr marL="38100">
              <a:lnSpc>
                <a:spcPct val="100000"/>
              </a:lnSpc>
            </a:pP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Solution</a:t>
            </a:r>
            <a:endParaRPr sz="2000">
              <a:latin typeface="Microsoft Sans Serif"/>
              <a:cs typeface="Microsoft Sans Serif"/>
            </a:endParaRPr>
          </a:p>
          <a:p>
            <a:pPr marL="159385">
              <a:lnSpc>
                <a:spcPct val="100000"/>
              </a:lnSpc>
              <a:spcBef>
                <a:spcPts val="2045"/>
              </a:spcBef>
            </a:pPr>
            <a:r>
              <a:rPr sz="2150" dirty="0">
                <a:latin typeface="Cambria"/>
                <a:cs typeface="Cambria"/>
              </a:rPr>
              <a:t>∆</a:t>
            </a:r>
            <a:r>
              <a:rPr sz="2150" dirty="0">
                <a:latin typeface="Microsoft Sans Serif"/>
                <a:cs typeface="Microsoft Sans Serif"/>
              </a:rPr>
              <a:t>p</a:t>
            </a:r>
            <a:r>
              <a:rPr sz="1875" baseline="-26666" dirty="0">
                <a:latin typeface="Microsoft Sans Serif"/>
                <a:cs typeface="Microsoft Sans Serif"/>
              </a:rPr>
              <a:t>m</a:t>
            </a:r>
            <a:r>
              <a:rPr sz="1875" spc="727" baseline="-26666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Cambria"/>
                <a:cs typeface="Cambria"/>
              </a:rPr>
              <a:t>=</a:t>
            </a:r>
            <a:r>
              <a:rPr sz="2150" spc="40" dirty="0">
                <a:latin typeface="Cambria"/>
                <a:cs typeface="Cambria"/>
              </a:rPr>
              <a:t> </a:t>
            </a:r>
            <a:r>
              <a:rPr sz="2150" spc="60" dirty="0">
                <a:latin typeface="Microsoft Sans Serif"/>
                <a:cs typeface="Microsoft Sans Serif"/>
              </a:rPr>
              <a:t>(v</a:t>
            </a:r>
            <a:r>
              <a:rPr sz="2150" spc="60" dirty="0">
                <a:latin typeface="Cambria"/>
                <a:cs typeface="Cambria"/>
              </a:rPr>
              <a:t>px</a:t>
            </a:r>
            <a:r>
              <a:rPr sz="2150" spc="60" dirty="0">
                <a:latin typeface="Microsoft Sans Serif"/>
                <a:cs typeface="Microsoft Sans Serif"/>
              </a:rPr>
              <a:t>)s</a:t>
            </a:r>
            <a:r>
              <a:rPr sz="1875" spc="89" baseline="-26666" dirty="0">
                <a:latin typeface="Microsoft Sans Serif"/>
                <a:cs typeface="Microsoft Sans Serif"/>
              </a:rPr>
              <a:t>m</a:t>
            </a:r>
            <a:endParaRPr sz="1875" baseline="-26666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50975" y="3319272"/>
            <a:ext cx="8789035" cy="2491740"/>
          </a:xfrm>
          <a:custGeom>
            <a:avLst/>
            <a:gdLst/>
            <a:ahLst/>
            <a:cxnLst/>
            <a:rect l="l" t="t" r="r" b="b"/>
            <a:pathLst>
              <a:path w="8789035" h="2491740">
                <a:moveTo>
                  <a:pt x="8788907" y="2491740"/>
                </a:moveTo>
                <a:lnTo>
                  <a:pt x="0" y="2491740"/>
                </a:lnTo>
                <a:lnTo>
                  <a:pt x="0" y="0"/>
                </a:lnTo>
                <a:lnTo>
                  <a:pt x="8788907" y="0"/>
                </a:lnTo>
                <a:lnTo>
                  <a:pt x="8788907" y="6096"/>
                </a:lnTo>
                <a:lnTo>
                  <a:pt x="9144" y="6096"/>
                </a:lnTo>
                <a:lnTo>
                  <a:pt x="4572" y="10668"/>
                </a:lnTo>
                <a:lnTo>
                  <a:pt x="9144" y="10668"/>
                </a:lnTo>
                <a:lnTo>
                  <a:pt x="9144" y="2482596"/>
                </a:lnTo>
                <a:lnTo>
                  <a:pt x="4572" y="2482596"/>
                </a:lnTo>
                <a:lnTo>
                  <a:pt x="9144" y="2487168"/>
                </a:lnTo>
                <a:lnTo>
                  <a:pt x="8788907" y="2487168"/>
                </a:lnTo>
                <a:lnTo>
                  <a:pt x="8788907" y="2491740"/>
                </a:lnTo>
                <a:close/>
              </a:path>
              <a:path w="8789035" h="2491740">
                <a:moveTo>
                  <a:pt x="9144" y="10668"/>
                </a:moveTo>
                <a:lnTo>
                  <a:pt x="4572" y="10668"/>
                </a:lnTo>
                <a:lnTo>
                  <a:pt x="9144" y="6096"/>
                </a:lnTo>
                <a:lnTo>
                  <a:pt x="9144" y="10668"/>
                </a:lnTo>
                <a:close/>
              </a:path>
              <a:path w="8789035" h="2491740">
                <a:moveTo>
                  <a:pt x="8779764" y="10668"/>
                </a:moveTo>
                <a:lnTo>
                  <a:pt x="9144" y="10668"/>
                </a:lnTo>
                <a:lnTo>
                  <a:pt x="9144" y="6096"/>
                </a:lnTo>
                <a:lnTo>
                  <a:pt x="8779764" y="6096"/>
                </a:lnTo>
                <a:lnTo>
                  <a:pt x="8779764" y="10668"/>
                </a:lnTo>
                <a:close/>
              </a:path>
              <a:path w="8789035" h="2491740">
                <a:moveTo>
                  <a:pt x="8779764" y="2487168"/>
                </a:moveTo>
                <a:lnTo>
                  <a:pt x="8779764" y="6096"/>
                </a:lnTo>
                <a:lnTo>
                  <a:pt x="8784336" y="10668"/>
                </a:lnTo>
                <a:lnTo>
                  <a:pt x="8788907" y="10668"/>
                </a:lnTo>
                <a:lnTo>
                  <a:pt x="8788907" y="2482596"/>
                </a:lnTo>
                <a:lnTo>
                  <a:pt x="8784336" y="2482596"/>
                </a:lnTo>
                <a:lnTo>
                  <a:pt x="8779764" y="2487168"/>
                </a:lnTo>
                <a:close/>
              </a:path>
              <a:path w="8789035" h="2491740">
                <a:moveTo>
                  <a:pt x="8788907" y="10668"/>
                </a:moveTo>
                <a:lnTo>
                  <a:pt x="8784336" y="10668"/>
                </a:lnTo>
                <a:lnTo>
                  <a:pt x="8779764" y="6096"/>
                </a:lnTo>
                <a:lnTo>
                  <a:pt x="8788907" y="6096"/>
                </a:lnTo>
                <a:lnTo>
                  <a:pt x="8788907" y="10668"/>
                </a:lnTo>
                <a:close/>
              </a:path>
              <a:path w="8789035" h="2491740">
                <a:moveTo>
                  <a:pt x="9144" y="2487168"/>
                </a:moveTo>
                <a:lnTo>
                  <a:pt x="4572" y="2482596"/>
                </a:lnTo>
                <a:lnTo>
                  <a:pt x="9144" y="2482596"/>
                </a:lnTo>
                <a:lnTo>
                  <a:pt x="9144" y="2487168"/>
                </a:lnTo>
                <a:close/>
              </a:path>
              <a:path w="8789035" h="2491740">
                <a:moveTo>
                  <a:pt x="8779764" y="2487168"/>
                </a:moveTo>
                <a:lnTo>
                  <a:pt x="9144" y="2487168"/>
                </a:lnTo>
                <a:lnTo>
                  <a:pt x="9144" y="2482596"/>
                </a:lnTo>
                <a:lnTo>
                  <a:pt x="8779764" y="2482596"/>
                </a:lnTo>
                <a:lnTo>
                  <a:pt x="8779764" y="2487168"/>
                </a:lnTo>
                <a:close/>
              </a:path>
              <a:path w="8789035" h="2491740">
                <a:moveTo>
                  <a:pt x="8788907" y="2487168"/>
                </a:moveTo>
                <a:lnTo>
                  <a:pt x="8779764" y="2487168"/>
                </a:lnTo>
                <a:lnTo>
                  <a:pt x="8784336" y="2482596"/>
                </a:lnTo>
                <a:lnTo>
                  <a:pt x="8788907" y="2482596"/>
                </a:lnTo>
                <a:lnTo>
                  <a:pt x="8788907" y="24871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415795" y="3378708"/>
            <a:ext cx="152400" cy="982980"/>
            <a:chOff x="1415795" y="3378708"/>
            <a:chExt cx="152400" cy="9829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15795" y="3378708"/>
              <a:ext cx="152400" cy="1539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15795" y="4207764"/>
              <a:ext cx="152400" cy="15392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083002" y="3151128"/>
            <a:ext cx="1955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latin typeface="Microsoft Sans Serif"/>
                <a:cs typeface="Microsoft Sans Serif"/>
              </a:rPr>
              <a:t>S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52225" y="3298952"/>
            <a:ext cx="120014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-50" dirty="0">
                <a:latin typeface="Microsoft Sans Serif"/>
                <a:cs typeface="Microsoft Sans Serif"/>
              </a:rPr>
              <a:t>1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9179" y="3955405"/>
            <a:ext cx="2985770" cy="1729739"/>
          </a:xfrm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 marL="215900">
              <a:lnSpc>
                <a:spcPct val="100000"/>
              </a:lnSpc>
              <a:spcBef>
                <a:spcPts val="1355"/>
              </a:spcBef>
            </a:pPr>
            <a:r>
              <a:rPr sz="2000" spc="-25" dirty="0">
                <a:latin typeface="Microsoft Sans Serif"/>
                <a:cs typeface="Microsoft Sans Serif"/>
              </a:rPr>
              <a:t>S</a:t>
            </a:r>
            <a:r>
              <a:rPr sz="1950" spc="-37" baseline="-21367" dirty="0">
                <a:latin typeface="Microsoft Sans Serif"/>
                <a:cs typeface="Microsoft Sans Serif"/>
              </a:rPr>
              <a:t>2</a:t>
            </a:r>
            <a:endParaRPr sz="1950" baseline="-21367">
              <a:latin typeface="Microsoft Sans Serif"/>
              <a:cs typeface="Microsoft Sans Serif"/>
            </a:endParaRPr>
          </a:p>
          <a:p>
            <a:pPr marL="38100" marR="30480">
              <a:lnSpc>
                <a:spcPct val="100000"/>
              </a:lnSpc>
              <a:spcBef>
                <a:spcPts val="1120"/>
              </a:spcBef>
            </a:pP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Two</a:t>
            </a:r>
            <a:r>
              <a:rPr sz="1800" spc="-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point</a:t>
            </a:r>
            <a:r>
              <a:rPr sz="1800" spc="-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sources</a:t>
            </a:r>
            <a:r>
              <a:rPr sz="1800" spc="-2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S</a:t>
            </a:r>
            <a:r>
              <a:rPr sz="1800" baseline="-20833" dirty="0">
                <a:solidFill>
                  <a:srgbClr val="3333CC"/>
                </a:solidFill>
                <a:latin typeface="Microsoft Sans Serif"/>
                <a:cs typeface="Microsoft Sans Serif"/>
              </a:rPr>
              <a:t>1</a:t>
            </a:r>
            <a:r>
              <a:rPr sz="1800" spc="209" baseline="-20833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and</a:t>
            </a:r>
            <a:r>
              <a:rPr sz="1800" spc="-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3333CC"/>
                </a:solidFill>
                <a:latin typeface="Microsoft Sans Serif"/>
                <a:cs typeface="Microsoft Sans Serif"/>
              </a:rPr>
              <a:t>S</a:t>
            </a:r>
            <a:r>
              <a:rPr sz="1800" spc="-37" baseline="-20833" dirty="0">
                <a:solidFill>
                  <a:srgbClr val="3333CC"/>
                </a:solidFill>
                <a:latin typeface="Microsoft Sans Serif"/>
                <a:cs typeface="Microsoft Sans Serif"/>
              </a:rPr>
              <a:t>2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emit</a:t>
            </a:r>
            <a:r>
              <a:rPr sz="18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sound waves</a:t>
            </a:r>
            <a:r>
              <a:rPr sz="1800" spc="4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that</a:t>
            </a:r>
            <a:r>
              <a:rPr sz="1800" spc="-2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are </a:t>
            </a:r>
            <a:r>
              <a:rPr sz="1800" spc="-25" dirty="0">
                <a:solidFill>
                  <a:srgbClr val="3333CC"/>
                </a:solidFill>
                <a:latin typeface="Microsoft Sans Serif"/>
                <a:cs typeface="Microsoft Sans Serif"/>
              </a:rPr>
              <a:t>in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phase</a:t>
            </a:r>
            <a:r>
              <a:rPr sz="1800" spc="1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and</a:t>
            </a:r>
            <a:r>
              <a:rPr sz="1800" spc="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of</a:t>
            </a:r>
            <a:r>
              <a:rPr sz="1800" spc="-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identical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wavelength</a:t>
            </a:r>
            <a:r>
              <a:rPr sz="1800" spc="-4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spc="25" dirty="0">
                <a:solidFill>
                  <a:srgbClr val="3333CC"/>
                </a:solidFill>
                <a:latin typeface="Cambria"/>
                <a:cs typeface="Cambria"/>
              </a:rPr>
              <a:t>λ</a:t>
            </a:r>
            <a:r>
              <a:rPr sz="1800" spc="25" dirty="0">
                <a:solidFill>
                  <a:srgbClr val="3333CC"/>
                </a:solidFill>
                <a:latin typeface="Microsoft Sans Serif"/>
                <a:cs typeface="Microsoft Sans Serif"/>
              </a:rPr>
              <a:t>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66527" y="1840428"/>
            <a:ext cx="272224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The</a:t>
            </a:r>
            <a:r>
              <a:rPr sz="1800" spc="-4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distance</a:t>
            </a:r>
            <a:r>
              <a:rPr sz="1800" spc="-2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between</a:t>
            </a:r>
            <a:r>
              <a:rPr sz="1800" spc="1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3333CC"/>
                </a:solidFill>
                <a:latin typeface="Microsoft Sans Serif"/>
                <a:cs typeface="Microsoft Sans Serif"/>
              </a:rPr>
              <a:t>the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point</a:t>
            </a:r>
            <a:r>
              <a:rPr sz="1800" spc="3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P</a:t>
            </a:r>
            <a:r>
              <a:rPr sz="1800" spc="-4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and the</a:t>
            </a:r>
            <a:r>
              <a:rPr sz="1800" spc="-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sound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sources</a:t>
            </a:r>
            <a:r>
              <a:rPr sz="1800" spc="2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L</a:t>
            </a:r>
            <a:r>
              <a:rPr sz="1800" baseline="-20833" dirty="0">
                <a:solidFill>
                  <a:srgbClr val="3333CC"/>
                </a:solidFill>
                <a:latin typeface="Microsoft Sans Serif"/>
                <a:cs typeface="Microsoft Sans Serif"/>
              </a:rPr>
              <a:t>1</a:t>
            </a:r>
            <a:r>
              <a:rPr sz="1800" spc="240" baseline="-20833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and</a:t>
            </a:r>
            <a:r>
              <a:rPr sz="1800" spc="1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L</a:t>
            </a:r>
            <a:r>
              <a:rPr sz="1800" baseline="-20833" dirty="0">
                <a:solidFill>
                  <a:srgbClr val="3333CC"/>
                </a:solidFill>
                <a:latin typeface="Microsoft Sans Serif"/>
                <a:cs typeface="Microsoft Sans Serif"/>
              </a:rPr>
              <a:t>2</a:t>
            </a:r>
            <a:r>
              <a:rPr sz="1800" spc="240" baseline="-20833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is</a:t>
            </a:r>
            <a:r>
              <a:rPr sz="1800" spc="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3333CC"/>
                </a:solidFill>
                <a:latin typeface="Microsoft Sans Serif"/>
                <a:cs typeface="Microsoft Sans Serif"/>
              </a:rPr>
              <a:t>much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greater</a:t>
            </a:r>
            <a:r>
              <a:rPr sz="1800" spc="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than the</a:t>
            </a:r>
            <a:r>
              <a:rPr sz="1800" spc="-2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distance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between</a:t>
            </a:r>
            <a:r>
              <a:rPr sz="1800" spc="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the</a:t>
            </a:r>
            <a:r>
              <a:rPr sz="1800" spc="-3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sources </a:t>
            </a:r>
            <a:r>
              <a:rPr sz="1800" spc="-25" dirty="0">
                <a:solidFill>
                  <a:srgbClr val="3333CC"/>
                </a:solidFill>
                <a:latin typeface="Microsoft Sans Serif"/>
                <a:cs typeface="Microsoft Sans Serif"/>
              </a:rPr>
              <a:t>so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that</a:t>
            </a:r>
            <a:r>
              <a:rPr sz="1800" spc="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3300"/>
                </a:solidFill>
                <a:latin typeface="Microsoft Sans Serif"/>
                <a:cs typeface="Microsoft Sans Serif"/>
              </a:rPr>
              <a:t>we</a:t>
            </a:r>
            <a:r>
              <a:rPr sz="1800" spc="3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3300"/>
                </a:solidFill>
                <a:latin typeface="Microsoft Sans Serif"/>
                <a:cs typeface="Microsoft Sans Serif"/>
              </a:rPr>
              <a:t>can </a:t>
            </a:r>
            <a:r>
              <a:rPr sz="1800" spc="-10" dirty="0">
                <a:solidFill>
                  <a:srgbClr val="FF3300"/>
                </a:solidFill>
                <a:latin typeface="Microsoft Sans Serif"/>
                <a:cs typeface="Microsoft Sans Serif"/>
              </a:rPr>
              <a:t>approximate </a:t>
            </a:r>
            <a:r>
              <a:rPr sz="1800" dirty="0">
                <a:solidFill>
                  <a:srgbClr val="FF3300"/>
                </a:solidFill>
                <a:latin typeface="Microsoft Sans Serif"/>
                <a:cs typeface="Microsoft Sans Serif"/>
              </a:rPr>
              <a:t>the</a:t>
            </a:r>
            <a:r>
              <a:rPr sz="1800" spc="-1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3300"/>
                </a:solidFill>
                <a:latin typeface="Microsoft Sans Serif"/>
                <a:cs typeface="Microsoft Sans Serif"/>
              </a:rPr>
              <a:t>waves</a:t>
            </a:r>
            <a:r>
              <a:rPr sz="1800" spc="3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3300"/>
                </a:solidFill>
                <a:latin typeface="Microsoft Sans Serif"/>
                <a:cs typeface="Microsoft Sans Serif"/>
              </a:rPr>
              <a:t>as</a:t>
            </a:r>
            <a:r>
              <a:rPr sz="1800" spc="-1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3300"/>
                </a:solidFill>
                <a:latin typeface="Microsoft Sans Serif"/>
                <a:cs typeface="Microsoft Sans Serif"/>
              </a:rPr>
              <a:t>traveling</a:t>
            </a:r>
            <a:r>
              <a:rPr sz="1800" spc="-1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FF3300"/>
                </a:solidFill>
                <a:latin typeface="Microsoft Sans Serif"/>
                <a:cs typeface="Microsoft Sans Serif"/>
              </a:rPr>
              <a:t>in </a:t>
            </a:r>
            <a:r>
              <a:rPr sz="1800" dirty="0">
                <a:solidFill>
                  <a:srgbClr val="FF3300"/>
                </a:solidFill>
                <a:latin typeface="Microsoft Sans Serif"/>
                <a:cs typeface="Microsoft Sans Serif"/>
              </a:rPr>
              <a:t>the</a:t>
            </a:r>
            <a:r>
              <a:rPr sz="1800" spc="-1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3300"/>
                </a:solidFill>
                <a:latin typeface="Microsoft Sans Serif"/>
                <a:cs typeface="Microsoft Sans Serif"/>
              </a:rPr>
              <a:t>same</a:t>
            </a:r>
            <a:r>
              <a:rPr sz="1800" spc="-1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3300"/>
                </a:solidFill>
                <a:latin typeface="Microsoft Sans Serif"/>
                <a:cs typeface="Microsoft Sans Serif"/>
              </a:rPr>
              <a:t>direction</a:t>
            </a:r>
            <a:r>
              <a:rPr sz="1800" spc="1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3300"/>
                </a:solidFill>
                <a:latin typeface="Microsoft Sans Serif"/>
                <a:cs typeface="Microsoft Sans Serif"/>
              </a:rPr>
              <a:t>at</a:t>
            </a:r>
            <a:r>
              <a:rPr sz="1800" spc="-25" dirty="0">
                <a:solidFill>
                  <a:srgbClr val="FF3300"/>
                </a:solidFill>
                <a:latin typeface="Microsoft Sans Serif"/>
                <a:cs typeface="Microsoft Sans Serif"/>
              </a:rPr>
              <a:t> P.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488947" y="1182624"/>
            <a:ext cx="6582409" cy="3110865"/>
            <a:chOff x="1488947" y="1182624"/>
            <a:chExt cx="6582409" cy="311086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68996" y="1182624"/>
              <a:ext cx="102108" cy="10210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488935" y="1214627"/>
              <a:ext cx="6560820" cy="3078480"/>
            </a:xfrm>
            <a:custGeom>
              <a:avLst/>
              <a:gdLst/>
              <a:ahLst/>
              <a:cxnLst/>
              <a:rect l="l" t="t" r="r" b="b"/>
              <a:pathLst>
                <a:path w="6560820" h="3078479">
                  <a:moveTo>
                    <a:pt x="76200" y="3046476"/>
                  </a:moveTo>
                  <a:lnTo>
                    <a:pt x="68580" y="3029712"/>
                  </a:lnTo>
                  <a:lnTo>
                    <a:pt x="0" y="3061716"/>
                  </a:lnTo>
                  <a:lnTo>
                    <a:pt x="7620" y="3078480"/>
                  </a:lnTo>
                  <a:lnTo>
                    <a:pt x="76200" y="3046476"/>
                  </a:lnTo>
                  <a:close/>
                </a:path>
                <a:path w="6560820" h="3078479">
                  <a:moveTo>
                    <a:pt x="89928" y="2221992"/>
                  </a:moveTo>
                  <a:lnTo>
                    <a:pt x="83832" y="2203704"/>
                  </a:lnTo>
                  <a:lnTo>
                    <a:pt x="10680" y="2229612"/>
                  </a:lnTo>
                  <a:lnTo>
                    <a:pt x="16776" y="2246376"/>
                  </a:lnTo>
                  <a:lnTo>
                    <a:pt x="89928" y="2221992"/>
                  </a:lnTo>
                  <a:close/>
                </a:path>
                <a:path w="6560820" h="3078479">
                  <a:moveTo>
                    <a:pt x="198120" y="2990088"/>
                  </a:moveTo>
                  <a:lnTo>
                    <a:pt x="188976" y="2973324"/>
                  </a:lnTo>
                  <a:lnTo>
                    <a:pt x="120396" y="3005328"/>
                  </a:lnTo>
                  <a:lnTo>
                    <a:pt x="128016" y="3022092"/>
                  </a:lnTo>
                  <a:lnTo>
                    <a:pt x="198120" y="2990088"/>
                  </a:lnTo>
                  <a:close/>
                </a:path>
                <a:path w="6560820" h="3078479">
                  <a:moveTo>
                    <a:pt x="214896" y="2179320"/>
                  </a:moveTo>
                  <a:lnTo>
                    <a:pt x="208800" y="2161032"/>
                  </a:lnTo>
                  <a:lnTo>
                    <a:pt x="137172" y="2185416"/>
                  </a:lnTo>
                  <a:lnTo>
                    <a:pt x="143268" y="2203704"/>
                  </a:lnTo>
                  <a:lnTo>
                    <a:pt x="214896" y="2179320"/>
                  </a:lnTo>
                  <a:close/>
                </a:path>
                <a:path w="6560820" h="3078479">
                  <a:moveTo>
                    <a:pt x="318516" y="2933700"/>
                  </a:moveTo>
                  <a:lnTo>
                    <a:pt x="310896" y="2916936"/>
                  </a:lnTo>
                  <a:lnTo>
                    <a:pt x="240792" y="2948940"/>
                  </a:lnTo>
                  <a:lnTo>
                    <a:pt x="249936" y="2965704"/>
                  </a:lnTo>
                  <a:lnTo>
                    <a:pt x="318516" y="2933700"/>
                  </a:lnTo>
                  <a:close/>
                </a:path>
                <a:path w="6560820" h="3078479">
                  <a:moveTo>
                    <a:pt x="341388" y="2136648"/>
                  </a:moveTo>
                  <a:lnTo>
                    <a:pt x="335292" y="2118360"/>
                  </a:lnTo>
                  <a:lnTo>
                    <a:pt x="263664" y="2142744"/>
                  </a:lnTo>
                  <a:lnTo>
                    <a:pt x="269760" y="2161032"/>
                  </a:lnTo>
                  <a:lnTo>
                    <a:pt x="341388" y="2136648"/>
                  </a:lnTo>
                  <a:close/>
                </a:path>
                <a:path w="6560820" h="3078479">
                  <a:moveTo>
                    <a:pt x="438912" y="2877312"/>
                  </a:moveTo>
                  <a:lnTo>
                    <a:pt x="431292" y="2860548"/>
                  </a:lnTo>
                  <a:lnTo>
                    <a:pt x="362712" y="2892552"/>
                  </a:lnTo>
                  <a:lnTo>
                    <a:pt x="370332" y="2909316"/>
                  </a:lnTo>
                  <a:lnTo>
                    <a:pt x="438912" y="2877312"/>
                  </a:lnTo>
                  <a:close/>
                </a:path>
                <a:path w="6560820" h="3078479">
                  <a:moveTo>
                    <a:pt x="467880" y="2092452"/>
                  </a:moveTo>
                  <a:lnTo>
                    <a:pt x="461784" y="2074164"/>
                  </a:lnTo>
                  <a:lnTo>
                    <a:pt x="390156" y="2100072"/>
                  </a:lnTo>
                  <a:lnTo>
                    <a:pt x="396252" y="2116836"/>
                  </a:lnTo>
                  <a:lnTo>
                    <a:pt x="467880" y="2092452"/>
                  </a:lnTo>
                  <a:close/>
                </a:path>
                <a:path w="6560820" h="3078479">
                  <a:moveTo>
                    <a:pt x="559308" y="2820924"/>
                  </a:moveTo>
                  <a:lnTo>
                    <a:pt x="551688" y="2804160"/>
                  </a:lnTo>
                  <a:lnTo>
                    <a:pt x="483108" y="2836164"/>
                  </a:lnTo>
                  <a:lnTo>
                    <a:pt x="490728" y="2852928"/>
                  </a:lnTo>
                  <a:lnTo>
                    <a:pt x="559308" y="2820924"/>
                  </a:lnTo>
                  <a:close/>
                </a:path>
                <a:path w="6560820" h="3078479">
                  <a:moveTo>
                    <a:pt x="594372" y="2049780"/>
                  </a:moveTo>
                  <a:lnTo>
                    <a:pt x="588276" y="2031492"/>
                  </a:lnTo>
                  <a:lnTo>
                    <a:pt x="515124" y="2055876"/>
                  </a:lnTo>
                  <a:lnTo>
                    <a:pt x="521220" y="2074164"/>
                  </a:lnTo>
                  <a:lnTo>
                    <a:pt x="594372" y="2049780"/>
                  </a:lnTo>
                  <a:close/>
                </a:path>
                <a:path w="6560820" h="3078479">
                  <a:moveTo>
                    <a:pt x="681228" y="2764536"/>
                  </a:moveTo>
                  <a:lnTo>
                    <a:pt x="672084" y="2747772"/>
                  </a:lnTo>
                  <a:lnTo>
                    <a:pt x="603504" y="2779776"/>
                  </a:lnTo>
                  <a:lnTo>
                    <a:pt x="611124" y="2796540"/>
                  </a:lnTo>
                  <a:lnTo>
                    <a:pt x="681228" y="2764536"/>
                  </a:lnTo>
                  <a:close/>
                </a:path>
                <a:path w="6560820" h="3078479">
                  <a:moveTo>
                    <a:pt x="720864" y="2007108"/>
                  </a:moveTo>
                  <a:lnTo>
                    <a:pt x="714768" y="1988820"/>
                  </a:lnTo>
                  <a:lnTo>
                    <a:pt x="641616" y="2013204"/>
                  </a:lnTo>
                  <a:lnTo>
                    <a:pt x="647712" y="2031492"/>
                  </a:lnTo>
                  <a:lnTo>
                    <a:pt x="720864" y="2007108"/>
                  </a:lnTo>
                  <a:close/>
                </a:path>
                <a:path w="6560820" h="3078479">
                  <a:moveTo>
                    <a:pt x="801624" y="2708160"/>
                  </a:moveTo>
                  <a:lnTo>
                    <a:pt x="794004" y="2691396"/>
                  </a:lnTo>
                  <a:lnTo>
                    <a:pt x="723900" y="2723400"/>
                  </a:lnTo>
                  <a:lnTo>
                    <a:pt x="733044" y="2740164"/>
                  </a:lnTo>
                  <a:lnTo>
                    <a:pt x="801624" y="2708160"/>
                  </a:lnTo>
                  <a:close/>
                </a:path>
                <a:path w="6560820" h="3078479">
                  <a:moveTo>
                    <a:pt x="845832" y="1962912"/>
                  </a:moveTo>
                  <a:lnTo>
                    <a:pt x="839736" y="1944624"/>
                  </a:lnTo>
                  <a:lnTo>
                    <a:pt x="768108" y="1970532"/>
                  </a:lnTo>
                  <a:lnTo>
                    <a:pt x="774204" y="1987296"/>
                  </a:lnTo>
                  <a:lnTo>
                    <a:pt x="845832" y="1962912"/>
                  </a:lnTo>
                  <a:close/>
                </a:path>
                <a:path w="6560820" h="3078479">
                  <a:moveTo>
                    <a:pt x="922020" y="2651772"/>
                  </a:moveTo>
                  <a:lnTo>
                    <a:pt x="914412" y="2635008"/>
                  </a:lnTo>
                  <a:lnTo>
                    <a:pt x="845820" y="2667012"/>
                  </a:lnTo>
                  <a:lnTo>
                    <a:pt x="853440" y="2683776"/>
                  </a:lnTo>
                  <a:lnTo>
                    <a:pt x="922020" y="2651772"/>
                  </a:lnTo>
                  <a:close/>
                </a:path>
                <a:path w="6560820" h="3078479">
                  <a:moveTo>
                    <a:pt x="972324" y="1920240"/>
                  </a:moveTo>
                  <a:lnTo>
                    <a:pt x="966228" y="1901952"/>
                  </a:lnTo>
                  <a:lnTo>
                    <a:pt x="894600" y="1926336"/>
                  </a:lnTo>
                  <a:lnTo>
                    <a:pt x="900696" y="1944624"/>
                  </a:lnTo>
                  <a:lnTo>
                    <a:pt x="972324" y="1920240"/>
                  </a:lnTo>
                  <a:close/>
                </a:path>
                <a:path w="6560820" h="3078479">
                  <a:moveTo>
                    <a:pt x="1043940" y="2595384"/>
                  </a:moveTo>
                  <a:lnTo>
                    <a:pt x="1034796" y="2578620"/>
                  </a:lnTo>
                  <a:lnTo>
                    <a:pt x="966216" y="2610624"/>
                  </a:lnTo>
                  <a:lnTo>
                    <a:pt x="973848" y="2627388"/>
                  </a:lnTo>
                  <a:lnTo>
                    <a:pt x="1043940" y="2595384"/>
                  </a:lnTo>
                  <a:close/>
                </a:path>
                <a:path w="6560820" h="3078479">
                  <a:moveTo>
                    <a:pt x="1098816" y="1876044"/>
                  </a:moveTo>
                  <a:lnTo>
                    <a:pt x="1092720" y="1859280"/>
                  </a:lnTo>
                  <a:lnTo>
                    <a:pt x="1021092" y="1883664"/>
                  </a:lnTo>
                  <a:lnTo>
                    <a:pt x="1027188" y="1901952"/>
                  </a:lnTo>
                  <a:lnTo>
                    <a:pt x="1098816" y="1876044"/>
                  </a:lnTo>
                  <a:close/>
                </a:path>
                <a:path w="6560820" h="3078479">
                  <a:moveTo>
                    <a:pt x="1164336" y="2538996"/>
                  </a:moveTo>
                  <a:lnTo>
                    <a:pt x="1156728" y="2522232"/>
                  </a:lnTo>
                  <a:lnTo>
                    <a:pt x="1086612" y="2554236"/>
                  </a:lnTo>
                  <a:lnTo>
                    <a:pt x="1095768" y="2571000"/>
                  </a:lnTo>
                  <a:lnTo>
                    <a:pt x="1164336" y="2538996"/>
                  </a:lnTo>
                  <a:close/>
                </a:path>
                <a:path w="6560820" h="3078479">
                  <a:moveTo>
                    <a:pt x="1225308" y="1833372"/>
                  </a:moveTo>
                  <a:lnTo>
                    <a:pt x="1219212" y="1815084"/>
                  </a:lnTo>
                  <a:lnTo>
                    <a:pt x="1146060" y="1839468"/>
                  </a:lnTo>
                  <a:lnTo>
                    <a:pt x="1152156" y="1857756"/>
                  </a:lnTo>
                  <a:lnTo>
                    <a:pt x="1225308" y="1833372"/>
                  </a:lnTo>
                  <a:close/>
                </a:path>
                <a:path w="6560820" h="3078479">
                  <a:moveTo>
                    <a:pt x="1284732" y="2482608"/>
                  </a:moveTo>
                  <a:lnTo>
                    <a:pt x="1277112" y="2465844"/>
                  </a:lnTo>
                  <a:lnTo>
                    <a:pt x="1207008" y="2497848"/>
                  </a:lnTo>
                  <a:lnTo>
                    <a:pt x="1216164" y="2514612"/>
                  </a:lnTo>
                  <a:lnTo>
                    <a:pt x="1284732" y="2482608"/>
                  </a:lnTo>
                  <a:close/>
                </a:path>
                <a:path w="6560820" h="3078479">
                  <a:moveTo>
                    <a:pt x="1350264" y="1790700"/>
                  </a:moveTo>
                  <a:lnTo>
                    <a:pt x="1344168" y="1772412"/>
                  </a:lnTo>
                  <a:lnTo>
                    <a:pt x="1272540" y="1796796"/>
                  </a:lnTo>
                  <a:lnTo>
                    <a:pt x="1278636" y="1815084"/>
                  </a:lnTo>
                  <a:lnTo>
                    <a:pt x="1350264" y="1790700"/>
                  </a:lnTo>
                  <a:close/>
                </a:path>
                <a:path w="6560820" h="3078479">
                  <a:moveTo>
                    <a:pt x="1405128" y="2426220"/>
                  </a:moveTo>
                  <a:lnTo>
                    <a:pt x="1397520" y="2409456"/>
                  </a:lnTo>
                  <a:lnTo>
                    <a:pt x="1328940" y="2441460"/>
                  </a:lnTo>
                  <a:lnTo>
                    <a:pt x="1336560" y="2458224"/>
                  </a:lnTo>
                  <a:lnTo>
                    <a:pt x="1405128" y="2426220"/>
                  </a:lnTo>
                  <a:close/>
                </a:path>
                <a:path w="6560820" h="3078479">
                  <a:moveTo>
                    <a:pt x="1476756" y="1746504"/>
                  </a:moveTo>
                  <a:lnTo>
                    <a:pt x="1470660" y="1729740"/>
                  </a:lnTo>
                  <a:lnTo>
                    <a:pt x="1399032" y="1754124"/>
                  </a:lnTo>
                  <a:lnTo>
                    <a:pt x="1405128" y="1772412"/>
                  </a:lnTo>
                  <a:lnTo>
                    <a:pt x="1476756" y="1746504"/>
                  </a:lnTo>
                  <a:close/>
                </a:path>
                <a:path w="6560820" h="3078479">
                  <a:moveTo>
                    <a:pt x="1527048" y="2369820"/>
                  </a:moveTo>
                  <a:lnTo>
                    <a:pt x="1517904" y="2353056"/>
                  </a:lnTo>
                  <a:lnTo>
                    <a:pt x="1449324" y="2385060"/>
                  </a:lnTo>
                  <a:lnTo>
                    <a:pt x="1456944" y="2401824"/>
                  </a:lnTo>
                  <a:lnTo>
                    <a:pt x="1527048" y="2369820"/>
                  </a:lnTo>
                  <a:close/>
                </a:path>
                <a:path w="6560820" h="3078479">
                  <a:moveTo>
                    <a:pt x="1603248" y="1703832"/>
                  </a:moveTo>
                  <a:lnTo>
                    <a:pt x="1597152" y="1685544"/>
                  </a:lnTo>
                  <a:lnTo>
                    <a:pt x="1525524" y="1709928"/>
                  </a:lnTo>
                  <a:lnTo>
                    <a:pt x="1531620" y="1728216"/>
                  </a:lnTo>
                  <a:lnTo>
                    <a:pt x="1603248" y="1703832"/>
                  </a:lnTo>
                  <a:close/>
                </a:path>
                <a:path w="6560820" h="3078479">
                  <a:moveTo>
                    <a:pt x="1647444" y="2313432"/>
                  </a:moveTo>
                  <a:lnTo>
                    <a:pt x="1639836" y="2296668"/>
                  </a:lnTo>
                  <a:lnTo>
                    <a:pt x="1569720" y="2328672"/>
                  </a:lnTo>
                  <a:lnTo>
                    <a:pt x="1578864" y="2345436"/>
                  </a:lnTo>
                  <a:lnTo>
                    <a:pt x="1647444" y="2313432"/>
                  </a:lnTo>
                  <a:close/>
                </a:path>
                <a:path w="6560820" h="3078479">
                  <a:moveTo>
                    <a:pt x="1729740" y="1661160"/>
                  </a:moveTo>
                  <a:lnTo>
                    <a:pt x="1723644" y="1642872"/>
                  </a:lnTo>
                  <a:lnTo>
                    <a:pt x="1650492" y="1667256"/>
                  </a:lnTo>
                  <a:lnTo>
                    <a:pt x="1658112" y="1685544"/>
                  </a:lnTo>
                  <a:lnTo>
                    <a:pt x="1729740" y="1661160"/>
                  </a:lnTo>
                  <a:close/>
                </a:path>
                <a:path w="6560820" h="3078479">
                  <a:moveTo>
                    <a:pt x="1767840" y="2257044"/>
                  </a:moveTo>
                  <a:lnTo>
                    <a:pt x="1760220" y="2240280"/>
                  </a:lnTo>
                  <a:lnTo>
                    <a:pt x="1691640" y="2272284"/>
                  </a:lnTo>
                  <a:lnTo>
                    <a:pt x="1699272" y="2289048"/>
                  </a:lnTo>
                  <a:lnTo>
                    <a:pt x="1767840" y="2257044"/>
                  </a:lnTo>
                  <a:close/>
                </a:path>
                <a:path w="6560820" h="3078479">
                  <a:moveTo>
                    <a:pt x="1856232" y="1616964"/>
                  </a:moveTo>
                  <a:lnTo>
                    <a:pt x="1850136" y="1600200"/>
                  </a:lnTo>
                  <a:lnTo>
                    <a:pt x="1776984" y="1624584"/>
                  </a:lnTo>
                  <a:lnTo>
                    <a:pt x="1783080" y="1642872"/>
                  </a:lnTo>
                  <a:lnTo>
                    <a:pt x="1856232" y="1616964"/>
                  </a:lnTo>
                  <a:close/>
                </a:path>
                <a:path w="6560820" h="3078479">
                  <a:moveTo>
                    <a:pt x="1888236" y="2200656"/>
                  </a:moveTo>
                  <a:lnTo>
                    <a:pt x="1880628" y="2182368"/>
                  </a:lnTo>
                  <a:lnTo>
                    <a:pt x="1812036" y="2215896"/>
                  </a:lnTo>
                  <a:lnTo>
                    <a:pt x="1819668" y="2232660"/>
                  </a:lnTo>
                  <a:lnTo>
                    <a:pt x="1888236" y="2200656"/>
                  </a:lnTo>
                  <a:close/>
                </a:path>
                <a:path w="6560820" h="3078479">
                  <a:moveTo>
                    <a:pt x="1981200" y="1574292"/>
                  </a:moveTo>
                  <a:lnTo>
                    <a:pt x="1975104" y="1556004"/>
                  </a:lnTo>
                  <a:lnTo>
                    <a:pt x="1903476" y="1580388"/>
                  </a:lnTo>
                  <a:lnTo>
                    <a:pt x="1909572" y="1598676"/>
                  </a:lnTo>
                  <a:lnTo>
                    <a:pt x="1981200" y="1574292"/>
                  </a:lnTo>
                  <a:close/>
                </a:path>
                <a:path w="6560820" h="3078479">
                  <a:moveTo>
                    <a:pt x="2010168" y="2144268"/>
                  </a:moveTo>
                  <a:lnTo>
                    <a:pt x="2001012" y="2125980"/>
                  </a:lnTo>
                  <a:lnTo>
                    <a:pt x="1932432" y="2159508"/>
                  </a:lnTo>
                  <a:lnTo>
                    <a:pt x="1940064" y="2176272"/>
                  </a:lnTo>
                  <a:lnTo>
                    <a:pt x="2010168" y="2144268"/>
                  </a:lnTo>
                  <a:close/>
                </a:path>
                <a:path w="6560820" h="3078479">
                  <a:moveTo>
                    <a:pt x="2107704" y="1531620"/>
                  </a:moveTo>
                  <a:lnTo>
                    <a:pt x="2101608" y="1513332"/>
                  </a:lnTo>
                  <a:lnTo>
                    <a:pt x="2029980" y="1537716"/>
                  </a:lnTo>
                  <a:lnTo>
                    <a:pt x="2036076" y="1556004"/>
                  </a:lnTo>
                  <a:lnTo>
                    <a:pt x="2107704" y="1531620"/>
                  </a:lnTo>
                  <a:close/>
                </a:path>
                <a:path w="6560820" h="3078479">
                  <a:moveTo>
                    <a:pt x="2130564" y="2087880"/>
                  </a:moveTo>
                  <a:lnTo>
                    <a:pt x="2122932" y="2069592"/>
                  </a:lnTo>
                  <a:lnTo>
                    <a:pt x="2052840" y="2103120"/>
                  </a:lnTo>
                  <a:lnTo>
                    <a:pt x="2061984" y="2119884"/>
                  </a:lnTo>
                  <a:lnTo>
                    <a:pt x="2130564" y="2087880"/>
                  </a:lnTo>
                  <a:close/>
                </a:path>
                <a:path w="6560820" h="3078479">
                  <a:moveTo>
                    <a:pt x="2234196" y="1487424"/>
                  </a:moveTo>
                  <a:lnTo>
                    <a:pt x="2228100" y="1469136"/>
                  </a:lnTo>
                  <a:lnTo>
                    <a:pt x="2156472" y="1495044"/>
                  </a:lnTo>
                  <a:lnTo>
                    <a:pt x="2162568" y="1511808"/>
                  </a:lnTo>
                  <a:lnTo>
                    <a:pt x="2234196" y="1487424"/>
                  </a:lnTo>
                  <a:close/>
                </a:path>
                <a:path w="6560820" h="3078479">
                  <a:moveTo>
                    <a:pt x="2250960" y="2031492"/>
                  </a:moveTo>
                  <a:lnTo>
                    <a:pt x="2243340" y="2013204"/>
                  </a:lnTo>
                  <a:lnTo>
                    <a:pt x="2174760" y="2046732"/>
                  </a:lnTo>
                  <a:lnTo>
                    <a:pt x="2182380" y="2063496"/>
                  </a:lnTo>
                  <a:lnTo>
                    <a:pt x="2250960" y="2031492"/>
                  </a:lnTo>
                  <a:close/>
                </a:path>
                <a:path w="6560820" h="3078479">
                  <a:moveTo>
                    <a:pt x="2360688" y="1444752"/>
                  </a:moveTo>
                  <a:lnTo>
                    <a:pt x="2354592" y="1426464"/>
                  </a:lnTo>
                  <a:lnTo>
                    <a:pt x="2281440" y="1450848"/>
                  </a:lnTo>
                  <a:lnTo>
                    <a:pt x="2287536" y="1469136"/>
                  </a:lnTo>
                  <a:lnTo>
                    <a:pt x="2360688" y="1444752"/>
                  </a:lnTo>
                  <a:close/>
                </a:path>
                <a:path w="6560820" h="3078479">
                  <a:moveTo>
                    <a:pt x="2372880" y="1975104"/>
                  </a:moveTo>
                  <a:lnTo>
                    <a:pt x="2363736" y="1956816"/>
                  </a:lnTo>
                  <a:lnTo>
                    <a:pt x="2295156" y="1990344"/>
                  </a:lnTo>
                  <a:lnTo>
                    <a:pt x="2302776" y="2007108"/>
                  </a:lnTo>
                  <a:lnTo>
                    <a:pt x="2372880" y="1975104"/>
                  </a:lnTo>
                  <a:close/>
                </a:path>
                <a:path w="6560820" h="3078479">
                  <a:moveTo>
                    <a:pt x="2485656" y="1402080"/>
                  </a:moveTo>
                  <a:lnTo>
                    <a:pt x="2479560" y="1383792"/>
                  </a:lnTo>
                  <a:lnTo>
                    <a:pt x="2407932" y="1408176"/>
                  </a:lnTo>
                  <a:lnTo>
                    <a:pt x="2414028" y="1426464"/>
                  </a:lnTo>
                  <a:lnTo>
                    <a:pt x="2485656" y="1402080"/>
                  </a:lnTo>
                  <a:close/>
                </a:path>
                <a:path w="6560820" h="3078479">
                  <a:moveTo>
                    <a:pt x="2493276" y="1918716"/>
                  </a:moveTo>
                  <a:lnTo>
                    <a:pt x="2485656" y="1900428"/>
                  </a:lnTo>
                  <a:lnTo>
                    <a:pt x="2415552" y="1933956"/>
                  </a:lnTo>
                  <a:lnTo>
                    <a:pt x="2424696" y="1950720"/>
                  </a:lnTo>
                  <a:lnTo>
                    <a:pt x="2493276" y="1918716"/>
                  </a:lnTo>
                  <a:close/>
                </a:path>
                <a:path w="6560820" h="3078479">
                  <a:moveTo>
                    <a:pt x="2612148" y="1357884"/>
                  </a:moveTo>
                  <a:lnTo>
                    <a:pt x="2606052" y="1339596"/>
                  </a:lnTo>
                  <a:lnTo>
                    <a:pt x="2534424" y="1365504"/>
                  </a:lnTo>
                  <a:lnTo>
                    <a:pt x="2540520" y="1382268"/>
                  </a:lnTo>
                  <a:lnTo>
                    <a:pt x="2612148" y="1357884"/>
                  </a:lnTo>
                  <a:close/>
                </a:path>
                <a:path w="6560820" h="3078479">
                  <a:moveTo>
                    <a:pt x="2613672" y="1862328"/>
                  </a:moveTo>
                  <a:lnTo>
                    <a:pt x="2606052" y="1844040"/>
                  </a:lnTo>
                  <a:lnTo>
                    <a:pt x="2537472" y="1876044"/>
                  </a:lnTo>
                  <a:lnTo>
                    <a:pt x="2545092" y="1894332"/>
                  </a:lnTo>
                  <a:lnTo>
                    <a:pt x="2613672" y="1862328"/>
                  </a:lnTo>
                  <a:close/>
                </a:path>
                <a:path w="6560820" h="3078479">
                  <a:moveTo>
                    <a:pt x="2734068" y="1805940"/>
                  </a:moveTo>
                  <a:lnTo>
                    <a:pt x="2726448" y="1787652"/>
                  </a:lnTo>
                  <a:lnTo>
                    <a:pt x="2657868" y="1819656"/>
                  </a:lnTo>
                  <a:lnTo>
                    <a:pt x="2665488" y="1837944"/>
                  </a:lnTo>
                  <a:lnTo>
                    <a:pt x="2734068" y="1805940"/>
                  </a:lnTo>
                  <a:close/>
                </a:path>
                <a:path w="6560820" h="3078479">
                  <a:moveTo>
                    <a:pt x="2738640" y="1315212"/>
                  </a:moveTo>
                  <a:lnTo>
                    <a:pt x="2732544" y="1296924"/>
                  </a:lnTo>
                  <a:lnTo>
                    <a:pt x="2660916" y="1321308"/>
                  </a:lnTo>
                  <a:lnTo>
                    <a:pt x="2667012" y="1339596"/>
                  </a:lnTo>
                  <a:lnTo>
                    <a:pt x="2738640" y="1315212"/>
                  </a:lnTo>
                  <a:close/>
                </a:path>
                <a:path w="6560820" h="3078479">
                  <a:moveTo>
                    <a:pt x="2855988" y="1749552"/>
                  </a:moveTo>
                  <a:lnTo>
                    <a:pt x="2846844" y="1731264"/>
                  </a:lnTo>
                  <a:lnTo>
                    <a:pt x="2778264" y="1763268"/>
                  </a:lnTo>
                  <a:lnTo>
                    <a:pt x="2785884" y="1781556"/>
                  </a:lnTo>
                  <a:lnTo>
                    <a:pt x="2855988" y="1749552"/>
                  </a:lnTo>
                  <a:close/>
                </a:path>
                <a:path w="6560820" h="3078479">
                  <a:moveTo>
                    <a:pt x="2865120" y="1272540"/>
                  </a:moveTo>
                  <a:lnTo>
                    <a:pt x="2859024" y="1254252"/>
                  </a:lnTo>
                  <a:lnTo>
                    <a:pt x="2785872" y="1278636"/>
                  </a:lnTo>
                  <a:lnTo>
                    <a:pt x="2793492" y="1296924"/>
                  </a:lnTo>
                  <a:lnTo>
                    <a:pt x="2865120" y="1272540"/>
                  </a:lnTo>
                  <a:close/>
                </a:path>
                <a:path w="6560820" h="3078479">
                  <a:moveTo>
                    <a:pt x="2976384" y="1693176"/>
                  </a:moveTo>
                  <a:lnTo>
                    <a:pt x="2968764" y="1674888"/>
                  </a:lnTo>
                  <a:lnTo>
                    <a:pt x="2898660" y="1706892"/>
                  </a:lnTo>
                  <a:lnTo>
                    <a:pt x="2907804" y="1725180"/>
                  </a:lnTo>
                  <a:lnTo>
                    <a:pt x="2976384" y="1693176"/>
                  </a:lnTo>
                  <a:close/>
                </a:path>
                <a:path w="6560820" h="3078479">
                  <a:moveTo>
                    <a:pt x="2991612" y="1228344"/>
                  </a:moveTo>
                  <a:lnTo>
                    <a:pt x="2985516" y="1210056"/>
                  </a:lnTo>
                  <a:lnTo>
                    <a:pt x="2912364" y="1235964"/>
                  </a:lnTo>
                  <a:lnTo>
                    <a:pt x="2918460" y="1252728"/>
                  </a:lnTo>
                  <a:lnTo>
                    <a:pt x="2991612" y="1228344"/>
                  </a:lnTo>
                  <a:close/>
                </a:path>
                <a:path w="6560820" h="3078479">
                  <a:moveTo>
                    <a:pt x="3096780" y="1636788"/>
                  </a:moveTo>
                  <a:lnTo>
                    <a:pt x="3089160" y="1618500"/>
                  </a:lnTo>
                  <a:lnTo>
                    <a:pt x="3020580" y="1650504"/>
                  </a:lnTo>
                  <a:lnTo>
                    <a:pt x="3028200" y="1668792"/>
                  </a:lnTo>
                  <a:lnTo>
                    <a:pt x="3096780" y="1636788"/>
                  </a:lnTo>
                  <a:close/>
                </a:path>
                <a:path w="6560820" h="3078479">
                  <a:moveTo>
                    <a:pt x="3116580" y="1185672"/>
                  </a:moveTo>
                  <a:lnTo>
                    <a:pt x="3110484" y="1167384"/>
                  </a:lnTo>
                  <a:lnTo>
                    <a:pt x="3038856" y="1191768"/>
                  </a:lnTo>
                  <a:lnTo>
                    <a:pt x="3044952" y="1210056"/>
                  </a:lnTo>
                  <a:lnTo>
                    <a:pt x="3116580" y="1185672"/>
                  </a:lnTo>
                  <a:close/>
                </a:path>
                <a:path w="6560820" h="3078479">
                  <a:moveTo>
                    <a:pt x="3218700" y="1580400"/>
                  </a:moveTo>
                  <a:lnTo>
                    <a:pt x="3209556" y="1562112"/>
                  </a:lnTo>
                  <a:lnTo>
                    <a:pt x="3140976" y="1594116"/>
                  </a:lnTo>
                  <a:lnTo>
                    <a:pt x="3148596" y="1612404"/>
                  </a:lnTo>
                  <a:lnTo>
                    <a:pt x="3218700" y="1580400"/>
                  </a:lnTo>
                  <a:close/>
                </a:path>
                <a:path w="6560820" h="3078479">
                  <a:moveTo>
                    <a:pt x="3243072" y="1141476"/>
                  </a:moveTo>
                  <a:lnTo>
                    <a:pt x="3236976" y="1124712"/>
                  </a:lnTo>
                  <a:lnTo>
                    <a:pt x="3165348" y="1149096"/>
                  </a:lnTo>
                  <a:lnTo>
                    <a:pt x="3171444" y="1167384"/>
                  </a:lnTo>
                  <a:lnTo>
                    <a:pt x="3243072" y="1141476"/>
                  </a:lnTo>
                  <a:close/>
                </a:path>
                <a:path w="6560820" h="3078479">
                  <a:moveTo>
                    <a:pt x="3339096" y="1522488"/>
                  </a:moveTo>
                  <a:lnTo>
                    <a:pt x="3331476" y="1505724"/>
                  </a:lnTo>
                  <a:lnTo>
                    <a:pt x="3261372" y="1537728"/>
                  </a:lnTo>
                  <a:lnTo>
                    <a:pt x="3270516" y="1556016"/>
                  </a:lnTo>
                  <a:lnTo>
                    <a:pt x="3339096" y="1522488"/>
                  </a:lnTo>
                  <a:close/>
                </a:path>
                <a:path w="6560820" h="3078479">
                  <a:moveTo>
                    <a:pt x="3369564" y="1098804"/>
                  </a:moveTo>
                  <a:lnTo>
                    <a:pt x="3363468" y="1080516"/>
                  </a:lnTo>
                  <a:lnTo>
                    <a:pt x="3291840" y="1104900"/>
                  </a:lnTo>
                  <a:lnTo>
                    <a:pt x="3297936" y="1123188"/>
                  </a:lnTo>
                  <a:lnTo>
                    <a:pt x="3369564" y="1098804"/>
                  </a:lnTo>
                  <a:close/>
                </a:path>
                <a:path w="6560820" h="3078479">
                  <a:moveTo>
                    <a:pt x="3459492" y="1466100"/>
                  </a:moveTo>
                  <a:lnTo>
                    <a:pt x="3451872" y="1449336"/>
                  </a:lnTo>
                  <a:lnTo>
                    <a:pt x="3383292" y="1481340"/>
                  </a:lnTo>
                  <a:lnTo>
                    <a:pt x="3390912" y="1499628"/>
                  </a:lnTo>
                  <a:lnTo>
                    <a:pt x="3459492" y="1466100"/>
                  </a:lnTo>
                  <a:close/>
                </a:path>
                <a:path w="6560820" h="3078479">
                  <a:moveTo>
                    <a:pt x="3496056" y="1056132"/>
                  </a:moveTo>
                  <a:lnTo>
                    <a:pt x="3489960" y="1037844"/>
                  </a:lnTo>
                  <a:lnTo>
                    <a:pt x="3416808" y="1062228"/>
                  </a:lnTo>
                  <a:lnTo>
                    <a:pt x="3422904" y="1080516"/>
                  </a:lnTo>
                  <a:lnTo>
                    <a:pt x="3496056" y="1056132"/>
                  </a:lnTo>
                  <a:close/>
                </a:path>
                <a:path w="6560820" h="3078479">
                  <a:moveTo>
                    <a:pt x="3579888" y="1409712"/>
                  </a:moveTo>
                  <a:lnTo>
                    <a:pt x="3572268" y="1392948"/>
                  </a:lnTo>
                  <a:lnTo>
                    <a:pt x="3503688" y="1424952"/>
                  </a:lnTo>
                  <a:lnTo>
                    <a:pt x="3511308" y="1443240"/>
                  </a:lnTo>
                  <a:lnTo>
                    <a:pt x="3579888" y="1409712"/>
                  </a:lnTo>
                  <a:close/>
                </a:path>
                <a:path w="6560820" h="3078479">
                  <a:moveTo>
                    <a:pt x="3621036" y="1011936"/>
                  </a:moveTo>
                  <a:lnTo>
                    <a:pt x="3614940" y="995172"/>
                  </a:lnTo>
                  <a:lnTo>
                    <a:pt x="3543312" y="1019556"/>
                  </a:lnTo>
                  <a:lnTo>
                    <a:pt x="3549408" y="1037844"/>
                  </a:lnTo>
                  <a:lnTo>
                    <a:pt x="3621036" y="1011936"/>
                  </a:lnTo>
                  <a:close/>
                </a:path>
                <a:path w="6560820" h="3078479">
                  <a:moveTo>
                    <a:pt x="3701796" y="1353312"/>
                  </a:moveTo>
                  <a:lnTo>
                    <a:pt x="3692652" y="1336548"/>
                  </a:lnTo>
                  <a:lnTo>
                    <a:pt x="3624072" y="1368552"/>
                  </a:lnTo>
                  <a:lnTo>
                    <a:pt x="3631692" y="1386840"/>
                  </a:lnTo>
                  <a:lnTo>
                    <a:pt x="3701796" y="1353312"/>
                  </a:lnTo>
                  <a:close/>
                </a:path>
                <a:path w="6560820" h="3078479">
                  <a:moveTo>
                    <a:pt x="3747528" y="969264"/>
                  </a:moveTo>
                  <a:lnTo>
                    <a:pt x="3741432" y="950976"/>
                  </a:lnTo>
                  <a:lnTo>
                    <a:pt x="3669804" y="975360"/>
                  </a:lnTo>
                  <a:lnTo>
                    <a:pt x="3675900" y="993648"/>
                  </a:lnTo>
                  <a:lnTo>
                    <a:pt x="3747528" y="969264"/>
                  </a:lnTo>
                  <a:close/>
                </a:path>
                <a:path w="6560820" h="3078479">
                  <a:moveTo>
                    <a:pt x="3822192" y="1296924"/>
                  </a:moveTo>
                  <a:lnTo>
                    <a:pt x="3814572" y="1280160"/>
                  </a:lnTo>
                  <a:lnTo>
                    <a:pt x="3744468" y="1312164"/>
                  </a:lnTo>
                  <a:lnTo>
                    <a:pt x="3753612" y="1330452"/>
                  </a:lnTo>
                  <a:lnTo>
                    <a:pt x="3822192" y="1296924"/>
                  </a:lnTo>
                  <a:close/>
                </a:path>
                <a:path w="6560820" h="3078479">
                  <a:moveTo>
                    <a:pt x="3874020" y="926592"/>
                  </a:moveTo>
                  <a:lnTo>
                    <a:pt x="3867924" y="908304"/>
                  </a:lnTo>
                  <a:lnTo>
                    <a:pt x="3796296" y="932688"/>
                  </a:lnTo>
                  <a:lnTo>
                    <a:pt x="3802392" y="950976"/>
                  </a:lnTo>
                  <a:lnTo>
                    <a:pt x="3874020" y="926592"/>
                  </a:lnTo>
                  <a:close/>
                </a:path>
                <a:path w="6560820" h="3078479">
                  <a:moveTo>
                    <a:pt x="3942588" y="1240536"/>
                  </a:moveTo>
                  <a:lnTo>
                    <a:pt x="3934968" y="1223772"/>
                  </a:lnTo>
                  <a:lnTo>
                    <a:pt x="3866388" y="1255776"/>
                  </a:lnTo>
                  <a:lnTo>
                    <a:pt x="3874008" y="1272540"/>
                  </a:lnTo>
                  <a:lnTo>
                    <a:pt x="3942588" y="1240536"/>
                  </a:lnTo>
                  <a:close/>
                </a:path>
                <a:path w="6560820" h="3078479">
                  <a:moveTo>
                    <a:pt x="4000512" y="882396"/>
                  </a:moveTo>
                  <a:lnTo>
                    <a:pt x="3994416" y="865632"/>
                  </a:lnTo>
                  <a:lnTo>
                    <a:pt x="3921264" y="890016"/>
                  </a:lnTo>
                  <a:lnTo>
                    <a:pt x="3928884" y="908304"/>
                  </a:lnTo>
                  <a:lnTo>
                    <a:pt x="4000512" y="882396"/>
                  </a:lnTo>
                  <a:close/>
                </a:path>
                <a:path w="6560820" h="3078479">
                  <a:moveTo>
                    <a:pt x="4064508" y="1184148"/>
                  </a:moveTo>
                  <a:lnTo>
                    <a:pt x="4055364" y="1167384"/>
                  </a:lnTo>
                  <a:lnTo>
                    <a:pt x="3986784" y="1199388"/>
                  </a:lnTo>
                  <a:lnTo>
                    <a:pt x="3994404" y="1216152"/>
                  </a:lnTo>
                  <a:lnTo>
                    <a:pt x="4064508" y="1184148"/>
                  </a:lnTo>
                  <a:close/>
                </a:path>
                <a:path w="6560820" h="3078479">
                  <a:moveTo>
                    <a:pt x="4127004" y="839724"/>
                  </a:moveTo>
                  <a:lnTo>
                    <a:pt x="4120908" y="821436"/>
                  </a:lnTo>
                  <a:lnTo>
                    <a:pt x="4047756" y="845820"/>
                  </a:lnTo>
                  <a:lnTo>
                    <a:pt x="4053852" y="864108"/>
                  </a:lnTo>
                  <a:lnTo>
                    <a:pt x="4127004" y="839724"/>
                  </a:lnTo>
                  <a:close/>
                </a:path>
                <a:path w="6560820" h="3078479">
                  <a:moveTo>
                    <a:pt x="4184904" y="1127760"/>
                  </a:moveTo>
                  <a:lnTo>
                    <a:pt x="4175760" y="1110996"/>
                  </a:lnTo>
                  <a:lnTo>
                    <a:pt x="4107180" y="1143000"/>
                  </a:lnTo>
                  <a:lnTo>
                    <a:pt x="4114800" y="1159764"/>
                  </a:lnTo>
                  <a:lnTo>
                    <a:pt x="4184904" y="1127760"/>
                  </a:lnTo>
                  <a:close/>
                </a:path>
                <a:path w="6560820" h="3078479">
                  <a:moveTo>
                    <a:pt x="4251972" y="797052"/>
                  </a:moveTo>
                  <a:lnTo>
                    <a:pt x="4245876" y="778764"/>
                  </a:lnTo>
                  <a:lnTo>
                    <a:pt x="4174248" y="803148"/>
                  </a:lnTo>
                  <a:lnTo>
                    <a:pt x="4180344" y="821436"/>
                  </a:lnTo>
                  <a:lnTo>
                    <a:pt x="4251972" y="797052"/>
                  </a:lnTo>
                  <a:close/>
                </a:path>
                <a:path w="6560820" h="3078479">
                  <a:moveTo>
                    <a:pt x="4305300" y="1071372"/>
                  </a:moveTo>
                  <a:lnTo>
                    <a:pt x="4297680" y="1054608"/>
                  </a:lnTo>
                  <a:lnTo>
                    <a:pt x="4227576" y="1086612"/>
                  </a:lnTo>
                  <a:lnTo>
                    <a:pt x="4236720" y="1103376"/>
                  </a:lnTo>
                  <a:lnTo>
                    <a:pt x="4305300" y="1071372"/>
                  </a:lnTo>
                  <a:close/>
                </a:path>
                <a:path w="6560820" h="3078479">
                  <a:moveTo>
                    <a:pt x="4378452" y="752856"/>
                  </a:moveTo>
                  <a:lnTo>
                    <a:pt x="4372356" y="734568"/>
                  </a:lnTo>
                  <a:lnTo>
                    <a:pt x="4300728" y="760476"/>
                  </a:lnTo>
                  <a:lnTo>
                    <a:pt x="4306824" y="777240"/>
                  </a:lnTo>
                  <a:lnTo>
                    <a:pt x="4378452" y="752856"/>
                  </a:lnTo>
                  <a:close/>
                </a:path>
                <a:path w="6560820" h="3078479">
                  <a:moveTo>
                    <a:pt x="4425708" y="1014984"/>
                  </a:moveTo>
                  <a:lnTo>
                    <a:pt x="4418088" y="998220"/>
                  </a:lnTo>
                  <a:lnTo>
                    <a:pt x="4349508" y="1030224"/>
                  </a:lnTo>
                  <a:lnTo>
                    <a:pt x="4357128" y="1046988"/>
                  </a:lnTo>
                  <a:lnTo>
                    <a:pt x="4425708" y="1014984"/>
                  </a:lnTo>
                  <a:close/>
                </a:path>
                <a:path w="6560820" h="3078479">
                  <a:moveTo>
                    <a:pt x="4504944" y="710184"/>
                  </a:moveTo>
                  <a:lnTo>
                    <a:pt x="4498848" y="691896"/>
                  </a:lnTo>
                  <a:lnTo>
                    <a:pt x="4427220" y="716280"/>
                  </a:lnTo>
                  <a:lnTo>
                    <a:pt x="4433316" y="734568"/>
                  </a:lnTo>
                  <a:lnTo>
                    <a:pt x="4504944" y="710184"/>
                  </a:lnTo>
                  <a:close/>
                </a:path>
                <a:path w="6560820" h="3078479">
                  <a:moveTo>
                    <a:pt x="4547628" y="958596"/>
                  </a:moveTo>
                  <a:lnTo>
                    <a:pt x="4538484" y="941832"/>
                  </a:lnTo>
                  <a:lnTo>
                    <a:pt x="4469904" y="973836"/>
                  </a:lnTo>
                  <a:lnTo>
                    <a:pt x="4477524" y="990600"/>
                  </a:lnTo>
                  <a:lnTo>
                    <a:pt x="4547628" y="958596"/>
                  </a:lnTo>
                  <a:close/>
                </a:path>
                <a:path w="6560820" h="3078479">
                  <a:moveTo>
                    <a:pt x="4631436" y="667512"/>
                  </a:moveTo>
                  <a:lnTo>
                    <a:pt x="4625340" y="649224"/>
                  </a:lnTo>
                  <a:lnTo>
                    <a:pt x="4552188" y="673608"/>
                  </a:lnTo>
                  <a:lnTo>
                    <a:pt x="4558284" y="691896"/>
                  </a:lnTo>
                  <a:lnTo>
                    <a:pt x="4631436" y="667512"/>
                  </a:lnTo>
                  <a:close/>
                </a:path>
                <a:path w="6560820" h="3078479">
                  <a:moveTo>
                    <a:pt x="4668024" y="902208"/>
                  </a:moveTo>
                  <a:lnTo>
                    <a:pt x="4660404" y="885444"/>
                  </a:lnTo>
                  <a:lnTo>
                    <a:pt x="4590300" y="917448"/>
                  </a:lnTo>
                  <a:lnTo>
                    <a:pt x="4599444" y="934212"/>
                  </a:lnTo>
                  <a:lnTo>
                    <a:pt x="4668024" y="902208"/>
                  </a:lnTo>
                  <a:close/>
                </a:path>
                <a:path w="6560820" h="3078479">
                  <a:moveTo>
                    <a:pt x="4757928" y="623316"/>
                  </a:moveTo>
                  <a:lnTo>
                    <a:pt x="4750308" y="605028"/>
                  </a:lnTo>
                  <a:lnTo>
                    <a:pt x="4678680" y="630936"/>
                  </a:lnTo>
                  <a:lnTo>
                    <a:pt x="4684776" y="647700"/>
                  </a:lnTo>
                  <a:lnTo>
                    <a:pt x="4757928" y="623316"/>
                  </a:lnTo>
                  <a:close/>
                </a:path>
                <a:path w="6560820" h="3078479">
                  <a:moveTo>
                    <a:pt x="4788420" y="845820"/>
                  </a:moveTo>
                  <a:lnTo>
                    <a:pt x="4780800" y="829056"/>
                  </a:lnTo>
                  <a:lnTo>
                    <a:pt x="4712220" y="861060"/>
                  </a:lnTo>
                  <a:lnTo>
                    <a:pt x="4719840" y="877824"/>
                  </a:lnTo>
                  <a:lnTo>
                    <a:pt x="4788420" y="845820"/>
                  </a:lnTo>
                  <a:close/>
                </a:path>
                <a:path w="6560820" h="3078479">
                  <a:moveTo>
                    <a:pt x="4882896" y="580644"/>
                  </a:moveTo>
                  <a:lnTo>
                    <a:pt x="4876800" y="562356"/>
                  </a:lnTo>
                  <a:lnTo>
                    <a:pt x="4805172" y="586740"/>
                  </a:lnTo>
                  <a:lnTo>
                    <a:pt x="4811268" y="605028"/>
                  </a:lnTo>
                  <a:lnTo>
                    <a:pt x="4882896" y="580644"/>
                  </a:lnTo>
                  <a:close/>
                </a:path>
                <a:path w="6560820" h="3078479">
                  <a:moveTo>
                    <a:pt x="4908816" y="789432"/>
                  </a:moveTo>
                  <a:lnTo>
                    <a:pt x="4901196" y="772668"/>
                  </a:lnTo>
                  <a:lnTo>
                    <a:pt x="4832616" y="804672"/>
                  </a:lnTo>
                  <a:lnTo>
                    <a:pt x="4840236" y="821436"/>
                  </a:lnTo>
                  <a:lnTo>
                    <a:pt x="4908816" y="789432"/>
                  </a:lnTo>
                  <a:close/>
                </a:path>
                <a:path w="6560820" h="3078479">
                  <a:moveTo>
                    <a:pt x="5009388" y="537972"/>
                  </a:moveTo>
                  <a:lnTo>
                    <a:pt x="5003292" y="519684"/>
                  </a:lnTo>
                  <a:lnTo>
                    <a:pt x="4931664" y="544068"/>
                  </a:lnTo>
                  <a:lnTo>
                    <a:pt x="4937760" y="562356"/>
                  </a:lnTo>
                  <a:lnTo>
                    <a:pt x="5009388" y="537972"/>
                  </a:lnTo>
                  <a:close/>
                </a:path>
                <a:path w="6560820" h="3078479">
                  <a:moveTo>
                    <a:pt x="5030736" y="733044"/>
                  </a:moveTo>
                  <a:lnTo>
                    <a:pt x="5021592" y="716280"/>
                  </a:lnTo>
                  <a:lnTo>
                    <a:pt x="4953012" y="748284"/>
                  </a:lnTo>
                  <a:lnTo>
                    <a:pt x="4960632" y="765048"/>
                  </a:lnTo>
                  <a:lnTo>
                    <a:pt x="5030736" y="733044"/>
                  </a:lnTo>
                  <a:close/>
                </a:path>
                <a:path w="6560820" h="3078479">
                  <a:moveTo>
                    <a:pt x="5135880" y="493776"/>
                  </a:moveTo>
                  <a:lnTo>
                    <a:pt x="5129784" y="475488"/>
                  </a:lnTo>
                  <a:lnTo>
                    <a:pt x="5056632" y="501396"/>
                  </a:lnTo>
                  <a:lnTo>
                    <a:pt x="5064252" y="518160"/>
                  </a:lnTo>
                  <a:lnTo>
                    <a:pt x="5135880" y="493776"/>
                  </a:lnTo>
                  <a:close/>
                </a:path>
                <a:path w="6560820" h="3078479">
                  <a:moveTo>
                    <a:pt x="5151120" y="676656"/>
                  </a:moveTo>
                  <a:lnTo>
                    <a:pt x="5143500" y="659892"/>
                  </a:lnTo>
                  <a:lnTo>
                    <a:pt x="5073396" y="691896"/>
                  </a:lnTo>
                  <a:lnTo>
                    <a:pt x="5082540" y="708660"/>
                  </a:lnTo>
                  <a:lnTo>
                    <a:pt x="5151120" y="676656"/>
                  </a:lnTo>
                  <a:close/>
                </a:path>
                <a:path w="6560820" h="3078479">
                  <a:moveTo>
                    <a:pt x="5262372" y="451104"/>
                  </a:moveTo>
                  <a:lnTo>
                    <a:pt x="5256276" y="432816"/>
                  </a:lnTo>
                  <a:lnTo>
                    <a:pt x="5183124" y="457200"/>
                  </a:lnTo>
                  <a:lnTo>
                    <a:pt x="5189220" y="475488"/>
                  </a:lnTo>
                  <a:lnTo>
                    <a:pt x="5262372" y="451104"/>
                  </a:lnTo>
                  <a:close/>
                </a:path>
                <a:path w="6560820" h="3078479">
                  <a:moveTo>
                    <a:pt x="5271516" y="620268"/>
                  </a:moveTo>
                  <a:lnTo>
                    <a:pt x="5263896" y="603504"/>
                  </a:lnTo>
                  <a:lnTo>
                    <a:pt x="5195316" y="635508"/>
                  </a:lnTo>
                  <a:lnTo>
                    <a:pt x="5202936" y="652272"/>
                  </a:lnTo>
                  <a:lnTo>
                    <a:pt x="5271516" y="620268"/>
                  </a:lnTo>
                  <a:close/>
                </a:path>
                <a:path w="6560820" h="3078479">
                  <a:moveTo>
                    <a:pt x="5387340" y="406908"/>
                  </a:moveTo>
                  <a:lnTo>
                    <a:pt x="5381244" y="390144"/>
                  </a:lnTo>
                  <a:lnTo>
                    <a:pt x="5309616" y="414528"/>
                  </a:lnTo>
                  <a:lnTo>
                    <a:pt x="5315712" y="432816"/>
                  </a:lnTo>
                  <a:lnTo>
                    <a:pt x="5387340" y="406908"/>
                  </a:lnTo>
                  <a:close/>
                </a:path>
                <a:path w="6560820" h="3078479">
                  <a:moveTo>
                    <a:pt x="5393436" y="563880"/>
                  </a:moveTo>
                  <a:lnTo>
                    <a:pt x="5384292" y="547116"/>
                  </a:lnTo>
                  <a:lnTo>
                    <a:pt x="5315712" y="579120"/>
                  </a:lnTo>
                  <a:lnTo>
                    <a:pt x="5323332" y="595884"/>
                  </a:lnTo>
                  <a:lnTo>
                    <a:pt x="5393436" y="563880"/>
                  </a:lnTo>
                  <a:close/>
                </a:path>
                <a:path w="6560820" h="3078479">
                  <a:moveTo>
                    <a:pt x="5513832" y="507492"/>
                  </a:moveTo>
                  <a:lnTo>
                    <a:pt x="5506212" y="490728"/>
                  </a:lnTo>
                  <a:lnTo>
                    <a:pt x="5436108" y="522732"/>
                  </a:lnTo>
                  <a:lnTo>
                    <a:pt x="5445252" y="539496"/>
                  </a:lnTo>
                  <a:lnTo>
                    <a:pt x="5513832" y="507492"/>
                  </a:lnTo>
                  <a:close/>
                </a:path>
                <a:path w="6560820" h="3078479">
                  <a:moveTo>
                    <a:pt x="5513832" y="364236"/>
                  </a:moveTo>
                  <a:lnTo>
                    <a:pt x="5507736" y="345948"/>
                  </a:lnTo>
                  <a:lnTo>
                    <a:pt x="5436108" y="370332"/>
                  </a:lnTo>
                  <a:lnTo>
                    <a:pt x="5442204" y="388620"/>
                  </a:lnTo>
                  <a:lnTo>
                    <a:pt x="5513832" y="364236"/>
                  </a:lnTo>
                  <a:close/>
                </a:path>
                <a:path w="6560820" h="3078479">
                  <a:moveTo>
                    <a:pt x="5634228" y="451104"/>
                  </a:moveTo>
                  <a:lnTo>
                    <a:pt x="5626608" y="434340"/>
                  </a:lnTo>
                  <a:lnTo>
                    <a:pt x="5558028" y="466344"/>
                  </a:lnTo>
                  <a:lnTo>
                    <a:pt x="5565648" y="483108"/>
                  </a:lnTo>
                  <a:lnTo>
                    <a:pt x="5634228" y="451104"/>
                  </a:lnTo>
                  <a:close/>
                </a:path>
                <a:path w="6560820" h="3078479">
                  <a:moveTo>
                    <a:pt x="5640324" y="321564"/>
                  </a:moveTo>
                  <a:lnTo>
                    <a:pt x="5634228" y="303276"/>
                  </a:lnTo>
                  <a:lnTo>
                    <a:pt x="5562600" y="327660"/>
                  </a:lnTo>
                  <a:lnTo>
                    <a:pt x="5568696" y="345948"/>
                  </a:lnTo>
                  <a:lnTo>
                    <a:pt x="5640324" y="321564"/>
                  </a:lnTo>
                  <a:close/>
                </a:path>
                <a:path w="6560820" h="3078479">
                  <a:moveTo>
                    <a:pt x="5754624" y="394716"/>
                  </a:moveTo>
                  <a:lnTo>
                    <a:pt x="5747004" y="377952"/>
                  </a:lnTo>
                  <a:lnTo>
                    <a:pt x="5678424" y="409956"/>
                  </a:lnTo>
                  <a:lnTo>
                    <a:pt x="5686044" y="426720"/>
                  </a:lnTo>
                  <a:lnTo>
                    <a:pt x="5754624" y="394716"/>
                  </a:lnTo>
                  <a:close/>
                </a:path>
                <a:path w="6560820" h="3078479">
                  <a:moveTo>
                    <a:pt x="5766816" y="277368"/>
                  </a:moveTo>
                  <a:lnTo>
                    <a:pt x="5760720" y="260604"/>
                  </a:lnTo>
                  <a:lnTo>
                    <a:pt x="5687568" y="284988"/>
                  </a:lnTo>
                  <a:lnTo>
                    <a:pt x="5693664" y="303276"/>
                  </a:lnTo>
                  <a:lnTo>
                    <a:pt x="5766816" y="277368"/>
                  </a:lnTo>
                  <a:close/>
                </a:path>
                <a:path w="6560820" h="3078479">
                  <a:moveTo>
                    <a:pt x="5876544" y="338328"/>
                  </a:moveTo>
                  <a:lnTo>
                    <a:pt x="5867400" y="321564"/>
                  </a:lnTo>
                  <a:lnTo>
                    <a:pt x="5798820" y="353568"/>
                  </a:lnTo>
                  <a:lnTo>
                    <a:pt x="5806440" y="370332"/>
                  </a:lnTo>
                  <a:lnTo>
                    <a:pt x="5876544" y="338328"/>
                  </a:lnTo>
                  <a:close/>
                </a:path>
                <a:path w="6560820" h="3078479">
                  <a:moveTo>
                    <a:pt x="5893308" y="234696"/>
                  </a:moveTo>
                  <a:lnTo>
                    <a:pt x="5885688" y="216408"/>
                  </a:lnTo>
                  <a:lnTo>
                    <a:pt x="5814060" y="240792"/>
                  </a:lnTo>
                  <a:lnTo>
                    <a:pt x="5820156" y="259080"/>
                  </a:lnTo>
                  <a:lnTo>
                    <a:pt x="5893308" y="234696"/>
                  </a:lnTo>
                  <a:close/>
                </a:path>
                <a:path w="6560820" h="3078479">
                  <a:moveTo>
                    <a:pt x="5996940" y="281940"/>
                  </a:moveTo>
                  <a:lnTo>
                    <a:pt x="5989320" y="265176"/>
                  </a:lnTo>
                  <a:lnTo>
                    <a:pt x="5919216" y="297180"/>
                  </a:lnTo>
                  <a:lnTo>
                    <a:pt x="5928360" y="313944"/>
                  </a:lnTo>
                  <a:lnTo>
                    <a:pt x="5996940" y="281940"/>
                  </a:lnTo>
                  <a:close/>
                </a:path>
                <a:path w="6560820" h="3078479">
                  <a:moveTo>
                    <a:pt x="6018276" y="192024"/>
                  </a:moveTo>
                  <a:lnTo>
                    <a:pt x="6012180" y="173736"/>
                  </a:lnTo>
                  <a:lnTo>
                    <a:pt x="5940552" y="198120"/>
                  </a:lnTo>
                  <a:lnTo>
                    <a:pt x="5946648" y="216408"/>
                  </a:lnTo>
                  <a:lnTo>
                    <a:pt x="6018276" y="192024"/>
                  </a:lnTo>
                  <a:close/>
                </a:path>
                <a:path w="6560820" h="3078479">
                  <a:moveTo>
                    <a:pt x="6117336" y="225552"/>
                  </a:moveTo>
                  <a:lnTo>
                    <a:pt x="6109716" y="208788"/>
                  </a:lnTo>
                  <a:lnTo>
                    <a:pt x="6041136" y="240792"/>
                  </a:lnTo>
                  <a:lnTo>
                    <a:pt x="6048756" y="257556"/>
                  </a:lnTo>
                  <a:lnTo>
                    <a:pt x="6117336" y="225552"/>
                  </a:lnTo>
                  <a:close/>
                </a:path>
                <a:path w="6560820" h="3078479">
                  <a:moveTo>
                    <a:pt x="6144768" y="147828"/>
                  </a:moveTo>
                  <a:lnTo>
                    <a:pt x="6138672" y="131064"/>
                  </a:lnTo>
                  <a:lnTo>
                    <a:pt x="6067044" y="155448"/>
                  </a:lnTo>
                  <a:lnTo>
                    <a:pt x="6073140" y="173736"/>
                  </a:lnTo>
                  <a:lnTo>
                    <a:pt x="6144768" y="147828"/>
                  </a:lnTo>
                  <a:close/>
                </a:path>
                <a:path w="6560820" h="3078479">
                  <a:moveTo>
                    <a:pt x="6239256" y="169164"/>
                  </a:moveTo>
                  <a:lnTo>
                    <a:pt x="6230112" y="150876"/>
                  </a:lnTo>
                  <a:lnTo>
                    <a:pt x="6161532" y="184404"/>
                  </a:lnTo>
                  <a:lnTo>
                    <a:pt x="6169152" y="201168"/>
                  </a:lnTo>
                  <a:lnTo>
                    <a:pt x="6239256" y="169164"/>
                  </a:lnTo>
                  <a:close/>
                </a:path>
                <a:path w="6560820" h="3078479">
                  <a:moveTo>
                    <a:pt x="6271260" y="105156"/>
                  </a:moveTo>
                  <a:lnTo>
                    <a:pt x="6265164" y="86868"/>
                  </a:lnTo>
                  <a:lnTo>
                    <a:pt x="6192012" y="111252"/>
                  </a:lnTo>
                  <a:lnTo>
                    <a:pt x="6199632" y="129540"/>
                  </a:lnTo>
                  <a:lnTo>
                    <a:pt x="6271260" y="105156"/>
                  </a:lnTo>
                  <a:close/>
                </a:path>
                <a:path w="6560820" h="3078479">
                  <a:moveTo>
                    <a:pt x="6359652" y="112776"/>
                  </a:moveTo>
                  <a:lnTo>
                    <a:pt x="6352032" y="94488"/>
                  </a:lnTo>
                  <a:lnTo>
                    <a:pt x="6281928" y="128016"/>
                  </a:lnTo>
                  <a:lnTo>
                    <a:pt x="6291072" y="144780"/>
                  </a:lnTo>
                  <a:lnTo>
                    <a:pt x="6359652" y="112776"/>
                  </a:lnTo>
                  <a:close/>
                </a:path>
                <a:path w="6560820" h="3078479">
                  <a:moveTo>
                    <a:pt x="6397752" y="62484"/>
                  </a:moveTo>
                  <a:lnTo>
                    <a:pt x="6391656" y="44196"/>
                  </a:lnTo>
                  <a:lnTo>
                    <a:pt x="6318504" y="68580"/>
                  </a:lnTo>
                  <a:lnTo>
                    <a:pt x="6324600" y="86868"/>
                  </a:lnTo>
                  <a:lnTo>
                    <a:pt x="6397752" y="62484"/>
                  </a:lnTo>
                  <a:close/>
                </a:path>
                <a:path w="6560820" h="3078479">
                  <a:moveTo>
                    <a:pt x="6480048" y="56388"/>
                  </a:moveTo>
                  <a:lnTo>
                    <a:pt x="6472428" y="38100"/>
                  </a:lnTo>
                  <a:lnTo>
                    <a:pt x="6402324" y="71628"/>
                  </a:lnTo>
                  <a:lnTo>
                    <a:pt x="6411468" y="88392"/>
                  </a:lnTo>
                  <a:lnTo>
                    <a:pt x="6480048" y="56388"/>
                  </a:lnTo>
                  <a:close/>
                </a:path>
                <a:path w="6560820" h="3078479">
                  <a:moveTo>
                    <a:pt x="6522720" y="18288"/>
                  </a:moveTo>
                  <a:lnTo>
                    <a:pt x="6516624" y="0"/>
                  </a:lnTo>
                  <a:lnTo>
                    <a:pt x="6444996" y="25908"/>
                  </a:lnTo>
                  <a:lnTo>
                    <a:pt x="6451092" y="42672"/>
                  </a:lnTo>
                  <a:lnTo>
                    <a:pt x="6522720" y="18288"/>
                  </a:lnTo>
                  <a:close/>
                </a:path>
                <a:path w="6560820" h="3078479">
                  <a:moveTo>
                    <a:pt x="6560820" y="18288"/>
                  </a:moveTo>
                  <a:lnTo>
                    <a:pt x="6553200" y="1524"/>
                  </a:lnTo>
                  <a:lnTo>
                    <a:pt x="6524244" y="15240"/>
                  </a:lnTo>
                  <a:lnTo>
                    <a:pt x="6531864" y="32004"/>
                  </a:lnTo>
                  <a:lnTo>
                    <a:pt x="6560820" y="182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669789" y="2183426"/>
            <a:ext cx="3124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solidFill>
                  <a:srgbClr val="3333CC"/>
                </a:solidFill>
                <a:latin typeface="Microsoft Sans Serif"/>
                <a:cs typeface="Microsoft Sans Serif"/>
              </a:rPr>
              <a:t>L</a:t>
            </a:r>
            <a:r>
              <a:rPr sz="1950" spc="-37" baseline="-21367" dirty="0">
                <a:solidFill>
                  <a:srgbClr val="3333CC"/>
                </a:solidFill>
                <a:latin typeface="Microsoft Sans Serif"/>
                <a:cs typeface="Microsoft Sans Serif"/>
              </a:rPr>
              <a:t>1</a:t>
            </a:r>
            <a:endParaRPr sz="1950" baseline="-21367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60777" y="2940861"/>
            <a:ext cx="3124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solidFill>
                  <a:srgbClr val="3333CC"/>
                </a:solidFill>
                <a:latin typeface="Microsoft Sans Serif"/>
                <a:cs typeface="Microsoft Sans Serif"/>
              </a:rPr>
              <a:t>L</a:t>
            </a:r>
            <a:r>
              <a:rPr sz="1950" spc="-37" baseline="-21367" dirty="0">
                <a:solidFill>
                  <a:srgbClr val="3333CC"/>
                </a:solidFill>
                <a:latin typeface="Microsoft Sans Serif"/>
                <a:cs typeface="Microsoft Sans Serif"/>
              </a:rPr>
              <a:t>2</a:t>
            </a:r>
            <a:endParaRPr sz="1950" baseline="-21367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354252" y="4977098"/>
            <a:ext cx="365125" cy="0"/>
          </a:xfrm>
          <a:custGeom>
            <a:avLst/>
            <a:gdLst/>
            <a:ahLst/>
            <a:cxnLst/>
            <a:rect l="l" t="t" r="r" b="b"/>
            <a:pathLst>
              <a:path w="365125">
                <a:moveTo>
                  <a:pt x="0" y="0"/>
                </a:moveTo>
                <a:lnTo>
                  <a:pt x="364521" y="0"/>
                </a:lnTo>
              </a:path>
            </a:pathLst>
          </a:custGeom>
          <a:ln w="151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356603" y="4737079"/>
            <a:ext cx="1521460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400" spc="-415" dirty="0">
                <a:solidFill>
                  <a:srgbClr val="007E00"/>
                </a:solidFill>
                <a:latin typeface="Cambria"/>
                <a:cs typeface="Cambria"/>
              </a:rPr>
              <a:t>ф</a:t>
            </a:r>
            <a:r>
              <a:rPr sz="2400" spc="85" dirty="0">
                <a:solidFill>
                  <a:srgbClr val="007E00"/>
                </a:solidFill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=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0000FF"/>
                </a:solidFill>
                <a:latin typeface="Cambria"/>
                <a:cs typeface="Cambria"/>
              </a:rPr>
              <a:t>∆</a:t>
            </a:r>
            <a:r>
              <a:rPr sz="2400" dirty="0">
                <a:solidFill>
                  <a:srgbClr val="0000FF"/>
                </a:solidFill>
                <a:latin typeface="Microsoft Sans Serif"/>
                <a:cs typeface="Microsoft Sans Serif"/>
              </a:rPr>
              <a:t>L</a:t>
            </a:r>
            <a:r>
              <a:rPr sz="2400" dirty="0">
                <a:latin typeface="Microsoft Sans Serif"/>
                <a:cs typeface="Microsoft Sans Serif"/>
              </a:rPr>
              <a:t>(</a:t>
            </a:r>
            <a:r>
              <a:rPr sz="2400" spc="-380" dirty="0">
                <a:latin typeface="Microsoft Sans Serif"/>
                <a:cs typeface="Microsoft Sans Serif"/>
              </a:rPr>
              <a:t> </a:t>
            </a:r>
            <a:r>
              <a:rPr sz="3600" spc="-37" baseline="34722" dirty="0">
                <a:latin typeface="Microsoft Sans Serif"/>
                <a:cs typeface="Microsoft Sans Serif"/>
              </a:rPr>
              <a:t>2</a:t>
            </a:r>
            <a:r>
              <a:rPr sz="3600" spc="-37" baseline="34722" dirty="0">
                <a:latin typeface="Cambria"/>
                <a:cs typeface="Cambria"/>
              </a:rPr>
              <a:t>π</a:t>
            </a:r>
            <a:r>
              <a:rPr sz="2400" spc="-25" dirty="0">
                <a:latin typeface="Microsoft Sans Serif"/>
                <a:cs typeface="Microsoft Sans Serif"/>
              </a:rPr>
              <a:t>)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38135" y="4973299"/>
            <a:ext cx="192405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75" dirty="0">
                <a:latin typeface="Cambria"/>
                <a:cs typeface="Cambria"/>
              </a:rPr>
              <a:t>λ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63108" y="4236183"/>
            <a:ext cx="1347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3300"/>
                </a:solidFill>
                <a:latin typeface="Microsoft Sans Serif"/>
                <a:cs typeface="Microsoft Sans Serif"/>
              </a:rPr>
              <a:t>At</a:t>
            </a:r>
            <a:r>
              <a:rPr sz="2400" spc="-3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3300"/>
                </a:solidFill>
                <a:latin typeface="Microsoft Sans Serif"/>
                <a:cs typeface="Microsoft Sans Serif"/>
              </a:rPr>
              <a:t>point</a:t>
            </a:r>
            <a:r>
              <a:rPr sz="2400" spc="1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400" spc="-50" dirty="0">
                <a:solidFill>
                  <a:srgbClr val="FF3300"/>
                </a:solidFill>
                <a:latin typeface="Microsoft Sans Serif"/>
                <a:cs typeface="Microsoft Sans Serif"/>
              </a:rPr>
              <a:t>P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532888" y="2852940"/>
            <a:ext cx="7210425" cy="3703320"/>
          </a:xfrm>
          <a:custGeom>
            <a:avLst/>
            <a:gdLst/>
            <a:ahLst/>
            <a:cxnLst/>
            <a:rect l="l" t="t" r="r" b="b"/>
            <a:pathLst>
              <a:path w="7210425" h="3703320">
                <a:moveTo>
                  <a:pt x="652272" y="27432"/>
                </a:moveTo>
                <a:lnTo>
                  <a:pt x="630745" y="22860"/>
                </a:lnTo>
                <a:lnTo>
                  <a:pt x="530352" y="1524"/>
                </a:lnTo>
                <a:lnTo>
                  <a:pt x="522732" y="0"/>
                </a:lnTo>
                <a:lnTo>
                  <a:pt x="515112" y="4572"/>
                </a:lnTo>
                <a:lnTo>
                  <a:pt x="513588" y="12192"/>
                </a:lnTo>
                <a:lnTo>
                  <a:pt x="512064" y="21336"/>
                </a:lnTo>
                <a:lnTo>
                  <a:pt x="516636" y="27432"/>
                </a:lnTo>
                <a:lnTo>
                  <a:pt x="524256" y="30480"/>
                </a:lnTo>
                <a:lnTo>
                  <a:pt x="569785" y="39725"/>
                </a:lnTo>
                <a:lnTo>
                  <a:pt x="0" y="230124"/>
                </a:lnTo>
                <a:lnTo>
                  <a:pt x="9144" y="256032"/>
                </a:lnTo>
                <a:lnTo>
                  <a:pt x="578586" y="67144"/>
                </a:lnTo>
                <a:lnTo>
                  <a:pt x="548640" y="100584"/>
                </a:lnTo>
                <a:lnTo>
                  <a:pt x="544068" y="106680"/>
                </a:lnTo>
                <a:lnTo>
                  <a:pt x="544068" y="115824"/>
                </a:lnTo>
                <a:lnTo>
                  <a:pt x="550164" y="121920"/>
                </a:lnTo>
                <a:lnTo>
                  <a:pt x="556260" y="126492"/>
                </a:lnTo>
                <a:lnTo>
                  <a:pt x="565404" y="126492"/>
                </a:lnTo>
                <a:lnTo>
                  <a:pt x="569976" y="120396"/>
                </a:lnTo>
                <a:lnTo>
                  <a:pt x="652272" y="27432"/>
                </a:lnTo>
                <a:close/>
              </a:path>
              <a:path w="7210425" h="3703320">
                <a:moveTo>
                  <a:pt x="1046988" y="458711"/>
                </a:moveTo>
                <a:lnTo>
                  <a:pt x="923544" y="448043"/>
                </a:lnTo>
                <a:lnTo>
                  <a:pt x="915924" y="448043"/>
                </a:lnTo>
                <a:lnTo>
                  <a:pt x="909828" y="452615"/>
                </a:lnTo>
                <a:lnTo>
                  <a:pt x="908304" y="460235"/>
                </a:lnTo>
                <a:lnTo>
                  <a:pt x="908304" y="469379"/>
                </a:lnTo>
                <a:lnTo>
                  <a:pt x="912876" y="475475"/>
                </a:lnTo>
                <a:lnTo>
                  <a:pt x="922020" y="476999"/>
                </a:lnTo>
                <a:lnTo>
                  <a:pt x="968362" y="480568"/>
                </a:lnTo>
                <a:lnTo>
                  <a:pt x="429768" y="733031"/>
                </a:lnTo>
                <a:lnTo>
                  <a:pt x="441960" y="758939"/>
                </a:lnTo>
                <a:lnTo>
                  <a:pt x="980109" y="506679"/>
                </a:lnTo>
                <a:lnTo>
                  <a:pt x="954024" y="544055"/>
                </a:lnTo>
                <a:lnTo>
                  <a:pt x="949452" y="551675"/>
                </a:lnTo>
                <a:lnTo>
                  <a:pt x="950976" y="559295"/>
                </a:lnTo>
                <a:lnTo>
                  <a:pt x="963168" y="568439"/>
                </a:lnTo>
                <a:lnTo>
                  <a:pt x="972312" y="566915"/>
                </a:lnTo>
                <a:lnTo>
                  <a:pt x="976884" y="560819"/>
                </a:lnTo>
                <a:lnTo>
                  <a:pt x="1046988" y="458711"/>
                </a:lnTo>
                <a:close/>
              </a:path>
              <a:path w="7210425" h="3703320">
                <a:moveTo>
                  <a:pt x="7210044" y="1318260"/>
                </a:moveTo>
                <a:lnTo>
                  <a:pt x="7200900" y="1318260"/>
                </a:lnTo>
                <a:lnTo>
                  <a:pt x="7200900" y="1327404"/>
                </a:lnTo>
                <a:lnTo>
                  <a:pt x="7200900" y="3694176"/>
                </a:lnTo>
                <a:lnTo>
                  <a:pt x="1557528" y="3694176"/>
                </a:lnTo>
                <a:lnTo>
                  <a:pt x="1557528" y="1327404"/>
                </a:lnTo>
                <a:lnTo>
                  <a:pt x="7200900" y="1327404"/>
                </a:lnTo>
                <a:lnTo>
                  <a:pt x="7200900" y="1318260"/>
                </a:lnTo>
                <a:lnTo>
                  <a:pt x="1546860" y="1318260"/>
                </a:lnTo>
                <a:lnTo>
                  <a:pt x="1546860" y="3703320"/>
                </a:lnTo>
                <a:lnTo>
                  <a:pt x="7210044" y="3703320"/>
                </a:lnTo>
                <a:lnTo>
                  <a:pt x="7210044" y="3698748"/>
                </a:lnTo>
                <a:lnTo>
                  <a:pt x="7210044" y="3694176"/>
                </a:lnTo>
                <a:lnTo>
                  <a:pt x="7210044" y="1327404"/>
                </a:lnTo>
                <a:lnTo>
                  <a:pt x="7210044" y="1322832"/>
                </a:lnTo>
                <a:lnTo>
                  <a:pt x="7210044" y="13182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128027" y="5353344"/>
            <a:ext cx="19310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Phase</a:t>
            </a:r>
            <a:r>
              <a:rPr sz="2000" spc="-5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difference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24579" y="5609987"/>
            <a:ext cx="5559425" cy="68389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0"/>
              </a:spcBef>
              <a:tabLst>
                <a:tab pos="3215640" algn="l"/>
              </a:tabLst>
            </a:pPr>
            <a:r>
              <a:rPr sz="1800" dirty="0">
                <a:solidFill>
                  <a:srgbClr val="FF3300"/>
                </a:solidFill>
                <a:latin typeface="Microsoft Sans Serif"/>
                <a:cs typeface="Microsoft Sans Serif"/>
              </a:rPr>
              <a:t>The</a:t>
            </a:r>
            <a:r>
              <a:rPr sz="1800" spc="-1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3300"/>
                </a:solidFill>
                <a:latin typeface="Microsoft Sans Serif"/>
                <a:cs typeface="Microsoft Sans Serif"/>
              </a:rPr>
              <a:t>two</a:t>
            </a:r>
            <a:r>
              <a:rPr sz="1800" spc="2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3300"/>
                </a:solidFill>
                <a:latin typeface="Microsoft Sans Serif"/>
                <a:cs typeface="Microsoft Sans Serif"/>
              </a:rPr>
              <a:t>sources are</a:t>
            </a:r>
            <a:r>
              <a:rPr sz="1800" spc="-1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3300"/>
                </a:solidFill>
                <a:latin typeface="Microsoft Sans Serif"/>
                <a:cs typeface="Microsoft Sans Serif"/>
              </a:rPr>
              <a:t>in</a:t>
            </a:r>
            <a:r>
              <a:rPr sz="1800" spc="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3300"/>
                </a:solidFill>
                <a:latin typeface="Microsoft Sans Serif"/>
                <a:cs typeface="Microsoft Sans Serif"/>
              </a:rPr>
              <a:t>phase.</a:t>
            </a:r>
            <a:r>
              <a:rPr sz="1800" dirty="0">
                <a:solidFill>
                  <a:srgbClr val="FF3300"/>
                </a:solidFill>
                <a:latin typeface="Microsoft Sans Serif"/>
                <a:cs typeface="Microsoft Sans Serif"/>
              </a:rPr>
              <a:t>	</a:t>
            </a:r>
            <a:r>
              <a:rPr sz="3000" baseline="-5555" dirty="0">
                <a:solidFill>
                  <a:srgbClr val="009900"/>
                </a:solidFill>
                <a:latin typeface="Microsoft Sans Serif"/>
                <a:cs typeface="Microsoft Sans Serif"/>
              </a:rPr>
              <a:t>between</a:t>
            </a:r>
            <a:r>
              <a:rPr sz="3000" spc="-22" baseline="-5555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3000" baseline="-5555" dirty="0">
                <a:solidFill>
                  <a:srgbClr val="009900"/>
                </a:solidFill>
                <a:latin typeface="Microsoft Sans Serif"/>
                <a:cs typeface="Microsoft Sans Serif"/>
              </a:rPr>
              <a:t>wave</a:t>
            </a:r>
            <a:r>
              <a:rPr sz="3000" spc="-22" baseline="-5555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3000" baseline="-5555" dirty="0">
                <a:solidFill>
                  <a:srgbClr val="009900"/>
                </a:solidFill>
                <a:latin typeface="Microsoft Sans Serif"/>
                <a:cs typeface="Microsoft Sans Serif"/>
              </a:rPr>
              <a:t>1</a:t>
            </a:r>
            <a:r>
              <a:rPr sz="3000" spc="7" baseline="-5555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3000" spc="-37" baseline="-5555" dirty="0">
                <a:solidFill>
                  <a:srgbClr val="009900"/>
                </a:solidFill>
                <a:latin typeface="Microsoft Sans Serif"/>
                <a:cs typeface="Microsoft Sans Serif"/>
              </a:rPr>
              <a:t>and</a:t>
            </a:r>
            <a:endParaRPr sz="3000" baseline="-5555">
              <a:latin typeface="Microsoft Sans Serif"/>
              <a:cs typeface="Microsoft Sans Serif"/>
            </a:endParaRPr>
          </a:p>
          <a:p>
            <a:pPr marL="3215640">
              <a:lnSpc>
                <a:spcPct val="100000"/>
              </a:lnSpc>
              <a:spcBef>
                <a:spcPts val="190"/>
              </a:spcBef>
            </a:pP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wave</a:t>
            </a:r>
            <a:r>
              <a:rPr sz="2000" spc="-20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009900"/>
                </a:solidFill>
                <a:latin typeface="Microsoft Sans Serif"/>
                <a:cs typeface="Microsoft Sans Serif"/>
              </a:rPr>
              <a:t>2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031259" y="5821226"/>
            <a:ext cx="24936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Path</a:t>
            </a:r>
            <a:r>
              <a:rPr sz="2000" spc="-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length</a:t>
            </a:r>
            <a:r>
              <a:rPr sz="2000" spc="-2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difference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729167" y="6125941"/>
            <a:ext cx="10039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3333CC"/>
                </a:solidFill>
                <a:latin typeface="Cambria"/>
                <a:cs typeface="Cambria"/>
              </a:rPr>
              <a:t>∆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L=</a:t>
            </a:r>
            <a:r>
              <a:rPr sz="2000" spc="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L</a:t>
            </a:r>
            <a:r>
              <a:rPr sz="2000" spc="23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-</a:t>
            </a:r>
            <a:r>
              <a:rPr sz="2000" spc="-50" dirty="0">
                <a:solidFill>
                  <a:srgbClr val="3333CC"/>
                </a:solidFill>
                <a:latin typeface="Microsoft Sans Serif"/>
                <a:cs typeface="Microsoft Sans Serif"/>
              </a:rPr>
              <a:t>L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384497" y="6273786"/>
            <a:ext cx="44132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34010" algn="l"/>
              </a:tabLst>
            </a:pPr>
            <a:r>
              <a:rPr sz="1300" spc="-50" dirty="0">
                <a:solidFill>
                  <a:srgbClr val="3333CC"/>
                </a:solidFill>
                <a:latin typeface="Microsoft Sans Serif"/>
                <a:cs typeface="Microsoft Sans Serif"/>
              </a:rPr>
              <a:t>2</a:t>
            </a:r>
            <a:r>
              <a:rPr sz="1300" dirty="0">
                <a:solidFill>
                  <a:srgbClr val="3333CC"/>
                </a:solidFill>
                <a:latin typeface="Microsoft Sans Serif"/>
                <a:cs typeface="Microsoft Sans Serif"/>
              </a:rPr>
              <a:t>	</a:t>
            </a:r>
            <a:r>
              <a:rPr sz="1300" spc="-50" dirty="0">
                <a:solidFill>
                  <a:srgbClr val="3333CC"/>
                </a:solidFill>
                <a:latin typeface="Microsoft Sans Serif"/>
                <a:cs typeface="Microsoft Sans Serif"/>
              </a:rPr>
              <a:t>1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955792" y="5108448"/>
            <a:ext cx="1949450" cy="655320"/>
            <a:chOff x="5955792" y="5108448"/>
            <a:chExt cx="1949450" cy="655320"/>
          </a:xfrm>
        </p:grpSpPr>
        <p:sp>
          <p:nvSpPr>
            <p:cNvPr id="26" name="object 26"/>
            <p:cNvSpPr/>
            <p:nvPr/>
          </p:nvSpPr>
          <p:spPr>
            <a:xfrm>
              <a:off x="5955792" y="5108448"/>
              <a:ext cx="401320" cy="297180"/>
            </a:xfrm>
            <a:custGeom>
              <a:avLst/>
              <a:gdLst/>
              <a:ahLst/>
              <a:cxnLst/>
              <a:rect l="l" t="t" r="r" b="b"/>
              <a:pathLst>
                <a:path w="401320" h="297179">
                  <a:moveTo>
                    <a:pt x="4571" y="297180"/>
                  </a:moveTo>
                  <a:lnTo>
                    <a:pt x="0" y="288035"/>
                  </a:lnTo>
                  <a:lnTo>
                    <a:pt x="394715" y="0"/>
                  </a:lnTo>
                  <a:lnTo>
                    <a:pt x="400811" y="7619"/>
                  </a:lnTo>
                  <a:lnTo>
                    <a:pt x="4571" y="29718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071360" y="5145023"/>
              <a:ext cx="833755" cy="619125"/>
            </a:xfrm>
            <a:custGeom>
              <a:avLst/>
              <a:gdLst/>
              <a:ahLst/>
              <a:cxnLst/>
              <a:rect l="l" t="t" r="r" b="b"/>
              <a:pathLst>
                <a:path w="833754" h="619125">
                  <a:moveTo>
                    <a:pt x="829055" y="618744"/>
                  </a:moveTo>
                  <a:lnTo>
                    <a:pt x="0" y="7620"/>
                  </a:lnTo>
                  <a:lnTo>
                    <a:pt x="6095" y="0"/>
                  </a:lnTo>
                  <a:lnTo>
                    <a:pt x="833627" y="611124"/>
                  </a:lnTo>
                  <a:lnTo>
                    <a:pt x="829055" y="61874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667448" y="1710948"/>
            <a:ext cx="790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Wave</a:t>
            </a:r>
            <a:r>
              <a:rPr sz="1800" spc="-90" dirty="0">
                <a:latin typeface="Microsoft Sans Serif"/>
                <a:cs typeface="Microsoft Sans Serif"/>
              </a:rPr>
              <a:t> </a:t>
            </a:r>
            <a:r>
              <a:rPr sz="1800" spc="-50" dirty="0">
                <a:latin typeface="Microsoft Sans Serif"/>
                <a:cs typeface="Microsoft Sans Serif"/>
              </a:rPr>
              <a:t>1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388295" y="2468407"/>
            <a:ext cx="790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Wave</a:t>
            </a:r>
            <a:r>
              <a:rPr sz="1800" spc="-90" dirty="0">
                <a:latin typeface="Microsoft Sans Serif"/>
                <a:cs typeface="Microsoft Sans Serif"/>
              </a:rPr>
              <a:t> </a:t>
            </a:r>
            <a:r>
              <a:rPr sz="1800" spc="-50" dirty="0">
                <a:latin typeface="Microsoft Sans Serif"/>
                <a:cs typeface="Microsoft Sans Serif"/>
              </a:rPr>
              <a:t>2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15346" y="439952"/>
            <a:ext cx="7404100" cy="8870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315"/>
              </a:lnSpc>
              <a:spcBef>
                <a:spcPts val="95"/>
              </a:spcBef>
            </a:pP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17-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4 </a:t>
            </a: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Interference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ts val="2195"/>
              </a:lnSpc>
            </a:pP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Phase</a:t>
            </a:r>
            <a:r>
              <a:rPr sz="2200" b="1" spc="-4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difference</a:t>
            </a:r>
            <a:r>
              <a:rPr sz="2200" b="1" spc="-4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and</a:t>
            </a:r>
            <a:r>
              <a:rPr sz="2200" b="1" spc="-5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path</a:t>
            </a:r>
            <a:r>
              <a:rPr sz="2200" b="1" spc="-5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length</a:t>
            </a:r>
            <a:r>
              <a:rPr sz="2200" b="1" spc="-4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E10000"/>
                </a:solidFill>
                <a:latin typeface="Arial"/>
                <a:cs typeface="Arial"/>
              </a:rPr>
              <a:t>difference</a:t>
            </a:r>
            <a:endParaRPr sz="2200">
              <a:latin typeface="Arial"/>
              <a:cs typeface="Arial"/>
            </a:endParaRPr>
          </a:p>
          <a:p>
            <a:pPr marR="5080" algn="r">
              <a:lnSpc>
                <a:spcPts val="2280"/>
              </a:lnSpc>
            </a:pPr>
            <a:r>
              <a:rPr sz="2000" spc="-50" dirty="0">
                <a:latin typeface="Microsoft Sans Serif"/>
                <a:cs typeface="Microsoft Sans Serif"/>
              </a:rPr>
              <a:t>P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2479" y="370331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2852" y="6819900"/>
                </a:moveTo>
                <a:lnTo>
                  <a:pt x="3048" y="6819900"/>
                </a:lnTo>
                <a:lnTo>
                  <a:pt x="0" y="6816851"/>
                </a:lnTo>
                <a:lnTo>
                  <a:pt x="0" y="3048"/>
                </a:lnTo>
                <a:lnTo>
                  <a:pt x="3048" y="0"/>
                </a:lnTo>
                <a:lnTo>
                  <a:pt x="9102852" y="0"/>
                </a:lnTo>
                <a:lnTo>
                  <a:pt x="9105900" y="3048"/>
                </a:lnTo>
                <a:lnTo>
                  <a:pt x="9105900" y="6096"/>
                </a:ln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lnTo>
                  <a:pt x="12192" y="6807708"/>
                </a:lnTo>
                <a:lnTo>
                  <a:pt x="6096" y="6807708"/>
                </a:lnTo>
                <a:lnTo>
                  <a:pt x="12192" y="6813803"/>
                </a:lnTo>
                <a:lnTo>
                  <a:pt x="9105900" y="6813803"/>
                </a:lnTo>
                <a:lnTo>
                  <a:pt x="9105900" y="6816851"/>
                </a:lnTo>
                <a:lnTo>
                  <a:pt x="9102852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close/>
              </a:path>
              <a:path w="9105900" h="6819900">
                <a:moveTo>
                  <a:pt x="9093707" y="12192"/>
                </a:moveTo>
                <a:lnTo>
                  <a:pt x="12192" y="12192"/>
                </a:lnTo>
                <a:lnTo>
                  <a:pt x="12192" y="6096"/>
                </a:lnTo>
                <a:lnTo>
                  <a:pt x="9093707" y="6096"/>
                </a:lnTo>
                <a:lnTo>
                  <a:pt x="9093707" y="12192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9093707" y="6096"/>
                </a:lnTo>
                <a:lnTo>
                  <a:pt x="9099804" y="12192"/>
                </a:lnTo>
                <a:lnTo>
                  <a:pt x="9105900" y="12192"/>
                </a:lnTo>
                <a:lnTo>
                  <a:pt x="9105900" y="6807708"/>
                </a:lnTo>
                <a:lnTo>
                  <a:pt x="9099804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12192"/>
                </a:moveTo>
                <a:lnTo>
                  <a:pt x="9099804" y="12192"/>
                </a:lnTo>
                <a:lnTo>
                  <a:pt x="9093707" y="6096"/>
                </a:lnTo>
                <a:lnTo>
                  <a:pt x="9105900" y="6096"/>
                </a:lnTo>
                <a:lnTo>
                  <a:pt x="9105900" y="12192"/>
                </a:lnTo>
                <a:close/>
              </a:path>
              <a:path w="9105900" h="6819900">
                <a:moveTo>
                  <a:pt x="12192" y="6813803"/>
                </a:moveTo>
                <a:lnTo>
                  <a:pt x="6096" y="6807708"/>
                </a:lnTo>
                <a:lnTo>
                  <a:pt x="12192" y="6807708"/>
                </a:lnTo>
                <a:lnTo>
                  <a:pt x="12192" y="6813803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12192" y="6813803"/>
                </a:lnTo>
                <a:lnTo>
                  <a:pt x="12192" y="6807708"/>
                </a:lnTo>
                <a:lnTo>
                  <a:pt x="9093707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6813803"/>
                </a:moveTo>
                <a:lnTo>
                  <a:pt x="9093707" y="6813803"/>
                </a:lnTo>
                <a:lnTo>
                  <a:pt x="9099804" y="6807708"/>
                </a:lnTo>
                <a:lnTo>
                  <a:pt x="9105900" y="6807708"/>
                </a:lnTo>
                <a:lnTo>
                  <a:pt x="9105900" y="6813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415795" y="1182624"/>
            <a:ext cx="6655434" cy="3179445"/>
            <a:chOff x="1415795" y="1182624"/>
            <a:chExt cx="6655434" cy="31794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15795" y="3378708"/>
              <a:ext cx="152400" cy="1539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15795" y="4207763"/>
              <a:ext cx="152400" cy="1539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68995" y="1182624"/>
              <a:ext cx="102108" cy="10210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8935" y="1214627"/>
              <a:ext cx="6560820" cy="3078480"/>
            </a:xfrm>
            <a:custGeom>
              <a:avLst/>
              <a:gdLst/>
              <a:ahLst/>
              <a:cxnLst/>
              <a:rect l="l" t="t" r="r" b="b"/>
              <a:pathLst>
                <a:path w="6560820" h="3078479">
                  <a:moveTo>
                    <a:pt x="76200" y="3046476"/>
                  </a:moveTo>
                  <a:lnTo>
                    <a:pt x="68580" y="3029712"/>
                  </a:lnTo>
                  <a:lnTo>
                    <a:pt x="0" y="3061716"/>
                  </a:lnTo>
                  <a:lnTo>
                    <a:pt x="7620" y="3078480"/>
                  </a:lnTo>
                  <a:lnTo>
                    <a:pt x="76200" y="3046476"/>
                  </a:lnTo>
                  <a:close/>
                </a:path>
                <a:path w="6560820" h="3078479">
                  <a:moveTo>
                    <a:pt x="89928" y="2221992"/>
                  </a:moveTo>
                  <a:lnTo>
                    <a:pt x="83832" y="2203704"/>
                  </a:lnTo>
                  <a:lnTo>
                    <a:pt x="10680" y="2229612"/>
                  </a:lnTo>
                  <a:lnTo>
                    <a:pt x="16776" y="2246376"/>
                  </a:lnTo>
                  <a:lnTo>
                    <a:pt x="89928" y="2221992"/>
                  </a:lnTo>
                  <a:close/>
                </a:path>
                <a:path w="6560820" h="3078479">
                  <a:moveTo>
                    <a:pt x="198120" y="2990088"/>
                  </a:moveTo>
                  <a:lnTo>
                    <a:pt x="188976" y="2973324"/>
                  </a:lnTo>
                  <a:lnTo>
                    <a:pt x="120396" y="3005328"/>
                  </a:lnTo>
                  <a:lnTo>
                    <a:pt x="128016" y="3022092"/>
                  </a:lnTo>
                  <a:lnTo>
                    <a:pt x="198120" y="2990088"/>
                  </a:lnTo>
                  <a:close/>
                </a:path>
                <a:path w="6560820" h="3078479">
                  <a:moveTo>
                    <a:pt x="214896" y="2179320"/>
                  </a:moveTo>
                  <a:lnTo>
                    <a:pt x="208800" y="2161032"/>
                  </a:lnTo>
                  <a:lnTo>
                    <a:pt x="137172" y="2185416"/>
                  </a:lnTo>
                  <a:lnTo>
                    <a:pt x="143268" y="2203704"/>
                  </a:lnTo>
                  <a:lnTo>
                    <a:pt x="214896" y="2179320"/>
                  </a:lnTo>
                  <a:close/>
                </a:path>
                <a:path w="6560820" h="3078479">
                  <a:moveTo>
                    <a:pt x="318516" y="2933700"/>
                  </a:moveTo>
                  <a:lnTo>
                    <a:pt x="310896" y="2916936"/>
                  </a:lnTo>
                  <a:lnTo>
                    <a:pt x="240792" y="2948940"/>
                  </a:lnTo>
                  <a:lnTo>
                    <a:pt x="249936" y="2965704"/>
                  </a:lnTo>
                  <a:lnTo>
                    <a:pt x="318516" y="2933700"/>
                  </a:lnTo>
                  <a:close/>
                </a:path>
                <a:path w="6560820" h="3078479">
                  <a:moveTo>
                    <a:pt x="341388" y="2136648"/>
                  </a:moveTo>
                  <a:lnTo>
                    <a:pt x="335292" y="2118360"/>
                  </a:lnTo>
                  <a:lnTo>
                    <a:pt x="263664" y="2142744"/>
                  </a:lnTo>
                  <a:lnTo>
                    <a:pt x="269760" y="2161032"/>
                  </a:lnTo>
                  <a:lnTo>
                    <a:pt x="341388" y="2136648"/>
                  </a:lnTo>
                  <a:close/>
                </a:path>
                <a:path w="6560820" h="3078479">
                  <a:moveTo>
                    <a:pt x="438912" y="2877312"/>
                  </a:moveTo>
                  <a:lnTo>
                    <a:pt x="431292" y="2860548"/>
                  </a:lnTo>
                  <a:lnTo>
                    <a:pt x="362712" y="2892552"/>
                  </a:lnTo>
                  <a:lnTo>
                    <a:pt x="370332" y="2909316"/>
                  </a:lnTo>
                  <a:lnTo>
                    <a:pt x="438912" y="2877312"/>
                  </a:lnTo>
                  <a:close/>
                </a:path>
                <a:path w="6560820" h="3078479">
                  <a:moveTo>
                    <a:pt x="467880" y="2092452"/>
                  </a:moveTo>
                  <a:lnTo>
                    <a:pt x="461784" y="2074164"/>
                  </a:lnTo>
                  <a:lnTo>
                    <a:pt x="390156" y="2100072"/>
                  </a:lnTo>
                  <a:lnTo>
                    <a:pt x="396252" y="2116836"/>
                  </a:lnTo>
                  <a:lnTo>
                    <a:pt x="467880" y="2092452"/>
                  </a:lnTo>
                  <a:close/>
                </a:path>
                <a:path w="6560820" h="3078479">
                  <a:moveTo>
                    <a:pt x="559308" y="2820924"/>
                  </a:moveTo>
                  <a:lnTo>
                    <a:pt x="551688" y="2804160"/>
                  </a:lnTo>
                  <a:lnTo>
                    <a:pt x="483108" y="2836164"/>
                  </a:lnTo>
                  <a:lnTo>
                    <a:pt x="490728" y="2852928"/>
                  </a:lnTo>
                  <a:lnTo>
                    <a:pt x="559308" y="2820924"/>
                  </a:lnTo>
                  <a:close/>
                </a:path>
                <a:path w="6560820" h="3078479">
                  <a:moveTo>
                    <a:pt x="594372" y="2049780"/>
                  </a:moveTo>
                  <a:lnTo>
                    <a:pt x="588276" y="2031492"/>
                  </a:lnTo>
                  <a:lnTo>
                    <a:pt x="515124" y="2055876"/>
                  </a:lnTo>
                  <a:lnTo>
                    <a:pt x="521220" y="2074164"/>
                  </a:lnTo>
                  <a:lnTo>
                    <a:pt x="594372" y="2049780"/>
                  </a:lnTo>
                  <a:close/>
                </a:path>
                <a:path w="6560820" h="3078479">
                  <a:moveTo>
                    <a:pt x="681228" y="2764536"/>
                  </a:moveTo>
                  <a:lnTo>
                    <a:pt x="672084" y="2747772"/>
                  </a:lnTo>
                  <a:lnTo>
                    <a:pt x="603504" y="2779776"/>
                  </a:lnTo>
                  <a:lnTo>
                    <a:pt x="611124" y="2796540"/>
                  </a:lnTo>
                  <a:lnTo>
                    <a:pt x="681228" y="2764536"/>
                  </a:lnTo>
                  <a:close/>
                </a:path>
                <a:path w="6560820" h="3078479">
                  <a:moveTo>
                    <a:pt x="720864" y="2007108"/>
                  </a:moveTo>
                  <a:lnTo>
                    <a:pt x="714768" y="1988820"/>
                  </a:lnTo>
                  <a:lnTo>
                    <a:pt x="641616" y="2013204"/>
                  </a:lnTo>
                  <a:lnTo>
                    <a:pt x="647712" y="2031492"/>
                  </a:lnTo>
                  <a:lnTo>
                    <a:pt x="720864" y="2007108"/>
                  </a:lnTo>
                  <a:close/>
                </a:path>
                <a:path w="6560820" h="3078479">
                  <a:moveTo>
                    <a:pt x="801624" y="2708160"/>
                  </a:moveTo>
                  <a:lnTo>
                    <a:pt x="794004" y="2691396"/>
                  </a:lnTo>
                  <a:lnTo>
                    <a:pt x="723900" y="2723400"/>
                  </a:lnTo>
                  <a:lnTo>
                    <a:pt x="733044" y="2740164"/>
                  </a:lnTo>
                  <a:lnTo>
                    <a:pt x="801624" y="2708160"/>
                  </a:lnTo>
                  <a:close/>
                </a:path>
                <a:path w="6560820" h="3078479">
                  <a:moveTo>
                    <a:pt x="845832" y="1962912"/>
                  </a:moveTo>
                  <a:lnTo>
                    <a:pt x="839736" y="1944624"/>
                  </a:lnTo>
                  <a:lnTo>
                    <a:pt x="768108" y="1970532"/>
                  </a:lnTo>
                  <a:lnTo>
                    <a:pt x="774204" y="1987296"/>
                  </a:lnTo>
                  <a:lnTo>
                    <a:pt x="845832" y="1962912"/>
                  </a:lnTo>
                  <a:close/>
                </a:path>
                <a:path w="6560820" h="3078479">
                  <a:moveTo>
                    <a:pt x="922020" y="2651772"/>
                  </a:moveTo>
                  <a:lnTo>
                    <a:pt x="914412" y="2635008"/>
                  </a:lnTo>
                  <a:lnTo>
                    <a:pt x="845820" y="2667012"/>
                  </a:lnTo>
                  <a:lnTo>
                    <a:pt x="853440" y="2683776"/>
                  </a:lnTo>
                  <a:lnTo>
                    <a:pt x="922020" y="2651772"/>
                  </a:lnTo>
                  <a:close/>
                </a:path>
                <a:path w="6560820" h="3078479">
                  <a:moveTo>
                    <a:pt x="972324" y="1920240"/>
                  </a:moveTo>
                  <a:lnTo>
                    <a:pt x="966228" y="1901952"/>
                  </a:lnTo>
                  <a:lnTo>
                    <a:pt x="894600" y="1926336"/>
                  </a:lnTo>
                  <a:lnTo>
                    <a:pt x="900696" y="1944624"/>
                  </a:lnTo>
                  <a:lnTo>
                    <a:pt x="972324" y="1920240"/>
                  </a:lnTo>
                  <a:close/>
                </a:path>
                <a:path w="6560820" h="3078479">
                  <a:moveTo>
                    <a:pt x="1043940" y="2595384"/>
                  </a:moveTo>
                  <a:lnTo>
                    <a:pt x="1034796" y="2578620"/>
                  </a:lnTo>
                  <a:lnTo>
                    <a:pt x="966216" y="2610624"/>
                  </a:lnTo>
                  <a:lnTo>
                    <a:pt x="973848" y="2627388"/>
                  </a:lnTo>
                  <a:lnTo>
                    <a:pt x="1043940" y="2595384"/>
                  </a:lnTo>
                  <a:close/>
                </a:path>
                <a:path w="6560820" h="3078479">
                  <a:moveTo>
                    <a:pt x="1098816" y="1876044"/>
                  </a:moveTo>
                  <a:lnTo>
                    <a:pt x="1092720" y="1859280"/>
                  </a:lnTo>
                  <a:lnTo>
                    <a:pt x="1021092" y="1883664"/>
                  </a:lnTo>
                  <a:lnTo>
                    <a:pt x="1027188" y="1901952"/>
                  </a:lnTo>
                  <a:lnTo>
                    <a:pt x="1098816" y="1876044"/>
                  </a:lnTo>
                  <a:close/>
                </a:path>
                <a:path w="6560820" h="3078479">
                  <a:moveTo>
                    <a:pt x="1164336" y="2538996"/>
                  </a:moveTo>
                  <a:lnTo>
                    <a:pt x="1156728" y="2522232"/>
                  </a:lnTo>
                  <a:lnTo>
                    <a:pt x="1086612" y="2554236"/>
                  </a:lnTo>
                  <a:lnTo>
                    <a:pt x="1095768" y="2571000"/>
                  </a:lnTo>
                  <a:lnTo>
                    <a:pt x="1164336" y="2538996"/>
                  </a:lnTo>
                  <a:close/>
                </a:path>
                <a:path w="6560820" h="3078479">
                  <a:moveTo>
                    <a:pt x="1225308" y="1833372"/>
                  </a:moveTo>
                  <a:lnTo>
                    <a:pt x="1219212" y="1815084"/>
                  </a:lnTo>
                  <a:lnTo>
                    <a:pt x="1146060" y="1839468"/>
                  </a:lnTo>
                  <a:lnTo>
                    <a:pt x="1152156" y="1857756"/>
                  </a:lnTo>
                  <a:lnTo>
                    <a:pt x="1225308" y="1833372"/>
                  </a:lnTo>
                  <a:close/>
                </a:path>
                <a:path w="6560820" h="3078479">
                  <a:moveTo>
                    <a:pt x="1284732" y="2482608"/>
                  </a:moveTo>
                  <a:lnTo>
                    <a:pt x="1277112" y="2465844"/>
                  </a:lnTo>
                  <a:lnTo>
                    <a:pt x="1207008" y="2497848"/>
                  </a:lnTo>
                  <a:lnTo>
                    <a:pt x="1216164" y="2514612"/>
                  </a:lnTo>
                  <a:lnTo>
                    <a:pt x="1284732" y="2482608"/>
                  </a:lnTo>
                  <a:close/>
                </a:path>
                <a:path w="6560820" h="3078479">
                  <a:moveTo>
                    <a:pt x="1350264" y="1790700"/>
                  </a:moveTo>
                  <a:lnTo>
                    <a:pt x="1344168" y="1772412"/>
                  </a:lnTo>
                  <a:lnTo>
                    <a:pt x="1272540" y="1796796"/>
                  </a:lnTo>
                  <a:lnTo>
                    <a:pt x="1278636" y="1815084"/>
                  </a:lnTo>
                  <a:lnTo>
                    <a:pt x="1350264" y="1790700"/>
                  </a:lnTo>
                  <a:close/>
                </a:path>
                <a:path w="6560820" h="3078479">
                  <a:moveTo>
                    <a:pt x="1405128" y="2426220"/>
                  </a:moveTo>
                  <a:lnTo>
                    <a:pt x="1397520" y="2409456"/>
                  </a:lnTo>
                  <a:lnTo>
                    <a:pt x="1328940" y="2441460"/>
                  </a:lnTo>
                  <a:lnTo>
                    <a:pt x="1336560" y="2458224"/>
                  </a:lnTo>
                  <a:lnTo>
                    <a:pt x="1405128" y="2426220"/>
                  </a:lnTo>
                  <a:close/>
                </a:path>
                <a:path w="6560820" h="3078479">
                  <a:moveTo>
                    <a:pt x="1476756" y="1746504"/>
                  </a:moveTo>
                  <a:lnTo>
                    <a:pt x="1470660" y="1729740"/>
                  </a:lnTo>
                  <a:lnTo>
                    <a:pt x="1399032" y="1754124"/>
                  </a:lnTo>
                  <a:lnTo>
                    <a:pt x="1405128" y="1772412"/>
                  </a:lnTo>
                  <a:lnTo>
                    <a:pt x="1476756" y="1746504"/>
                  </a:lnTo>
                  <a:close/>
                </a:path>
                <a:path w="6560820" h="3078479">
                  <a:moveTo>
                    <a:pt x="1527048" y="2369820"/>
                  </a:moveTo>
                  <a:lnTo>
                    <a:pt x="1517904" y="2353056"/>
                  </a:lnTo>
                  <a:lnTo>
                    <a:pt x="1449324" y="2385060"/>
                  </a:lnTo>
                  <a:lnTo>
                    <a:pt x="1456944" y="2401824"/>
                  </a:lnTo>
                  <a:lnTo>
                    <a:pt x="1527048" y="2369820"/>
                  </a:lnTo>
                  <a:close/>
                </a:path>
                <a:path w="6560820" h="3078479">
                  <a:moveTo>
                    <a:pt x="1603248" y="1703832"/>
                  </a:moveTo>
                  <a:lnTo>
                    <a:pt x="1597152" y="1685544"/>
                  </a:lnTo>
                  <a:lnTo>
                    <a:pt x="1525524" y="1709928"/>
                  </a:lnTo>
                  <a:lnTo>
                    <a:pt x="1531620" y="1728216"/>
                  </a:lnTo>
                  <a:lnTo>
                    <a:pt x="1603248" y="1703832"/>
                  </a:lnTo>
                  <a:close/>
                </a:path>
                <a:path w="6560820" h="3078479">
                  <a:moveTo>
                    <a:pt x="1647444" y="2313432"/>
                  </a:moveTo>
                  <a:lnTo>
                    <a:pt x="1639836" y="2296668"/>
                  </a:lnTo>
                  <a:lnTo>
                    <a:pt x="1569720" y="2328672"/>
                  </a:lnTo>
                  <a:lnTo>
                    <a:pt x="1578864" y="2345436"/>
                  </a:lnTo>
                  <a:lnTo>
                    <a:pt x="1647444" y="2313432"/>
                  </a:lnTo>
                  <a:close/>
                </a:path>
                <a:path w="6560820" h="3078479">
                  <a:moveTo>
                    <a:pt x="1729740" y="1661160"/>
                  </a:moveTo>
                  <a:lnTo>
                    <a:pt x="1723644" y="1642872"/>
                  </a:lnTo>
                  <a:lnTo>
                    <a:pt x="1650492" y="1667256"/>
                  </a:lnTo>
                  <a:lnTo>
                    <a:pt x="1658112" y="1685544"/>
                  </a:lnTo>
                  <a:lnTo>
                    <a:pt x="1729740" y="1661160"/>
                  </a:lnTo>
                  <a:close/>
                </a:path>
                <a:path w="6560820" h="3078479">
                  <a:moveTo>
                    <a:pt x="1767840" y="2257044"/>
                  </a:moveTo>
                  <a:lnTo>
                    <a:pt x="1760220" y="2240280"/>
                  </a:lnTo>
                  <a:lnTo>
                    <a:pt x="1691640" y="2272284"/>
                  </a:lnTo>
                  <a:lnTo>
                    <a:pt x="1699272" y="2289048"/>
                  </a:lnTo>
                  <a:lnTo>
                    <a:pt x="1767840" y="2257044"/>
                  </a:lnTo>
                  <a:close/>
                </a:path>
                <a:path w="6560820" h="3078479">
                  <a:moveTo>
                    <a:pt x="1856232" y="1616964"/>
                  </a:moveTo>
                  <a:lnTo>
                    <a:pt x="1850136" y="1600200"/>
                  </a:lnTo>
                  <a:lnTo>
                    <a:pt x="1776984" y="1624584"/>
                  </a:lnTo>
                  <a:lnTo>
                    <a:pt x="1783080" y="1642872"/>
                  </a:lnTo>
                  <a:lnTo>
                    <a:pt x="1856232" y="1616964"/>
                  </a:lnTo>
                  <a:close/>
                </a:path>
                <a:path w="6560820" h="3078479">
                  <a:moveTo>
                    <a:pt x="1888236" y="2200656"/>
                  </a:moveTo>
                  <a:lnTo>
                    <a:pt x="1880628" y="2182368"/>
                  </a:lnTo>
                  <a:lnTo>
                    <a:pt x="1812036" y="2215896"/>
                  </a:lnTo>
                  <a:lnTo>
                    <a:pt x="1819668" y="2232660"/>
                  </a:lnTo>
                  <a:lnTo>
                    <a:pt x="1888236" y="2200656"/>
                  </a:lnTo>
                  <a:close/>
                </a:path>
                <a:path w="6560820" h="3078479">
                  <a:moveTo>
                    <a:pt x="1981200" y="1574292"/>
                  </a:moveTo>
                  <a:lnTo>
                    <a:pt x="1975104" y="1556004"/>
                  </a:lnTo>
                  <a:lnTo>
                    <a:pt x="1903476" y="1580388"/>
                  </a:lnTo>
                  <a:lnTo>
                    <a:pt x="1909572" y="1598676"/>
                  </a:lnTo>
                  <a:lnTo>
                    <a:pt x="1981200" y="1574292"/>
                  </a:lnTo>
                  <a:close/>
                </a:path>
                <a:path w="6560820" h="3078479">
                  <a:moveTo>
                    <a:pt x="2010168" y="2144268"/>
                  </a:moveTo>
                  <a:lnTo>
                    <a:pt x="2001012" y="2125980"/>
                  </a:lnTo>
                  <a:lnTo>
                    <a:pt x="1932432" y="2159508"/>
                  </a:lnTo>
                  <a:lnTo>
                    <a:pt x="1940064" y="2176272"/>
                  </a:lnTo>
                  <a:lnTo>
                    <a:pt x="2010168" y="2144268"/>
                  </a:lnTo>
                  <a:close/>
                </a:path>
                <a:path w="6560820" h="3078479">
                  <a:moveTo>
                    <a:pt x="2107704" y="1531620"/>
                  </a:moveTo>
                  <a:lnTo>
                    <a:pt x="2101608" y="1513332"/>
                  </a:lnTo>
                  <a:lnTo>
                    <a:pt x="2029980" y="1537716"/>
                  </a:lnTo>
                  <a:lnTo>
                    <a:pt x="2036076" y="1556004"/>
                  </a:lnTo>
                  <a:lnTo>
                    <a:pt x="2107704" y="1531620"/>
                  </a:lnTo>
                  <a:close/>
                </a:path>
                <a:path w="6560820" h="3078479">
                  <a:moveTo>
                    <a:pt x="2130564" y="2087880"/>
                  </a:moveTo>
                  <a:lnTo>
                    <a:pt x="2122932" y="2069592"/>
                  </a:lnTo>
                  <a:lnTo>
                    <a:pt x="2052840" y="2103120"/>
                  </a:lnTo>
                  <a:lnTo>
                    <a:pt x="2061984" y="2119884"/>
                  </a:lnTo>
                  <a:lnTo>
                    <a:pt x="2130564" y="2087880"/>
                  </a:lnTo>
                  <a:close/>
                </a:path>
                <a:path w="6560820" h="3078479">
                  <a:moveTo>
                    <a:pt x="2234196" y="1487424"/>
                  </a:moveTo>
                  <a:lnTo>
                    <a:pt x="2228100" y="1469136"/>
                  </a:lnTo>
                  <a:lnTo>
                    <a:pt x="2156472" y="1495044"/>
                  </a:lnTo>
                  <a:lnTo>
                    <a:pt x="2162568" y="1511808"/>
                  </a:lnTo>
                  <a:lnTo>
                    <a:pt x="2234196" y="1487424"/>
                  </a:lnTo>
                  <a:close/>
                </a:path>
                <a:path w="6560820" h="3078479">
                  <a:moveTo>
                    <a:pt x="2250960" y="2031492"/>
                  </a:moveTo>
                  <a:lnTo>
                    <a:pt x="2243340" y="2013204"/>
                  </a:lnTo>
                  <a:lnTo>
                    <a:pt x="2174760" y="2046732"/>
                  </a:lnTo>
                  <a:lnTo>
                    <a:pt x="2182380" y="2063496"/>
                  </a:lnTo>
                  <a:lnTo>
                    <a:pt x="2250960" y="2031492"/>
                  </a:lnTo>
                  <a:close/>
                </a:path>
                <a:path w="6560820" h="3078479">
                  <a:moveTo>
                    <a:pt x="2360688" y="1444752"/>
                  </a:moveTo>
                  <a:lnTo>
                    <a:pt x="2354592" y="1426464"/>
                  </a:lnTo>
                  <a:lnTo>
                    <a:pt x="2281440" y="1450848"/>
                  </a:lnTo>
                  <a:lnTo>
                    <a:pt x="2287536" y="1469136"/>
                  </a:lnTo>
                  <a:lnTo>
                    <a:pt x="2360688" y="1444752"/>
                  </a:lnTo>
                  <a:close/>
                </a:path>
                <a:path w="6560820" h="3078479">
                  <a:moveTo>
                    <a:pt x="2372880" y="1975104"/>
                  </a:moveTo>
                  <a:lnTo>
                    <a:pt x="2363736" y="1956816"/>
                  </a:lnTo>
                  <a:lnTo>
                    <a:pt x="2295156" y="1990344"/>
                  </a:lnTo>
                  <a:lnTo>
                    <a:pt x="2302776" y="2007108"/>
                  </a:lnTo>
                  <a:lnTo>
                    <a:pt x="2372880" y="1975104"/>
                  </a:lnTo>
                  <a:close/>
                </a:path>
                <a:path w="6560820" h="3078479">
                  <a:moveTo>
                    <a:pt x="2485656" y="1402080"/>
                  </a:moveTo>
                  <a:lnTo>
                    <a:pt x="2479560" y="1383792"/>
                  </a:lnTo>
                  <a:lnTo>
                    <a:pt x="2407932" y="1408176"/>
                  </a:lnTo>
                  <a:lnTo>
                    <a:pt x="2414028" y="1426464"/>
                  </a:lnTo>
                  <a:lnTo>
                    <a:pt x="2485656" y="1402080"/>
                  </a:lnTo>
                  <a:close/>
                </a:path>
                <a:path w="6560820" h="3078479">
                  <a:moveTo>
                    <a:pt x="2493276" y="1918716"/>
                  </a:moveTo>
                  <a:lnTo>
                    <a:pt x="2485656" y="1900428"/>
                  </a:lnTo>
                  <a:lnTo>
                    <a:pt x="2415552" y="1933956"/>
                  </a:lnTo>
                  <a:lnTo>
                    <a:pt x="2424696" y="1950720"/>
                  </a:lnTo>
                  <a:lnTo>
                    <a:pt x="2493276" y="1918716"/>
                  </a:lnTo>
                  <a:close/>
                </a:path>
                <a:path w="6560820" h="3078479">
                  <a:moveTo>
                    <a:pt x="2612148" y="1357884"/>
                  </a:moveTo>
                  <a:lnTo>
                    <a:pt x="2606052" y="1339596"/>
                  </a:lnTo>
                  <a:lnTo>
                    <a:pt x="2534424" y="1365504"/>
                  </a:lnTo>
                  <a:lnTo>
                    <a:pt x="2540520" y="1382268"/>
                  </a:lnTo>
                  <a:lnTo>
                    <a:pt x="2612148" y="1357884"/>
                  </a:lnTo>
                  <a:close/>
                </a:path>
                <a:path w="6560820" h="3078479">
                  <a:moveTo>
                    <a:pt x="2613672" y="1862328"/>
                  </a:moveTo>
                  <a:lnTo>
                    <a:pt x="2606052" y="1844040"/>
                  </a:lnTo>
                  <a:lnTo>
                    <a:pt x="2537472" y="1876044"/>
                  </a:lnTo>
                  <a:lnTo>
                    <a:pt x="2545092" y="1894332"/>
                  </a:lnTo>
                  <a:lnTo>
                    <a:pt x="2613672" y="1862328"/>
                  </a:lnTo>
                  <a:close/>
                </a:path>
                <a:path w="6560820" h="3078479">
                  <a:moveTo>
                    <a:pt x="2734068" y="1805940"/>
                  </a:moveTo>
                  <a:lnTo>
                    <a:pt x="2726448" y="1787652"/>
                  </a:lnTo>
                  <a:lnTo>
                    <a:pt x="2657868" y="1819656"/>
                  </a:lnTo>
                  <a:lnTo>
                    <a:pt x="2665488" y="1837944"/>
                  </a:lnTo>
                  <a:lnTo>
                    <a:pt x="2734068" y="1805940"/>
                  </a:lnTo>
                  <a:close/>
                </a:path>
                <a:path w="6560820" h="3078479">
                  <a:moveTo>
                    <a:pt x="2738640" y="1315212"/>
                  </a:moveTo>
                  <a:lnTo>
                    <a:pt x="2732544" y="1296924"/>
                  </a:lnTo>
                  <a:lnTo>
                    <a:pt x="2660916" y="1321308"/>
                  </a:lnTo>
                  <a:lnTo>
                    <a:pt x="2667012" y="1339596"/>
                  </a:lnTo>
                  <a:lnTo>
                    <a:pt x="2738640" y="1315212"/>
                  </a:lnTo>
                  <a:close/>
                </a:path>
                <a:path w="6560820" h="3078479">
                  <a:moveTo>
                    <a:pt x="2855988" y="1749552"/>
                  </a:moveTo>
                  <a:lnTo>
                    <a:pt x="2846844" y="1731264"/>
                  </a:lnTo>
                  <a:lnTo>
                    <a:pt x="2778264" y="1763268"/>
                  </a:lnTo>
                  <a:lnTo>
                    <a:pt x="2785884" y="1781556"/>
                  </a:lnTo>
                  <a:lnTo>
                    <a:pt x="2855988" y="1749552"/>
                  </a:lnTo>
                  <a:close/>
                </a:path>
                <a:path w="6560820" h="3078479">
                  <a:moveTo>
                    <a:pt x="2865120" y="1272540"/>
                  </a:moveTo>
                  <a:lnTo>
                    <a:pt x="2859024" y="1254252"/>
                  </a:lnTo>
                  <a:lnTo>
                    <a:pt x="2785872" y="1278636"/>
                  </a:lnTo>
                  <a:lnTo>
                    <a:pt x="2793492" y="1296924"/>
                  </a:lnTo>
                  <a:lnTo>
                    <a:pt x="2865120" y="1272540"/>
                  </a:lnTo>
                  <a:close/>
                </a:path>
                <a:path w="6560820" h="3078479">
                  <a:moveTo>
                    <a:pt x="2976384" y="1693176"/>
                  </a:moveTo>
                  <a:lnTo>
                    <a:pt x="2968764" y="1674888"/>
                  </a:lnTo>
                  <a:lnTo>
                    <a:pt x="2898660" y="1706892"/>
                  </a:lnTo>
                  <a:lnTo>
                    <a:pt x="2907804" y="1725180"/>
                  </a:lnTo>
                  <a:lnTo>
                    <a:pt x="2976384" y="1693176"/>
                  </a:lnTo>
                  <a:close/>
                </a:path>
                <a:path w="6560820" h="3078479">
                  <a:moveTo>
                    <a:pt x="2991612" y="1228344"/>
                  </a:moveTo>
                  <a:lnTo>
                    <a:pt x="2985516" y="1210056"/>
                  </a:lnTo>
                  <a:lnTo>
                    <a:pt x="2912364" y="1235964"/>
                  </a:lnTo>
                  <a:lnTo>
                    <a:pt x="2918460" y="1252728"/>
                  </a:lnTo>
                  <a:lnTo>
                    <a:pt x="2991612" y="1228344"/>
                  </a:lnTo>
                  <a:close/>
                </a:path>
                <a:path w="6560820" h="3078479">
                  <a:moveTo>
                    <a:pt x="3096780" y="1636788"/>
                  </a:moveTo>
                  <a:lnTo>
                    <a:pt x="3089160" y="1618500"/>
                  </a:lnTo>
                  <a:lnTo>
                    <a:pt x="3020580" y="1650504"/>
                  </a:lnTo>
                  <a:lnTo>
                    <a:pt x="3028200" y="1668792"/>
                  </a:lnTo>
                  <a:lnTo>
                    <a:pt x="3096780" y="1636788"/>
                  </a:lnTo>
                  <a:close/>
                </a:path>
                <a:path w="6560820" h="3078479">
                  <a:moveTo>
                    <a:pt x="3116580" y="1185672"/>
                  </a:moveTo>
                  <a:lnTo>
                    <a:pt x="3110484" y="1167384"/>
                  </a:lnTo>
                  <a:lnTo>
                    <a:pt x="3038856" y="1191768"/>
                  </a:lnTo>
                  <a:lnTo>
                    <a:pt x="3044952" y="1210056"/>
                  </a:lnTo>
                  <a:lnTo>
                    <a:pt x="3116580" y="1185672"/>
                  </a:lnTo>
                  <a:close/>
                </a:path>
                <a:path w="6560820" h="3078479">
                  <a:moveTo>
                    <a:pt x="3218700" y="1580400"/>
                  </a:moveTo>
                  <a:lnTo>
                    <a:pt x="3209556" y="1562112"/>
                  </a:lnTo>
                  <a:lnTo>
                    <a:pt x="3140976" y="1594116"/>
                  </a:lnTo>
                  <a:lnTo>
                    <a:pt x="3148596" y="1612404"/>
                  </a:lnTo>
                  <a:lnTo>
                    <a:pt x="3218700" y="1580400"/>
                  </a:lnTo>
                  <a:close/>
                </a:path>
                <a:path w="6560820" h="3078479">
                  <a:moveTo>
                    <a:pt x="3243072" y="1141476"/>
                  </a:moveTo>
                  <a:lnTo>
                    <a:pt x="3236976" y="1124712"/>
                  </a:lnTo>
                  <a:lnTo>
                    <a:pt x="3165348" y="1149096"/>
                  </a:lnTo>
                  <a:lnTo>
                    <a:pt x="3171444" y="1167384"/>
                  </a:lnTo>
                  <a:lnTo>
                    <a:pt x="3243072" y="1141476"/>
                  </a:lnTo>
                  <a:close/>
                </a:path>
                <a:path w="6560820" h="3078479">
                  <a:moveTo>
                    <a:pt x="3339096" y="1522488"/>
                  </a:moveTo>
                  <a:lnTo>
                    <a:pt x="3331476" y="1505724"/>
                  </a:lnTo>
                  <a:lnTo>
                    <a:pt x="3261372" y="1537728"/>
                  </a:lnTo>
                  <a:lnTo>
                    <a:pt x="3270516" y="1556016"/>
                  </a:lnTo>
                  <a:lnTo>
                    <a:pt x="3339096" y="1522488"/>
                  </a:lnTo>
                  <a:close/>
                </a:path>
                <a:path w="6560820" h="3078479">
                  <a:moveTo>
                    <a:pt x="3369564" y="1098804"/>
                  </a:moveTo>
                  <a:lnTo>
                    <a:pt x="3363468" y="1080516"/>
                  </a:lnTo>
                  <a:lnTo>
                    <a:pt x="3291840" y="1104900"/>
                  </a:lnTo>
                  <a:lnTo>
                    <a:pt x="3297936" y="1123188"/>
                  </a:lnTo>
                  <a:lnTo>
                    <a:pt x="3369564" y="1098804"/>
                  </a:lnTo>
                  <a:close/>
                </a:path>
                <a:path w="6560820" h="3078479">
                  <a:moveTo>
                    <a:pt x="3459492" y="1466100"/>
                  </a:moveTo>
                  <a:lnTo>
                    <a:pt x="3451872" y="1449336"/>
                  </a:lnTo>
                  <a:lnTo>
                    <a:pt x="3383292" y="1481340"/>
                  </a:lnTo>
                  <a:lnTo>
                    <a:pt x="3390912" y="1499628"/>
                  </a:lnTo>
                  <a:lnTo>
                    <a:pt x="3459492" y="1466100"/>
                  </a:lnTo>
                  <a:close/>
                </a:path>
                <a:path w="6560820" h="3078479">
                  <a:moveTo>
                    <a:pt x="3496056" y="1056132"/>
                  </a:moveTo>
                  <a:lnTo>
                    <a:pt x="3489960" y="1037844"/>
                  </a:lnTo>
                  <a:lnTo>
                    <a:pt x="3416808" y="1062228"/>
                  </a:lnTo>
                  <a:lnTo>
                    <a:pt x="3422904" y="1080516"/>
                  </a:lnTo>
                  <a:lnTo>
                    <a:pt x="3496056" y="1056132"/>
                  </a:lnTo>
                  <a:close/>
                </a:path>
                <a:path w="6560820" h="3078479">
                  <a:moveTo>
                    <a:pt x="3579888" y="1409712"/>
                  </a:moveTo>
                  <a:lnTo>
                    <a:pt x="3572268" y="1392948"/>
                  </a:lnTo>
                  <a:lnTo>
                    <a:pt x="3503688" y="1424952"/>
                  </a:lnTo>
                  <a:lnTo>
                    <a:pt x="3511308" y="1443240"/>
                  </a:lnTo>
                  <a:lnTo>
                    <a:pt x="3579888" y="1409712"/>
                  </a:lnTo>
                  <a:close/>
                </a:path>
                <a:path w="6560820" h="3078479">
                  <a:moveTo>
                    <a:pt x="3621036" y="1011936"/>
                  </a:moveTo>
                  <a:lnTo>
                    <a:pt x="3614940" y="995172"/>
                  </a:lnTo>
                  <a:lnTo>
                    <a:pt x="3543312" y="1019556"/>
                  </a:lnTo>
                  <a:lnTo>
                    <a:pt x="3549408" y="1037844"/>
                  </a:lnTo>
                  <a:lnTo>
                    <a:pt x="3621036" y="1011936"/>
                  </a:lnTo>
                  <a:close/>
                </a:path>
                <a:path w="6560820" h="3078479">
                  <a:moveTo>
                    <a:pt x="3701796" y="1353312"/>
                  </a:moveTo>
                  <a:lnTo>
                    <a:pt x="3692652" y="1336548"/>
                  </a:lnTo>
                  <a:lnTo>
                    <a:pt x="3624072" y="1368552"/>
                  </a:lnTo>
                  <a:lnTo>
                    <a:pt x="3631692" y="1386840"/>
                  </a:lnTo>
                  <a:lnTo>
                    <a:pt x="3701796" y="1353312"/>
                  </a:lnTo>
                  <a:close/>
                </a:path>
                <a:path w="6560820" h="3078479">
                  <a:moveTo>
                    <a:pt x="3747528" y="969264"/>
                  </a:moveTo>
                  <a:lnTo>
                    <a:pt x="3741432" y="950976"/>
                  </a:lnTo>
                  <a:lnTo>
                    <a:pt x="3669804" y="975360"/>
                  </a:lnTo>
                  <a:lnTo>
                    <a:pt x="3675900" y="993648"/>
                  </a:lnTo>
                  <a:lnTo>
                    <a:pt x="3747528" y="969264"/>
                  </a:lnTo>
                  <a:close/>
                </a:path>
                <a:path w="6560820" h="3078479">
                  <a:moveTo>
                    <a:pt x="3822192" y="1296924"/>
                  </a:moveTo>
                  <a:lnTo>
                    <a:pt x="3814572" y="1280160"/>
                  </a:lnTo>
                  <a:lnTo>
                    <a:pt x="3744468" y="1312164"/>
                  </a:lnTo>
                  <a:lnTo>
                    <a:pt x="3753612" y="1330452"/>
                  </a:lnTo>
                  <a:lnTo>
                    <a:pt x="3822192" y="1296924"/>
                  </a:lnTo>
                  <a:close/>
                </a:path>
                <a:path w="6560820" h="3078479">
                  <a:moveTo>
                    <a:pt x="3874020" y="926592"/>
                  </a:moveTo>
                  <a:lnTo>
                    <a:pt x="3867924" y="908304"/>
                  </a:lnTo>
                  <a:lnTo>
                    <a:pt x="3796296" y="932688"/>
                  </a:lnTo>
                  <a:lnTo>
                    <a:pt x="3802392" y="950976"/>
                  </a:lnTo>
                  <a:lnTo>
                    <a:pt x="3874020" y="926592"/>
                  </a:lnTo>
                  <a:close/>
                </a:path>
                <a:path w="6560820" h="3078479">
                  <a:moveTo>
                    <a:pt x="3942588" y="1240536"/>
                  </a:moveTo>
                  <a:lnTo>
                    <a:pt x="3934968" y="1223772"/>
                  </a:lnTo>
                  <a:lnTo>
                    <a:pt x="3866388" y="1255776"/>
                  </a:lnTo>
                  <a:lnTo>
                    <a:pt x="3874008" y="1272540"/>
                  </a:lnTo>
                  <a:lnTo>
                    <a:pt x="3942588" y="1240536"/>
                  </a:lnTo>
                  <a:close/>
                </a:path>
                <a:path w="6560820" h="3078479">
                  <a:moveTo>
                    <a:pt x="4000512" y="882396"/>
                  </a:moveTo>
                  <a:lnTo>
                    <a:pt x="3994416" y="865632"/>
                  </a:lnTo>
                  <a:lnTo>
                    <a:pt x="3921264" y="890016"/>
                  </a:lnTo>
                  <a:lnTo>
                    <a:pt x="3928884" y="908304"/>
                  </a:lnTo>
                  <a:lnTo>
                    <a:pt x="4000512" y="882396"/>
                  </a:lnTo>
                  <a:close/>
                </a:path>
                <a:path w="6560820" h="3078479">
                  <a:moveTo>
                    <a:pt x="4064508" y="1184148"/>
                  </a:moveTo>
                  <a:lnTo>
                    <a:pt x="4055364" y="1167384"/>
                  </a:lnTo>
                  <a:lnTo>
                    <a:pt x="3986784" y="1199388"/>
                  </a:lnTo>
                  <a:lnTo>
                    <a:pt x="3994404" y="1216152"/>
                  </a:lnTo>
                  <a:lnTo>
                    <a:pt x="4064508" y="1184148"/>
                  </a:lnTo>
                  <a:close/>
                </a:path>
                <a:path w="6560820" h="3078479">
                  <a:moveTo>
                    <a:pt x="4127004" y="839724"/>
                  </a:moveTo>
                  <a:lnTo>
                    <a:pt x="4120908" y="821436"/>
                  </a:lnTo>
                  <a:lnTo>
                    <a:pt x="4047756" y="845820"/>
                  </a:lnTo>
                  <a:lnTo>
                    <a:pt x="4053852" y="864108"/>
                  </a:lnTo>
                  <a:lnTo>
                    <a:pt x="4127004" y="839724"/>
                  </a:lnTo>
                  <a:close/>
                </a:path>
                <a:path w="6560820" h="3078479">
                  <a:moveTo>
                    <a:pt x="4184904" y="1127760"/>
                  </a:moveTo>
                  <a:lnTo>
                    <a:pt x="4175760" y="1110996"/>
                  </a:lnTo>
                  <a:lnTo>
                    <a:pt x="4107180" y="1143000"/>
                  </a:lnTo>
                  <a:lnTo>
                    <a:pt x="4114800" y="1159764"/>
                  </a:lnTo>
                  <a:lnTo>
                    <a:pt x="4184904" y="1127760"/>
                  </a:lnTo>
                  <a:close/>
                </a:path>
                <a:path w="6560820" h="3078479">
                  <a:moveTo>
                    <a:pt x="4251972" y="797052"/>
                  </a:moveTo>
                  <a:lnTo>
                    <a:pt x="4245876" y="778764"/>
                  </a:lnTo>
                  <a:lnTo>
                    <a:pt x="4174248" y="803148"/>
                  </a:lnTo>
                  <a:lnTo>
                    <a:pt x="4180344" y="821436"/>
                  </a:lnTo>
                  <a:lnTo>
                    <a:pt x="4251972" y="797052"/>
                  </a:lnTo>
                  <a:close/>
                </a:path>
                <a:path w="6560820" h="3078479">
                  <a:moveTo>
                    <a:pt x="4305300" y="1071372"/>
                  </a:moveTo>
                  <a:lnTo>
                    <a:pt x="4297680" y="1054608"/>
                  </a:lnTo>
                  <a:lnTo>
                    <a:pt x="4227576" y="1086612"/>
                  </a:lnTo>
                  <a:lnTo>
                    <a:pt x="4236720" y="1103376"/>
                  </a:lnTo>
                  <a:lnTo>
                    <a:pt x="4305300" y="1071372"/>
                  </a:lnTo>
                  <a:close/>
                </a:path>
                <a:path w="6560820" h="3078479">
                  <a:moveTo>
                    <a:pt x="4378452" y="752856"/>
                  </a:moveTo>
                  <a:lnTo>
                    <a:pt x="4372356" y="734568"/>
                  </a:lnTo>
                  <a:lnTo>
                    <a:pt x="4300728" y="760476"/>
                  </a:lnTo>
                  <a:lnTo>
                    <a:pt x="4306824" y="777240"/>
                  </a:lnTo>
                  <a:lnTo>
                    <a:pt x="4378452" y="752856"/>
                  </a:lnTo>
                  <a:close/>
                </a:path>
                <a:path w="6560820" h="3078479">
                  <a:moveTo>
                    <a:pt x="4425708" y="1014984"/>
                  </a:moveTo>
                  <a:lnTo>
                    <a:pt x="4418088" y="998220"/>
                  </a:lnTo>
                  <a:lnTo>
                    <a:pt x="4349508" y="1030224"/>
                  </a:lnTo>
                  <a:lnTo>
                    <a:pt x="4357128" y="1046988"/>
                  </a:lnTo>
                  <a:lnTo>
                    <a:pt x="4425708" y="1014984"/>
                  </a:lnTo>
                  <a:close/>
                </a:path>
                <a:path w="6560820" h="3078479">
                  <a:moveTo>
                    <a:pt x="4504944" y="710184"/>
                  </a:moveTo>
                  <a:lnTo>
                    <a:pt x="4498848" y="691896"/>
                  </a:lnTo>
                  <a:lnTo>
                    <a:pt x="4427220" y="716280"/>
                  </a:lnTo>
                  <a:lnTo>
                    <a:pt x="4433316" y="734568"/>
                  </a:lnTo>
                  <a:lnTo>
                    <a:pt x="4504944" y="710184"/>
                  </a:lnTo>
                  <a:close/>
                </a:path>
                <a:path w="6560820" h="3078479">
                  <a:moveTo>
                    <a:pt x="4547628" y="958596"/>
                  </a:moveTo>
                  <a:lnTo>
                    <a:pt x="4538484" y="941832"/>
                  </a:lnTo>
                  <a:lnTo>
                    <a:pt x="4469904" y="973836"/>
                  </a:lnTo>
                  <a:lnTo>
                    <a:pt x="4477524" y="990600"/>
                  </a:lnTo>
                  <a:lnTo>
                    <a:pt x="4547628" y="958596"/>
                  </a:lnTo>
                  <a:close/>
                </a:path>
                <a:path w="6560820" h="3078479">
                  <a:moveTo>
                    <a:pt x="4631436" y="667512"/>
                  </a:moveTo>
                  <a:lnTo>
                    <a:pt x="4625340" y="649224"/>
                  </a:lnTo>
                  <a:lnTo>
                    <a:pt x="4552188" y="673608"/>
                  </a:lnTo>
                  <a:lnTo>
                    <a:pt x="4558284" y="691896"/>
                  </a:lnTo>
                  <a:lnTo>
                    <a:pt x="4631436" y="667512"/>
                  </a:lnTo>
                  <a:close/>
                </a:path>
                <a:path w="6560820" h="3078479">
                  <a:moveTo>
                    <a:pt x="4668024" y="902208"/>
                  </a:moveTo>
                  <a:lnTo>
                    <a:pt x="4660404" y="885444"/>
                  </a:lnTo>
                  <a:lnTo>
                    <a:pt x="4590300" y="917448"/>
                  </a:lnTo>
                  <a:lnTo>
                    <a:pt x="4599444" y="934212"/>
                  </a:lnTo>
                  <a:lnTo>
                    <a:pt x="4668024" y="902208"/>
                  </a:lnTo>
                  <a:close/>
                </a:path>
                <a:path w="6560820" h="3078479">
                  <a:moveTo>
                    <a:pt x="4757928" y="623316"/>
                  </a:moveTo>
                  <a:lnTo>
                    <a:pt x="4750308" y="605028"/>
                  </a:lnTo>
                  <a:lnTo>
                    <a:pt x="4678680" y="630936"/>
                  </a:lnTo>
                  <a:lnTo>
                    <a:pt x="4684776" y="647700"/>
                  </a:lnTo>
                  <a:lnTo>
                    <a:pt x="4757928" y="623316"/>
                  </a:lnTo>
                  <a:close/>
                </a:path>
                <a:path w="6560820" h="3078479">
                  <a:moveTo>
                    <a:pt x="4788420" y="845820"/>
                  </a:moveTo>
                  <a:lnTo>
                    <a:pt x="4780800" y="829056"/>
                  </a:lnTo>
                  <a:lnTo>
                    <a:pt x="4712220" y="861060"/>
                  </a:lnTo>
                  <a:lnTo>
                    <a:pt x="4719840" y="877824"/>
                  </a:lnTo>
                  <a:lnTo>
                    <a:pt x="4788420" y="845820"/>
                  </a:lnTo>
                  <a:close/>
                </a:path>
                <a:path w="6560820" h="3078479">
                  <a:moveTo>
                    <a:pt x="4882896" y="580644"/>
                  </a:moveTo>
                  <a:lnTo>
                    <a:pt x="4876800" y="562356"/>
                  </a:lnTo>
                  <a:lnTo>
                    <a:pt x="4805172" y="586740"/>
                  </a:lnTo>
                  <a:lnTo>
                    <a:pt x="4811268" y="605028"/>
                  </a:lnTo>
                  <a:lnTo>
                    <a:pt x="4882896" y="580644"/>
                  </a:lnTo>
                  <a:close/>
                </a:path>
                <a:path w="6560820" h="3078479">
                  <a:moveTo>
                    <a:pt x="4908816" y="789432"/>
                  </a:moveTo>
                  <a:lnTo>
                    <a:pt x="4901196" y="772668"/>
                  </a:lnTo>
                  <a:lnTo>
                    <a:pt x="4832616" y="804672"/>
                  </a:lnTo>
                  <a:lnTo>
                    <a:pt x="4840236" y="821436"/>
                  </a:lnTo>
                  <a:lnTo>
                    <a:pt x="4908816" y="789432"/>
                  </a:lnTo>
                  <a:close/>
                </a:path>
                <a:path w="6560820" h="3078479">
                  <a:moveTo>
                    <a:pt x="5009388" y="537972"/>
                  </a:moveTo>
                  <a:lnTo>
                    <a:pt x="5003292" y="519684"/>
                  </a:lnTo>
                  <a:lnTo>
                    <a:pt x="4931664" y="544068"/>
                  </a:lnTo>
                  <a:lnTo>
                    <a:pt x="4937760" y="562356"/>
                  </a:lnTo>
                  <a:lnTo>
                    <a:pt x="5009388" y="537972"/>
                  </a:lnTo>
                  <a:close/>
                </a:path>
                <a:path w="6560820" h="3078479">
                  <a:moveTo>
                    <a:pt x="5030736" y="733044"/>
                  </a:moveTo>
                  <a:lnTo>
                    <a:pt x="5021592" y="716280"/>
                  </a:lnTo>
                  <a:lnTo>
                    <a:pt x="4953012" y="748284"/>
                  </a:lnTo>
                  <a:lnTo>
                    <a:pt x="4960632" y="765048"/>
                  </a:lnTo>
                  <a:lnTo>
                    <a:pt x="5030736" y="733044"/>
                  </a:lnTo>
                  <a:close/>
                </a:path>
                <a:path w="6560820" h="3078479">
                  <a:moveTo>
                    <a:pt x="5135880" y="493776"/>
                  </a:moveTo>
                  <a:lnTo>
                    <a:pt x="5129784" y="475488"/>
                  </a:lnTo>
                  <a:lnTo>
                    <a:pt x="5056632" y="501396"/>
                  </a:lnTo>
                  <a:lnTo>
                    <a:pt x="5064252" y="518160"/>
                  </a:lnTo>
                  <a:lnTo>
                    <a:pt x="5135880" y="493776"/>
                  </a:lnTo>
                  <a:close/>
                </a:path>
                <a:path w="6560820" h="3078479">
                  <a:moveTo>
                    <a:pt x="5151120" y="676656"/>
                  </a:moveTo>
                  <a:lnTo>
                    <a:pt x="5143500" y="659892"/>
                  </a:lnTo>
                  <a:lnTo>
                    <a:pt x="5073396" y="691896"/>
                  </a:lnTo>
                  <a:lnTo>
                    <a:pt x="5082540" y="708660"/>
                  </a:lnTo>
                  <a:lnTo>
                    <a:pt x="5151120" y="676656"/>
                  </a:lnTo>
                  <a:close/>
                </a:path>
                <a:path w="6560820" h="3078479">
                  <a:moveTo>
                    <a:pt x="5262372" y="451104"/>
                  </a:moveTo>
                  <a:lnTo>
                    <a:pt x="5256276" y="432816"/>
                  </a:lnTo>
                  <a:lnTo>
                    <a:pt x="5183124" y="457200"/>
                  </a:lnTo>
                  <a:lnTo>
                    <a:pt x="5189220" y="475488"/>
                  </a:lnTo>
                  <a:lnTo>
                    <a:pt x="5262372" y="451104"/>
                  </a:lnTo>
                  <a:close/>
                </a:path>
                <a:path w="6560820" h="3078479">
                  <a:moveTo>
                    <a:pt x="5271516" y="620268"/>
                  </a:moveTo>
                  <a:lnTo>
                    <a:pt x="5263896" y="603504"/>
                  </a:lnTo>
                  <a:lnTo>
                    <a:pt x="5195316" y="635508"/>
                  </a:lnTo>
                  <a:lnTo>
                    <a:pt x="5202936" y="652272"/>
                  </a:lnTo>
                  <a:lnTo>
                    <a:pt x="5271516" y="620268"/>
                  </a:lnTo>
                  <a:close/>
                </a:path>
                <a:path w="6560820" h="3078479">
                  <a:moveTo>
                    <a:pt x="5387340" y="406908"/>
                  </a:moveTo>
                  <a:lnTo>
                    <a:pt x="5381244" y="390144"/>
                  </a:lnTo>
                  <a:lnTo>
                    <a:pt x="5309616" y="414528"/>
                  </a:lnTo>
                  <a:lnTo>
                    <a:pt x="5315712" y="432816"/>
                  </a:lnTo>
                  <a:lnTo>
                    <a:pt x="5387340" y="406908"/>
                  </a:lnTo>
                  <a:close/>
                </a:path>
                <a:path w="6560820" h="3078479">
                  <a:moveTo>
                    <a:pt x="5393436" y="563880"/>
                  </a:moveTo>
                  <a:lnTo>
                    <a:pt x="5384292" y="547116"/>
                  </a:lnTo>
                  <a:lnTo>
                    <a:pt x="5315712" y="579120"/>
                  </a:lnTo>
                  <a:lnTo>
                    <a:pt x="5323332" y="595884"/>
                  </a:lnTo>
                  <a:lnTo>
                    <a:pt x="5393436" y="563880"/>
                  </a:lnTo>
                  <a:close/>
                </a:path>
                <a:path w="6560820" h="3078479">
                  <a:moveTo>
                    <a:pt x="5513832" y="507492"/>
                  </a:moveTo>
                  <a:lnTo>
                    <a:pt x="5506212" y="490728"/>
                  </a:lnTo>
                  <a:lnTo>
                    <a:pt x="5436108" y="522732"/>
                  </a:lnTo>
                  <a:lnTo>
                    <a:pt x="5445252" y="539496"/>
                  </a:lnTo>
                  <a:lnTo>
                    <a:pt x="5513832" y="507492"/>
                  </a:lnTo>
                  <a:close/>
                </a:path>
                <a:path w="6560820" h="3078479">
                  <a:moveTo>
                    <a:pt x="5513832" y="364236"/>
                  </a:moveTo>
                  <a:lnTo>
                    <a:pt x="5507736" y="345948"/>
                  </a:lnTo>
                  <a:lnTo>
                    <a:pt x="5436108" y="370332"/>
                  </a:lnTo>
                  <a:lnTo>
                    <a:pt x="5442204" y="388620"/>
                  </a:lnTo>
                  <a:lnTo>
                    <a:pt x="5513832" y="364236"/>
                  </a:lnTo>
                  <a:close/>
                </a:path>
                <a:path w="6560820" h="3078479">
                  <a:moveTo>
                    <a:pt x="5634228" y="451104"/>
                  </a:moveTo>
                  <a:lnTo>
                    <a:pt x="5626608" y="434340"/>
                  </a:lnTo>
                  <a:lnTo>
                    <a:pt x="5558028" y="466344"/>
                  </a:lnTo>
                  <a:lnTo>
                    <a:pt x="5565648" y="483108"/>
                  </a:lnTo>
                  <a:lnTo>
                    <a:pt x="5634228" y="451104"/>
                  </a:lnTo>
                  <a:close/>
                </a:path>
                <a:path w="6560820" h="3078479">
                  <a:moveTo>
                    <a:pt x="5640324" y="321564"/>
                  </a:moveTo>
                  <a:lnTo>
                    <a:pt x="5634228" y="303276"/>
                  </a:lnTo>
                  <a:lnTo>
                    <a:pt x="5562600" y="327660"/>
                  </a:lnTo>
                  <a:lnTo>
                    <a:pt x="5568696" y="345948"/>
                  </a:lnTo>
                  <a:lnTo>
                    <a:pt x="5640324" y="321564"/>
                  </a:lnTo>
                  <a:close/>
                </a:path>
                <a:path w="6560820" h="3078479">
                  <a:moveTo>
                    <a:pt x="5754624" y="394716"/>
                  </a:moveTo>
                  <a:lnTo>
                    <a:pt x="5747004" y="377952"/>
                  </a:lnTo>
                  <a:lnTo>
                    <a:pt x="5678424" y="409956"/>
                  </a:lnTo>
                  <a:lnTo>
                    <a:pt x="5686044" y="426720"/>
                  </a:lnTo>
                  <a:lnTo>
                    <a:pt x="5754624" y="394716"/>
                  </a:lnTo>
                  <a:close/>
                </a:path>
                <a:path w="6560820" h="3078479">
                  <a:moveTo>
                    <a:pt x="5766816" y="277368"/>
                  </a:moveTo>
                  <a:lnTo>
                    <a:pt x="5760720" y="260604"/>
                  </a:lnTo>
                  <a:lnTo>
                    <a:pt x="5687568" y="284988"/>
                  </a:lnTo>
                  <a:lnTo>
                    <a:pt x="5693664" y="303276"/>
                  </a:lnTo>
                  <a:lnTo>
                    <a:pt x="5766816" y="277368"/>
                  </a:lnTo>
                  <a:close/>
                </a:path>
                <a:path w="6560820" h="3078479">
                  <a:moveTo>
                    <a:pt x="5876544" y="338328"/>
                  </a:moveTo>
                  <a:lnTo>
                    <a:pt x="5867400" y="321564"/>
                  </a:lnTo>
                  <a:lnTo>
                    <a:pt x="5798820" y="353568"/>
                  </a:lnTo>
                  <a:lnTo>
                    <a:pt x="5806440" y="370332"/>
                  </a:lnTo>
                  <a:lnTo>
                    <a:pt x="5876544" y="338328"/>
                  </a:lnTo>
                  <a:close/>
                </a:path>
                <a:path w="6560820" h="3078479">
                  <a:moveTo>
                    <a:pt x="5893308" y="234696"/>
                  </a:moveTo>
                  <a:lnTo>
                    <a:pt x="5885688" y="216408"/>
                  </a:lnTo>
                  <a:lnTo>
                    <a:pt x="5814060" y="240792"/>
                  </a:lnTo>
                  <a:lnTo>
                    <a:pt x="5820156" y="259080"/>
                  </a:lnTo>
                  <a:lnTo>
                    <a:pt x="5893308" y="234696"/>
                  </a:lnTo>
                  <a:close/>
                </a:path>
                <a:path w="6560820" h="3078479">
                  <a:moveTo>
                    <a:pt x="5996940" y="281940"/>
                  </a:moveTo>
                  <a:lnTo>
                    <a:pt x="5989320" y="265176"/>
                  </a:lnTo>
                  <a:lnTo>
                    <a:pt x="5919216" y="297180"/>
                  </a:lnTo>
                  <a:lnTo>
                    <a:pt x="5928360" y="313944"/>
                  </a:lnTo>
                  <a:lnTo>
                    <a:pt x="5996940" y="281940"/>
                  </a:lnTo>
                  <a:close/>
                </a:path>
                <a:path w="6560820" h="3078479">
                  <a:moveTo>
                    <a:pt x="6018276" y="192024"/>
                  </a:moveTo>
                  <a:lnTo>
                    <a:pt x="6012180" y="173736"/>
                  </a:lnTo>
                  <a:lnTo>
                    <a:pt x="5940552" y="198120"/>
                  </a:lnTo>
                  <a:lnTo>
                    <a:pt x="5946648" y="216408"/>
                  </a:lnTo>
                  <a:lnTo>
                    <a:pt x="6018276" y="192024"/>
                  </a:lnTo>
                  <a:close/>
                </a:path>
                <a:path w="6560820" h="3078479">
                  <a:moveTo>
                    <a:pt x="6117336" y="225552"/>
                  </a:moveTo>
                  <a:lnTo>
                    <a:pt x="6109716" y="208788"/>
                  </a:lnTo>
                  <a:lnTo>
                    <a:pt x="6041136" y="240792"/>
                  </a:lnTo>
                  <a:lnTo>
                    <a:pt x="6048756" y="257556"/>
                  </a:lnTo>
                  <a:lnTo>
                    <a:pt x="6117336" y="225552"/>
                  </a:lnTo>
                  <a:close/>
                </a:path>
                <a:path w="6560820" h="3078479">
                  <a:moveTo>
                    <a:pt x="6144768" y="147828"/>
                  </a:moveTo>
                  <a:lnTo>
                    <a:pt x="6138672" y="131064"/>
                  </a:lnTo>
                  <a:lnTo>
                    <a:pt x="6067044" y="155448"/>
                  </a:lnTo>
                  <a:lnTo>
                    <a:pt x="6073140" y="173736"/>
                  </a:lnTo>
                  <a:lnTo>
                    <a:pt x="6144768" y="147828"/>
                  </a:lnTo>
                  <a:close/>
                </a:path>
                <a:path w="6560820" h="3078479">
                  <a:moveTo>
                    <a:pt x="6239256" y="169164"/>
                  </a:moveTo>
                  <a:lnTo>
                    <a:pt x="6230112" y="150876"/>
                  </a:lnTo>
                  <a:lnTo>
                    <a:pt x="6161532" y="184404"/>
                  </a:lnTo>
                  <a:lnTo>
                    <a:pt x="6169152" y="201168"/>
                  </a:lnTo>
                  <a:lnTo>
                    <a:pt x="6239256" y="169164"/>
                  </a:lnTo>
                  <a:close/>
                </a:path>
                <a:path w="6560820" h="3078479">
                  <a:moveTo>
                    <a:pt x="6271260" y="105156"/>
                  </a:moveTo>
                  <a:lnTo>
                    <a:pt x="6265164" y="86868"/>
                  </a:lnTo>
                  <a:lnTo>
                    <a:pt x="6192012" y="111252"/>
                  </a:lnTo>
                  <a:lnTo>
                    <a:pt x="6199632" y="129540"/>
                  </a:lnTo>
                  <a:lnTo>
                    <a:pt x="6271260" y="105156"/>
                  </a:lnTo>
                  <a:close/>
                </a:path>
                <a:path w="6560820" h="3078479">
                  <a:moveTo>
                    <a:pt x="6359652" y="112776"/>
                  </a:moveTo>
                  <a:lnTo>
                    <a:pt x="6352032" y="94488"/>
                  </a:lnTo>
                  <a:lnTo>
                    <a:pt x="6281928" y="128016"/>
                  </a:lnTo>
                  <a:lnTo>
                    <a:pt x="6291072" y="144780"/>
                  </a:lnTo>
                  <a:lnTo>
                    <a:pt x="6359652" y="112776"/>
                  </a:lnTo>
                  <a:close/>
                </a:path>
                <a:path w="6560820" h="3078479">
                  <a:moveTo>
                    <a:pt x="6397752" y="62484"/>
                  </a:moveTo>
                  <a:lnTo>
                    <a:pt x="6391656" y="44196"/>
                  </a:lnTo>
                  <a:lnTo>
                    <a:pt x="6318504" y="68580"/>
                  </a:lnTo>
                  <a:lnTo>
                    <a:pt x="6324600" y="86868"/>
                  </a:lnTo>
                  <a:lnTo>
                    <a:pt x="6397752" y="62484"/>
                  </a:lnTo>
                  <a:close/>
                </a:path>
                <a:path w="6560820" h="3078479">
                  <a:moveTo>
                    <a:pt x="6480048" y="56388"/>
                  </a:moveTo>
                  <a:lnTo>
                    <a:pt x="6472428" y="38100"/>
                  </a:lnTo>
                  <a:lnTo>
                    <a:pt x="6402324" y="71628"/>
                  </a:lnTo>
                  <a:lnTo>
                    <a:pt x="6411468" y="88392"/>
                  </a:lnTo>
                  <a:lnTo>
                    <a:pt x="6480048" y="56388"/>
                  </a:lnTo>
                  <a:close/>
                </a:path>
                <a:path w="6560820" h="3078479">
                  <a:moveTo>
                    <a:pt x="6522720" y="18288"/>
                  </a:moveTo>
                  <a:lnTo>
                    <a:pt x="6516624" y="0"/>
                  </a:lnTo>
                  <a:lnTo>
                    <a:pt x="6444996" y="25908"/>
                  </a:lnTo>
                  <a:lnTo>
                    <a:pt x="6451092" y="42672"/>
                  </a:lnTo>
                  <a:lnTo>
                    <a:pt x="6522720" y="18288"/>
                  </a:lnTo>
                  <a:close/>
                </a:path>
                <a:path w="6560820" h="3078479">
                  <a:moveTo>
                    <a:pt x="6560820" y="18288"/>
                  </a:moveTo>
                  <a:lnTo>
                    <a:pt x="6553200" y="1524"/>
                  </a:lnTo>
                  <a:lnTo>
                    <a:pt x="6524244" y="15240"/>
                  </a:lnTo>
                  <a:lnTo>
                    <a:pt x="6531864" y="32004"/>
                  </a:lnTo>
                  <a:lnTo>
                    <a:pt x="6560820" y="182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3002" y="3151128"/>
            <a:ext cx="1955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latin typeface="Microsoft Sans Serif"/>
                <a:cs typeface="Microsoft Sans Serif"/>
              </a:rPr>
              <a:t>S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52225" y="3298952"/>
            <a:ext cx="120014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-50" dirty="0">
                <a:latin typeface="Microsoft Sans Serif"/>
                <a:cs typeface="Microsoft Sans Serif"/>
              </a:rPr>
              <a:t>1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23978" y="996136"/>
            <a:ext cx="1955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latin typeface="Microsoft Sans Serif"/>
                <a:cs typeface="Microsoft Sans Serif"/>
              </a:rPr>
              <a:t>P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95189" y="2183426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3333CC"/>
                </a:solidFill>
                <a:latin typeface="Microsoft Sans Serif"/>
                <a:cs typeface="Microsoft Sans Serif"/>
              </a:rPr>
              <a:t>L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36922" y="2331219"/>
            <a:ext cx="120014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-50" dirty="0">
                <a:solidFill>
                  <a:srgbClr val="3333CC"/>
                </a:solidFill>
                <a:latin typeface="Microsoft Sans Serif"/>
                <a:cs typeface="Microsoft Sans Serif"/>
              </a:rPr>
              <a:t>1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86177" y="2940861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3333CC"/>
                </a:solidFill>
                <a:latin typeface="Microsoft Sans Serif"/>
                <a:cs typeface="Microsoft Sans Serif"/>
              </a:rPr>
              <a:t>L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27892" y="3088655"/>
            <a:ext cx="120014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-50" dirty="0">
                <a:solidFill>
                  <a:srgbClr val="3333CC"/>
                </a:solidFill>
                <a:latin typeface="Microsoft Sans Serif"/>
                <a:cs typeface="Microsoft Sans Serif"/>
              </a:rPr>
              <a:t>2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453056" y="2062829"/>
            <a:ext cx="332740" cy="0"/>
          </a:xfrm>
          <a:custGeom>
            <a:avLst/>
            <a:gdLst/>
            <a:ahLst/>
            <a:cxnLst/>
            <a:rect l="l" t="t" r="r" b="b"/>
            <a:pathLst>
              <a:path w="332740">
                <a:moveTo>
                  <a:pt x="0" y="0"/>
                </a:moveTo>
                <a:lnTo>
                  <a:pt x="332232" y="0"/>
                </a:lnTo>
              </a:path>
            </a:pathLst>
          </a:custGeom>
          <a:ln w="138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540752" y="1843296"/>
            <a:ext cx="1391920" cy="356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150" spc="-355" dirty="0">
                <a:solidFill>
                  <a:srgbClr val="007E00"/>
                </a:solidFill>
                <a:latin typeface="Cambria"/>
                <a:cs typeface="Cambria"/>
              </a:rPr>
              <a:t>ф</a:t>
            </a:r>
            <a:r>
              <a:rPr sz="2150" spc="95" dirty="0">
                <a:solidFill>
                  <a:srgbClr val="007E00"/>
                </a:solidFill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=</a:t>
            </a:r>
            <a:r>
              <a:rPr sz="2150" spc="155" dirty="0"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0000FF"/>
                </a:solidFill>
                <a:latin typeface="Cambria"/>
                <a:cs typeface="Cambria"/>
              </a:rPr>
              <a:t>∆</a:t>
            </a:r>
            <a:r>
              <a:rPr sz="2150" dirty="0">
                <a:solidFill>
                  <a:srgbClr val="0000FF"/>
                </a:solidFill>
                <a:latin typeface="Microsoft Sans Serif"/>
                <a:cs typeface="Microsoft Sans Serif"/>
              </a:rPr>
              <a:t>L</a:t>
            </a:r>
            <a:r>
              <a:rPr sz="2150" dirty="0">
                <a:latin typeface="Microsoft Sans Serif"/>
                <a:cs typeface="Microsoft Sans Serif"/>
              </a:rPr>
              <a:t>(</a:t>
            </a:r>
            <a:r>
              <a:rPr sz="2150" spc="-330" dirty="0">
                <a:latin typeface="Microsoft Sans Serif"/>
                <a:cs typeface="Microsoft Sans Serif"/>
              </a:rPr>
              <a:t> </a:t>
            </a:r>
            <a:r>
              <a:rPr sz="3225" spc="-37" baseline="34883" dirty="0">
                <a:latin typeface="Microsoft Sans Serif"/>
                <a:cs typeface="Microsoft Sans Serif"/>
              </a:rPr>
              <a:t>2</a:t>
            </a:r>
            <a:r>
              <a:rPr sz="3225" spc="-37" baseline="34883" dirty="0">
                <a:latin typeface="Cambria"/>
                <a:cs typeface="Cambria"/>
              </a:rPr>
              <a:t>π</a:t>
            </a:r>
            <a:r>
              <a:rPr sz="2150" spc="-25" dirty="0">
                <a:latin typeface="Microsoft Sans Serif"/>
                <a:cs typeface="Microsoft Sans Serif"/>
              </a:rPr>
              <a:t>)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96680" y="3588564"/>
            <a:ext cx="11245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At point</a:t>
            </a:r>
            <a:r>
              <a:rPr sz="2000" spc="-2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FF3300"/>
                </a:solidFill>
                <a:latin typeface="Microsoft Sans Serif"/>
                <a:cs typeface="Microsoft Sans Serif"/>
              </a:rPr>
              <a:t>P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532888" y="2852940"/>
            <a:ext cx="7139940" cy="4173220"/>
          </a:xfrm>
          <a:custGeom>
            <a:avLst/>
            <a:gdLst/>
            <a:ahLst/>
            <a:cxnLst/>
            <a:rect l="l" t="t" r="r" b="b"/>
            <a:pathLst>
              <a:path w="7139940" h="4173220">
                <a:moveTo>
                  <a:pt x="652272" y="27432"/>
                </a:moveTo>
                <a:lnTo>
                  <a:pt x="630745" y="22860"/>
                </a:lnTo>
                <a:lnTo>
                  <a:pt x="530352" y="1524"/>
                </a:lnTo>
                <a:lnTo>
                  <a:pt x="522732" y="0"/>
                </a:lnTo>
                <a:lnTo>
                  <a:pt x="515112" y="4572"/>
                </a:lnTo>
                <a:lnTo>
                  <a:pt x="513588" y="12192"/>
                </a:lnTo>
                <a:lnTo>
                  <a:pt x="512064" y="21336"/>
                </a:lnTo>
                <a:lnTo>
                  <a:pt x="516636" y="27432"/>
                </a:lnTo>
                <a:lnTo>
                  <a:pt x="524256" y="30480"/>
                </a:lnTo>
                <a:lnTo>
                  <a:pt x="569785" y="39725"/>
                </a:lnTo>
                <a:lnTo>
                  <a:pt x="0" y="230124"/>
                </a:lnTo>
                <a:lnTo>
                  <a:pt x="9144" y="256032"/>
                </a:lnTo>
                <a:lnTo>
                  <a:pt x="578586" y="67144"/>
                </a:lnTo>
                <a:lnTo>
                  <a:pt x="548640" y="100584"/>
                </a:lnTo>
                <a:lnTo>
                  <a:pt x="544068" y="106680"/>
                </a:lnTo>
                <a:lnTo>
                  <a:pt x="544068" y="115824"/>
                </a:lnTo>
                <a:lnTo>
                  <a:pt x="550164" y="121920"/>
                </a:lnTo>
                <a:lnTo>
                  <a:pt x="556260" y="126492"/>
                </a:lnTo>
                <a:lnTo>
                  <a:pt x="565404" y="126492"/>
                </a:lnTo>
                <a:lnTo>
                  <a:pt x="569976" y="120396"/>
                </a:lnTo>
                <a:lnTo>
                  <a:pt x="652272" y="27432"/>
                </a:lnTo>
                <a:close/>
              </a:path>
              <a:path w="7139940" h="4173220">
                <a:moveTo>
                  <a:pt x="1046988" y="458711"/>
                </a:moveTo>
                <a:lnTo>
                  <a:pt x="923544" y="448043"/>
                </a:lnTo>
                <a:lnTo>
                  <a:pt x="915924" y="448043"/>
                </a:lnTo>
                <a:lnTo>
                  <a:pt x="909828" y="452615"/>
                </a:lnTo>
                <a:lnTo>
                  <a:pt x="908304" y="460235"/>
                </a:lnTo>
                <a:lnTo>
                  <a:pt x="908304" y="469379"/>
                </a:lnTo>
                <a:lnTo>
                  <a:pt x="912876" y="475475"/>
                </a:lnTo>
                <a:lnTo>
                  <a:pt x="922020" y="476999"/>
                </a:lnTo>
                <a:lnTo>
                  <a:pt x="968362" y="480568"/>
                </a:lnTo>
                <a:lnTo>
                  <a:pt x="429768" y="733031"/>
                </a:lnTo>
                <a:lnTo>
                  <a:pt x="441960" y="758939"/>
                </a:lnTo>
                <a:lnTo>
                  <a:pt x="980109" y="506679"/>
                </a:lnTo>
                <a:lnTo>
                  <a:pt x="954024" y="544055"/>
                </a:lnTo>
                <a:lnTo>
                  <a:pt x="949452" y="551675"/>
                </a:lnTo>
                <a:lnTo>
                  <a:pt x="950976" y="559295"/>
                </a:lnTo>
                <a:lnTo>
                  <a:pt x="963168" y="568439"/>
                </a:lnTo>
                <a:lnTo>
                  <a:pt x="972312" y="566915"/>
                </a:lnTo>
                <a:lnTo>
                  <a:pt x="976884" y="560819"/>
                </a:lnTo>
                <a:lnTo>
                  <a:pt x="1046988" y="458711"/>
                </a:lnTo>
                <a:close/>
              </a:path>
              <a:path w="7139940" h="4173220">
                <a:moveTo>
                  <a:pt x="7139940" y="670560"/>
                </a:moveTo>
                <a:lnTo>
                  <a:pt x="7130783" y="670560"/>
                </a:lnTo>
                <a:lnTo>
                  <a:pt x="7130783" y="679704"/>
                </a:lnTo>
                <a:lnTo>
                  <a:pt x="7130783" y="4162044"/>
                </a:lnTo>
                <a:lnTo>
                  <a:pt x="1053071" y="4162044"/>
                </a:lnTo>
                <a:lnTo>
                  <a:pt x="1053071" y="679704"/>
                </a:lnTo>
                <a:lnTo>
                  <a:pt x="7130783" y="679704"/>
                </a:lnTo>
                <a:lnTo>
                  <a:pt x="7130783" y="670560"/>
                </a:lnTo>
                <a:lnTo>
                  <a:pt x="1043927" y="670560"/>
                </a:lnTo>
                <a:lnTo>
                  <a:pt x="1043927" y="4172712"/>
                </a:lnTo>
                <a:lnTo>
                  <a:pt x="7139940" y="4172712"/>
                </a:lnTo>
                <a:lnTo>
                  <a:pt x="7139940" y="4168140"/>
                </a:lnTo>
                <a:lnTo>
                  <a:pt x="7139940" y="4162044"/>
                </a:lnTo>
                <a:lnTo>
                  <a:pt x="7139940" y="679704"/>
                </a:lnTo>
                <a:lnTo>
                  <a:pt x="7139940" y="675132"/>
                </a:lnTo>
                <a:lnTo>
                  <a:pt x="7139940" y="6705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667448" y="1710948"/>
            <a:ext cx="790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Wave</a:t>
            </a:r>
            <a:r>
              <a:rPr sz="1800" spc="-90" dirty="0">
                <a:latin typeface="Microsoft Sans Serif"/>
                <a:cs typeface="Microsoft Sans Serif"/>
              </a:rPr>
              <a:t> </a:t>
            </a:r>
            <a:r>
              <a:rPr sz="1800" spc="-50" dirty="0">
                <a:latin typeface="Microsoft Sans Serif"/>
                <a:cs typeface="Microsoft Sans Serif"/>
              </a:rPr>
              <a:t>1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88295" y="2468407"/>
            <a:ext cx="790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Wave</a:t>
            </a:r>
            <a:r>
              <a:rPr sz="1800" spc="-90" dirty="0">
                <a:latin typeface="Microsoft Sans Serif"/>
                <a:cs typeface="Microsoft Sans Serif"/>
              </a:rPr>
              <a:t> </a:t>
            </a:r>
            <a:r>
              <a:rPr sz="1800" spc="-50" dirty="0">
                <a:latin typeface="Microsoft Sans Serif"/>
                <a:cs typeface="Microsoft Sans Serif"/>
              </a:rPr>
              <a:t>2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748020" y="6663191"/>
            <a:ext cx="1666239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16890" algn="l"/>
              </a:tabLst>
            </a:pPr>
            <a:r>
              <a:rPr sz="1900" spc="-25" dirty="0">
                <a:latin typeface="Microsoft Sans Serif"/>
                <a:cs typeface="Microsoft Sans Serif"/>
              </a:rPr>
              <a:t>for</a:t>
            </a:r>
            <a:r>
              <a:rPr sz="1900" dirty="0">
                <a:latin typeface="Microsoft Sans Serif"/>
                <a:cs typeface="Microsoft Sans Serif"/>
              </a:rPr>
              <a:t>	n</a:t>
            </a:r>
            <a:r>
              <a:rPr sz="1900" spc="-55" dirty="0">
                <a:latin typeface="Microsoft Sans Serif"/>
                <a:cs typeface="Microsoft Sans Serif"/>
              </a:rPr>
              <a:t> </a:t>
            </a:r>
            <a:r>
              <a:rPr sz="1900" dirty="0">
                <a:latin typeface="Cambria"/>
                <a:cs typeface="Cambria"/>
              </a:rPr>
              <a:t>=</a:t>
            </a:r>
            <a:r>
              <a:rPr sz="1900" spc="15" dirty="0">
                <a:latin typeface="Cambria"/>
                <a:cs typeface="Cambria"/>
              </a:rPr>
              <a:t> </a:t>
            </a:r>
            <a:r>
              <a:rPr sz="1900" spc="-45" dirty="0">
                <a:latin typeface="Microsoft Sans Serif"/>
                <a:cs typeface="Microsoft Sans Serif"/>
              </a:rPr>
              <a:t>0,1,2,...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19546" y="4164563"/>
            <a:ext cx="2849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Constructive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interference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733800" y="4460748"/>
            <a:ext cx="2825750" cy="18415"/>
          </a:xfrm>
          <a:custGeom>
            <a:avLst/>
            <a:gdLst/>
            <a:ahLst/>
            <a:cxnLst/>
            <a:rect l="l" t="t" r="r" b="b"/>
            <a:pathLst>
              <a:path w="2825750" h="18414">
                <a:moveTo>
                  <a:pt x="2825496" y="18288"/>
                </a:moveTo>
                <a:lnTo>
                  <a:pt x="0" y="18288"/>
                </a:lnTo>
                <a:lnTo>
                  <a:pt x="0" y="0"/>
                </a:lnTo>
                <a:lnTo>
                  <a:pt x="2825496" y="0"/>
                </a:lnTo>
                <a:lnTo>
                  <a:pt x="2825496" y="182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679952" y="4644654"/>
            <a:ext cx="1093470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spc="-355" dirty="0">
                <a:solidFill>
                  <a:srgbClr val="007E00"/>
                </a:solidFill>
                <a:latin typeface="Cambria"/>
                <a:cs typeface="Cambria"/>
              </a:rPr>
              <a:t>ф</a:t>
            </a:r>
            <a:r>
              <a:rPr sz="2150" spc="60" dirty="0">
                <a:solidFill>
                  <a:srgbClr val="007E00"/>
                </a:solidFill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007E00"/>
                </a:solidFill>
                <a:latin typeface="Cambria"/>
                <a:cs typeface="Cambria"/>
              </a:rPr>
              <a:t>=</a:t>
            </a:r>
            <a:r>
              <a:rPr sz="2150" spc="-15" dirty="0">
                <a:solidFill>
                  <a:srgbClr val="007E00"/>
                </a:solidFill>
                <a:latin typeface="Cambria"/>
                <a:cs typeface="Cambria"/>
              </a:rPr>
              <a:t> </a:t>
            </a:r>
            <a:r>
              <a:rPr sz="2150" spc="-10" dirty="0">
                <a:solidFill>
                  <a:srgbClr val="007E00"/>
                </a:solidFill>
                <a:latin typeface="Microsoft Sans Serif"/>
                <a:cs typeface="Microsoft Sans Serif"/>
              </a:rPr>
              <a:t>n(2</a:t>
            </a:r>
            <a:r>
              <a:rPr sz="2150" spc="-10" dirty="0">
                <a:solidFill>
                  <a:srgbClr val="007E00"/>
                </a:solidFill>
                <a:latin typeface="Cambria"/>
                <a:cs typeface="Cambria"/>
              </a:rPr>
              <a:t>π</a:t>
            </a:r>
            <a:r>
              <a:rPr sz="2150" spc="-10" dirty="0">
                <a:solidFill>
                  <a:srgbClr val="007E00"/>
                </a:solidFill>
                <a:latin typeface="Microsoft Sans Serif"/>
                <a:cs typeface="Microsoft Sans Serif"/>
              </a:rPr>
              <a:t>)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18052" y="5292572"/>
            <a:ext cx="942975" cy="3562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150" dirty="0">
                <a:solidFill>
                  <a:srgbClr val="0000FF"/>
                </a:solidFill>
                <a:latin typeface="Cambria"/>
                <a:cs typeface="Cambria"/>
              </a:rPr>
              <a:t>∆</a:t>
            </a:r>
            <a:r>
              <a:rPr sz="2150" dirty="0">
                <a:solidFill>
                  <a:srgbClr val="0000FF"/>
                </a:solidFill>
                <a:latin typeface="Microsoft Sans Serif"/>
                <a:cs typeface="Microsoft Sans Serif"/>
              </a:rPr>
              <a:t>L</a:t>
            </a:r>
            <a:r>
              <a:rPr sz="2150" spc="6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0000FF"/>
                </a:solidFill>
                <a:latin typeface="Cambria"/>
                <a:cs typeface="Cambria"/>
              </a:rPr>
              <a:t>=</a:t>
            </a:r>
            <a:r>
              <a:rPr sz="2150" spc="1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150" spc="50" dirty="0">
                <a:solidFill>
                  <a:srgbClr val="0000FF"/>
                </a:solidFill>
                <a:latin typeface="Microsoft Sans Serif"/>
                <a:cs typeface="Microsoft Sans Serif"/>
              </a:rPr>
              <a:t>n</a:t>
            </a:r>
            <a:r>
              <a:rPr sz="2150" spc="50" dirty="0">
                <a:solidFill>
                  <a:srgbClr val="0000FF"/>
                </a:solidFill>
                <a:latin typeface="Cambria"/>
                <a:cs typeface="Cambria"/>
              </a:rPr>
              <a:t>λ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816394" y="4164563"/>
            <a:ext cx="27095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Destructive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interference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830567" y="4460748"/>
            <a:ext cx="2684145" cy="1026160"/>
            <a:chOff x="6830567" y="4460748"/>
            <a:chExt cx="2684145" cy="1026160"/>
          </a:xfrm>
        </p:grpSpPr>
        <p:sp>
          <p:nvSpPr>
            <p:cNvPr id="28" name="object 28"/>
            <p:cNvSpPr/>
            <p:nvPr/>
          </p:nvSpPr>
          <p:spPr>
            <a:xfrm>
              <a:off x="6830567" y="4460748"/>
              <a:ext cx="2684145" cy="18415"/>
            </a:xfrm>
            <a:custGeom>
              <a:avLst/>
              <a:gdLst/>
              <a:ahLst/>
              <a:cxnLst/>
              <a:rect l="l" t="t" r="r" b="b"/>
              <a:pathLst>
                <a:path w="2684145" h="18414">
                  <a:moveTo>
                    <a:pt x="2683764" y="18288"/>
                  </a:moveTo>
                  <a:lnTo>
                    <a:pt x="0" y="18288"/>
                  </a:lnTo>
                  <a:lnTo>
                    <a:pt x="0" y="0"/>
                  </a:lnTo>
                  <a:lnTo>
                    <a:pt x="2683764" y="0"/>
                  </a:lnTo>
                  <a:lnTo>
                    <a:pt x="2683764" y="182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358567" y="5479637"/>
              <a:ext cx="182880" cy="0"/>
            </a:xfrm>
            <a:custGeom>
              <a:avLst/>
              <a:gdLst/>
              <a:ahLst/>
              <a:cxnLst/>
              <a:rect l="l" t="t" r="r" b="b"/>
              <a:pathLst>
                <a:path w="182879">
                  <a:moveTo>
                    <a:pt x="0" y="0"/>
                  </a:moveTo>
                  <a:lnTo>
                    <a:pt x="182308" y="0"/>
                  </a:lnTo>
                </a:path>
              </a:pathLst>
            </a:custGeom>
            <a:ln w="1375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877303" y="4681230"/>
            <a:ext cx="1440815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spc="-355" dirty="0">
                <a:solidFill>
                  <a:srgbClr val="007E00"/>
                </a:solidFill>
                <a:latin typeface="Cambria"/>
                <a:cs typeface="Cambria"/>
              </a:rPr>
              <a:t>ф</a:t>
            </a:r>
            <a:r>
              <a:rPr sz="2150" spc="60" dirty="0">
                <a:solidFill>
                  <a:srgbClr val="007E00"/>
                </a:solidFill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007E00"/>
                </a:solidFill>
                <a:latin typeface="Cambria"/>
                <a:cs typeface="Cambria"/>
              </a:rPr>
              <a:t>= </a:t>
            </a:r>
            <a:r>
              <a:rPr sz="2150" spc="-10" dirty="0">
                <a:solidFill>
                  <a:srgbClr val="007E00"/>
                </a:solidFill>
                <a:latin typeface="Microsoft Sans Serif"/>
                <a:cs typeface="Microsoft Sans Serif"/>
              </a:rPr>
              <a:t>(2n</a:t>
            </a:r>
            <a:r>
              <a:rPr sz="2150" spc="-155" dirty="0">
                <a:solidFill>
                  <a:srgbClr val="007E00"/>
                </a:solidFill>
                <a:latin typeface="Microsoft Sans Serif"/>
                <a:cs typeface="Microsoft Sans Serif"/>
              </a:rPr>
              <a:t> </a:t>
            </a:r>
            <a:r>
              <a:rPr sz="2150" spc="-20" dirty="0">
                <a:solidFill>
                  <a:srgbClr val="007E00"/>
                </a:solidFill>
                <a:latin typeface="Cambria"/>
                <a:cs typeface="Cambria"/>
              </a:rPr>
              <a:t>+</a:t>
            </a:r>
            <a:r>
              <a:rPr sz="2150" spc="-215" dirty="0">
                <a:solidFill>
                  <a:srgbClr val="007E00"/>
                </a:solidFill>
                <a:latin typeface="Cambria"/>
                <a:cs typeface="Cambria"/>
              </a:rPr>
              <a:t> </a:t>
            </a:r>
            <a:r>
              <a:rPr sz="2150" spc="-95" dirty="0">
                <a:solidFill>
                  <a:srgbClr val="007E00"/>
                </a:solidFill>
                <a:latin typeface="Microsoft Sans Serif"/>
                <a:cs typeface="Microsoft Sans Serif"/>
              </a:rPr>
              <a:t>1)</a:t>
            </a:r>
            <a:r>
              <a:rPr sz="2150" spc="-95" dirty="0">
                <a:solidFill>
                  <a:srgbClr val="007E00"/>
                </a:solidFill>
                <a:latin typeface="Cambria"/>
                <a:cs typeface="Cambria"/>
              </a:rPr>
              <a:t>π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827519" y="5260104"/>
            <a:ext cx="1733550" cy="356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150" dirty="0">
                <a:solidFill>
                  <a:srgbClr val="0000FF"/>
                </a:solidFill>
                <a:latin typeface="Cambria"/>
                <a:cs typeface="Cambria"/>
              </a:rPr>
              <a:t>∆</a:t>
            </a:r>
            <a:r>
              <a:rPr sz="2150" dirty="0">
                <a:solidFill>
                  <a:srgbClr val="0000FF"/>
                </a:solidFill>
                <a:latin typeface="Microsoft Sans Serif"/>
                <a:cs typeface="Microsoft Sans Serif"/>
              </a:rPr>
              <a:t>L</a:t>
            </a:r>
            <a:r>
              <a:rPr sz="2150" spc="6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0000FF"/>
                </a:solidFill>
                <a:latin typeface="Cambria"/>
                <a:cs typeface="Cambria"/>
              </a:rPr>
              <a:t>=</a:t>
            </a:r>
            <a:r>
              <a:rPr sz="2150" spc="1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150" spc="-10" dirty="0">
                <a:solidFill>
                  <a:srgbClr val="0000FF"/>
                </a:solidFill>
                <a:latin typeface="Microsoft Sans Serif"/>
                <a:cs typeface="Microsoft Sans Serif"/>
              </a:rPr>
              <a:t>(n</a:t>
            </a:r>
            <a:r>
              <a:rPr sz="2150" spc="-15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0000FF"/>
                </a:solidFill>
                <a:latin typeface="Cambria"/>
                <a:cs typeface="Cambria"/>
              </a:rPr>
              <a:t>+</a:t>
            </a:r>
            <a:r>
              <a:rPr sz="2150" spc="-195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150" spc="-130" dirty="0">
                <a:solidFill>
                  <a:srgbClr val="0000FF"/>
                </a:solidFill>
                <a:latin typeface="Microsoft Sans Serif"/>
                <a:cs typeface="Microsoft Sans Serif"/>
              </a:rPr>
              <a:t>1</a:t>
            </a:r>
            <a:r>
              <a:rPr lang="en-GB" sz="2150" spc="-130" dirty="0">
                <a:solidFill>
                  <a:srgbClr val="0000FF"/>
                </a:solidFill>
                <a:latin typeface="Microsoft Sans Serif"/>
                <a:cs typeface="Microsoft Sans Serif"/>
              </a:rPr>
              <a:t>)</a:t>
            </a:r>
            <a:r>
              <a:rPr lang="en-GB" sz="2150" spc="-195" dirty="0">
                <a:solidFill>
                  <a:srgbClr val="0000FF"/>
                </a:solidFill>
                <a:latin typeface="Microsoft Sans Serif"/>
                <a:cs typeface="Microsoft Sans Serif"/>
              </a:rPr>
              <a:t>     </a:t>
            </a:r>
            <a:r>
              <a:rPr lang="el-GR" sz="3225" spc="112" baseline="34883" dirty="0">
                <a:solidFill>
                  <a:srgbClr val="0000FF"/>
                </a:solidFill>
                <a:latin typeface="Cambria"/>
                <a:cs typeface="Cambria"/>
              </a:rPr>
              <a:t>λ</a:t>
            </a:r>
            <a:endParaRPr sz="3225" baseline="34883" dirty="0"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25956" y="4114233"/>
            <a:ext cx="2707005" cy="15055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956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Microsoft Sans Serif"/>
                <a:cs typeface="Microsoft Sans Serif"/>
              </a:rPr>
              <a:t>S</a:t>
            </a:r>
            <a:r>
              <a:rPr sz="1950" spc="-37" baseline="-21367" dirty="0">
                <a:latin typeface="Microsoft Sans Serif"/>
                <a:cs typeface="Microsoft Sans Serif"/>
              </a:rPr>
              <a:t>2</a:t>
            </a:r>
            <a:endParaRPr sz="1950" baseline="-21367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1300">
              <a:latin typeface="Microsoft Sans Serif"/>
              <a:cs typeface="Microsoft Sans Serif"/>
            </a:endParaRPr>
          </a:p>
          <a:p>
            <a:pPr marL="38100" marR="30480">
              <a:lnSpc>
                <a:spcPct val="100000"/>
              </a:lnSpc>
            </a:pPr>
            <a:r>
              <a:rPr sz="1800" dirty="0">
                <a:solidFill>
                  <a:srgbClr val="009900"/>
                </a:solidFill>
                <a:latin typeface="Microsoft Sans Serif"/>
                <a:cs typeface="Microsoft Sans Serif"/>
              </a:rPr>
              <a:t>Phase</a:t>
            </a:r>
            <a:r>
              <a:rPr sz="1800" spc="-30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009900"/>
                </a:solidFill>
                <a:latin typeface="Microsoft Sans Serif"/>
                <a:cs typeface="Microsoft Sans Serif"/>
              </a:rPr>
              <a:t>difference</a:t>
            </a:r>
            <a:r>
              <a:rPr sz="1800" spc="-30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between </a:t>
            </a:r>
            <a:r>
              <a:rPr sz="1800" dirty="0">
                <a:solidFill>
                  <a:srgbClr val="009900"/>
                </a:solidFill>
                <a:latin typeface="Microsoft Sans Serif"/>
                <a:cs typeface="Microsoft Sans Serif"/>
              </a:rPr>
              <a:t>wave</a:t>
            </a:r>
            <a:r>
              <a:rPr sz="1800" spc="25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009900"/>
                </a:solidFill>
                <a:latin typeface="Microsoft Sans Serif"/>
                <a:cs typeface="Microsoft Sans Serif"/>
              </a:rPr>
              <a:t>1</a:t>
            </a:r>
            <a:r>
              <a:rPr sz="18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009900"/>
                </a:solidFill>
                <a:latin typeface="Microsoft Sans Serif"/>
                <a:cs typeface="Microsoft Sans Serif"/>
              </a:rPr>
              <a:t>and</a:t>
            </a:r>
            <a:r>
              <a:rPr sz="1800" spc="-5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009900"/>
                </a:solidFill>
                <a:latin typeface="Microsoft Sans Serif"/>
                <a:cs typeface="Microsoft Sans Serif"/>
              </a:rPr>
              <a:t>wave</a:t>
            </a:r>
            <a:r>
              <a:rPr sz="1800" spc="25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009900"/>
                </a:solidFill>
                <a:latin typeface="Microsoft Sans Serif"/>
                <a:cs typeface="Microsoft Sans Serif"/>
              </a:rPr>
              <a:t>2</a:t>
            </a:r>
            <a:endParaRPr sz="1800">
              <a:latin typeface="Microsoft Sans Serif"/>
              <a:cs typeface="Microsoft Sans Serif"/>
            </a:endParaRPr>
          </a:p>
          <a:p>
            <a:pPr marL="38100">
              <a:lnSpc>
                <a:spcPct val="100000"/>
              </a:lnSpc>
              <a:spcBef>
                <a:spcPts val="1019"/>
              </a:spcBef>
            </a:pP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Path</a:t>
            </a:r>
            <a:r>
              <a:rPr sz="1800" spc="-2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length </a:t>
            </a:r>
            <a:r>
              <a:rPr sz="18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difference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672071" y="2773708"/>
            <a:ext cx="2119630" cy="3815079"/>
            <a:chOff x="6672071" y="2773708"/>
            <a:chExt cx="2119630" cy="3815079"/>
          </a:xfrm>
        </p:grpSpPr>
        <p:sp>
          <p:nvSpPr>
            <p:cNvPr id="34" name="object 34"/>
            <p:cNvSpPr/>
            <p:nvPr/>
          </p:nvSpPr>
          <p:spPr>
            <a:xfrm>
              <a:off x="6672071" y="4140708"/>
              <a:ext cx="12700" cy="2447925"/>
            </a:xfrm>
            <a:custGeom>
              <a:avLst/>
              <a:gdLst/>
              <a:ahLst/>
              <a:cxnLst/>
              <a:rect l="l" t="t" r="r" b="b"/>
              <a:pathLst>
                <a:path w="12700" h="2447925">
                  <a:moveTo>
                    <a:pt x="10667" y="2447543"/>
                  </a:moveTo>
                  <a:lnTo>
                    <a:pt x="0" y="2447543"/>
                  </a:lnTo>
                  <a:lnTo>
                    <a:pt x="1524" y="0"/>
                  </a:lnTo>
                  <a:lnTo>
                    <a:pt x="12192" y="0"/>
                  </a:lnTo>
                  <a:lnTo>
                    <a:pt x="10667" y="24475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459152" y="2780633"/>
              <a:ext cx="332740" cy="0"/>
            </a:xfrm>
            <a:custGeom>
              <a:avLst/>
              <a:gdLst/>
              <a:ahLst/>
              <a:cxnLst/>
              <a:rect l="l" t="t" r="r" b="b"/>
              <a:pathLst>
                <a:path w="332740">
                  <a:moveTo>
                    <a:pt x="0" y="0"/>
                  </a:moveTo>
                  <a:lnTo>
                    <a:pt x="332232" y="0"/>
                  </a:lnTo>
                </a:path>
              </a:pathLst>
            </a:custGeom>
            <a:ln w="138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7576819" y="2561101"/>
            <a:ext cx="1336675" cy="356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231265" algn="l"/>
              </a:tabLst>
            </a:pPr>
            <a:r>
              <a:rPr sz="2150" dirty="0">
                <a:solidFill>
                  <a:srgbClr val="0000FF"/>
                </a:solidFill>
                <a:latin typeface="Cambria"/>
                <a:cs typeface="Cambria"/>
              </a:rPr>
              <a:t>∆</a:t>
            </a:r>
            <a:r>
              <a:rPr sz="2150" dirty="0">
                <a:solidFill>
                  <a:srgbClr val="0000FF"/>
                </a:solidFill>
                <a:latin typeface="Microsoft Sans Serif"/>
                <a:cs typeface="Microsoft Sans Serif"/>
              </a:rPr>
              <a:t>L</a:t>
            </a:r>
            <a:r>
              <a:rPr sz="2150" spc="7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Cambria"/>
                <a:cs typeface="Cambria"/>
              </a:rPr>
              <a:t>=</a:t>
            </a:r>
            <a:r>
              <a:rPr sz="2150" spc="114" dirty="0">
                <a:latin typeface="Cambria"/>
                <a:cs typeface="Cambria"/>
              </a:rPr>
              <a:t> </a:t>
            </a:r>
            <a:r>
              <a:rPr sz="2150" spc="-35" dirty="0">
                <a:solidFill>
                  <a:srgbClr val="007E00"/>
                </a:solidFill>
                <a:latin typeface="Cambria"/>
                <a:cs typeface="Cambria"/>
              </a:rPr>
              <a:t>ф</a:t>
            </a:r>
            <a:r>
              <a:rPr sz="2150" spc="-35" dirty="0">
                <a:latin typeface="Microsoft Sans Serif"/>
                <a:cs typeface="Microsoft Sans Serif"/>
              </a:rPr>
              <a:t>(</a:t>
            </a:r>
            <a:r>
              <a:rPr sz="2150" dirty="0">
                <a:latin typeface="Microsoft Sans Serif"/>
                <a:cs typeface="Microsoft Sans Serif"/>
              </a:rPr>
              <a:t>	</a:t>
            </a:r>
            <a:r>
              <a:rPr sz="2150" spc="-50" dirty="0">
                <a:latin typeface="Microsoft Sans Serif"/>
                <a:cs typeface="Microsoft Sans Serif"/>
              </a:rPr>
              <a:t>)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527796" y="2058180"/>
            <a:ext cx="183515" cy="6864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8415" marR="5080" indent="-6350">
              <a:lnSpc>
                <a:spcPct val="100499"/>
              </a:lnSpc>
              <a:spcBef>
                <a:spcPts val="110"/>
              </a:spcBef>
            </a:pPr>
            <a:r>
              <a:rPr sz="2150" spc="85" dirty="0">
                <a:latin typeface="Cambria"/>
                <a:cs typeface="Cambria"/>
              </a:rPr>
              <a:t>λ λ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459216" y="2775984"/>
            <a:ext cx="335915" cy="356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150" spc="-25" dirty="0">
                <a:latin typeface="Microsoft Sans Serif"/>
                <a:cs typeface="Microsoft Sans Serif"/>
              </a:rPr>
              <a:t>2</a:t>
            </a:r>
            <a:r>
              <a:rPr sz="2150" spc="-25" dirty="0">
                <a:latin typeface="Cambria"/>
                <a:cs typeface="Cambria"/>
              </a:rPr>
              <a:t>π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660182" y="5894273"/>
            <a:ext cx="194246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two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waves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are </a:t>
            </a:r>
            <a:r>
              <a:rPr sz="1800" dirty="0">
                <a:solidFill>
                  <a:srgbClr val="FF3300"/>
                </a:solidFill>
                <a:latin typeface="Microsoft Sans Serif"/>
                <a:cs typeface="Microsoft Sans Serif"/>
              </a:rPr>
              <a:t>in</a:t>
            </a:r>
            <a:r>
              <a:rPr sz="1800" spc="-1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3300"/>
                </a:solidFill>
                <a:latin typeface="Microsoft Sans Serif"/>
                <a:cs typeface="Microsoft Sans Serif"/>
              </a:rPr>
              <a:t>phase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791927" y="5368724"/>
            <a:ext cx="1942464" cy="109982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R="196850" algn="r">
              <a:lnSpc>
                <a:spcPct val="100000"/>
              </a:lnSpc>
              <a:spcBef>
                <a:spcPts val="960"/>
              </a:spcBef>
            </a:pPr>
            <a:r>
              <a:rPr lang="en-GB" sz="2150" spc="-50" dirty="0">
                <a:solidFill>
                  <a:srgbClr val="0000FF"/>
                </a:solidFill>
                <a:latin typeface="Microsoft Sans Serif"/>
                <a:cs typeface="Microsoft Sans Serif"/>
              </a:rPr>
              <a:t>2</a:t>
            </a:r>
            <a:endParaRPr sz="2150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  <a:spcBef>
                <a:spcPts val="695"/>
              </a:spcBef>
            </a:pP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two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waves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are </a:t>
            </a:r>
            <a:r>
              <a:rPr sz="1800" dirty="0">
                <a:solidFill>
                  <a:srgbClr val="FF3300"/>
                </a:solidFill>
                <a:latin typeface="Microsoft Sans Serif"/>
                <a:cs typeface="Microsoft Sans Serif"/>
              </a:rPr>
              <a:t>out</a:t>
            </a:r>
            <a:r>
              <a:rPr sz="1800" spc="1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3300"/>
                </a:solidFill>
                <a:latin typeface="Microsoft Sans Serif"/>
                <a:cs typeface="Microsoft Sans Serif"/>
              </a:rPr>
              <a:t>of</a:t>
            </a:r>
            <a:r>
              <a:rPr sz="1800" spc="1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FF3300"/>
                </a:solidFill>
                <a:latin typeface="Microsoft Sans Serif"/>
                <a:cs typeface="Microsoft Sans Serif"/>
              </a:rPr>
              <a:t>phase</a:t>
            </a:r>
            <a:endParaRPr sz="1800" dirty="0">
              <a:latin typeface="Microsoft Sans Serif"/>
              <a:cs typeface="Microsoft Sans Serif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915346" y="439952"/>
            <a:ext cx="5560695" cy="613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315"/>
              </a:lnSpc>
              <a:spcBef>
                <a:spcPts val="95"/>
              </a:spcBef>
            </a:pPr>
            <a:r>
              <a:rPr spc="-10" dirty="0"/>
              <a:t>17-</a:t>
            </a:r>
            <a:r>
              <a:rPr dirty="0"/>
              <a:t>4 </a:t>
            </a:r>
            <a:r>
              <a:rPr spc="-10" dirty="0"/>
              <a:t>Interference</a:t>
            </a:r>
          </a:p>
          <a:p>
            <a:pPr marL="12700">
              <a:lnSpc>
                <a:spcPts val="2315"/>
              </a:lnSpc>
            </a:pPr>
            <a:r>
              <a:rPr dirty="0">
                <a:solidFill>
                  <a:srgbClr val="E10000"/>
                </a:solidFill>
              </a:rPr>
              <a:t>Constructive</a:t>
            </a:r>
            <a:r>
              <a:rPr spc="-55" dirty="0">
                <a:solidFill>
                  <a:srgbClr val="E10000"/>
                </a:solidFill>
              </a:rPr>
              <a:t> </a:t>
            </a:r>
            <a:r>
              <a:rPr dirty="0">
                <a:solidFill>
                  <a:srgbClr val="E10000"/>
                </a:solidFill>
              </a:rPr>
              <a:t>and</a:t>
            </a:r>
            <a:r>
              <a:rPr spc="-85" dirty="0">
                <a:solidFill>
                  <a:srgbClr val="E10000"/>
                </a:solidFill>
              </a:rPr>
              <a:t> </a:t>
            </a:r>
            <a:r>
              <a:rPr dirty="0">
                <a:solidFill>
                  <a:srgbClr val="E10000"/>
                </a:solidFill>
              </a:rPr>
              <a:t>destructive</a:t>
            </a:r>
            <a:r>
              <a:rPr spc="-90" dirty="0">
                <a:solidFill>
                  <a:srgbClr val="E10000"/>
                </a:solidFill>
              </a:rPr>
              <a:t> </a:t>
            </a:r>
            <a:r>
              <a:rPr spc="-10" dirty="0">
                <a:solidFill>
                  <a:srgbClr val="E10000"/>
                </a:solidFill>
              </a:rPr>
              <a:t>interference</a:t>
            </a:r>
          </a:p>
        </p:txBody>
      </p:sp>
      <p:sp>
        <p:nvSpPr>
          <p:cNvPr id="42" name="object 42"/>
          <p:cNvSpPr/>
          <p:nvPr/>
        </p:nvSpPr>
        <p:spPr>
          <a:xfrm>
            <a:off x="792479" y="370331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2852" y="6819900"/>
                </a:moveTo>
                <a:lnTo>
                  <a:pt x="3048" y="6819900"/>
                </a:lnTo>
                <a:lnTo>
                  <a:pt x="0" y="6816851"/>
                </a:lnTo>
                <a:lnTo>
                  <a:pt x="0" y="3048"/>
                </a:lnTo>
                <a:lnTo>
                  <a:pt x="3048" y="0"/>
                </a:lnTo>
                <a:lnTo>
                  <a:pt x="9102852" y="0"/>
                </a:lnTo>
                <a:lnTo>
                  <a:pt x="9105900" y="3048"/>
                </a:lnTo>
                <a:lnTo>
                  <a:pt x="9105900" y="6096"/>
                </a:ln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lnTo>
                  <a:pt x="12192" y="6807708"/>
                </a:lnTo>
                <a:lnTo>
                  <a:pt x="6096" y="6807708"/>
                </a:lnTo>
                <a:lnTo>
                  <a:pt x="12192" y="6813803"/>
                </a:lnTo>
                <a:lnTo>
                  <a:pt x="9105900" y="6813803"/>
                </a:lnTo>
                <a:lnTo>
                  <a:pt x="9105900" y="6816851"/>
                </a:lnTo>
                <a:lnTo>
                  <a:pt x="9102852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close/>
              </a:path>
              <a:path w="9105900" h="6819900">
                <a:moveTo>
                  <a:pt x="9093707" y="12192"/>
                </a:moveTo>
                <a:lnTo>
                  <a:pt x="12192" y="12192"/>
                </a:lnTo>
                <a:lnTo>
                  <a:pt x="12192" y="6096"/>
                </a:lnTo>
                <a:lnTo>
                  <a:pt x="9093707" y="6096"/>
                </a:lnTo>
                <a:lnTo>
                  <a:pt x="9093707" y="12192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9093707" y="6096"/>
                </a:lnTo>
                <a:lnTo>
                  <a:pt x="9099804" y="12192"/>
                </a:lnTo>
                <a:lnTo>
                  <a:pt x="9105900" y="12192"/>
                </a:lnTo>
                <a:lnTo>
                  <a:pt x="9105900" y="6807708"/>
                </a:lnTo>
                <a:lnTo>
                  <a:pt x="9099804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12192"/>
                </a:moveTo>
                <a:lnTo>
                  <a:pt x="9099804" y="12192"/>
                </a:lnTo>
                <a:lnTo>
                  <a:pt x="9093707" y="6096"/>
                </a:lnTo>
                <a:lnTo>
                  <a:pt x="9105900" y="6096"/>
                </a:lnTo>
                <a:lnTo>
                  <a:pt x="9105900" y="12192"/>
                </a:lnTo>
                <a:close/>
              </a:path>
              <a:path w="9105900" h="6819900">
                <a:moveTo>
                  <a:pt x="12192" y="6813803"/>
                </a:moveTo>
                <a:lnTo>
                  <a:pt x="6096" y="6807708"/>
                </a:lnTo>
                <a:lnTo>
                  <a:pt x="12192" y="6807708"/>
                </a:lnTo>
                <a:lnTo>
                  <a:pt x="12192" y="6813803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12192" y="6813803"/>
                </a:lnTo>
                <a:lnTo>
                  <a:pt x="12192" y="6807708"/>
                </a:lnTo>
                <a:lnTo>
                  <a:pt x="9093707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6813803"/>
                </a:moveTo>
                <a:lnTo>
                  <a:pt x="9093707" y="6813803"/>
                </a:lnTo>
                <a:lnTo>
                  <a:pt x="9099804" y="6807708"/>
                </a:lnTo>
                <a:lnTo>
                  <a:pt x="9105900" y="6807708"/>
                </a:lnTo>
                <a:lnTo>
                  <a:pt x="9105900" y="6813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18603" y="5149596"/>
            <a:ext cx="102108" cy="10210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206487" y="4935704"/>
            <a:ext cx="160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Microsoft Sans Serif"/>
                <a:cs typeface="Microsoft Sans Serif"/>
              </a:rPr>
              <a:t>S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42096" y="5051509"/>
            <a:ext cx="100965" cy="188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50" spc="-50" dirty="0">
                <a:latin typeface="Microsoft Sans Serif"/>
                <a:cs typeface="Microsoft Sans Serif"/>
              </a:rPr>
              <a:t>1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1485" y="3576261"/>
            <a:ext cx="3974465" cy="2769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94665" marR="774065" indent="-457200" algn="just">
              <a:lnSpc>
                <a:spcPct val="100000"/>
              </a:lnSpc>
              <a:spcBef>
                <a:spcPts val="105"/>
              </a:spcBef>
              <a:buFont typeface="Cambria"/>
              <a:buAutoNum type="alphaLcParenBoth"/>
              <a:tabLst>
                <a:tab pos="494665" algn="l"/>
              </a:tabLst>
            </a:pPr>
            <a:r>
              <a:rPr sz="2000" dirty="0">
                <a:latin typeface="Microsoft Sans Serif"/>
                <a:cs typeface="Microsoft Sans Serif"/>
              </a:rPr>
              <a:t>At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point P</a:t>
            </a:r>
            <a:r>
              <a:rPr sz="1950" baseline="-21367" dirty="0">
                <a:latin typeface="Microsoft Sans Serif"/>
                <a:cs typeface="Microsoft Sans Serif"/>
              </a:rPr>
              <a:t>1</a:t>
            </a:r>
            <a:r>
              <a:rPr sz="2000" dirty="0">
                <a:latin typeface="Microsoft Sans Serif"/>
                <a:cs typeface="Microsoft Sans Serif"/>
              </a:rPr>
              <a:t>,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Cambria"/>
                <a:cs typeface="Cambria"/>
              </a:rPr>
              <a:t>∆</a:t>
            </a:r>
            <a:r>
              <a:rPr sz="2000" dirty="0">
                <a:latin typeface="Microsoft Sans Serif"/>
                <a:cs typeface="Microsoft Sans Serif"/>
              </a:rPr>
              <a:t>L=L</a:t>
            </a:r>
            <a:r>
              <a:rPr sz="1950" baseline="-21367" dirty="0">
                <a:latin typeface="Microsoft Sans Serif"/>
                <a:cs typeface="Microsoft Sans Serif"/>
              </a:rPr>
              <a:t>2</a:t>
            </a:r>
            <a:r>
              <a:rPr sz="2000" dirty="0">
                <a:latin typeface="Microsoft Sans Serif"/>
                <a:cs typeface="Microsoft Sans Serif"/>
              </a:rPr>
              <a:t>-</a:t>
            </a:r>
            <a:r>
              <a:rPr sz="2000" spc="-20" dirty="0">
                <a:latin typeface="Microsoft Sans Serif"/>
                <a:cs typeface="Microsoft Sans Serif"/>
              </a:rPr>
              <a:t>L</a:t>
            </a:r>
            <a:r>
              <a:rPr sz="1950" spc="-30" baseline="-21367" dirty="0">
                <a:latin typeface="Microsoft Sans Serif"/>
                <a:cs typeface="Microsoft Sans Serif"/>
              </a:rPr>
              <a:t>1</a:t>
            </a:r>
            <a:r>
              <a:rPr sz="2000" spc="-20" dirty="0">
                <a:latin typeface="Microsoft Sans Serif"/>
                <a:cs typeface="Microsoft Sans Serif"/>
              </a:rPr>
              <a:t>=0.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interference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is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fully </a:t>
            </a:r>
            <a:r>
              <a:rPr sz="2000" dirty="0">
                <a:latin typeface="Microsoft Sans Serif"/>
                <a:cs typeface="Microsoft Sans Serif"/>
              </a:rPr>
              <a:t>constructive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at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P</a:t>
            </a:r>
            <a:r>
              <a:rPr sz="1950" spc="-37" baseline="-21367" dirty="0">
                <a:latin typeface="Microsoft Sans Serif"/>
                <a:cs typeface="Microsoft Sans Serif"/>
              </a:rPr>
              <a:t>1</a:t>
            </a:r>
            <a:r>
              <a:rPr sz="2000" spc="-25" dirty="0">
                <a:latin typeface="Microsoft Sans Serif"/>
                <a:cs typeface="Microsoft Sans Serif"/>
              </a:rPr>
              <a:t>.</a:t>
            </a:r>
            <a:endParaRPr sz="2000">
              <a:latin typeface="Microsoft Sans Serif"/>
              <a:cs typeface="Microsoft Sans Serif"/>
            </a:endParaRPr>
          </a:p>
          <a:p>
            <a:pPr marL="494665" marR="424180" indent="-457200">
              <a:lnSpc>
                <a:spcPct val="100000"/>
              </a:lnSpc>
              <a:buAutoNum type="alphaLcParenBoth"/>
              <a:tabLst>
                <a:tab pos="494665" algn="l"/>
                <a:tab pos="495934" algn="l"/>
              </a:tabLst>
            </a:pPr>
            <a:r>
              <a:rPr sz="2000" dirty="0">
                <a:latin typeface="Microsoft Sans Serif"/>
                <a:cs typeface="Microsoft Sans Serif"/>
              </a:rPr>
              <a:t>	At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point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</a:t>
            </a:r>
            <a:r>
              <a:rPr sz="1950" baseline="-21367" dirty="0">
                <a:latin typeface="Microsoft Sans Serif"/>
                <a:cs typeface="Microsoft Sans Serif"/>
              </a:rPr>
              <a:t>2</a:t>
            </a:r>
            <a:r>
              <a:rPr sz="2000" dirty="0">
                <a:latin typeface="Microsoft Sans Serif"/>
                <a:cs typeface="Microsoft Sans Serif"/>
              </a:rPr>
              <a:t>,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Cambria"/>
                <a:cs typeface="Cambria"/>
              </a:rPr>
              <a:t>∆</a:t>
            </a:r>
            <a:r>
              <a:rPr sz="2000" dirty="0">
                <a:latin typeface="Microsoft Sans Serif"/>
                <a:cs typeface="Microsoft Sans Serif"/>
              </a:rPr>
              <a:t>L=L</a:t>
            </a:r>
            <a:r>
              <a:rPr sz="1950" baseline="-21367" dirty="0">
                <a:latin typeface="Microsoft Sans Serif"/>
                <a:cs typeface="Microsoft Sans Serif"/>
              </a:rPr>
              <a:t>2</a:t>
            </a:r>
            <a:r>
              <a:rPr sz="2000" dirty="0">
                <a:latin typeface="Microsoft Sans Serif"/>
                <a:cs typeface="Microsoft Sans Serif"/>
              </a:rPr>
              <a:t>-</a:t>
            </a:r>
            <a:r>
              <a:rPr sz="2000" spc="-10" dirty="0">
                <a:latin typeface="Microsoft Sans Serif"/>
                <a:cs typeface="Microsoft Sans Serif"/>
              </a:rPr>
              <a:t>L</a:t>
            </a:r>
            <a:r>
              <a:rPr sz="1950" spc="-15" baseline="-21367" dirty="0">
                <a:latin typeface="Microsoft Sans Serif"/>
                <a:cs typeface="Microsoft Sans Serif"/>
              </a:rPr>
              <a:t>1</a:t>
            </a:r>
            <a:r>
              <a:rPr sz="2000" spc="-10" dirty="0">
                <a:latin typeface="Microsoft Sans Serif"/>
                <a:cs typeface="Microsoft Sans Serif"/>
              </a:rPr>
              <a:t>=1.5</a:t>
            </a:r>
            <a:r>
              <a:rPr sz="2000" spc="-10" dirty="0">
                <a:latin typeface="Cambria"/>
                <a:cs typeface="Cambria"/>
              </a:rPr>
              <a:t>λ</a:t>
            </a:r>
            <a:r>
              <a:rPr sz="2000" spc="-10" dirty="0">
                <a:latin typeface="Microsoft Sans Serif"/>
                <a:cs typeface="Microsoft Sans Serif"/>
              </a:rPr>
              <a:t>.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interference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is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fully </a:t>
            </a:r>
            <a:r>
              <a:rPr sz="2000" dirty="0">
                <a:latin typeface="Microsoft Sans Serif"/>
                <a:cs typeface="Microsoft Sans Serif"/>
              </a:rPr>
              <a:t>destructive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at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P</a:t>
            </a:r>
            <a:r>
              <a:rPr sz="1950" spc="-37" baseline="-21367" dirty="0">
                <a:latin typeface="Microsoft Sans Serif"/>
                <a:cs typeface="Microsoft Sans Serif"/>
              </a:rPr>
              <a:t>2</a:t>
            </a:r>
            <a:r>
              <a:rPr sz="2000" spc="-25" dirty="0">
                <a:latin typeface="Microsoft Sans Serif"/>
                <a:cs typeface="Microsoft Sans Serif"/>
              </a:rPr>
              <a:t>.</a:t>
            </a:r>
            <a:endParaRPr sz="2000">
              <a:latin typeface="Microsoft Sans Serif"/>
              <a:cs typeface="Microsoft Sans Serif"/>
            </a:endParaRPr>
          </a:p>
          <a:p>
            <a:pPr marL="494665" marR="30480" indent="-457200">
              <a:lnSpc>
                <a:spcPct val="100000"/>
              </a:lnSpc>
              <a:buAutoNum type="alphaLcParenBoth"/>
              <a:tabLst>
                <a:tab pos="494665" algn="l"/>
                <a:tab pos="495934" algn="l"/>
              </a:tabLst>
            </a:pPr>
            <a:r>
              <a:rPr sz="2000" dirty="0">
                <a:latin typeface="Microsoft Sans Serif"/>
                <a:cs typeface="Microsoft Sans Serif"/>
              </a:rPr>
              <a:t>	There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are six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points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on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the </a:t>
            </a:r>
            <a:r>
              <a:rPr sz="2000" dirty="0">
                <a:latin typeface="Microsoft Sans Serif"/>
                <a:cs typeface="Microsoft Sans Serif"/>
              </a:rPr>
              <a:t>circle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where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interference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is </a:t>
            </a:r>
            <a:r>
              <a:rPr sz="2000" dirty="0">
                <a:latin typeface="Microsoft Sans Serif"/>
                <a:cs typeface="Microsoft Sans Serif"/>
              </a:rPr>
              <a:t>fully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constructive.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50975" y="1104900"/>
            <a:ext cx="8789035" cy="5698490"/>
            <a:chOff x="950975" y="1104900"/>
            <a:chExt cx="8789035" cy="5698490"/>
          </a:xfrm>
        </p:grpSpPr>
        <p:sp>
          <p:nvSpPr>
            <p:cNvPr id="8" name="object 8"/>
            <p:cNvSpPr/>
            <p:nvPr/>
          </p:nvSpPr>
          <p:spPr>
            <a:xfrm>
              <a:off x="950975" y="1104900"/>
              <a:ext cx="8789035" cy="1902460"/>
            </a:xfrm>
            <a:custGeom>
              <a:avLst/>
              <a:gdLst/>
              <a:ahLst/>
              <a:cxnLst/>
              <a:rect l="l" t="t" r="r" b="b"/>
              <a:pathLst>
                <a:path w="8789035" h="1902460">
                  <a:moveTo>
                    <a:pt x="8788907" y="1901951"/>
                  </a:moveTo>
                  <a:lnTo>
                    <a:pt x="0" y="1901951"/>
                  </a:lnTo>
                  <a:lnTo>
                    <a:pt x="0" y="0"/>
                  </a:lnTo>
                  <a:lnTo>
                    <a:pt x="8788907" y="0"/>
                  </a:lnTo>
                  <a:lnTo>
                    <a:pt x="8788907" y="4572"/>
                  </a:lnTo>
                  <a:lnTo>
                    <a:pt x="9144" y="4572"/>
                  </a:lnTo>
                  <a:lnTo>
                    <a:pt x="4572" y="10668"/>
                  </a:lnTo>
                  <a:lnTo>
                    <a:pt x="9144" y="10668"/>
                  </a:lnTo>
                  <a:lnTo>
                    <a:pt x="9144" y="1892808"/>
                  </a:lnTo>
                  <a:lnTo>
                    <a:pt x="4572" y="1892808"/>
                  </a:lnTo>
                  <a:lnTo>
                    <a:pt x="9144" y="1897380"/>
                  </a:lnTo>
                  <a:lnTo>
                    <a:pt x="8788907" y="1897380"/>
                  </a:lnTo>
                  <a:lnTo>
                    <a:pt x="8788907" y="1901951"/>
                  </a:lnTo>
                  <a:close/>
                </a:path>
                <a:path w="8789035" h="1902460">
                  <a:moveTo>
                    <a:pt x="9144" y="10668"/>
                  </a:moveTo>
                  <a:lnTo>
                    <a:pt x="4572" y="10668"/>
                  </a:lnTo>
                  <a:lnTo>
                    <a:pt x="9144" y="4572"/>
                  </a:lnTo>
                  <a:lnTo>
                    <a:pt x="9144" y="10668"/>
                  </a:lnTo>
                  <a:close/>
                </a:path>
                <a:path w="8789035" h="1902460">
                  <a:moveTo>
                    <a:pt x="8779764" y="10668"/>
                  </a:moveTo>
                  <a:lnTo>
                    <a:pt x="9144" y="10668"/>
                  </a:lnTo>
                  <a:lnTo>
                    <a:pt x="9144" y="4572"/>
                  </a:lnTo>
                  <a:lnTo>
                    <a:pt x="8779764" y="4572"/>
                  </a:lnTo>
                  <a:lnTo>
                    <a:pt x="8779764" y="10668"/>
                  </a:lnTo>
                  <a:close/>
                </a:path>
                <a:path w="8789035" h="1902460">
                  <a:moveTo>
                    <a:pt x="8779764" y="1897380"/>
                  </a:moveTo>
                  <a:lnTo>
                    <a:pt x="8779764" y="4572"/>
                  </a:lnTo>
                  <a:lnTo>
                    <a:pt x="8784336" y="10668"/>
                  </a:lnTo>
                  <a:lnTo>
                    <a:pt x="8788907" y="10668"/>
                  </a:lnTo>
                  <a:lnTo>
                    <a:pt x="8788907" y="1892808"/>
                  </a:lnTo>
                  <a:lnTo>
                    <a:pt x="8784336" y="1892808"/>
                  </a:lnTo>
                  <a:lnTo>
                    <a:pt x="8779764" y="1897380"/>
                  </a:lnTo>
                  <a:close/>
                </a:path>
                <a:path w="8789035" h="1902460">
                  <a:moveTo>
                    <a:pt x="8788907" y="10668"/>
                  </a:moveTo>
                  <a:lnTo>
                    <a:pt x="8784336" y="10668"/>
                  </a:lnTo>
                  <a:lnTo>
                    <a:pt x="8779764" y="4572"/>
                  </a:lnTo>
                  <a:lnTo>
                    <a:pt x="8788907" y="4572"/>
                  </a:lnTo>
                  <a:lnTo>
                    <a:pt x="8788907" y="10668"/>
                  </a:lnTo>
                  <a:close/>
                </a:path>
                <a:path w="8789035" h="1902460">
                  <a:moveTo>
                    <a:pt x="9144" y="1897380"/>
                  </a:moveTo>
                  <a:lnTo>
                    <a:pt x="4572" y="1892808"/>
                  </a:lnTo>
                  <a:lnTo>
                    <a:pt x="9144" y="1892808"/>
                  </a:lnTo>
                  <a:lnTo>
                    <a:pt x="9144" y="1897380"/>
                  </a:lnTo>
                  <a:close/>
                </a:path>
                <a:path w="8789035" h="1902460">
                  <a:moveTo>
                    <a:pt x="8779764" y="1897380"/>
                  </a:moveTo>
                  <a:lnTo>
                    <a:pt x="9144" y="1897380"/>
                  </a:lnTo>
                  <a:lnTo>
                    <a:pt x="9144" y="1892808"/>
                  </a:lnTo>
                  <a:lnTo>
                    <a:pt x="8779764" y="1892808"/>
                  </a:lnTo>
                  <a:lnTo>
                    <a:pt x="8779764" y="1897380"/>
                  </a:lnTo>
                  <a:close/>
                </a:path>
                <a:path w="8789035" h="1902460">
                  <a:moveTo>
                    <a:pt x="8788907" y="1897380"/>
                  </a:moveTo>
                  <a:lnTo>
                    <a:pt x="8779764" y="1897380"/>
                  </a:lnTo>
                  <a:lnTo>
                    <a:pt x="8784336" y="1892808"/>
                  </a:lnTo>
                  <a:lnTo>
                    <a:pt x="8788907" y="1892808"/>
                  </a:lnTo>
                  <a:lnTo>
                    <a:pt x="8788907" y="18973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51576" y="3947160"/>
              <a:ext cx="2840735" cy="2855976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194757" y="5528536"/>
            <a:ext cx="287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Microsoft Sans Serif"/>
                <a:cs typeface="Microsoft Sans Serif"/>
              </a:rPr>
              <a:t>S</a:t>
            </a:r>
            <a:r>
              <a:rPr sz="1575" spc="-37" baseline="-21164" dirty="0">
                <a:latin typeface="Microsoft Sans Serif"/>
                <a:cs typeface="Microsoft Sans Serif"/>
              </a:rPr>
              <a:t>2</a:t>
            </a:r>
            <a:endParaRPr sz="1575" baseline="-21164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63633" y="5243502"/>
            <a:ext cx="6838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3300"/>
                </a:solidFill>
                <a:latin typeface="Microsoft Sans Serif"/>
                <a:cs typeface="Microsoft Sans Serif"/>
              </a:rPr>
              <a:t>D=1.5</a:t>
            </a:r>
            <a:r>
              <a:rPr sz="1600" spc="-10" dirty="0">
                <a:solidFill>
                  <a:srgbClr val="FF3300"/>
                </a:solidFill>
                <a:latin typeface="Cambria"/>
                <a:cs typeface="Cambria"/>
              </a:rPr>
              <a:t>λ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19161" y="5243502"/>
            <a:ext cx="160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Microsoft Sans Serif"/>
                <a:cs typeface="Microsoft Sans Serif"/>
              </a:rPr>
              <a:t>P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54873" y="5359430"/>
            <a:ext cx="100965" cy="188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50" spc="-50" dirty="0">
                <a:latin typeface="Microsoft Sans Serif"/>
                <a:cs typeface="Microsoft Sans Serif"/>
              </a:rPr>
              <a:t>1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39374" y="3675321"/>
            <a:ext cx="287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Microsoft Sans Serif"/>
                <a:cs typeface="Microsoft Sans Serif"/>
              </a:rPr>
              <a:t>P</a:t>
            </a:r>
            <a:r>
              <a:rPr sz="1575" spc="-37" baseline="-21164" dirty="0">
                <a:latin typeface="Microsoft Sans Serif"/>
                <a:cs typeface="Microsoft Sans Serif"/>
              </a:rPr>
              <a:t>2</a:t>
            </a:r>
            <a:endParaRPr sz="1575" baseline="-21164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939281" y="5252705"/>
            <a:ext cx="5353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3333CC"/>
                </a:solidFill>
                <a:latin typeface="Cambria"/>
                <a:cs typeface="Cambria"/>
              </a:rPr>
              <a:t>∆</a:t>
            </a:r>
            <a:r>
              <a:rPr sz="14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L=0</a:t>
            </a:r>
            <a:r>
              <a:rPr sz="1400" spc="-10" dirty="0">
                <a:solidFill>
                  <a:srgbClr val="3333CC"/>
                </a:solidFill>
                <a:latin typeface="Cambria"/>
                <a:cs typeface="Cambria"/>
              </a:rPr>
              <a:t>λ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162066" y="4190517"/>
            <a:ext cx="68453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3333CC"/>
                </a:solidFill>
                <a:latin typeface="Cambria"/>
                <a:cs typeface="Cambria"/>
              </a:rPr>
              <a:t>∆</a:t>
            </a:r>
            <a:r>
              <a:rPr sz="14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L=1.0</a:t>
            </a:r>
            <a:r>
              <a:rPr sz="1400" spc="-10" dirty="0">
                <a:solidFill>
                  <a:srgbClr val="3333CC"/>
                </a:solidFill>
                <a:latin typeface="Cambria"/>
                <a:cs typeface="Cambria"/>
              </a:rPr>
              <a:t>λ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53922" y="4175281"/>
            <a:ext cx="68453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3333CC"/>
                </a:solidFill>
                <a:latin typeface="Cambria"/>
                <a:cs typeface="Cambria"/>
              </a:rPr>
              <a:t>∆</a:t>
            </a:r>
            <a:r>
              <a:rPr sz="14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L=1.0</a:t>
            </a:r>
            <a:r>
              <a:rPr sz="1400" spc="-10" dirty="0">
                <a:solidFill>
                  <a:srgbClr val="3333CC"/>
                </a:solidFill>
                <a:latin typeface="Cambria"/>
                <a:cs typeface="Cambria"/>
              </a:rPr>
              <a:t>λ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151347" y="6247962"/>
            <a:ext cx="68453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3333CC"/>
                </a:solidFill>
                <a:latin typeface="Cambria"/>
                <a:cs typeface="Cambria"/>
              </a:rPr>
              <a:t>∆</a:t>
            </a:r>
            <a:r>
              <a:rPr sz="14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L=1.0</a:t>
            </a:r>
            <a:r>
              <a:rPr sz="1400" spc="-10" dirty="0">
                <a:solidFill>
                  <a:srgbClr val="3333CC"/>
                </a:solidFill>
                <a:latin typeface="Cambria"/>
                <a:cs typeface="Cambria"/>
              </a:rPr>
              <a:t>λ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443203" y="6232726"/>
            <a:ext cx="68453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3333CC"/>
                </a:solidFill>
                <a:latin typeface="Cambria"/>
                <a:cs typeface="Cambria"/>
              </a:rPr>
              <a:t>∆</a:t>
            </a:r>
            <a:r>
              <a:rPr sz="14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L=1.0</a:t>
            </a:r>
            <a:r>
              <a:rPr sz="1400" spc="-10" dirty="0">
                <a:solidFill>
                  <a:srgbClr val="3333CC"/>
                </a:solidFill>
                <a:latin typeface="Cambria"/>
                <a:cs typeface="Cambria"/>
              </a:rPr>
              <a:t>λ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49098" y="5270989"/>
            <a:ext cx="5353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3333CC"/>
                </a:solidFill>
                <a:latin typeface="Cambria"/>
                <a:cs typeface="Cambria"/>
              </a:rPr>
              <a:t>∆</a:t>
            </a:r>
            <a:r>
              <a:rPr sz="14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L=0</a:t>
            </a:r>
            <a:r>
              <a:rPr sz="1400" spc="-10" dirty="0">
                <a:solidFill>
                  <a:srgbClr val="3333CC"/>
                </a:solidFill>
                <a:latin typeface="Cambria"/>
                <a:cs typeface="Cambria"/>
              </a:rPr>
              <a:t>λ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795044" y="6842232"/>
            <a:ext cx="68453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3333CC"/>
                </a:solidFill>
                <a:latin typeface="Cambria"/>
                <a:cs typeface="Cambria"/>
              </a:rPr>
              <a:t>∆</a:t>
            </a:r>
            <a:r>
              <a:rPr sz="14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L=1.5</a:t>
            </a:r>
            <a:r>
              <a:rPr sz="1400" spc="-10" dirty="0">
                <a:solidFill>
                  <a:srgbClr val="3333CC"/>
                </a:solidFill>
                <a:latin typeface="Cambria"/>
                <a:cs typeface="Cambria"/>
              </a:rPr>
              <a:t>λ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797296" y="4003548"/>
            <a:ext cx="2794000" cy="2735580"/>
            <a:chOff x="5797296" y="4003548"/>
            <a:chExt cx="2794000" cy="2735580"/>
          </a:xfrm>
        </p:grpSpPr>
        <p:sp>
          <p:nvSpPr>
            <p:cNvPr id="23" name="object 23"/>
            <p:cNvSpPr/>
            <p:nvPr/>
          </p:nvSpPr>
          <p:spPr>
            <a:xfrm>
              <a:off x="5797296" y="5375148"/>
              <a:ext cx="2794000" cy="10795"/>
            </a:xfrm>
            <a:custGeom>
              <a:avLst/>
              <a:gdLst/>
              <a:ahLst/>
              <a:cxnLst/>
              <a:rect l="l" t="t" r="r" b="b"/>
              <a:pathLst>
                <a:path w="2794000" h="10795">
                  <a:moveTo>
                    <a:pt x="7619" y="10667"/>
                  </a:moveTo>
                  <a:lnTo>
                    <a:pt x="3048" y="10667"/>
                  </a:lnTo>
                  <a:lnTo>
                    <a:pt x="0" y="7619"/>
                  </a:lnTo>
                  <a:lnTo>
                    <a:pt x="0" y="3048"/>
                  </a:lnTo>
                  <a:lnTo>
                    <a:pt x="3048" y="0"/>
                  </a:lnTo>
                  <a:lnTo>
                    <a:pt x="7619" y="0"/>
                  </a:lnTo>
                  <a:lnTo>
                    <a:pt x="10667" y="3048"/>
                  </a:lnTo>
                  <a:lnTo>
                    <a:pt x="10667" y="7619"/>
                  </a:lnTo>
                  <a:lnTo>
                    <a:pt x="7619" y="10667"/>
                  </a:lnTo>
                  <a:close/>
                </a:path>
                <a:path w="2794000" h="10795">
                  <a:moveTo>
                    <a:pt x="27432" y="10667"/>
                  </a:moveTo>
                  <a:lnTo>
                    <a:pt x="21335" y="10667"/>
                  </a:lnTo>
                  <a:lnTo>
                    <a:pt x="19811" y="7619"/>
                  </a:lnTo>
                  <a:lnTo>
                    <a:pt x="19811" y="3048"/>
                  </a:lnTo>
                  <a:lnTo>
                    <a:pt x="21335" y="0"/>
                  </a:lnTo>
                  <a:lnTo>
                    <a:pt x="27432" y="0"/>
                  </a:lnTo>
                  <a:lnTo>
                    <a:pt x="28955" y="3048"/>
                  </a:lnTo>
                  <a:lnTo>
                    <a:pt x="28955" y="7619"/>
                  </a:lnTo>
                  <a:lnTo>
                    <a:pt x="27432" y="10667"/>
                  </a:lnTo>
                  <a:close/>
                </a:path>
                <a:path w="2794000" h="10795">
                  <a:moveTo>
                    <a:pt x="45719" y="10667"/>
                  </a:moveTo>
                  <a:lnTo>
                    <a:pt x="41148" y="10667"/>
                  </a:lnTo>
                  <a:lnTo>
                    <a:pt x="38100" y="7619"/>
                  </a:lnTo>
                  <a:lnTo>
                    <a:pt x="38100" y="3048"/>
                  </a:lnTo>
                  <a:lnTo>
                    <a:pt x="41148" y="0"/>
                  </a:lnTo>
                  <a:lnTo>
                    <a:pt x="45719" y="0"/>
                  </a:lnTo>
                  <a:lnTo>
                    <a:pt x="48767" y="3048"/>
                  </a:lnTo>
                  <a:lnTo>
                    <a:pt x="48767" y="7619"/>
                  </a:lnTo>
                  <a:lnTo>
                    <a:pt x="45719" y="10667"/>
                  </a:lnTo>
                  <a:close/>
                </a:path>
                <a:path w="2794000" h="10795">
                  <a:moveTo>
                    <a:pt x="65532" y="10667"/>
                  </a:moveTo>
                  <a:lnTo>
                    <a:pt x="59435" y="10667"/>
                  </a:lnTo>
                  <a:lnTo>
                    <a:pt x="57911" y="7619"/>
                  </a:lnTo>
                  <a:lnTo>
                    <a:pt x="57911" y="3048"/>
                  </a:lnTo>
                  <a:lnTo>
                    <a:pt x="59435" y="0"/>
                  </a:lnTo>
                  <a:lnTo>
                    <a:pt x="65532" y="0"/>
                  </a:lnTo>
                  <a:lnTo>
                    <a:pt x="67055" y="3048"/>
                  </a:lnTo>
                  <a:lnTo>
                    <a:pt x="67055" y="7619"/>
                  </a:lnTo>
                  <a:lnTo>
                    <a:pt x="65532" y="10667"/>
                  </a:lnTo>
                  <a:close/>
                </a:path>
                <a:path w="2794000" h="10795">
                  <a:moveTo>
                    <a:pt x="83819" y="10667"/>
                  </a:moveTo>
                  <a:lnTo>
                    <a:pt x="79248" y="10667"/>
                  </a:lnTo>
                  <a:lnTo>
                    <a:pt x="76200" y="7619"/>
                  </a:lnTo>
                  <a:lnTo>
                    <a:pt x="76200" y="3048"/>
                  </a:lnTo>
                  <a:lnTo>
                    <a:pt x="79248" y="0"/>
                  </a:lnTo>
                  <a:lnTo>
                    <a:pt x="83819" y="0"/>
                  </a:lnTo>
                  <a:lnTo>
                    <a:pt x="86867" y="3048"/>
                  </a:lnTo>
                  <a:lnTo>
                    <a:pt x="86867" y="7619"/>
                  </a:lnTo>
                  <a:lnTo>
                    <a:pt x="83819" y="10667"/>
                  </a:lnTo>
                  <a:close/>
                </a:path>
                <a:path w="2794000" h="10795">
                  <a:moveTo>
                    <a:pt x="103632" y="10667"/>
                  </a:moveTo>
                  <a:lnTo>
                    <a:pt x="97535" y="10667"/>
                  </a:lnTo>
                  <a:lnTo>
                    <a:pt x="96011" y="7619"/>
                  </a:lnTo>
                  <a:lnTo>
                    <a:pt x="96011" y="3048"/>
                  </a:lnTo>
                  <a:lnTo>
                    <a:pt x="97535" y="0"/>
                  </a:lnTo>
                  <a:lnTo>
                    <a:pt x="103632" y="0"/>
                  </a:lnTo>
                  <a:lnTo>
                    <a:pt x="105155" y="3048"/>
                  </a:lnTo>
                  <a:lnTo>
                    <a:pt x="105155" y="7619"/>
                  </a:lnTo>
                  <a:lnTo>
                    <a:pt x="103632" y="10667"/>
                  </a:lnTo>
                  <a:close/>
                </a:path>
                <a:path w="2794000" h="10795">
                  <a:moveTo>
                    <a:pt x="121919" y="10667"/>
                  </a:moveTo>
                  <a:lnTo>
                    <a:pt x="117348" y="10667"/>
                  </a:lnTo>
                  <a:lnTo>
                    <a:pt x="114300" y="7619"/>
                  </a:lnTo>
                  <a:lnTo>
                    <a:pt x="114300" y="3048"/>
                  </a:lnTo>
                  <a:lnTo>
                    <a:pt x="117348" y="0"/>
                  </a:lnTo>
                  <a:lnTo>
                    <a:pt x="121919" y="0"/>
                  </a:lnTo>
                  <a:lnTo>
                    <a:pt x="124967" y="3048"/>
                  </a:lnTo>
                  <a:lnTo>
                    <a:pt x="124967" y="7619"/>
                  </a:lnTo>
                  <a:lnTo>
                    <a:pt x="121919" y="10667"/>
                  </a:lnTo>
                  <a:close/>
                </a:path>
                <a:path w="2794000" h="10795">
                  <a:moveTo>
                    <a:pt x="141732" y="10667"/>
                  </a:moveTo>
                  <a:lnTo>
                    <a:pt x="135635" y="10667"/>
                  </a:lnTo>
                  <a:lnTo>
                    <a:pt x="134111" y="7619"/>
                  </a:lnTo>
                  <a:lnTo>
                    <a:pt x="134111" y="3048"/>
                  </a:lnTo>
                  <a:lnTo>
                    <a:pt x="135635" y="0"/>
                  </a:lnTo>
                  <a:lnTo>
                    <a:pt x="141732" y="0"/>
                  </a:lnTo>
                  <a:lnTo>
                    <a:pt x="143255" y="3048"/>
                  </a:lnTo>
                  <a:lnTo>
                    <a:pt x="143255" y="7619"/>
                  </a:lnTo>
                  <a:lnTo>
                    <a:pt x="141732" y="10667"/>
                  </a:lnTo>
                  <a:close/>
                </a:path>
                <a:path w="2794000" h="10795">
                  <a:moveTo>
                    <a:pt x="160019" y="10667"/>
                  </a:moveTo>
                  <a:lnTo>
                    <a:pt x="155448" y="10667"/>
                  </a:lnTo>
                  <a:lnTo>
                    <a:pt x="152400" y="7619"/>
                  </a:lnTo>
                  <a:lnTo>
                    <a:pt x="152400" y="3048"/>
                  </a:lnTo>
                  <a:lnTo>
                    <a:pt x="155448" y="0"/>
                  </a:lnTo>
                  <a:lnTo>
                    <a:pt x="160019" y="0"/>
                  </a:lnTo>
                  <a:lnTo>
                    <a:pt x="163067" y="3048"/>
                  </a:lnTo>
                  <a:lnTo>
                    <a:pt x="163067" y="7619"/>
                  </a:lnTo>
                  <a:lnTo>
                    <a:pt x="160019" y="10667"/>
                  </a:lnTo>
                  <a:close/>
                </a:path>
                <a:path w="2794000" h="10795">
                  <a:moveTo>
                    <a:pt x="179832" y="10667"/>
                  </a:moveTo>
                  <a:lnTo>
                    <a:pt x="173735" y="10667"/>
                  </a:lnTo>
                  <a:lnTo>
                    <a:pt x="172211" y="7619"/>
                  </a:lnTo>
                  <a:lnTo>
                    <a:pt x="172211" y="3048"/>
                  </a:lnTo>
                  <a:lnTo>
                    <a:pt x="173735" y="0"/>
                  </a:lnTo>
                  <a:lnTo>
                    <a:pt x="179832" y="0"/>
                  </a:lnTo>
                  <a:lnTo>
                    <a:pt x="181355" y="3048"/>
                  </a:lnTo>
                  <a:lnTo>
                    <a:pt x="181355" y="7619"/>
                  </a:lnTo>
                  <a:lnTo>
                    <a:pt x="179832" y="10667"/>
                  </a:lnTo>
                  <a:close/>
                </a:path>
                <a:path w="2794000" h="10795">
                  <a:moveTo>
                    <a:pt x="198119" y="10667"/>
                  </a:moveTo>
                  <a:lnTo>
                    <a:pt x="193548" y="10667"/>
                  </a:lnTo>
                  <a:lnTo>
                    <a:pt x="190500" y="7619"/>
                  </a:lnTo>
                  <a:lnTo>
                    <a:pt x="190500" y="3048"/>
                  </a:lnTo>
                  <a:lnTo>
                    <a:pt x="193548" y="0"/>
                  </a:lnTo>
                  <a:lnTo>
                    <a:pt x="198119" y="0"/>
                  </a:lnTo>
                  <a:lnTo>
                    <a:pt x="201167" y="3048"/>
                  </a:lnTo>
                  <a:lnTo>
                    <a:pt x="201167" y="7619"/>
                  </a:lnTo>
                  <a:lnTo>
                    <a:pt x="198119" y="10667"/>
                  </a:lnTo>
                  <a:close/>
                </a:path>
                <a:path w="2794000" h="10795">
                  <a:moveTo>
                    <a:pt x="217932" y="10667"/>
                  </a:moveTo>
                  <a:lnTo>
                    <a:pt x="211835" y="10667"/>
                  </a:lnTo>
                  <a:lnTo>
                    <a:pt x="210311" y="7619"/>
                  </a:lnTo>
                  <a:lnTo>
                    <a:pt x="210311" y="3048"/>
                  </a:lnTo>
                  <a:lnTo>
                    <a:pt x="211835" y="0"/>
                  </a:lnTo>
                  <a:lnTo>
                    <a:pt x="217932" y="0"/>
                  </a:lnTo>
                  <a:lnTo>
                    <a:pt x="219455" y="3048"/>
                  </a:lnTo>
                  <a:lnTo>
                    <a:pt x="219455" y="7619"/>
                  </a:lnTo>
                  <a:lnTo>
                    <a:pt x="217932" y="10667"/>
                  </a:lnTo>
                  <a:close/>
                </a:path>
                <a:path w="2794000" h="10795">
                  <a:moveTo>
                    <a:pt x="236219" y="10667"/>
                  </a:moveTo>
                  <a:lnTo>
                    <a:pt x="231648" y="10667"/>
                  </a:lnTo>
                  <a:lnTo>
                    <a:pt x="228600" y="7619"/>
                  </a:lnTo>
                  <a:lnTo>
                    <a:pt x="228600" y="3048"/>
                  </a:lnTo>
                  <a:lnTo>
                    <a:pt x="231648" y="0"/>
                  </a:lnTo>
                  <a:lnTo>
                    <a:pt x="236219" y="0"/>
                  </a:lnTo>
                  <a:lnTo>
                    <a:pt x="239267" y="3048"/>
                  </a:lnTo>
                  <a:lnTo>
                    <a:pt x="239267" y="7619"/>
                  </a:lnTo>
                  <a:lnTo>
                    <a:pt x="236219" y="10667"/>
                  </a:lnTo>
                  <a:close/>
                </a:path>
                <a:path w="2794000" h="10795">
                  <a:moveTo>
                    <a:pt x="256032" y="10667"/>
                  </a:moveTo>
                  <a:lnTo>
                    <a:pt x="249935" y="10667"/>
                  </a:lnTo>
                  <a:lnTo>
                    <a:pt x="248411" y="7619"/>
                  </a:lnTo>
                  <a:lnTo>
                    <a:pt x="248411" y="3048"/>
                  </a:lnTo>
                  <a:lnTo>
                    <a:pt x="249935" y="0"/>
                  </a:lnTo>
                  <a:lnTo>
                    <a:pt x="256032" y="0"/>
                  </a:lnTo>
                  <a:lnTo>
                    <a:pt x="257555" y="3048"/>
                  </a:lnTo>
                  <a:lnTo>
                    <a:pt x="257555" y="7619"/>
                  </a:lnTo>
                  <a:lnTo>
                    <a:pt x="256032" y="10667"/>
                  </a:lnTo>
                  <a:close/>
                </a:path>
                <a:path w="2794000" h="10795">
                  <a:moveTo>
                    <a:pt x="274319" y="10667"/>
                  </a:moveTo>
                  <a:lnTo>
                    <a:pt x="269748" y="10667"/>
                  </a:lnTo>
                  <a:lnTo>
                    <a:pt x="266700" y="7619"/>
                  </a:lnTo>
                  <a:lnTo>
                    <a:pt x="266700" y="3048"/>
                  </a:lnTo>
                  <a:lnTo>
                    <a:pt x="269748" y="0"/>
                  </a:lnTo>
                  <a:lnTo>
                    <a:pt x="274319" y="0"/>
                  </a:lnTo>
                  <a:lnTo>
                    <a:pt x="277367" y="3048"/>
                  </a:lnTo>
                  <a:lnTo>
                    <a:pt x="277367" y="7619"/>
                  </a:lnTo>
                  <a:lnTo>
                    <a:pt x="274319" y="10667"/>
                  </a:lnTo>
                  <a:close/>
                </a:path>
                <a:path w="2794000" h="10795">
                  <a:moveTo>
                    <a:pt x="294132" y="10667"/>
                  </a:moveTo>
                  <a:lnTo>
                    <a:pt x="288035" y="10667"/>
                  </a:lnTo>
                  <a:lnTo>
                    <a:pt x="286511" y="7619"/>
                  </a:lnTo>
                  <a:lnTo>
                    <a:pt x="286511" y="3048"/>
                  </a:lnTo>
                  <a:lnTo>
                    <a:pt x="288035" y="0"/>
                  </a:lnTo>
                  <a:lnTo>
                    <a:pt x="294132" y="0"/>
                  </a:lnTo>
                  <a:lnTo>
                    <a:pt x="295655" y="3048"/>
                  </a:lnTo>
                  <a:lnTo>
                    <a:pt x="295655" y="7619"/>
                  </a:lnTo>
                  <a:lnTo>
                    <a:pt x="294132" y="10667"/>
                  </a:lnTo>
                  <a:close/>
                </a:path>
                <a:path w="2794000" h="10795">
                  <a:moveTo>
                    <a:pt x="312419" y="10667"/>
                  </a:moveTo>
                  <a:lnTo>
                    <a:pt x="307848" y="10667"/>
                  </a:lnTo>
                  <a:lnTo>
                    <a:pt x="304800" y="7619"/>
                  </a:lnTo>
                  <a:lnTo>
                    <a:pt x="304800" y="3048"/>
                  </a:lnTo>
                  <a:lnTo>
                    <a:pt x="307848" y="0"/>
                  </a:lnTo>
                  <a:lnTo>
                    <a:pt x="312419" y="0"/>
                  </a:lnTo>
                  <a:lnTo>
                    <a:pt x="315467" y="3048"/>
                  </a:lnTo>
                  <a:lnTo>
                    <a:pt x="315467" y="7619"/>
                  </a:lnTo>
                  <a:lnTo>
                    <a:pt x="312419" y="10667"/>
                  </a:lnTo>
                  <a:close/>
                </a:path>
                <a:path w="2794000" h="10795">
                  <a:moveTo>
                    <a:pt x="332232" y="10667"/>
                  </a:moveTo>
                  <a:lnTo>
                    <a:pt x="326135" y="10667"/>
                  </a:lnTo>
                  <a:lnTo>
                    <a:pt x="324611" y="7619"/>
                  </a:lnTo>
                  <a:lnTo>
                    <a:pt x="324611" y="3048"/>
                  </a:lnTo>
                  <a:lnTo>
                    <a:pt x="326135" y="0"/>
                  </a:lnTo>
                  <a:lnTo>
                    <a:pt x="332232" y="0"/>
                  </a:lnTo>
                  <a:lnTo>
                    <a:pt x="333755" y="3048"/>
                  </a:lnTo>
                  <a:lnTo>
                    <a:pt x="333755" y="7619"/>
                  </a:lnTo>
                  <a:lnTo>
                    <a:pt x="332232" y="10667"/>
                  </a:lnTo>
                  <a:close/>
                </a:path>
                <a:path w="2794000" h="10795">
                  <a:moveTo>
                    <a:pt x="350519" y="10667"/>
                  </a:moveTo>
                  <a:lnTo>
                    <a:pt x="345948" y="10667"/>
                  </a:lnTo>
                  <a:lnTo>
                    <a:pt x="342900" y="7619"/>
                  </a:lnTo>
                  <a:lnTo>
                    <a:pt x="342900" y="3048"/>
                  </a:lnTo>
                  <a:lnTo>
                    <a:pt x="345948" y="0"/>
                  </a:lnTo>
                  <a:lnTo>
                    <a:pt x="350519" y="0"/>
                  </a:lnTo>
                  <a:lnTo>
                    <a:pt x="353567" y="3048"/>
                  </a:lnTo>
                  <a:lnTo>
                    <a:pt x="353567" y="7619"/>
                  </a:lnTo>
                  <a:lnTo>
                    <a:pt x="350519" y="10667"/>
                  </a:lnTo>
                  <a:close/>
                </a:path>
                <a:path w="2794000" h="10795">
                  <a:moveTo>
                    <a:pt x="370332" y="10667"/>
                  </a:moveTo>
                  <a:lnTo>
                    <a:pt x="364235" y="10667"/>
                  </a:lnTo>
                  <a:lnTo>
                    <a:pt x="362711" y="7619"/>
                  </a:lnTo>
                  <a:lnTo>
                    <a:pt x="362711" y="3048"/>
                  </a:lnTo>
                  <a:lnTo>
                    <a:pt x="364235" y="0"/>
                  </a:lnTo>
                  <a:lnTo>
                    <a:pt x="370332" y="0"/>
                  </a:lnTo>
                  <a:lnTo>
                    <a:pt x="371855" y="3048"/>
                  </a:lnTo>
                  <a:lnTo>
                    <a:pt x="371855" y="7619"/>
                  </a:lnTo>
                  <a:lnTo>
                    <a:pt x="370332" y="10667"/>
                  </a:lnTo>
                  <a:close/>
                </a:path>
                <a:path w="2794000" h="10795">
                  <a:moveTo>
                    <a:pt x="388619" y="10667"/>
                  </a:moveTo>
                  <a:lnTo>
                    <a:pt x="384048" y="10667"/>
                  </a:lnTo>
                  <a:lnTo>
                    <a:pt x="381000" y="7619"/>
                  </a:lnTo>
                  <a:lnTo>
                    <a:pt x="381000" y="3048"/>
                  </a:lnTo>
                  <a:lnTo>
                    <a:pt x="384048" y="0"/>
                  </a:lnTo>
                  <a:lnTo>
                    <a:pt x="388619" y="0"/>
                  </a:lnTo>
                  <a:lnTo>
                    <a:pt x="391667" y="3048"/>
                  </a:lnTo>
                  <a:lnTo>
                    <a:pt x="391667" y="7619"/>
                  </a:lnTo>
                  <a:lnTo>
                    <a:pt x="388619" y="10667"/>
                  </a:lnTo>
                  <a:close/>
                </a:path>
                <a:path w="2794000" h="10795">
                  <a:moveTo>
                    <a:pt x="408432" y="10667"/>
                  </a:moveTo>
                  <a:lnTo>
                    <a:pt x="402335" y="10667"/>
                  </a:lnTo>
                  <a:lnTo>
                    <a:pt x="400811" y="7619"/>
                  </a:lnTo>
                  <a:lnTo>
                    <a:pt x="400811" y="3048"/>
                  </a:lnTo>
                  <a:lnTo>
                    <a:pt x="402335" y="0"/>
                  </a:lnTo>
                  <a:lnTo>
                    <a:pt x="408432" y="0"/>
                  </a:lnTo>
                  <a:lnTo>
                    <a:pt x="409955" y="3048"/>
                  </a:lnTo>
                  <a:lnTo>
                    <a:pt x="409955" y="7619"/>
                  </a:lnTo>
                  <a:lnTo>
                    <a:pt x="408432" y="10667"/>
                  </a:lnTo>
                  <a:close/>
                </a:path>
                <a:path w="2794000" h="10795">
                  <a:moveTo>
                    <a:pt x="426719" y="10667"/>
                  </a:moveTo>
                  <a:lnTo>
                    <a:pt x="422148" y="10667"/>
                  </a:lnTo>
                  <a:lnTo>
                    <a:pt x="419100" y="7619"/>
                  </a:lnTo>
                  <a:lnTo>
                    <a:pt x="419100" y="3048"/>
                  </a:lnTo>
                  <a:lnTo>
                    <a:pt x="422148" y="0"/>
                  </a:lnTo>
                  <a:lnTo>
                    <a:pt x="426719" y="0"/>
                  </a:lnTo>
                  <a:lnTo>
                    <a:pt x="429767" y="3048"/>
                  </a:lnTo>
                  <a:lnTo>
                    <a:pt x="429767" y="7619"/>
                  </a:lnTo>
                  <a:lnTo>
                    <a:pt x="426719" y="10667"/>
                  </a:lnTo>
                  <a:close/>
                </a:path>
                <a:path w="2794000" h="10795">
                  <a:moveTo>
                    <a:pt x="446532" y="10667"/>
                  </a:moveTo>
                  <a:lnTo>
                    <a:pt x="440435" y="10667"/>
                  </a:lnTo>
                  <a:lnTo>
                    <a:pt x="438911" y="7619"/>
                  </a:lnTo>
                  <a:lnTo>
                    <a:pt x="438911" y="3048"/>
                  </a:lnTo>
                  <a:lnTo>
                    <a:pt x="440435" y="0"/>
                  </a:lnTo>
                  <a:lnTo>
                    <a:pt x="446532" y="0"/>
                  </a:lnTo>
                  <a:lnTo>
                    <a:pt x="448055" y="3048"/>
                  </a:lnTo>
                  <a:lnTo>
                    <a:pt x="448055" y="7619"/>
                  </a:lnTo>
                  <a:lnTo>
                    <a:pt x="446532" y="10667"/>
                  </a:lnTo>
                  <a:close/>
                </a:path>
                <a:path w="2794000" h="10795">
                  <a:moveTo>
                    <a:pt x="464819" y="10667"/>
                  </a:moveTo>
                  <a:lnTo>
                    <a:pt x="460248" y="10667"/>
                  </a:lnTo>
                  <a:lnTo>
                    <a:pt x="457200" y="7619"/>
                  </a:lnTo>
                  <a:lnTo>
                    <a:pt x="457200" y="3048"/>
                  </a:lnTo>
                  <a:lnTo>
                    <a:pt x="460248" y="0"/>
                  </a:lnTo>
                  <a:lnTo>
                    <a:pt x="464819" y="0"/>
                  </a:lnTo>
                  <a:lnTo>
                    <a:pt x="467867" y="3048"/>
                  </a:lnTo>
                  <a:lnTo>
                    <a:pt x="467867" y="7619"/>
                  </a:lnTo>
                  <a:lnTo>
                    <a:pt x="464819" y="10667"/>
                  </a:lnTo>
                  <a:close/>
                </a:path>
                <a:path w="2794000" h="10795">
                  <a:moveTo>
                    <a:pt x="484632" y="10667"/>
                  </a:moveTo>
                  <a:lnTo>
                    <a:pt x="478535" y="10667"/>
                  </a:lnTo>
                  <a:lnTo>
                    <a:pt x="477011" y="7619"/>
                  </a:lnTo>
                  <a:lnTo>
                    <a:pt x="477011" y="3048"/>
                  </a:lnTo>
                  <a:lnTo>
                    <a:pt x="478535" y="0"/>
                  </a:lnTo>
                  <a:lnTo>
                    <a:pt x="484632" y="0"/>
                  </a:lnTo>
                  <a:lnTo>
                    <a:pt x="486155" y="3048"/>
                  </a:lnTo>
                  <a:lnTo>
                    <a:pt x="486155" y="7619"/>
                  </a:lnTo>
                  <a:lnTo>
                    <a:pt x="484632" y="10667"/>
                  </a:lnTo>
                  <a:close/>
                </a:path>
                <a:path w="2794000" h="10795">
                  <a:moveTo>
                    <a:pt x="502919" y="10667"/>
                  </a:moveTo>
                  <a:lnTo>
                    <a:pt x="498348" y="10667"/>
                  </a:lnTo>
                  <a:lnTo>
                    <a:pt x="496823" y="7619"/>
                  </a:lnTo>
                  <a:lnTo>
                    <a:pt x="496823" y="3048"/>
                  </a:lnTo>
                  <a:lnTo>
                    <a:pt x="498348" y="0"/>
                  </a:lnTo>
                  <a:lnTo>
                    <a:pt x="502919" y="0"/>
                  </a:lnTo>
                  <a:lnTo>
                    <a:pt x="505967" y="3048"/>
                  </a:lnTo>
                  <a:lnTo>
                    <a:pt x="505967" y="7619"/>
                  </a:lnTo>
                  <a:lnTo>
                    <a:pt x="502919" y="10667"/>
                  </a:lnTo>
                  <a:close/>
                </a:path>
                <a:path w="2794000" h="10795">
                  <a:moveTo>
                    <a:pt x="522732" y="10667"/>
                  </a:moveTo>
                  <a:lnTo>
                    <a:pt x="516635" y="10667"/>
                  </a:lnTo>
                  <a:lnTo>
                    <a:pt x="515111" y="7619"/>
                  </a:lnTo>
                  <a:lnTo>
                    <a:pt x="515111" y="3048"/>
                  </a:lnTo>
                  <a:lnTo>
                    <a:pt x="516635" y="0"/>
                  </a:lnTo>
                  <a:lnTo>
                    <a:pt x="522732" y="0"/>
                  </a:lnTo>
                  <a:lnTo>
                    <a:pt x="524255" y="3048"/>
                  </a:lnTo>
                  <a:lnTo>
                    <a:pt x="524255" y="7619"/>
                  </a:lnTo>
                  <a:lnTo>
                    <a:pt x="522732" y="10667"/>
                  </a:lnTo>
                  <a:close/>
                </a:path>
                <a:path w="2794000" h="10795">
                  <a:moveTo>
                    <a:pt x="541019" y="10667"/>
                  </a:moveTo>
                  <a:lnTo>
                    <a:pt x="536448" y="10667"/>
                  </a:lnTo>
                  <a:lnTo>
                    <a:pt x="534923" y="7619"/>
                  </a:lnTo>
                  <a:lnTo>
                    <a:pt x="534923" y="3048"/>
                  </a:lnTo>
                  <a:lnTo>
                    <a:pt x="536448" y="0"/>
                  </a:lnTo>
                  <a:lnTo>
                    <a:pt x="541019" y="0"/>
                  </a:lnTo>
                  <a:lnTo>
                    <a:pt x="544067" y="3048"/>
                  </a:lnTo>
                  <a:lnTo>
                    <a:pt x="544067" y="7619"/>
                  </a:lnTo>
                  <a:lnTo>
                    <a:pt x="541019" y="10667"/>
                  </a:lnTo>
                  <a:close/>
                </a:path>
                <a:path w="2794000" h="10795">
                  <a:moveTo>
                    <a:pt x="560832" y="10667"/>
                  </a:moveTo>
                  <a:lnTo>
                    <a:pt x="554735" y="10667"/>
                  </a:lnTo>
                  <a:lnTo>
                    <a:pt x="553211" y="7619"/>
                  </a:lnTo>
                  <a:lnTo>
                    <a:pt x="553211" y="3048"/>
                  </a:lnTo>
                  <a:lnTo>
                    <a:pt x="554735" y="0"/>
                  </a:lnTo>
                  <a:lnTo>
                    <a:pt x="560832" y="0"/>
                  </a:lnTo>
                  <a:lnTo>
                    <a:pt x="562355" y="3048"/>
                  </a:lnTo>
                  <a:lnTo>
                    <a:pt x="562355" y="7619"/>
                  </a:lnTo>
                  <a:lnTo>
                    <a:pt x="560832" y="10667"/>
                  </a:lnTo>
                  <a:close/>
                </a:path>
                <a:path w="2794000" h="10795">
                  <a:moveTo>
                    <a:pt x="579119" y="10667"/>
                  </a:moveTo>
                  <a:lnTo>
                    <a:pt x="574548" y="10667"/>
                  </a:lnTo>
                  <a:lnTo>
                    <a:pt x="573023" y="7619"/>
                  </a:lnTo>
                  <a:lnTo>
                    <a:pt x="573023" y="3048"/>
                  </a:lnTo>
                  <a:lnTo>
                    <a:pt x="574548" y="0"/>
                  </a:lnTo>
                  <a:lnTo>
                    <a:pt x="579119" y="0"/>
                  </a:lnTo>
                  <a:lnTo>
                    <a:pt x="582167" y="3048"/>
                  </a:lnTo>
                  <a:lnTo>
                    <a:pt x="582167" y="7619"/>
                  </a:lnTo>
                  <a:lnTo>
                    <a:pt x="579119" y="10667"/>
                  </a:lnTo>
                  <a:close/>
                </a:path>
                <a:path w="2794000" h="10795">
                  <a:moveTo>
                    <a:pt x="598932" y="10667"/>
                  </a:moveTo>
                  <a:lnTo>
                    <a:pt x="592835" y="10667"/>
                  </a:lnTo>
                  <a:lnTo>
                    <a:pt x="591311" y="7619"/>
                  </a:lnTo>
                  <a:lnTo>
                    <a:pt x="591311" y="3048"/>
                  </a:lnTo>
                  <a:lnTo>
                    <a:pt x="592835" y="0"/>
                  </a:lnTo>
                  <a:lnTo>
                    <a:pt x="598932" y="0"/>
                  </a:lnTo>
                  <a:lnTo>
                    <a:pt x="600455" y="3048"/>
                  </a:lnTo>
                  <a:lnTo>
                    <a:pt x="600455" y="7619"/>
                  </a:lnTo>
                  <a:lnTo>
                    <a:pt x="598932" y="10667"/>
                  </a:lnTo>
                  <a:close/>
                </a:path>
                <a:path w="2794000" h="10795">
                  <a:moveTo>
                    <a:pt x="617219" y="10667"/>
                  </a:moveTo>
                  <a:lnTo>
                    <a:pt x="612648" y="10667"/>
                  </a:lnTo>
                  <a:lnTo>
                    <a:pt x="611123" y="7619"/>
                  </a:lnTo>
                  <a:lnTo>
                    <a:pt x="611123" y="3048"/>
                  </a:lnTo>
                  <a:lnTo>
                    <a:pt x="612648" y="0"/>
                  </a:lnTo>
                  <a:lnTo>
                    <a:pt x="617219" y="0"/>
                  </a:lnTo>
                  <a:lnTo>
                    <a:pt x="620267" y="3048"/>
                  </a:lnTo>
                  <a:lnTo>
                    <a:pt x="620267" y="7619"/>
                  </a:lnTo>
                  <a:lnTo>
                    <a:pt x="617219" y="10667"/>
                  </a:lnTo>
                  <a:close/>
                </a:path>
                <a:path w="2794000" h="10795">
                  <a:moveTo>
                    <a:pt x="637032" y="10667"/>
                  </a:moveTo>
                  <a:lnTo>
                    <a:pt x="630935" y="10667"/>
                  </a:lnTo>
                  <a:lnTo>
                    <a:pt x="629411" y="7619"/>
                  </a:lnTo>
                  <a:lnTo>
                    <a:pt x="629411" y="3048"/>
                  </a:lnTo>
                  <a:lnTo>
                    <a:pt x="630935" y="0"/>
                  </a:lnTo>
                  <a:lnTo>
                    <a:pt x="637032" y="0"/>
                  </a:lnTo>
                  <a:lnTo>
                    <a:pt x="638555" y="3048"/>
                  </a:lnTo>
                  <a:lnTo>
                    <a:pt x="638555" y="7619"/>
                  </a:lnTo>
                  <a:lnTo>
                    <a:pt x="637032" y="10667"/>
                  </a:lnTo>
                  <a:close/>
                </a:path>
                <a:path w="2794000" h="10795">
                  <a:moveTo>
                    <a:pt x="655319" y="10667"/>
                  </a:moveTo>
                  <a:lnTo>
                    <a:pt x="650748" y="10667"/>
                  </a:lnTo>
                  <a:lnTo>
                    <a:pt x="649223" y="7619"/>
                  </a:lnTo>
                  <a:lnTo>
                    <a:pt x="649223" y="3048"/>
                  </a:lnTo>
                  <a:lnTo>
                    <a:pt x="650748" y="0"/>
                  </a:lnTo>
                  <a:lnTo>
                    <a:pt x="655319" y="0"/>
                  </a:lnTo>
                  <a:lnTo>
                    <a:pt x="658367" y="3048"/>
                  </a:lnTo>
                  <a:lnTo>
                    <a:pt x="658367" y="7619"/>
                  </a:lnTo>
                  <a:lnTo>
                    <a:pt x="655319" y="10667"/>
                  </a:lnTo>
                  <a:close/>
                </a:path>
                <a:path w="2794000" h="10795">
                  <a:moveTo>
                    <a:pt x="675132" y="10667"/>
                  </a:moveTo>
                  <a:lnTo>
                    <a:pt x="669035" y="10667"/>
                  </a:lnTo>
                  <a:lnTo>
                    <a:pt x="667511" y="7619"/>
                  </a:lnTo>
                  <a:lnTo>
                    <a:pt x="667511" y="3048"/>
                  </a:lnTo>
                  <a:lnTo>
                    <a:pt x="669035" y="0"/>
                  </a:lnTo>
                  <a:lnTo>
                    <a:pt x="675132" y="0"/>
                  </a:lnTo>
                  <a:lnTo>
                    <a:pt x="676655" y="3048"/>
                  </a:lnTo>
                  <a:lnTo>
                    <a:pt x="676655" y="7619"/>
                  </a:lnTo>
                  <a:lnTo>
                    <a:pt x="675132" y="10667"/>
                  </a:lnTo>
                  <a:close/>
                </a:path>
                <a:path w="2794000" h="10795">
                  <a:moveTo>
                    <a:pt x="693419" y="10667"/>
                  </a:moveTo>
                  <a:lnTo>
                    <a:pt x="688848" y="10667"/>
                  </a:lnTo>
                  <a:lnTo>
                    <a:pt x="687323" y="7619"/>
                  </a:lnTo>
                  <a:lnTo>
                    <a:pt x="687323" y="3048"/>
                  </a:lnTo>
                  <a:lnTo>
                    <a:pt x="688848" y="0"/>
                  </a:lnTo>
                  <a:lnTo>
                    <a:pt x="693419" y="0"/>
                  </a:lnTo>
                  <a:lnTo>
                    <a:pt x="696467" y="3048"/>
                  </a:lnTo>
                  <a:lnTo>
                    <a:pt x="696467" y="7619"/>
                  </a:lnTo>
                  <a:lnTo>
                    <a:pt x="693419" y="10667"/>
                  </a:lnTo>
                  <a:close/>
                </a:path>
                <a:path w="2794000" h="10795">
                  <a:moveTo>
                    <a:pt x="713232" y="10667"/>
                  </a:moveTo>
                  <a:lnTo>
                    <a:pt x="707135" y="10667"/>
                  </a:lnTo>
                  <a:lnTo>
                    <a:pt x="705611" y="7619"/>
                  </a:lnTo>
                  <a:lnTo>
                    <a:pt x="705611" y="3048"/>
                  </a:lnTo>
                  <a:lnTo>
                    <a:pt x="707135" y="0"/>
                  </a:lnTo>
                  <a:lnTo>
                    <a:pt x="713232" y="0"/>
                  </a:lnTo>
                  <a:lnTo>
                    <a:pt x="714755" y="3048"/>
                  </a:lnTo>
                  <a:lnTo>
                    <a:pt x="714755" y="7619"/>
                  </a:lnTo>
                  <a:lnTo>
                    <a:pt x="713232" y="10667"/>
                  </a:lnTo>
                  <a:close/>
                </a:path>
                <a:path w="2794000" h="10795">
                  <a:moveTo>
                    <a:pt x="731519" y="10667"/>
                  </a:moveTo>
                  <a:lnTo>
                    <a:pt x="726948" y="10667"/>
                  </a:lnTo>
                  <a:lnTo>
                    <a:pt x="725423" y="7619"/>
                  </a:lnTo>
                  <a:lnTo>
                    <a:pt x="725423" y="3048"/>
                  </a:lnTo>
                  <a:lnTo>
                    <a:pt x="726948" y="0"/>
                  </a:lnTo>
                  <a:lnTo>
                    <a:pt x="731519" y="0"/>
                  </a:lnTo>
                  <a:lnTo>
                    <a:pt x="734567" y="3048"/>
                  </a:lnTo>
                  <a:lnTo>
                    <a:pt x="734567" y="7619"/>
                  </a:lnTo>
                  <a:lnTo>
                    <a:pt x="731519" y="10667"/>
                  </a:lnTo>
                  <a:close/>
                </a:path>
                <a:path w="2794000" h="10795">
                  <a:moveTo>
                    <a:pt x="751332" y="10667"/>
                  </a:moveTo>
                  <a:lnTo>
                    <a:pt x="745235" y="10667"/>
                  </a:lnTo>
                  <a:lnTo>
                    <a:pt x="743711" y="7619"/>
                  </a:lnTo>
                  <a:lnTo>
                    <a:pt x="743711" y="3048"/>
                  </a:lnTo>
                  <a:lnTo>
                    <a:pt x="745235" y="0"/>
                  </a:lnTo>
                  <a:lnTo>
                    <a:pt x="751332" y="0"/>
                  </a:lnTo>
                  <a:lnTo>
                    <a:pt x="752855" y="3048"/>
                  </a:lnTo>
                  <a:lnTo>
                    <a:pt x="752855" y="7619"/>
                  </a:lnTo>
                  <a:lnTo>
                    <a:pt x="751332" y="10667"/>
                  </a:lnTo>
                  <a:close/>
                </a:path>
                <a:path w="2794000" h="10795">
                  <a:moveTo>
                    <a:pt x="769619" y="10667"/>
                  </a:moveTo>
                  <a:lnTo>
                    <a:pt x="765048" y="10667"/>
                  </a:lnTo>
                  <a:lnTo>
                    <a:pt x="763523" y="7619"/>
                  </a:lnTo>
                  <a:lnTo>
                    <a:pt x="763523" y="3048"/>
                  </a:lnTo>
                  <a:lnTo>
                    <a:pt x="765048" y="0"/>
                  </a:lnTo>
                  <a:lnTo>
                    <a:pt x="769619" y="0"/>
                  </a:lnTo>
                  <a:lnTo>
                    <a:pt x="772667" y="3048"/>
                  </a:lnTo>
                  <a:lnTo>
                    <a:pt x="772667" y="7619"/>
                  </a:lnTo>
                  <a:lnTo>
                    <a:pt x="769619" y="10667"/>
                  </a:lnTo>
                  <a:close/>
                </a:path>
                <a:path w="2794000" h="10795">
                  <a:moveTo>
                    <a:pt x="789432" y="10667"/>
                  </a:moveTo>
                  <a:lnTo>
                    <a:pt x="783335" y="10667"/>
                  </a:lnTo>
                  <a:lnTo>
                    <a:pt x="781811" y="7619"/>
                  </a:lnTo>
                  <a:lnTo>
                    <a:pt x="781811" y="3048"/>
                  </a:lnTo>
                  <a:lnTo>
                    <a:pt x="783335" y="0"/>
                  </a:lnTo>
                  <a:lnTo>
                    <a:pt x="789432" y="0"/>
                  </a:lnTo>
                  <a:lnTo>
                    <a:pt x="790955" y="3048"/>
                  </a:lnTo>
                  <a:lnTo>
                    <a:pt x="790955" y="7619"/>
                  </a:lnTo>
                  <a:lnTo>
                    <a:pt x="789432" y="10667"/>
                  </a:lnTo>
                  <a:close/>
                </a:path>
                <a:path w="2794000" h="10795">
                  <a:moveTo>
                    <a:pt x="807719" y="10667"/>
                  </a:moveTo>
                  <a:lnTo>
                    <a:pt x="803148" y="10667"/>
                  </a:lnTo>
                  <a:lnTo>
                    <a:pt x="801623" y="7619"/>
                  </a:lnTo>
                  <a:lnTo>
                    <a:pt x="801623" y="3048"/>
                  </a:lnTo>
                  <a:lnTo>
                    <a:pt x="803148" y="0"/>
                  </a:lnTo>
                  <a:lnTo>
                    <a:pt x="807719" y="0"/>
                  </a:lnTo>
                  <a:lnTo>
                    <a:pt x="810767" y="3048"/>
                  </a:lnTo>
                  <a:lnTo>
                    <a:pt x="810767" y="7619"/>
                  </a:lnTo>
                  <a:lnTo>
                    <a:pt x="807719" y="10667"/>
                  </a:lnTo>
                  <a:close/>
                </a:path>
                <a:path w="2794000" h="10795">
                  <a:moveTo>
                    <a:pt x="827532" y="10667"/>
                  </a:moveTo>
                  <a:lnTo>
                    <a:pt x="822959" y="10667"/>
                  </a:lnTo>
                  <a:lnTo>
                    <a:pt x="819911" y="7619"/>
                  </a:lnTo>
                  <a:lnTo>
                    <a:pt x="819911" y="3048"/>
                  </a:lnTo>
                  <a:lnTo>
                    <a:pt x="822959" y="0"/>
                  </a:lnTo>
                  <a:lnTo>
                    <a:pt x="827532" y="0"/>
                  </a:lnTo>
                  <a:lnTo>
                    <a:pt x="829055" y="3048"/>
                  </a:lnTo>
                  <a:lnTo>
                    <a:pt x="829055" y="7619"/>
                  </a:lnTo>
                  <a:lnTo>
                    <a:pt x="827532" y="10667"/>
                  </a:lnTo>
                  <a:close/>
                </a:path>
                <a:path w="2794000" h="10795">
                  <a:moveTo>
                    <a:pt x="845819" y="10667"/>
                  </a:moveTo>
                  <a:lnTo>
                    <a:pt x="841248" y="10667"/>
                  </a:lnTo>
                  <a:lnTo>
                    <a:pt x="839723" y="7619"/>
                  </a:lnTo>
                  <a:lnTo>
                    <a:pt x="839723" y="3048"/>
                  </a:lnTo>
                  <a:lnTo>
                    <a:pt x="841248" y="0"/>
                  </a:lnTo>
                  <a:lnTo>
                    <a:pt x="845819" y="0"/>
                  </a:lnTo>
                  <a:lnTo>
                    <a:pt x="848867" y="3048"/>
                  </a:lnTo>
                  <a:lnTo>
                    <a:pt x="848867" y="7619"/>
                  </a:lnTo>
                  <a:lnTo>
                    <a:pt x="845819" y="10667"/>
                  </a:lnTo>
                  <a:close/>
                </a:path>
                <a:path w="2794000" h="10795">
                  <a:moveTo>
                    <a:pt x="865632" y="10667"/>
                  </a:moveTo>
                  <a:lnTo>
                    <a:pt x="861059" y="10667"/>
                  </a:lnTo>
                  <a:lnTo>
                    <a:pt x="858011" y="7619"/>
                  </a:lnTo>
                  <a:lnTo>
                    <a:pt x="858011" y="3048"/>
                  </a:lnTo>
                  <a:lnTo>
                    <a:pt x="861059" y="0"/>
                  </a:lnTo>
                  <a:lnTo>
                    <a:pt x="865632" y="0"/>
                  </a:lnTo>
                  <a:lnTo>
                    <a:pt x="867155" y="3048"/>
                  </a:lnTo>
                  <a:lnTo>
                    <a:pt x="867155" y="7619"/>
                  </a:lnTo>
                  <a:lnTo>
                    <a:pt x="865632" y="10667"/>
                  </a:lnTo>
                  <a:close/>
                </a:path>
                <a:path w="2794000" h="10795">
                  <a:moveTo>
                    <a:pt x="883919" y="10667"/>
                  </a:moveTo>
                  <a:lnTo>
                    <a:pt x="879348" y="10667"/>
                  </a:lnTo>
                  <a:lnTo>
                    <a:pt x="877823" y="7619"/>
                  </a:lnTo>
                  <a:lnTo>
                    <a:pt x="877823" y="3048"/>
                  </a:lnTo>
                  <a:lnTo>
                    <a:pt x="879348" y="0"/>
                  </a:lnTo>
                  <a:lnTo>
                    <a:pt x="883919" y="0"/>
                  </a:lnTo>
                  <a:lnTo>
                    <a:pt x="886967" y="3048"/>
                  </a:lnTo>
                  <a:lnTo>
                    <a:pt x="886967" y="7619"/>
                  </a:lnTo>
                  <a:lnTo>
                    <a:pt x="883919" y="10667"/>
                  </a:lnTo>
                  <a:close/>
                </a:path>
                <a:path w="2794000" h="10795">
                  <a:moveTo>
                    <a:pt x="903732" y="10667"/>
                  </a:moveTo>
                  <a:lnTo>
                    <a:pt x="899159" y="10667"/>
                  </a:lnTo>
                  <a:lnTo>
                    <a:pt x="896111" y="7619"/>
                  </a:lnTo>
                  <a:lnTo>
                    <a:pt x="896111" y="3048"/>
                  </a:lnTo>
                  <a:lnTo>
                    <a:pt x="899159" y="0"/>
                  </a:lnTo>
                  <a:lnTo>
                    <a:pt x="903732" y="0"/>
                  </a:lnTo>
                  <a:lnTo>
                    <a:pt x="905255" y="3048"/>
                  </a:lnTo>
                  <a:lnTo>
                    <a:pt x="905255" y="7619"/>
                  </a:lnTo>
                  <a:lnTo>
                    <a:pt x="903732" y="10667"/>
                  </a:lnTo>
                  <a:close/>
                </a:path>
                <a:path w="2794000" h="10795">
                  <a:moveTo>
                    <a:pt x="923543" y="10667"/>
                  </a:moveTo>
                  <a:lnTo>
                    <a:pt x="917448" y="10667"/>
                  </a:lnTo>
                  <a:lnTo>
                    <a:pt x="915923" y="7619"/>
                  </a:lnTo>
                  <a:lnTo>
                    <a:pt x="915923" y="3048"/>
                  </a:lnTo>
                  <a:lnTo>
                    <a:pt x="917448" y="0"/>
                  </a:lnTo>
                  <a:lnTo>
                    <a:pt x="923543" y="0"/>
                  </a:lnTo>
                  <a:lnTo>
                    <a:pt x="925067" y="3048"/>
                  </a:lnTo>
                  <a:lnTo>
                    <a:pt x="925067" y="7619"/>
                  </a:lnTo>
                  <a:lnTo>
                    <a:pt x="923543" y="10667"/>
                  </a:lnTo>
                  <a:close/>
                </a:path>
                <a:path w="2794000" h="10795">
                  <a:moveTo>
                    <a:pt x="941832" y="10667"/>
                  </a:moveTo>
                  <a:lnTo>
                    <a:pt x="937259" y="10667"/>
                  </a:lnTo>
                  <a:lnTo>
                    <a:pt x="934211" y="7619"/>
                  </a:lnTo>
                  <a:lnTo>
                    <a:pt x="934211" y="3048"/>
                  </a:lnTo>
                  <a:lnTo>
                    <a:pt x="937259" y="0"/>
                  </a:lnTo>
                  <a:lnTo>
                    <a:pt x="941832" y="0"/>
                  </a:lnTo>
                  <a:lnTo>
                    <a:pt x="943355" y="3048"/>
                  </a:lnTo>
                  <a:lnTo>
                    <a:pt x="943355" y="7619"/>
                  </a:lnTo>
                  <a:lnTo>
                    <a:pt x="941832" y="10667"/>
                  </a:lnTo>
                  <a:close/>
                </a:path>
                <a:path w="2794000" h="10795">
                  <a:moveTo>
                    <a:pt x="961643" y="10667"/>
                  </a:moveTo>
                  <a:lnTo>
                    <a:pt x="955548" y="10667"/>
                  </a:lnTo>
                  <a:lnTo>
                    <a:pt x="954023" y="7619"/>
                  </a:lnTo>
                  <a:lnTo>
                    <a:pt x="954023" y="3048"/>
                  </a:lnTo>
                  <a:lnTo>
                    <a:pt x="955548" y="0"/>
                  </a:lnTo>
                  <a:lnTo>
                    <a:pt x="961643" y="0"/>
                  </a:lnTo>
                  <a:lnTo>
                    <a:pt x="963167" y="3048"/>
                  </a:lnTo>
                  <a:lnTo>
                    <a:pt x="963167" y="7619"/>
                  </a:lnTo>
                  <a:lnTo>
                    <a:pt x="961643" y="10667"/>
                  </a:lnTo>
                  <a:close/>
                </a:path>
                <a:path w="2794000" h="10795">
                  <a:moveTo>
                    <a:pt x="979932" y="10667"/>
                  </a:moveTo>
                  <a:lnTo>
                    <a:pt x="975359" y="10667"/>
                  </a:lnTo>
                  <a:lnTo>
                    <a:pt x="972311" y="7619"/>
                  </a:lnTo>
                  <a:lnTo>
                    <a:pt x="972311" y="3048"/>
                  </a:lnTo>
                  <a:lnTo>
                    <a:pt x="975359" y="0"/>
                  </a:lnTo>
                  <a:lnTo>
                    <a:pt x="979932" y="0"/>
                  </a:lnTo>
                  <a:lnTo>
                    <a:pt x="981455" y="3048"/>
                  </a:lnTo>
                  <a:lnTo>
                    <a:pt x="981455" y="7619"/>
                  </a:lnTo>
                  <a:lnTo>
                    <a:pt x="979932" y="10667"/>
                  </a:lnTo>
                  <a:close/>
                </a:path>
                <a:path w="2794000" h="10795">
                  <a:moveTo>
                    <a:pt x="999743" y="10667"/>
                  </a:moveTo>
                  <a:lnTo>
                    <a:pt x="993648" y="10667"/>
                  </a:lnTo>
                  <a:lnTo>
                    <a:pt x="992123" y="7619"/>
                  </a:lnTo>
                  <a:lnTo>
                    <a:pt x="992123" y="3048"/>
                  </a:lnTo>
                  <a:lnTo>
                    <a:pt x="993648" y="0"/>
                  </a:lnTo>
                  <a:lnTo>
                    <a:pt x="999743" y="0"/>
                  </a:lnTo>
                  <a:lnTo>
                    <a:pt x="1001267" y="3048"/>
                  </a:lnTo>
                  <a:lnTo>
                    <a:pt x="1001267" y="7619"/>
                  </a:lnTo>
                  <a:lnTo>
                    <a:pt x="999743" y="10667"/>
                  </a:lnTo>
                  <a:close/>
                </a:path>
                <a:path w="2794000" h="10795">
                  <a:moveTo>
                    <a:pt x="1018032" y="10667"/>
                  </a:moveTo>
                  <a:lnTo>
                    <a:pt x="1013459" y="10667"/>
                  </a:lnTo>
                  <a:lnTo>
                    <a:pt x="1010411" y="7619"/>
                  </a:lnTo>
                  <a:lnTo>
                    <a:pt x="1010411" y="3048"/>
                  </a:lnTo>
                  <a:lnTo>
                    <a:pt x="1013459" y="0"/>
                  </a:lnTo>
                  <a:lnTo>
                    <a:pt x="1018032" y="0"/>
                  </a:lnTo>
                  <a:lnTo>
                    <a:pt x="1019555" y="3048"/>
                  </a:lnTo>
                  <a:lnTo>
                    <a:pt x="1019555" y="7619"/>
                  </a:lnTo>
                  <a:lnTo>
                    <a:pt x="1018032" y="10667"/>
                  </a:lnTo>
                  <a:close/>
                </a:path>
                <a:path w="2794000" h="10795">
                  <a:moveTo>
                    <a:pt x="1037843" y="10667"/>
                  </a:moveTo>
                  <a:lnTo>
                    <a:pt x="1031748" y="10667"/>
                  </a:lnTo>
                  <a:lnTo>
                    <a:pt x="1030223" y="7619"/>
                  </a:lnTo>
                  <a:lnTo>
                    <a:pt x="1030223" y="3048"/>
                  </a:lnTo>
                  <a:lnTo>
                    <a:pt x="1031748" y="0"/>
                  </a:lnTo>
                  <a:lnTo>
                    <a:pt x="1037843" y="0"/>
                  </a:lnTo>
                  <a:lnTo>
                    <a:pt x="1039367" y="3048"/>
                  </a:lnTo>
                  <a:lnTo>
                    <a:pt x="1039367" y="7619"/>
                  </a:lnTo>
                  <a:lnTo>
                    <a:pt x="1037843" y="10667"/>
                  </a:lnTo>
                  <a:close/>
                </a:path>
                <a:path w="2794000" h="10795">
                  <a:moveTo>
                    <a:pt x="1056132" y="10667"/>
                  </a:moveTo>
                  <a:lnTo>
                    <a:pt x="1051559" y="10667"/>
                  </a:lnTo>
                  <a:lnTo>
                    <a:pt x="1048511" y="7619"/>
                  </a:lnTo>
                  <a:lnTo>
                    <a:pt x="1048511" y="3048"/>
                  </a:lnTo>
                  <a:lnTo>
                    <a:pt x="1051559" y="0"/>
                  </a:lnTo>
                  <a:lnTo>
                    <a:pt x="1056132" y="0"/>
                  </a:lnTo>
                  <a:lnTo>
                    <a:pt x="1057655" y="3048"/>
                  </a:lnTo>
                  <a:lnTo>
                    <a:pt x="1057655" y="7619"/>
                  </a:lnTo>
                  <a:lnTo>
                    <a:pt x="1056132" y="10667"/>
                  </a:lnTo>
                  <a:close/>
                </a:path>
                <a:path w="2794000" h="10795">
                  <a:moveTo>
                    <a:pt x="1075943" y="10667"/>
                  </a:moveTo>
                  <a:lnTo>
                    <a:pt x="1069848" y="10667"/>
                  </a:lnTo>
                  <a:lnTo>
                    <a:pt x="1068323" y="7619"/>
                  </a:lnTo>
                  <a:lnTo>
                    <a:pt x="1068323" y="3048"/>
                  </a:lnTo>
                  <a:lnTo>
                    <a:pt x="1069848" y="0"/>
                  </a:lnTo>
                  <a:lnTo>
                    <a:pt x="1075943" y="0"/>
                  </a:lnTo>
                  <a:lnTo>
                    <a:pt x="1077467" y="3048"/>
                  </a:lnTo>
                  <a:lnTo>
                    <a:pt x="1077467" y="7619"/>
                  </a:lnTo>
                  <a:lnTo>
                    <a:pt x="1075943" y="10667"/>
                  </a:lnTo>
                  <a:close/>
                </a:path>
                <a:path w="2794000" h="10795">
                  <a:moveTo>
                    <a:pt x="1094232" y="10667"/>
                  </a:moveTo>
                  <a:lnTo>
                    <a:pt x="1089659" y="10667"/>
                  </a:lnTo>
                  <a:lnTo>
                    <a:pt x="1086611" y="7619"/>
                  </a:lnTo>
                  <a:lnTo>
                    <a:pt x="1086611" y="3048"/>
                  </a:lnTo>
                  <a:lnTo>
                    <a:pt x="1089659" y="0"/>
                  </a:lnTo>
                  <a:lnTo>
                    <a:pt x="1094232" y="0"/>
                  </a:lnTo>
                  <a:lnTo>
                    <a:pt x="1095755" y="3048"/>
                  </a:lnTo>
                  <a:lnTo>
                    <a:pt x="1095755" y="7619"/>
                  </a:lnTo>
                  <a:lnTo>
                    <a:pt x="1094232" y="10667"/>
                  </a:lnTo>
                  <a:close/>
                </a:path>
                <a:path w="2794000" h="10795">
                  <a:moveTo>
                    <a:pt x="1114043" y="10667"/>
                  </a:moveTo>
                  <a:lnTo>
                    <a:pt x="1107948" y="10667"/>
                  </a:lnTo>
                  <a:lnTo>
                    <a:pt x="1106423" y="7619"/>
                  </a:lnTo>
                  <a:lnTo>
                    <a:pt x="1106423" y="3048"/>
                  </a:lnTo>
                  <a:lnTo>
                    <a:pt x="1107948" y="0"/>
                  </a:lnTo>
                  <a:lnTo>
                    <a:pt x="1114043" y="0"/>
                  </a:lnTo>
                  <a:lnTo>
                    <a:pt x="1115567" y="3048"/>
                  </a:lnTo>
                  <a:lnTo>
                    <a:pt x="1115567" y="7619"/>
                  </a:lnTo>
                  <a:lnTo>
                    <a:pt x="1114043" y="10667"/>
                  </a:lnTo>
                  <a:close/>
                </a:path>
                <a:path w="2794000" h="10795">
                  <a:moveTo>
                    <a:pt x="1132332" y="10667"/>
                  </a:moveTo>
                  <a:lnTo>
                    <a:pt x="1127759" y="10667"/>
                  </a:lnTo>
                  <a:lnTo>
                    <a:pt x="1124711" y="7619"/>
                  </a:lnTo>
                  <a:lnTo>
                    <a:pt x="1124711" y="3048"/>
                  </a:lnTo>
                  <a:lnTo>
                    <a:pt x="1127759" y="0"/>
                  </a:lnTo>
                  <a:lnTo>
                    <a:pt x="1132332" y="0"/>
                  </a:lnTo>
                  <a:lnTo>
                    <a:pt x="1133855" y="3048"/>
                  </a:lnTo>
                  <a:lnTo>
                    <a:pt x="1133855" y="7619"/>
                  </a:lnTo>
                  <a:lnTo>
                    <a:pt x="1132332" y="10667"/>
                  </a:lnTo>
                  <a:close/>
                </a:path>
                <a:path w="2794000" h="10795">
                  <a:moveTo>
                    <a:pt x="1152143" y="10667"/>
                  </a:moveTo>
                  <a:lnTo>
                    <a:pt x="1146048" y="10667"/>
                  </a:lnTo>
                  <a:lnTo>
                    <a:pt x="1144523" y="7619"/>
                  </a:lnTo>
                  <a:lnTo>
                    <a:pt x="1144523" y="3048"/>
                  </a:lnTo>
                  <a:lnTo>
                    <a:pt x="1146048" y="0"/>
                  </a:lnTo>
                  <a:lnTo>
                    <a:pt x="1152143" y="0"/>
                  </a:lnTo>
                  <a:lnTo>
                    <a:pt x="1153667" y="3048"/>
                  </a:lnTo>
                  <a:lnTo>
                    <a:pt x="1153667" y="7619"/>
                  </a:lnTo>
                  <a:lnTo>
                    <a:pt x="1152143" y="10667"/>
                  </a:lnTo>
                  <a:close/>
                </a:path>
                <a:path w="2794000" h="10795">
                  <a:moveTo>
                    <a:pt x="1170432" y="10667"/>
                  </a:moveTo>
                  <a:lnTo>
                    <a:pt x="1165859" y="10667"/>
                  </a:lnTo>
                  <a:lnTo>
                    <a:pt x="1162811" y="7619"/>
                  </a:lnTo>
                  <a:lnTo>
                    <a:pt x="1162811" y="3048"/>
                  </a:lnTo>
                  <a:lnTo>
                    <a:pt x="1165859" y="0"/>
                  </a:lnTo>
                  <a:lnTo>
                    <a:pt x="1170432" y="0"/>
                  </a:lnTo>
                  <a:lnTo>
                    <a:pt x="1171955" y="3048"/>
                  </a:lnTo>
                  <a:lnTo>
                    <a:pt x="1171955" y="7619"/>
                  </a:lnTo>
                  <a:lnTo>
                    <a:pt x="1170432" y="10667"/>
                  </a:lnTo>
                  <a:close/>
                </a:path>
                <a:path w="2794000" h="10795">
                  <a:moveTo>
                    <a:pt x="1190243" y="10667"/>
                  </a:moveTo>
                  <a:lnTo>
                    <a:pt x="1184148" y="10667"/>
                  </a:lnTo>
                  <a:lnTo>
                    <a:pt x="1182623" y="7619"/>
                  </a:lnTo>
                  <a:lnTo>
                    <a:pt x="1182623" y="3048"/>
                  </a:lnTo>
                  <a:lnTo>
                    <a:pt x="1184148" y="0"/>
                  </a:lnTo>
                  <a:lnTo>
                    <a:pt x="1190243" y="0"/>
                  </a:lnTo>
                  <a:lnTo>
                    <a:pt x="1191767" y="3048"/>
                  </a:lnTo>
                  <a:lnTo>
                    <a:pt x="1191767" y="7619"/>
                  </a:lnTo>
                  <a:lnTo>
                    <a:pt x="1190243" y="10667"/>
                  </a:lnTo>
                  <a:close/>
                </a:path>
                <a:path w="2794000" h="10795">
                  <a:moveTo>
                    <a:pt x="1208532" y="10667"/>
                  </a:moveTo>
                  <a:lnTo>
                    <a:pt x="1203959" y="10667"/>
                  </a:lnTo>
                  <a:lnTo>
                    <a:pt x="1200911" y="7619"/>
                  </a:lnTo>
                  <a:lnTo>
                    <a:pt x="1200911" y="3048"/>
                  </a:lnTo>
                  <a:lnTo>
                    <a:pt x="1203959" y="0"/>
                  </a:lnTo>
                  <a:lnTo>
                    <a:pt x="1208532" y="0"/>
                  </a:lnTo>
                  <a:lnTo>
                    <a:pt x="1210055" y="3048"/>
                  </a:lnTo>
                  <a:lnTo>
                    <a:pt x="1210055" y="7619"/>
                  </a:lnTo>
                  <a:lnTo>
                    <a:pt x="1208532" y="10667"/>
                  </a:lnTo>
                  <a:close/>
                </a:path>
                <a:path w="2794000" h="10795">
                  <a:moveTo>
                    <a:pt x="1228343" y="10667"/>
                  </a:moveTo>
                  <a:lnTo>
                    <a:pt x="1222248" y="10667"/>
                  </a:lnTo>
                  <a:lnTo>
                    <a:pt x="1220723" y="7619"/>
                  </a:lnTo>
                  <a:lnTo>
                    <a:pt x="1220723" y="3048"/>
                  </a:lnTo>
                  <a:lnTo>
                    <a:pt x="1222248" y="0"/>
                  </a:lnTo>
                  <a:lnTo>
                    <a:pt x="1228343" y="0"/>
                  </a:lnTo>
                  <a:lnTo>
                    <a:pt x="1229867" y="3048"/>
                  </a:lnTo>
                  <a:lnTo>
                    <a:pt x="1229867" y="7619"/>
                  </a:lnTo>
                  <a:lnTo>
                    <a:pt x="1228343" y="10667"/>
                  </a:lnTo>
                  <a:close/>
                </a:path>
                <a:path w="2794000" h="10795">
                  <a:moveTo>
                    <a:pt x="1246632" y="10667"/>
                  </a:moveTo>
                  <a:lnTo>
                    <a:pt x="1242059" y="10667"/>
                  </a:lnTo>
                  <a:lnTo>
                    <a:pt x="1239011" y="7619"/>
                  </a:lnTo>
                  <a:lnTo>
                    <a:pt x="1239011" y="3048"/>
                  </a:lnTo>
                  <a:lnTo>
                    <a:pt x="1242059" y="0"/>
                  </a:lnTo>
                  <a:lnTo>
                    <a:pt x="1246632" y="0"/>
                  </a:lnTo>
                  <a:lnTo>
                    <a:pt x="1249680" y="3048"/>
                  </a:lnTo>
                  <a:lnTo>
                    <a:pt x="1249680" y="7619"/>
                  </a:lnTo>
                  <a:lnTo>
                    <a:pt x="1246632" y="10667"/>
                  </a:lnTo>
                  <a:close/>
                </a:path>
                <a:path w="2794000" h="10795">
                  <a:moveTo>
                    <a:pt x="1266443" y="10667"/>
                  </a:moveTo>
                  <a:lnTo>
                    <a:pt x="1260348" y="10667"/>
                  </a:lnTo>
                  <a:lnTo>
                    <a:pt x="1258823" y="7619"/>
                  </a:lnTo>
                  <a:lnTo>
                    <a:pt x="1258823" y="3048"/>
                  </a:lnTo>
                  <a:lnTo>
                    <a:pt x="1260348" y="0"/>
                  </a:lnTo>
                  <a:lnTo>
                    <a:pt x="1266443" y="0"/>
                  </a:lnTo>
                  <a:lnTo>
                    <a:pt x="1267967" y="3048"/>
                  </a:lnTo>
                  <a:lnTo>
                    <a:pt x="1267967" y="7619"/>
                  </a:lnTo>
                  <a:lnTo>
                    <a:pt x="1266443" y="10667"/>
                  </a:lnTo>
                  <a:close/>
                </a:path>
                <a:path w="2794000" h="10795">
                  <a:moveTo>
                    <a:pt x="1284732" y="10667"/>
                  </a:moveTo>
                  <a:lnTo>
                    <a:pt x="1280159" y="10667"/>
                  </a:lnTo>
                  <a:lnTo>
                    <a:pt x="1277111" y="7619"/>
                  </a:lnTo>
                  <a:lnTo>
                    <a:pt x="1277111" y="3048"/>
                  </a:lnTo>
                  <a:lnTo>
                    <a:pt x="1280159" y="0"/>
                  </a:lnTo>
                  <a:lnTo>
                    <a:pt x="1284732" y="0"/>
                  </a:lnTo>
                  <a:lnTo>
                    <a:pt x="1287780" y="3048"/>
                  </a:lnTo>
                  <a:lnTo>
                    <a:pt x="1287780" y="7619"/>
                  </a:lnTo>
                  <a:lnTo>
                    <a:pt x="1284732" y="10667"/>
                  </a:lnTo>
                  <a:close/>
                </a:path>
                <a:path w="2794000" h="10795">
                  <a:moveTo>
                    <a:pt x="1304543" y="10667"/>
                  </a:moveTo>
                  <a:lnTo>
                    <a:pt x="1298448" y="10667"/>
                  </a:lnTo>
                  <a:lnTo>
                    <a:pt x="1296923" y="7619"/>
                  </a:lnTo>
                  <a:lnTo>
                    <a:pt x="1296923" y="3048"/>
                  </a:lnTo>
                  <a:lnTo>
                    <a:pt x="1298448" y="0"/>
                  </a:lnTo>
                  <a:lnTo>
                    <a:pt x="1304543" y="0"/>
                  </a:lnTo>
                  <a:lnTo>
                    <a:pt x="1306067" y="3048"/>
                  </a:lnTo>
                  <a:lnTo>
                    <a:pt x="1306067" y="7619"/>
                  </a:lnTo>
                  <a:lnTo>
                    <a:pt x="1304543" y="10667"/>
                  </a:lnTo>
                  <a:close/>
                </a:path>
                <a:path w="2794000" h="10795">
                  <a:moveTo>
                    <a:pt x="1322832" y="10667"/>
                  </a:moveTo>
                  <a:lnTo>
                    <a:pt x="1318259" y="10667"/>
                  </a:lnTo>
                  <a:lnTo>
                    <a:pt x="1315211" y="7619"/>
                  </a:lnTo>
                  <a:lnTo>
                    <a:pt x="1315211" y="3048"/>
                  </a:lnTo>
                  <a:lnTo>
                    <a:pt x="1318259" y="0"/>
                  </a:lnTo>
                  <a:lnTo>
                    <a:pt x="1322832" y="0"/>
                  </a:lnTo>
                  <a:lnTo>
                    <a:pt x="1325880" y="3048"/>
                  </a:lnTo>
                  <a:lnTo>
                    <a:pt x="1325880" y="7619"/>
                  </a:lnTo>
                  <a:lnTo>
                    <a:pt x="1322832" y="10667"/>
                  </a:lnTo>
                  <a:close/>
                </a:path>
                <a:path w="2794000" h="10795">
                  <a:moveTo>
                    <a:pt x="1342643" y="10667"/>
                  </a:moveTo>
                  <a:lnTo>
                    <a:pt x="1336548" y="10667"/>
                  </a:lnTo>
                  <a:lnTo>
                    <a:pt x="1335023" y="7619"/>
                  </a:lnTo>
                  <a:lnTo>
                    <a:pt x="1335023" y="3048"/>
                  </a:lnTo>
                  <a:lnTo>
                    <a:pt x="1336548" y="0"/>
                  </a:lnTo>
                  <a:lnTo>
                    <a:pt x="1342643" y="0"/>
                  </a:lnTo>
                  <a:lnTo>
                    <a:pt x="1344167" y="3048"/>
                  </a:lnTo>
                  <a:lnTo>
                    <a:pt x="1344167" y="7619"/>
                  </a:lnTo>
                  <a:lnTo>
                    <a:pt x="1342643" y="10667"/>
                  </a:lnTo>
                  <a:close/>
                </a:path>
                <a:path w="2794000" h="10795">
                  <a:moveTo>
                    <a:pt x="1360932" y="10667"/>
                  </a:moveTo>
                  <a:lnTo>
                    <a:pt x="1356359" y="10667"/>
                  </a:lnTo>
                  <a:lnTo>
                    <a:pt x="1353311" y="7619"/>
                  </a:lnTo>
                  <a:lnTo>
                    <a:pt x="1353311" y="3048"/>
                  </a:lnTo>
                  <a:lnTo>
                    <a:pt x="1356359" y="0"/>
                  </a:lnTo>
                  <a:lnTo>
                    <a:pt x="1360932" y="0"/>
                  </a:lnTo>
                  <a:lnTo>
                    <a:pt x="1363980" y="3048"/>
                  </a:lnTo>
                  <a:lnTo>
                    <a:pt x="1363980" y="7619"/>
                  </a:lnTo>
                  <a:lnTo>
                    <a:pt x="1360932" y="10667"/>
                  </a:lnTo>
                  <a:close/>
                </a:path>
                <a:path w="2794000" h="10795">
                  <a:moveTo>
                    <a:pt x="1380743" y="10667"/>
                  </a:moveTo>
                  <a:lnTo>
                    <a:pt x="1374648" y="10667"/>
                  </a:lnTo>
                  <a:lnTo>
                    <a:pt x="1373123" y="7619"/>
                  </a:lnTo>
                  <a:lnTo>
                    <a:pt x="1373123" y="3048"/>
                  </a:lnTo>
                  <a:lnTo>
                    <a:pt x="1374648" y="0"/>
                  </a:lnTo>
                  <a:lnTo>
                    <a:pt x="1380743" y="0"/>
                  </a:lnTo>
                  <a:lnTo>
                    <a:pt x="1382267" y="3048"/>
                  </a:lnTo>
                  <a:lnTo>
                    <a:pt x="1382267" y="7619"/>
                  </a:lnTo>
                  <a:lnTo>
                    <a:pt x="1380743" y="10667"/>
                  </a:lnTo>
                  <a:close/>
                </a:path>
                <a:path w="2794000" h="10795">
                  <a:moveTo>
                    <a:pt x="1399032" y="10667"/>
                  </a:moveTo>
                  <a:lnTo>
                    <a:pt x="1394459" y="10667"/>
                  </a:lnTo>
                  <a:lnTo>
                    <a:pt x="1391411" y="7619"/>
                  </a:lnTo>
                  <a:lnTo>
                    <a:pt x="1391411" y="3048"/>
                  </a:lnTo>
                  <a:lnTo>
                    <a:pt x="1394459" y="0"/>
                  </a:lnTo>
                  <a:lnTo>
                    <a:pt x="1399032" y="0"/>
                  </a:lnTo>
                  <a:lnTo>
                    <a:pt x="1402080" y="3048"/>
                  </a:lnTo>
                  <a:lnTo>
                    <a:pt x="1402080" y="7619"/>
                  </a:lnTo>
                  <a:lnTo>
                    <a:pt x="1399032" y="10667"/>
                  </a:lnTo>
                  <a:close/>
                </a:path>
                <a:path w="2794000" h="10795">
                  <a:moveTo>
                    <a:pt x="1418843" y="10667"/>
                  </a:moveTo>
                  <a:lnTo>
                    <a:pt x="1412748" y="10667"/>
                  </a:lnTo>
                  <a:lnTo>
                    <a:pt x="1411223" y="7619"/>
                  </a:lnTo>
                  <a:lnTo>
                    <a:pt x="1411223" y="3048"/>
                  </a:lnTo>
                  <a:lnTo>
                    <a:pt x="1412748" y="0"/>
                  </a:lnTo>
                  <a:lnTo>
                    <a:pt x="1418843" y="0"/>
                  </a:lnTo>
                  <a:lnTo>
                    <a:pt x="1420367" y="3048"/>
                  </a:lnTo>
                  <a:lnTo>
                    <a:pt x="1420367" y="7619"/>
                  </a:lnTo>
                  <a:lnTo>
                    <a:pt x="1418843" y="10667"/>
                  </a:lnTo>
                  <a:close/>
                </a:path>
                <a:path w="2794000" h="10795">
                  <a:moveTo>
                    <a:pt x="1437132" y="10667"/>
                  </a:moveTo>
                  <a:lnTo>
                    <a:pt x="1432559" y="10667"/>
                  </a:lnTo>
                  <a:lnTo>
                    <a:pt x="1429511" y="7619"/>
                  </a:lnTo>
                  <a:lnTo>
                    <a:pt x="1429511" y="3048"/>
                  </a:lnTo>
                  <a:lnTo>
                    <a:pt x="1432559" y="0"/>
                  </a:lnTo>
                  <a:lnTo>
                    <a:pt x="1437132" y="0"/>
                  </a:lnTo>
                  <a:lnTo>
                    <a:pt x="1440180" y="3048"/>
                  </a:lnTo>
                  <a:lnTo>
                    <a:pt x="1440180" y="7619"/>
                  </a:lnTo>
                  <a:lnTo>
                    <a:pt x="1437132" y="10667"/>
                  </a:lnTo>
                  <a:close/>
                </a:path>
                <a:path w="2794000" h="10795">
                  <a:moveTo>
                    <a:pt x="1456943" y="10667"/>
                  </a:moveTo>
                  <a:lnTo>
                    <a:pt x="1450848" y="10667"/>
                  </a:lnTo>
                  <a:lnTo>
                    <a:pt x="1449323" y="7619"/>
                  </a:lnTo>
                  <a:lnTo>
                    <a:pt x="1449323" y="3048"/>
                  </a:lnTo>
                  <a:lnTo>
                    <a:pt x="1450848" y="0"/>
                  </a:lnTo>
                  <a:lnTo>
                    <a:pt x="1456943" y="0"/>
                  </a:lnTo>
                  <a:lnTo>
                    <a:pt x="1458467" y="3048"/>
                  </a:lnTo>
                  <a:lnTo>
                    <a:pt x="1458467" y="7619"/>
                  </a:lnTo>
                  <a:lnTo>
                    <a:pt x="1456943" y="10667"/>
                  </a:lnTo>
                  <a:close/>
                </a:path>
                <a:path w="2794000" h="10795">
                  <a:moveTo>
                    <a:pt x="1475232" y="10667"/>
                  </a:moveTo>
                  <a:lnTo>
                    <a:pt x="1470659" y="10667"/>
                  </a:lnTo>
                  <a:lnTo>
                    <a:pt x="1467611" y="7619"/>
                  </a:lnTo>
                  <a:lnTo>
                    <a:pt x="1467611" y="3048"/>
                  </a:lnTo>
                  <a:lnTo>
                    <a:pt x="1470659" y="0"/>
                  </a:lnTo>
                  <a:lnTo>
                    <a:pt x="1475232" y="0"/>
                  </a:lnTo>
                  <a:lnTo>
                    <a:pt x="1478280" y="3048"/>
                  </a:lnTo>
                  <a:lnTo>
                    <a:pt x="1478280" y="7619"/>
                  </a:lnTo>
                  <a:lnTo>
                    <a:pt x="1475232" y="10667"/>
                  </a:lnTo>
                  <a:close/>
                </a:path>
                <a:path w="2794000" h="10795">
                  <a:moveTo>
                    <a:pt x="1495043" y="10667"/>
                  </a:moveTo>
                  <a:lnTo>
                    <a:pt x="1488948" y="10667"/>
                  </a:lnTo>
                  <a:lnTo>
                    <a:pt x="1487423" y="7619"/>
                  </a:lnTo>
                  <a:lnTo>
                    <a:pt x="1487423" y="3048"/>
                  </a:lnTo>
                  <a:lnTo>
                    <a:pt x="1488948" y="0"/>
                  </a:lnTo>
                  <a:lnTo>
                    <a:pt x="1495043" y="0"/>
                  </a:lnTo>
                  <a:lnTo>
                    <a:pt x="1496567" y="3048"/>
                  </a:lnTo>
                  <a:lnTo>
                    <a:pt x="1496567" y="7619"/>
                  </a:lnTo>
                  <a:lnTo>
                    <a:pt x="1495043" y="10667"/>
                  </a:lnTo>
                  <a:close/>
                </a:path>
                <a:path w="2794000" h="10795">
                  <a:moveTo>
                    <a:pt x="1513332" y="10667"/>
                  </a:moveTo>
                  <a:lnTo>
                    <a:pt x="1508759" y="10667"/>
                  </a:lnTo>
                  <a:lnTo>
                    <a:pt x="1505711" y="7619"/>
                  </a:lnTo>
                  <a:lnTo>
                    <a:pt x="1505711" y="3048"/>
                  </a:lnTo>
                  <a:lnTo>
                    <a:pt x="1508759" y="0"/>
                  </a:lnTo>
                  <a:lnTo>
                    <a:pt x="1513332" y="0"/>
                  </a:lnTo>
                  <a:lnTo>
                    <a:pt x="1516380" y="3048"/>
                  </a:lnTo>
                  <a:lnTo>
                    <a:pt x="1516380" y="7619"/>
                  </a:lnTo>
                  <a:lnTo>
                    <a:pt x="1513332" y="10667"/>
                  </a:lnTo>
                  <a:close/>
                </a:path>
                <a:path w="2794000" h="10795">
                  <a:moveTo>
                    <a:pt x="1533143" y="10667"/>
                  </a:moveTo>
                  <a:lnTo>
                    <a:pt x="1527048" y="10667"/>
                  </a:lnTo>
                  <a:lnTo>
                    <a:pt x="1525523" y="7619"/>
                  </a:lnTo>
                  <a:lnTo>
                    <a:pt x="1525523" y="3048"/>
                  </a:lnTo>
                  <a:lnTo>
                    <a:pt x="1527048" y="0"/>
                  </a:lnTo>
                  <a:lnTo>
                    <a:pt x="1533143" y="0"/>
                  </a:lnTo>
                  <a:lnTo>
                    <a:pt x="1534667" y="3048"/>
                  </a:lnTo>
                  <a:lnTo>
                    <a:pt x="1534667" y="7619"/>
                  </a:lnTo>
                  <a:lnTo>
                    <a:pt x="1533143" y="10667"/>
                  </a:lnTo>
                  <a:close/>
                </a:path>
                <a:path w="2794000" h="10795">
                  <a:moveTo>
                    <a:pt x="1551432" y="10667"/>
                  </a:moveTo>
                  <a:lnTo>
                    <a:pt x="1546859" y="10667"/>
                  </a:lnTo>
                  <a:lnTo>
                    <a:pt x="1543811" y="7619"/>
                  </a:lnTo>
                  <a:lnTo>
                    <a:pt x="1543811" y="3048"/>
                  </a:lnTo>
                  <a:lnTo>
                    <a:pt x="1546859" y="0"/>
                  </a:lnTo>
                  <a:lnTo>
                    <a:pt x="1551432" y="0"/>
                  </a:lnTo>
                  <a:lnTo>
                    <a:pt x="1554480" y="3048"/>
                  </a:lnTo>
                  <a:lnTo>
                    <a:pt x="1554480" y="7619"/>
                  </a:lnTo>
                  <a:lnTo>
                    <a:pt x="1551432" y="10667"/>
                  </a:lnTo>
                  <a:close/>
                </a:path>
                <a:path w="2794000" h="10795">
                  <a:moveTo>
                    <a:pt x="1571243" y="10667"/>
                  </a:moveTo>
                  <a:lnTo>
                    <a:pt x="1565148" y="10667"/>
                  </a:lnTo>
                  <a:lnTo>
                    <a:pt x="1563623" y="7619"/>
                  </a:lnTo>
                  <a:lnTo>
                    <a:pt x="1563623" y="3048"/>
                  </a:lnTo>
                  <a:lnTo>
                    <a:pt x="1565148" y="0"/>
                  </a:lnTo>
                  <a:lnTo>
                    <a:pt x="1571243" y="0"/>
                  </a:lnTo>
                  <a:lnTo>
                    <a:pt x="1572767" y="3048"/>
                  </a:lnTo>
                  <a:lnTo>
                    <a:pt x="1572767" y="7619"/>
                  </a:lnTo>
                  <a:lnTo>
                    <a:pt x="1571243" y="10667"/>
                  </a:lnTo>
                  <a:close/>
                </a:path>
                <a:path w="2794000" h="10795">
                  <a:moveTo>
                    <a:pt x="1589532" y="10667"/>
                  </a:moveTo>
                  <a:lnTo>
                    <a:pt x="1584959" y="10667"/>
                  </a:lnTo>
                  <a:lnTo>
                    <a:pt x="1581911" y="7619"/>
                  </a:lnTo>
                  <a:lnTo>
                    <a:pt x="1581911" y="3048"/>
                  </a:lnTo>
                  <a:lnTo>
                    <a:pt x="1584959" y="0"/>
                  </a:lnTo>
                  <a:lnTo>
                    <a:pt x="1589532" y="0"/>
                  </a:lnTo>
                  <a:lnTo>
                    <a:pt x="1592580" y="3048"/>
                  </a:lnTo>
                  <a:lnTo>
                    <a:pt x="1592580" y="7619"/>
                  </a:lnTo>
                  <a:lnTo>
                    <a:pt x="1589532" y="10667"/>
                  </a:lnTo>
                  <a:close/>
                </a:path>
                <a:path w="2794000" h="10795">
                  <a:moveTo>
                    <a:pt x="1609343" y="10667"/>
                  </a:moveTo>
                  <a:lnTo>
                    <a:pt x="1603248" y="10667"/>
                  </a:lnTo>
                  <a:lnTo>
                    <a:pt x="1601723" y="7619"/>
                  </a:lnTo>
                  <a:lnTo>
                    <a:pt x="1601723" y="3048"/>
                  </a:lnTo>
                  <a:lnTo>
                    <a:pt x="1603248" y="0"/>
                  </a:lnTo>
                  <a:lnTo>
                    <a:pt x="1609343" y="0"/>
                  </a:lnTo>
                  <a:lnTo>
                    <a:pt x="1610868" y="3048"/>
                  </a:lnTo>
                  <a:lnTo>
                    <a:pt x="1610868" y="7619"/>
                  </a:lnTo>
                  <a:lnTo>
                    <a:pt x="1609343" y="10667"/>
                  </a:lnTo>
                  <a:close/>
                </a:path>
                <a:path w="2794000" h="10795">
                  <a:moveTo>
                    <a:pt x="1627632" y="10667"/>
                  </a:moveTo>
                  <a:lnTo>
                    <a:pt x="1623059" y="10667"/>
                  </a:lnTo>
                  <a:lnTo>
                    <a:pt x="1620011" y="7619"/>
                  </a:lnTo>
                  <a:lnTo>
                    <a:pt x="1620011" y="3048"/>
                  </a:lnTo>
                  <a:lnTo>
                    <a:pt x="1623059" y="0"/>
                  </a:lnTo>
                  <a:lnTo>
                    <a:pt x="1627632" y="0"/>
                  </a:lnTo>
                  <a:lnTo>
                    <a:pt x="1630680" y="3048"/>
                  </a:lnTo>
                  <a:lnTo>
                    <a:pt x="1630680" y="7619"/>
                  </a:lnTo>
                  <a:lnTo>
                    <a:pt x="1627632" y="10667"/>
                  </a:lnTo>
                  <a:close/>
                </a:path>
                <a:path w="2794000" h="10795">
                  <a:moveTo>
                    <a:pt x="1647443" y="10667"/>
                  </a:moveTo>
                  <a:lnTo>
                    <a:pt x="1641348" y="10667"/>
                  </a:lnTo>
                  <a:lnTo>
                    <a:pt x="1639823" y="7619"/>
                  </a:lnTo>
                  <a:lnTo>
                    <a:pt x="1639823" y="3048"/>
                  </a:lnTo>
                  <a:lnTo>
                    <a:pt x="1641348" y="0"/>
                  </a:lnTo>
                  <a:lnTo>
                    <a:pt x="1647443" y="0"/>
                  </a:lnTo>
                  <a:lnTo>
                    <a:pt x="1648968" y="3048"/>
                  </a:lnTo>
                  <a:lnTo>
                    <a:pt x="1648968" y="7619"/>
                  </a:lnTo>
                  <a:lnTo>
                    <a:pt x="1647443" y="10667"/>
                  </a:lnTo>
                  <a:close/>
                </a:path>
                <a:path w="2794000" h="10795">
                  <a:moveTo>
                    <a:pt x="1665732" y="10667"/>
                  </a:moveTo>
                  <a:lnTo>
                    <a:pt x="1661159" y="10667"/>
                  </a:lnTo>
                  <a:lnTo>
                    <a:pt x="1658111" y="7619"/>
                  </a:lnTo>
                  <a:lnTo>
                    <a:pt x="1658111" y="3048"/>
                  </a:lnTo>
                  <a:lnTo>
                    <a:pt x="1661159" y="0"/>
                  </a:lnTo>
                  <a:lnTo>
                    <a:pt x="1665732" y="0"/>
                  </a:lnTo>
                  <a:lnTo>
                    <a:pt x="1668780" y="3048"/>
                  </a:lnTo>
                  <a:lnTo>
                    <a:pt x="1668780" y="7619"/>
                  </a:lnTo>
                  <a:lnTo>
                    <a:pt x="1665732" y="10667"/>
                  </a:lnTo>
                  <a:close/>
                </a:path>
                <a:path w="2794000" h="10795">
                  <a:moveTo>
                    <a:pt x="1685543" y="10667"/>
                  </a:moveTo>
                  <a:lnTo>
                    <a:pt x="1679448" y="10667"/>
                  </a:lnTo>
                  <a:lnTo>
                    <a:pt x="1677923" y="7619"/>
                  </a:lnTo>
                  <a:lnTo>
                    <a:pt x="1677923" y="3048"/>
                  </a:lnTo>
                  <a:lnTo>
                    <a:pt x="1679448" y="0"/>
                  </a:lnTo>
                  <a:lnTo>
                    <a:pt x="1685543" y="0"/>
                  </a:lnTo>
                  <a:lnTo>
                    <a:pt x="1687068" y="3048"/>
                  </a:lnTo>
                  <a:lnTo>
                    <a:pt x="1687068" y="7619"/>
                  </a:lnTo>
                  <a:lnTo>
                    <a:pt x="1685543" y="10667"/>
                  </a:lnTo>
                  <a:close/>
                </a:path>
                <a:path w="2794000" h="10795">
                  <a:moveTo>
                    <a:pt x="1703832" y="10667"/>
                  </a:moveTo>
                  <a:lnTo>
                    <a:pt x="1699259" y="10667"/>
                  </a:lnTo>
                  <a:lnTo>
                    <a:pt x="1696211" y="7619"/>
                  </a:lnTo>
                  <a:lnTo>
                    <a:pt x="1696211" y="3048"/>
                  </a:lnTo>
                  <a:lnTo>
                    <a:pt x="1699259" y="0"/>
                  </a:lnTo>
                  <a:lnTo>
                    <a:pt x="1703832" y="0"/>
                  </a:lnTo>
                  <a:lnTo>
                    <a:pt x="1706880" y="3048"/>
                  </a:lnTo>
                  <a:lnTo>
                    <a:pt x="1706880" y="7619"/>
                  </a:lnTo>
                  <a:lnTo>
                    <a:pt x="1703832" y="10667"/>
                  </a:lnTo>
                  <a:close/>
                </a:path>
                <a:path w="2794000" h="10795">
                  <a:moveTo>
                    <a:pt x="1723643" y="10667"/>
                  </a:moveTo>
                  <a:lnTo>
                    <a:pt x="1717548" y="10667"/>
                  </a:lnTo>
                  <a:lnTo>
                    <a:pt x="1716023" y="7619"/>
                  </a:lnTo>
                  <a:lnTo>
                    <a:pt x="1716023" y="3048"/>
                  </a:lnTo>
                  <a:lnTo>
                    <a:pt x="1717548" y="0"/>
                  </a:lnTo>
                  <a:lnTo>
                    <a:pt x="1723643" y="0"/>
                  </a:lnTo>
                  <a:lnTo>
                    <a:pt x="1725168" y="3048"/>
                  </a:lnTo>
                  <a:lnTo>
                    <a:pt x="1725168" y="7619"/>
                  </a:lnTo>
                  <a:lnTo>
                    <a:pt x="1723643" y="10667"/>
                  </a:lnTo>
                  <a:close/>
                </a:path>
                <a:path w="2794000" h="10795">
                  <a:moveTo>
                    <a:pt x="1741932" y="10667"/>
                  </a:moveTo>
                  <a:lnTo>
                    <a:pt x="1737359" y="10667"/>
                  </a:lnTo>
                  <a:lnTo>
                    <a:pt x="1734311" y="7619"/>
                  </a:lnTo>
                  <a:lnTo>
                    <a:pt x="1734311" y="3048"/>
                  </a:lnTo>
                  <a:lnTo>
                    <a:pt x="1737359" y="0"/>
                  </a:lnTo>
                  <a:lnTo>
                    <a:pt x="1741932" y="0"/>
                  </a:lnTo>
                  <a:lnTo>
                    <a:pt x="1744980" y="3048"/>
                  </a:lnTo>
                  <a:lnTo>
                    <a:pt x="1744980" y="7619"/>
                  </a:lnTo>
                  <a:lnTo>
                    <a:pt x="1741932" y="10667"/>
                  </a:lnTo>
                  <a:close/>
                </a:path>
                <a:path w="2794000" h="10795">
                  <a:moveTo>
                    <a:pt x="1761743" y="10667"/>
                  </a:moveTo>
                  <a:lnTo>
                    <a:pt x="1755648" y="10667"/>
                  </a:lnTo>
                  <a:lnTo>
                    <a:pt x="1754123" y="7619"/>
                  </a:lnTo>
                  <a:lnTo>
                    <a:pt x="1754123" y="3048"/>
                  </a:lnTo>
                  <a:lnTo>
                    <a:pt x="1755648" y="0"/>
                  </a:lnTo>
                  <a:lnTo>
                    <a:pt x="1761743" y="0"/>
                  </a:lnTo>
                  <a:lnTo>
                    <a:pt x="1763268" y="3048"/>
                  </a:lnTo>
                  <a:lnTo>
                    <a:pt x="1763268" y="7619"/>
                  </a:lnTo>
                  <a:lnTo>
                    <a:pt x="1761743" y="10667"/>
                  </a:lnTo>
                  <a:close/>
                </a:path>
                <a:path w="2794000" h="10795">
                  <a:moveTo>
                    <a:pt x="1780032" y="10667"/>
                  </a:moveTo>
                  <a:lnTo>
                    <a:pt x="1775459" y="10667"/>
                  </a:lnTo>
                  <a:lnTo>
                    <a:pt x="1772411" y="7619"/>
                  </a:lnTo>
                  <a:lnTo>
                    <a:pt x="1772411" y="3048"/>
                  </a:lnTo>
                  <a:lnTo>
                    <a:pt x="1775459" y="0"/>
                  </a:lnTo>
                  <a:lnTo>
                    <a:pt x="1780032" y="0"/>
                  </a:lnTo>
                  <a:lnTo>
                    <a:pt x="1783080" y="3048"/>
                  </a:lnTo>
                  <a:lnTo>
                    <a:pt x="1783080" y="7619"/>
                  </a:lnTo>
                  <a:lnTo>
                    <a:pt x="1780032" y="10667"/>
                  </a:lnTo>
                  <a:close/>
                </a:path>
                <a:path w="2794000" h="10795">
                  <a:moveTo>
                    <a:pt x="1799843" y="10667"/>
                  </a:moveTo>
                  <a:lnTo>
                    <a:pt x="1793748" y="10667"/>
                  </a:lnTo>
                  <a:lnTo>
                    <a:pt x="1792223" y="7619"/>
                  </a:lnTo>
                  <a:lnTo>
                    <a:pt x="1792223" y="3048"/>
                  </a:lnTo>
                  <a:lnTo>
                    <a:pt x="1793748" y="0"/>
                  </a:lnTo>
                  <a:lnTo>
                    <a:pt x="1799843" y="0"/>
                  </a:lnTo>
                  <a:lnTo>
                    <a:pt x="1801368" y="3048"/>
                  </a:lnTo>
                  <a:lnTo>
                    <a:pt x="1801368" y="7619"/>
                  </a:lnTo>
                  <a:lnTo>
                    <a:pt x="1799843" y="10667"/>
                  </a:lnTo>
                  <a:close/>
                </a:path>
                <a:path w="2794000" h="10795">
                  <a:moveTo>
                    <a:pt x="1818132" y="10667"/>
                  </a:moveTo>
                  <a:lnTo>
                    <a:pt x="1813559" y="10667"/>
                  </a:lnTo>
                  <a:lnTo>
                    <a:pt x="1810511" y="7619"/>
                  </a:lnTo>
                  <a:lnTo>
                    <a:pt x="1810511" y="3048"/>
                  </a:lnTo>
                  <a:lnTo>
                    <a:pt x="1813559" y="0"/>
                  </a:lnTo>
                  <a:lnTo>
                    <a:pt x="1818132" y="0"/>
                  </a:lnTo>
                  <a:lnTo>
                    <a:pt x="1821180" y="3048"/>
                  </a:lnTo>
                  <a:lnTo>
                    <a:pt x="1821180" y="7619"/>
                  </a:lnTo>
                  <a:lnTo>
                    <a:pt x="1818132" y="10667"/>
                  </a:lnTo>
                  <a:close/>
                </a:path>
                <a:path w="2794000" h="10795">
                  <a:moveTo>
                    <a:pt x="1837943" y="10667"/>
                  </a:moveTo>
                  <a:lnTo>
                    <a:pt x="1831848" y="10667"/>
                  </a:lnTo>
                  <a:lnTo>
                    <a:pt x="1830323" y="7619"/>
                  </a:lnTo>
                  <a:lnTo>
                    <a:pt x="1830323" y="3048"/>
                  </a:lnTo>
                  <a:lnTo>
                    <a:pt x="1831848" y="0"/>
                  </a:lnTo>
                  <a:lnTo>
                    <a:pt x="1837943" y="0"/>
                  </a:lnTo>
                  <a:lnTo>
                    <a:pt x="1839468" y="3048"/>
                  </a:lnTo>
                  <a:lnTo>
                    <a:pt x="1839468" y="7619"/>
                  </a:lnTo>
                  <a:lnTo>
                    <a:pt x="1837943" y="10667"/>
                  </a:lnTo>
                  <a:close/>
                </a:path>
                <a:path w="2794000" h="10795">
                  <a:moveTo>
                    <a:pt x="1856232" y="10667"/>
                  </a:moveTo>
                  <a:lnTo>
                    <a:pt x="1851659" y="10667"/>
                  </a:lnTo>
                  <a:lnTo>
                    <a:pt x="1848611" y="7619"/>
                  </a:lnTo>
                  <a:lnTo>
                    <a:pt x="1848611" y="3048"/>
                  </a:lnTo>
                  <a:lnTo>
                    <a:pt x="1851659" y="0"/>
                  </a:lnTo>
                  <a:lnTo>
                    <a:pt x="1856232" y="0"/>
                  </a:lnTo>
                  <a:lnTo>
                    <a:pt x="1859280" y="3048"/>
                  </a:lnTo>
                  <a:lnTo>
                    <a:pt x="1859280" y="7619"/>
                  </a:lnTo>
                  <a:lnTo>
                    <a:pt x="1856232" y="10667"/>
                  </a:lnTo>
                  <a:close/>
                </a:path>
                <a:path w="2794000" h="10795">
                  <a:moveTo>
                    <a:pt x="1876043" y="10667"/>
                  </a:moveTo>
                  <a:lnTo>
                    <a:pt x="1869948" y="10667"/>
                  </a:lnTo>
                  <a:lnTo>
                    <a:pt x="1868423" y="7619"/>
                  </a:lnTo>
                  <a:lnTo>
                    <a:pt x="1868423" y="3048"/>
                  </a:lnTo>
                  <a:lnTo>
                    <a:pt x="1869948" y="0"/>
                  </a:lnTo>
                  <a:lnTo>
                    <a:pt x="1876043" y="0"/>
                  </a:lnTo>
                  <a:lnTo>
                    <a:pt x="1877568" y="3048"/>
                  </a:lnTo>
                  <a:lnTo>
                    <a:pt x="1877568" y="7619"/>
                  </a:lnTo>
                  <a:lnTo>
                    <a:pt x="1876043" y="10667"/>
                  </a:lnTo>
                  <a:close/>
                </a:path>
                <a:path w="2794000" h="10795">
                  <a:moveTo>
                    <a:pt x="1894332" y="10667"/>
                  </a:moveTo>
                  <a:lnTo>
                    <a:pt x="1889759" y="10667"/>
                  </a:lnTo>
                  <a:lnTo>
                    <a:pt x="1886711" y="7619"/>
                  </a:lnTo>
                  <a:lnTo>
                    <a:pt x="1886711" y="3048"/>
                  </a:lnTo>
                  <a:lnTo>
                    <a:pt x="1889759" y="0"/>
                  </a:lnTo>
                  <a:lnTo>
                    <a:pt x="1894332" y="0"/>
                  </a:lnTo>
                  <a:lnTo>
                    <a:pt x="1897380" y="3048"/>
                  </a:lnTo>
                  <a:lnTo>
                    <a:pt x="1897380" y="7619"/>
                  </a:lnTo>
                  <a:lnTo>
                    <a:pt x="1894332" y="10667"/>
                  </a:lnTo>
                  <a:close/>
                </a:path>
                <a:path w="2794000" h="10795">
                  <a:moveTo>
                    <a:pt x="1914143" y="10667"/>
                  </a:moveTo>
                  <a:lnTo>
                    <a:pt x="1908048" y="10667"/>
                  </a:lnTo>
                  <a:lnTo>
                    <a:pt x="1906523" y="7619"/>
                  </a:lnTo>
                  <a:lnTo>
                    <a:pt x="1906523" y="3048"/>
                  </a:lnTo>
                  <a:lnTo>
                    <a:pt x="1908048" y="0"/>
                  </a:lnTo>
                  <a:lnTo>
                    <a:pt x="1914143" y="0"/>
                  </a:lnTo>
                  <a:lnTo>
                    <a:pt x="1915668" y="3048"/>
                  </a:lnTo>
                  <a:lnTo>
                    <a:pt x="1915668" y="7619"/>
                  </a:lnTo>
                  <a:lnTo>
                    <a:pt x="1914143" y="10667"/>
                  </a:lnTo>
                  <a:close/>
                </a:path>
                <a:path w="2794000" h="10795">
                  <a:moveTo>
                    <a:pt x="1932432" y="10667"/>
                  </a:moveTo>
                  <a:lnTo>
                    <a:pt x="1927859" y="10667"/>
                  </a:lnTo>
                  <a:lnTo>
                    <a:pt x="1924811" y="7619"/>
                  </a:lnTo>
                  <a:lnTo>
                    <a:pt x="1924811" y="3048"/>
                  </a:lnTo>
                  <a:lnTo>
                    <a:pt x="1927859" y="0"/>
                  </a:lnTo>
                  <a:lnTo>
                    <a:pt x="1932432" y="0"/>
                  </a:lnTo>
                  <a:lnTo>
                    <a:pt x="1935480" y="3048"/>
                  </a:lnTo>
                  <a:lnTo>
                    <a:pt x="1935480" y="7619"/>
                  </a:lnTo>
                  <a:lnTo>
                    <a:pt x="1932432" y="10667"/>
                  </a:lnTo>
                  <a:close/>
                </a:path>
                <a:path w="2794000" h="10795">
                  <a:moveTo>
                    <a:pt x="1952243" y="10667"/>
                  </a:moveTo>
                  <a:lnTo>
                    <a:pt x="1946148" y="10667"/>
                  </a:lnTo>
                  <a:lnTo>
                    <a:pt x="1944623" y="7619"/>
                  </a:lnTo>
                  <a:lnTo>
                    <a:pt x="1944623" y="3048"/>
                  </a:lnTo>
                  <a:lnTo>
                    <a:pt x="1946148" y="0"/>
                  </a:lnTo>
                  <a:lnTo>
                    <a:pt x="1952243" y="0"/>
                  </a:lnTo>
                  <a:lnTo>
                    <a:pt x="1953768" y="3048"/>
                  </a:lnTo>
                  <a:lnTo>
                    <a:pt x="1953768" y="7619"/>
                  </a:lnTo>
                  <a:lnTo>
                    <a:pt x="1952243" y="10667"/>
                  </a:lnTo>
                  <a:close/>
                </a:path>
                <a:path w="2794000" h="10795">
                  <a:moveTo>
                    <a:pt x="1970532" y="10667"/>
                  </a:moveTo>
                  <a:lnTo>
                    <a:pt x="1965959" y="10667"/>
                  </a:lnTo>
                  <a:lnTo>
                    <a:pt x="1962911" y="7619"/>
                  </a:lnTo>
                  <a:lnTo>
                    <a:pt x="1962911" y="3048"/>
                  </a:lnTo>
                  <a:lnTo>
                    <a:pt x="1965959" y="0"/>
                  </a:lnTo>
                  <a:lnTo>
                    <a:pt x="1970532" y="0"/>
                  </a:lnTo>
                  <a:lnTo>
                    <a:pt x="1973580" y="3048"/>
                  </a:lnTo>
                  <a:lnTo>
                    <a:pt x="1973580" y="7619"/>
                  </a:lnTo>
                  <a:lnTo>
                    <a:pt x="1970532" y="10667"/>
                  </a:lnTo>
                  <a:close/>
                </a:path>
                <a:path w="2794000" h="10795">
                  <a:moveTo>
                    <a:pt x="1990343" y="10667"/>
                  </a:moveTo>
                  <a:lnTo>
                    <a:pt x="1984248" y="10667"/>
                  </a:lnTo>
                  <a:lnTo>
                    <a:pt x="1982723" y="7619"/>
                  </a:lnTo>
                  <a:lnTo>
                    <a:pt x="1982723" y="3048"/>
                  </a:lnTo>
                  <a:lnTo>
                    <a:pt x="1984248" y="0"/>
                  </a:lnTo>
                  <a:lnTo>
                    <a:pt x="1990343" y="0"/>
                  </a:lnTo>
                  <a:lnTo>
                    <a:pt x="1991868" y="3048"/>
                  </a:lnTo>
                  <a:lnTo>
                    <a:pt x="1991868" y="7619"/>
                  </a:lnTo>
                  <a:lnTo>
                    <a:pt x="1990343" y="10667"/>
                  </a:lnTo>
                  <a:close/>
                </a:path>
                <a:path w="2794000" h="10795">
                  <a:moveTo>
                    <a:pt x="2008632" y="10667"/>
                  </a:moveTo>
                  <a:lnTo>
                    <a:pt x="2004059" y="10667"/>
                  </a:lnTo>
                  <a:lnTo>
                    <a:pt x="2001011" y="7619"/>
                  </a:lnTo>
                  <a:lnTo>
                    <a:pt x="2001011" y="3048"/>
                  </a:lnTo>
                  <a:lnTo>
                    <a:pt x="2004059" y="0"/>
                  </a:lnTo>
                  <a:lnTo>
                    <a:pt x="2008632" y="0"/>
                  </a:lnTo>
                  <a:lnTo>
                    <a:pt x="2011680" y="3048"/>
                  </a:lnTo>
                  <a:lnTo>
                    <a:pt x="2011680" y="7619"/>
                  </a:lnTo>
                  <a:lnTo>
                    <a:pt x="2008632" y="10667"/>
                  </a:lnTo>
                  <a:close/>
                </a:path>
                <a:path w="2794000" h="10795">
                  <a:moveTo>
                    <a:pt x="2028443" y="10667"/>
                  </a:moveTo>
                  <a:lnTo>
                    <a:pt x="2022348" y="10667"/>
                  </a:lnTo>
                  <a:lnTo>
                    <a:pt x="2020823" y="7619"/>
                  </a:lnTo>
                  <a:lnTo>
                    <a:pt x="2020823" y="3048"/>
                  </a:lnTo>
                  <a:lnTo>
                    <a:pt x="2022348" y="0"/>
                  </a:lnTo>
                  <a:lnTo>
                    <a:pt x="2028443" y="0"/>
                  </a:lnTo>
                  <a:lnTo>
                    <a:pt x="2029968" y="3048"/>
                  </a:lnTo>
                  <a:lnTo>
                    <a:pt x="2029968" y="7619"/>
                  </a:lnTo>
                  <a:lnTo>
                    <a:pt x="2028443" y="10667"/>
                  </a:lnTo>
                  <a:close/>
                </a:path>
                <a:path w="2794000" h="10795">
                  <a:moveTo>
                    <a:pt x="2046732" y="10667"/>
                  </a:moveTo>
                  <a:lnTo>
                    <a:pt x="2042159" y="10667"/>
                  </a:lnTo>
                  <a:lnTo>
                    <a:pt x="2040635" y="7619"/>
                  </a:lnTo>
                  <a:lnTo>
                    <a:pt x="2040635" y="3048"/>
                  </a:lnTo>
                  <a:lnTo>
                    <a:pt x="2042159" y="0"/>
                  </a:lnTo>
                  <a:lnTo>
                    <a:pt x="2046732" y="0"/>
                  </a:lnTo>
                  <a:lnTo>
                    <a:pt x="2049780" y="3048"/>
                  </a:lnTo>
                  <a:lnTo>
                    <a:pt x="2049780" y="7619"/>
                  </a:lnTo>
                  <a:lnTo>
                    <a:pt x="2046732" y="10667"/>
                  </a:lnTo>
                  <a:close/>
                </a:path>
                <a:path w="2794000" h="10795">
                  <a:moveTo>
                    <a:pt x="2066543" y="10667"/>
                  </a:moveTo>
                  <a:lnTo>
                    <a:pt x="2060448" y="10667"/>
                  </a:lnTo>
                  <a:lnTo>
                    <a:pt x="2058923" y="7619"/>
                  </a:lnTo>
                  <a:lnTo>
                    <a:pt x="2058923" y="3048"/>
                  </a:lnTo>
                  <a:lnTo>
                    <a:pt x="2060448" y="0"/>
                  </a:lnTo>
                  <a:lnTo>
                    <a:pt x="2066543" y="0"/>
                  </a:lnTo>
                  <a:lnTo>
                    <a:pt x="2068068" y="3048"/>
                  </a:lnTo>
                  <a:lnTo>
                    <a:pt x="2068068" y="7619"/>
                  </a:lnTo>
                  <a:lnTo>
                    <a:pt x="2066543" y="10667"/>
                  </a:lnTo>
                  <a:close/>
                </a:path>
                <a:path w="2794000" h="10795">
                  <a:moveTo>
                    <a:pt x="2084832" y="10667"/>
                  </a:moveTo>
                  <a:lnTo>
                    <a:pt x="2080259" y="10667"/>
                  </a:lnTo>
                  <a:lnTo>
                    <a:pt x="2078735" y="7619"/>
                  </a:lnTo>
                  <a:lnTo>
                    <a:pt x="2078735" y="3048"/>
                  </a:lnTo>
                  <a:lnTo>
                    <a:pt x="2080259" y="0"/>
                  </a:lnTo>
                  <a:lnTo>
                    <a:pt x="2084832" y="0"/>
                  </a:lnTo>
                  <a:lnTo>
                    <a:pt x="2087880" y="3048"/>
                  </a:lnTo>
                  <a:lnTo>
                    <a:pt x="2087880" y="7619"/>
                  </a:lnTo>
                  <a:lnTo>
                    <a:pt x="2084832" y="10667"/>
                  </a:lnTo>
                  <a:close/>
                </a:path>
                <a:path w="2794000" h="10795">
                  <a:moveTo>
                    <a:pt x="2104643" y="10667"/>
                  </a:moveTo>
                  <a:lnTo>
                    <a:pt x="2098548" y="10667"/>
                  </a:lnTo>
                  <a:lnTo>
                    <a:pt x="2097023" y="7619"/>
                  </a:lnTo>
                  <a:lnTo>
                    <a:pt x="2097023" y="3048"/>
                  </a:lnTo>
                  <a:lnTo>
                    <a:pt x="2098548" y="0"/>
                  </a:lnTo>
                  <a:lnTo>
                    <a:pt x="2104643" y="0"/>
                  </a:lnTo>
                  <a:lnTo>
                    <a:pt x="2106168" y="3048"/>
                  </a:lnTo>
                  <a:lnTo>
                    <a:pt x="2106168" y="7619"/>
                  </a:lnTo>
                  <a:lnTo>
                    <a:pt x="2104643" y="10667"/>
                  </a:lnTo>
                  <a:close/>
                </a:path>
                <a:path w="2794000" h="10795">
                  <a:moveTo>
                    <a:pt x="2122932" y="10667"/>
                  </a:moveTo>
                  <a:lnTo>
                    <a:pt x="2118359" y="10667"/>
                  </a:lnTo>
                  <a:lnTo>
                    <a:pt x="2116835" y="7619"/>
                  </a:lnTo>
                  <a:lnTo>
                    <a:pt x="2116835" y="3048"/>
                  </a:lnTo>
                  <a:lnTo>
                    <a:pt x="2118359" y="0"/>
                  </a:lnTo>
                  <a:lnTo>
                    <a:pt x="2122932" y="0"/>
                  </a:lnTo>
                  <a:lnTo>
                    <a:pt x="2125980" y="3048"/>
                  </a:lnTo>
                  <a:lnTo>
                    <a:pt x="2125980" y="7619"/>
                  </a:lnTo>
                  <a:lnTo>
                    <a:pt x="2122932" y="10667"/>
                  </a:lnTo>
                  <a:close/>
                </a:path>
                <a:path w="2794000" h="10795">
                  <a:moveTo>
                    <a:pt x="2142743" y="10667"/>
                  </a:moveTo>
                  <a:lnTo>
                    <a:pt x="2136648" y="10667"/>
                  </a:lnTo>
                  <a:lnTo>
                    <a:pt x="2135123" y="7619"/>
                  </a:lnTo>
                  <a:lnTo>
                    <a:pt x="2135123" y="3048"/>
                  </a:lnTo>
                  <a:lnTo>
                    <a:pt x="2136648" y="0"/>
                  </a:lnTo>
                  <a:lnTo>
                    <a:pt x="2142743" y="0"/>
                  </a:lnTo>
                  <a:lnTo>
                    <a:pt x="2144268" y="3048"/>
                  </a:lnTo>
                  <a:lnTo>
                    <a:pt x="2144268" y="7619"/>
                  </a:lnTo>
                  <a:lnTo>
                    <a:pt x="2142743" y="10667"/>
                  </a:lnTo>
                  <a:close/>
                </a:path>
                <a:path w="2794000" h="10795">
                  <a:moveTo>
                    <a:pt x="2161032" y="10667"/>
                  </a:moveTo>
                  <a:lnTo>
                    <a:pt x="2156459" y="10667"/>
                  </a:lnTo>
                  <a:lnTo>
                    <a:pt x="2154935" y="7619"/>
                  </a:lnTo>
                  <a:lnTo>
                    <a:pt x="2154935" y="3048"/>
                  </a:lnTo>
                  <a:lnTo>
                    <a:pt x="2156459" y="0"/>
                  </a:lnTo>
                  <a:lnTo>
                    <a:pt x="2161032" y="0"/>
                  </a:lnTo>
                  <a:lnTo>
                    <a:pt x="2164080" y="3048"/>
                  </a:lnTo>
                  <a:lnTo>
                    <a:pt x="2164080" y="7619"/>
                  </a:lnTo>
                  <a:lnTo>
                    <a:pt x="2161032" y="10667"/>
                  </a:lnTo>
                  <a:close/>
                </a:path>
                <a:path w="2794000" h="10795">
                  <a:moveTo>
                    <a:pt x="2180843" y="10667"/>
                  </a:moveTo>
                  <a:lnTo>
                    <a:pt x="2174748" y="10667"/>
                  </a:lnTo>
                  <a:lnTo>
                    <a:pt x="2173223" y="7619"/>
                  </a:lnTo>
                  <a:lnTo>
                    <a:pt x="2173223" y="3048"/>
                  </a:lnTo>
                  <a:lnTo>
                    <a:pt x="2174748" y="0"/>
                  </a:lnTo>
                  <a:lnTo>
                    <a:pt x="2180843" y="0"/>
                  </a:lnTo>
                  <a:lnTo>
                    <a:pt x="2182368" y="3048"/>
                  </a:lnTo>
                  <a:lnTo>
                    <a:pt x="2182368" y="7619"/>
                  </a:lnTo>
                  <a:lnTo>
                    <a:pt x="2180843" y="10667"/>
                  </a:lnTo>
                  <a:close/>
                </a:path>
                <a:path w="2794000" h="10795">
                  <a:moveTo>
                    <a:pt x="2199132" y="10667"/>
                  </a:moveTo>
                  <a:lnTo>
                    <a:pt x="2194559" y="10667"/>
                  </a:lnTo>
                  <a:lnTo>
                    <a:pt x="2193035" y="7619"/>
                  </a:lnTo>
                  <a:lnTo>
                    <a:pt x="2193035" y="3048"/>
                  </a:lnTo>
                  <a:lnTo>
                    <a:pt x="2194559" y="0"/>
                  </a:lnTo>
                  <a:lnTo>
                    <a:pt x="2199132" y="0"/>
                  </a:lnTo>
                  <a:lnTo>
                    <a:pt x="2202180" y="3048"/>
                  </a:lnTo>
                  <a:lnTo>
                    <a:pt x="2202180" y="7619"/>
                  </a:lnTo>
                  <a:lnTo>
                    <a:pt x="2199132" y="10667"/>
                  </a:lnTo>
                  <a:close/>
                </a:path>
                <a:path w="2794000" h="10795">
                  <a:moveTo>
                    <a:pt x="2218943" y="10667"/>
                  </a:moveTo>
                  <a:lnTo>
                    <a:pt x="2212848" y="10667"/>
                  </a:lnTo>
                  <a:lnTo>
                    <a:pt x="2211323" y="7619"/>
                  </a:lnTo>
                  <a:lnTo>
                    <a:pt x="2211323" y="3048"/>
                  </a:lnTo>
                  <a:lnTo>
                    <a:pt x="2212848" y="0"/>
                  </a:lnTo>
                  <a:lnTo>
                    <a:pt x="2218943" y="0"/>
                  </a:lnTo>
                  <a:lnTo>
                    <a:pt x="2220468" y="3048"/>
                  </a:lnTo>
                  <a:lnTo>
                    <a:pt x="2220468" y="7619"/>
                  </a:lnTo>
                  <a:lnTo>
                    <a:pt x="2218943" y="10667"/>
                  </a:lnTo>
                  <a:close/>
                </a:path>
                <a:path w="2794000" h="10795">
                  <a:moveTo>
                    <a:pt x="2237232" y="10667"/>
                  </a:moveTo>
                  <a:lnTo>
                    <a:pt x="2232659" y="10667"/>
                  </a:lnTo>
                  <a:lnTo>
                    <a:pt x="2231135" y="7619"/>
                  </a:lnTo>
                  <a:lnTo>
                    <a:pt x="2231135" y="3048"/>
                  </a:lnTo>
                  <a:lnTo>
                    <a:pt x="2232659" y="0"/>
                  </a:lnTo>
                  <a:lnTo>
                    <a:pt x="2237232" y="0"/>
                  </a:lnTo>
                  <a:lnTo>
                    <a:pt x="2240280" y="3048"/>
                  </a:lnTo>
                  <a:lnTo>
                    <a:pt x="2240280" y="7619"/>
                  </a:lnTo>
                  <a:lnTo>
                    <a:pt x="2237232" y="10667"/>
                  </a:lnTo>
                  <a:close/>
                </a:path>
                <a:path w="2794000" h="10795">
                  <a:moveTo>
                    <a:pt x="2257043" y="10667"/>
                  </a:moveTo>
                  <a:lnTo>
                    <a:pt x="2250948" y="10667"/>
                  </a:lnTo>
                  <a:lnTo>
                    <a:pt x="2249423" y="7619"/>
                  </a:lnTo>
                  <a:lnTo>
                    <a:pt x="2249423" y="3048"/>
                  </a:lnTo>
                  <a:lnTo>
                    <a:pt x="2250948" y="0"/>
                  </a:lnTo>
                  <a:lnTo>
                    <a:pt x="2257043" y="0"/>
                  </a:lnTo>
                  <a:lnTo>
                    <a:pt x="2258568" y="3048"/>
                  </a:lnTo>
                  <a:lnTo>
                    <a:pt x="2258568" y="7619"/>
                  </a:lnTo>
                  <a:lnTo>
                    <a:pt x="2257043" y="10667"/>
                  </a:lnTo>
                  <a:close/>
                </a:path>
                <a:path w="2794000" h="10795">
                  <a:moveTo>
                    <a:pt x="2275332" y="10667"/>
                  </a:moveTo>
                  <a:lnTo>
                    <a:pt x="2270759" y="10667"/>
                  </a:lnTo>
                  <a:lnTo>
                    <a:pt x="2269235" y="7619"/>
                  </a:lnTo>
                  <a:lnTo>
                    <a:pt x="2269235" y="3048"/>
                  </a:lnTo>
                  <a:lnTo>
                    <a:pt x="2270759" y="0"/>
                  </a:lnTo>
                  <a:lnTo>
                    <a:pt x="2275332" y="0"/>
                  </a:lnTo>
                  <a:lnTo>
                    <a:pt x="2278380" y="3048"/>
                  </a:lnTo>
                  <a:lnTo>
                    <a:pt x="2278380" y="7619"/>
                  </a:lnTo>
                  <a:lnTo>
                    <a:pt x="2275332" y="10667"/>
                  </a:lnTo>
                  <a:close/>
                </a:path>
                <a:path w="2794000" h="10795">
                  <a:moveTo>
                    <a:pt x="2295143" y="10667"/>
                  </a:moveTo>
                  <a:lnTo>
                    <a:pt x="2289048" y="10667"/>
                  </a:lnTo>
                  <a:lnTo>
                    <a:pt x="2287523" y="7619"/>
                  </a:lnTo>
                  <a:lnTo>
                    <a:pt x="2287523" y="3048"/>
                  </a:lnTo>
                  <a:lnTo>
                    <a:pt x="2289048" y="0"/>
                  </a:lnTo>
                  <a:lnTo>
                    <a:pt x="2295143" y="0"/>
                  </a:lnTo>
                  <a:lnTo>
                    <a:pt x="2296668" y="3048"/>
                  </a:lnTo>
                  <a:lnTo>
                    <a:pt x="2296668" y="7619"/>
                  </a:lnTo>
                  <a:lnTo>
                    <a:pt x="2295143" y="10667"/>
                  </a:lnTo>
                  <a:close/>
                </a:path>
                <a:path w="2794000" h="10795">
                  <a:moveTo>
                    <a:pt x="2313432" y="10667"/>
                  </a:moveTo>
                  <a:lnTo>
                    <a:pt x="2308859" y="10667"/>
                  </a:lnTo>
                  <a:lnTo>
                    <a:pt x="2307335" y="7619"/>
                  </a:lnTo>
                  <a:lnTo>
                    <a:pt x="2307335" y="3048"/>
                  </a:lnTo>
                  <a:lnTo>
                    <a:pt x="2308859" y="0"/>
                  </a:lnTo>
                  <a:lnTo>
                    <a:pt x="2313432" y="0"/>
                  </a:lnTo>
                  <a:lnTo>
                    <a:pt x="2316480" y="3048"/>
                  </a:lnTo>
                  <a:lnTo>
                    <a:pt x="2316480" y="7619"/>
                  </a:lnTo>
                  <a:lnTo>
                    <a:pt x="2313432" y="10667"/>
                  </a:lnTo>
                  <a:close/>
                </a:path>
                <a:path w="2794000" h="10795">
                  <a:moveTo>
                    <a:pt x="2333243" y="10667"/>
                  </a:moveTo>
                  <a:lnTo>
                    <a:pt x="2328671" y="10667"/>
                  </a:lnTo>
                  <a:lnTo>
                    <a:pt x="2325623" y="7619"/>
                  </a:lnTo>
                  <a:lnTo>
                    <a:pt x="2325623" y="3048"/>
                  </a:lnTo>
                  <a:lnTo>
                    <a:pt x="2328671" y="0"/>
                  </a:lnTo>
                  <a:lnTo>
                    <a:pt x="2333243" y="0"/>
                  </a:lnTo>
                  <a:lnTo>
                    <a:pt x="2334768" y="3048"/>
                  </a:lnTo>
                  <a:lnTo>
                    <a:pt x="2334768" y="7619"/>
                  </a:lnTo>
                  <a:lnTo>
                    <a:pt x="2333243" y="10667"/>
                  </a:lnTo>
                  <a:close/>
                </a:path>
                <a:path w="2794000" h="10795">
                  <a:moveTo>
                    <a:pt x="2351532" y="10667"/>
                  </a:moveTo>
                  <a:lnTo>
                    <a:pt x="2346959" y="10667"/>
                  </a:lnTo>
                  <a:lnTo>
                    <a:pt x="2345435" y="7619"/>
                  </a:lnTo>
                  <a:lnTo>
                    <a:pt x="2345435" y="3048"/>
                  </a:lnTo>
                  <a:lnTo>
                    <a:pt x="2346959" y="0"/>
                  </a:lnTo>
                  <a:lnTo>
                    <a:pt x="2351532" y="0"/>
                  </a:lnTo>
                  <a:lnTo>
                    <a:pt x="2354580" y="3048"/>
                  </a:lnTo>
                  <a:lnTo>
                    <a:pt x="2354580" y="7619"/>
                  </a:lnTo>
                  <a:lnTo>
                    <a:pt x="2351532" y="10667"/>
                  </a:lnTo>
                  <a:close/>
                </a:path>
                <a:path w="2794000" h="10795">
                  <a:moveTo>
                    <a:pt x="2371343" y="10667"/>
                  </a:moveTo>
                  <a:lnTo>
                    <a:pt x="2366771" y="10667"/>
                  </a:lnTo>
                  <a:lnTo>
                    <a:pt x="2363723" y="7619"/>
                  </a:lnTo>
                  <a:lnTo>
                    <a:pt x="2363723" y="3048"/>
                  </a:lnTo>
                  <a:lnTo>
                    <a:pt x="2366771" y="0"/>
                  </a:lnTo>
                  <a:lnTo>
                    <a:pt x="2371343" y="0"/>
                  </a:lnTo>
                  <a:lnTo>
                    <a:pt x="2372868" y="3048"/>
                  </a:lnTo>
                  <a:lnTo>
                    <a:pt x="2372868" y="7619"/>
                  </a:lnTo>
                  <a:lnTo>
                    <a:pt x="2371343" y="10667"/>
                  </a:lnTo>
                  <a:close/>
                </a:path>
                <a:path w="2794000" h="10795">
                  <a:moveTo>
                    <a:pt x="2389632" y="10667"/>
                  </a:moveTo>
                  <a:lnTo>
                    <a:pt x="2385059" y="10667"/>
                  </a:lnTo>
                  <a:lnTo>
                    <a:pt x="2383535" y="7619"/>
                  </a:lnTo>
                  <a:lnTo>
                    <a:pt x="2383535" y="3048"/>
                  </a:lnTo>
                  <a:lnTo>
                    <a:pt x="2385059" y="0"/>
                  </a:lnTo>
                  <a:lnTo>
                    <a:pt x="2389632" y="0"/>
                  </a:lnTo>
                  <a:lnTo>
                    <a:pt x="2392680" y="3048"/>
                  </a:lnTo>
                  <a:lnTo>
                    <a:pt x="2392680" y="7619"/>
                  </a:lnTo>
                  <a:lnTo>
                    <a:pt x="2389632" y="10667"/>
                  </a:lnTo>
                  <a:close/>
                </a:path>
                <a:path w="2794000" h="10795">
                  <a:moveTo>
                    <a:pt x="2409443" y="10667"/>
                  </a:moveTo>
                  <a:lnTo>
                    <a:pt x="2404871" y="10667"/>
                  </a:lnTo>
                  <a:lnTo>
                    <a:pt x="2401823" y="7619"/>
                  </a:lnTo>
                  <a:lnTo>
                    <a:pt x="2401823" y="3048"/>
                  </a:lnTo>
                  <a:lnTo>
                    <a:pt x="2404871" y="0"/>
                  </a:lnTo>
                  <a:lnTo>
                    <a:pt x="2409443" y="0"/>
                  </a:lnTo>
                  <a:lnTo>
                    <a:pt x="2410968" y="3048"/>
                  </a:lnTo>
                  <a:lnTo>
                    <a:pt x="2410968" y="7619"/>
                  </a:lnTo>
                  <a:lnTo>
                    <a:pt x="2409443" y="10667"/>
                  </a:lnTo>
                  <a:close/>
                </a:path>
                <a:path w="2794000" h="10795">
                  <a:moveTo>
                    <a:pt x="2427732" y="10667"/>
                  </a:moveTo>
                  <a:lnTo>
                    <a:pt x="2423159" y="10667"/>
                  </a:lnTo>
                  <a:lnTo>
                    <a:pt x="2421635" y="7619"/>
                  </a:lnTo>
                  <a:lnTo>
                    <a:pt x="2421635" y="3048"/>
                  </a:lnTo>
                  <a:lnTo>
                    <a:pt x="2423159" y="0"/>
                  </a:lnTo>
                  <a:lnTo>
                    <a:pt x="2427732" y="0"/>
                  </a:lnTo>
                  <a:lnTo>
                    <a:pt x="2430780" y="3048"/>
                  </a:lnTo>
                  <a:lnTo>
                    <a:pt x="2430780" y="7619"/>
                  </a:lnTo>
                  <a:lnTo>
                    <a:pt x="2427732" y="10667"/>
                  </a:lnTo>
                  <a:close/>
                </a:path>
                <a:path w="2794000" h="10795">
                  <a:moveTo>
                    <a:pt x="2447543" y="10667"/>
                  </a:moveTo>
                  <a:lnTo>
                    <a:pt x="2442971" y="10667"/>
                  </a:lnTo>
                  <a:lnTo>
                    <a:pt x="2439923" y="7619"/>
                  </a:lnTo>
                  <a:lnTo>
                    <a:pt x="2439923" y="3048"/>
                  </a:lnTo>
                  <a:lnTo>
                    <a:pt x="2442971" y="0"/>
                  </a:lnTo>
                  <a:lnTo>
                    <a:pt x="2447543" y="0"/>
                  </a:lnTo>
                  <a:lnTo>
                    <a:pt x="2449068" y="3048"/>
                  </a:lnTo>
                  <a:lnTo>
                    <a:pt x="2449068" y="7619"/>
                  </a:lnTo>
                  <a:lnTo>
                    <a:pt x="2447543" y="10667"/>
                  </a:lnTo>
                  <a:close/>
                </a:path>
                <a:path w="2794000" h="10795">
                  <a:moveTo>
                    <a:pt x="2467355" y="10667"/>
                  </a:moveTo>
                  <a:lnTo>
                    <a:pt x="2461259" y="10667"/>
                  </a:lnTo>
                  <a:lnTo>
                    <a:pt x="2459735" y="7619"/>
                  </a:lnTo>
                  <a:lnTo>
                    <a:pt x="2459735" y="3048"/>
                  </a:lnTo>
                  <a:lnTo>
                    <a:pt x="2461259" y="0"/>
                  </a:lnTo>
                  <a:lnTo>
                    <a:pt x="2467355" y="0"/>
                  </a:lnTo>
                  <a:lnTo>
                    <a:pt x="2468880" y="3048"/>
                  </a:lnTo>
                  <a:lnTo>
                    <a:pt x="2468880" y="7619"/>
                  </a:lnTo>
                  <a:lnTo>
                    <a:pt x="2467355" y="10667"/>
                  </a:lnTo>
                  <a:close/>
                </a:path>
                <a:path w="2794000" h="10795">
                  <a:moveTo>
                    <a:pt x="2485643" y="10667"/>
                  </a:moveTo>
                  <a:lnTo>
                    <a:pt x="2481071" y="10667"/>
                  </a:lnTo>
                  <a:lnTo>
                    <a:pt x="2478023" y="7619"/>
                  </a:lnTo>
                  <a:lnTo>
                    <a:pt x="2478023" y="3048"/>
                  </a:lnTo>
                  <a:lnTo>
                    <a:pt x="2481071" y="0"/>
                  </a:lnTo>
                  <a:lnTo>
                    <a:pt x="2485643" y="0"/>
                  </a:lnTo>
                  <a:lnTo>
                    <a:pt x="2487168" y="3048"/>
                  </a:lnTo>
                  <a:lnTo>
                    <a:pt x="2487168" y="7619"/>
                  </a:lnTo>
                  <a:lnTo>
                    <a:pt x="2485643" y="10667"/>
                  </a:lnTo>
                  <a:close/>
                </a:path>
                <a:path w="2794000" h="10795">
                  <a:moveTo>
                    <a:pt x="2505455" y="10667"/>
                  </a:moveTo>
                  <a:lnTo>
                    <a:pt x="2499359" y="10667"/>
                  </a:lnTo>
                  <a:lnTo>
                    <a:pt x="2497835" y="7619"/>
                  </a:lnTo>
                  <a:lnTo>
                    <a:pt x="2497835" y="3048"/>
                  </a:lnTo>
                  <a:lnTo>
                    <a:pt x="2499359" y="0"/>
                  </a:lnTo>
                  <a:lnTo>
                    <a:pt x="2505455" y="0"/>
                  </a:lnTo>
                  <a:lnTo>
                    <a:pt x="2506980" y="3048"/>
                  </a:lnTo>
                  <a:lnTo>
                    <a:pt x="2506980" y="7619"/>
                  </a:lnTo>
                  <a:lnTo>
                    <a:pt x="2505455" y="10667"/>
                  </a:lnTo>
                  <a:close/>
                </a:path>
                <a:path w="2794000" h="10795">
                  <a:moveTo>
                    <a:pt x="2523743" y="10667"/>
                  </a:moveTo>
                  <a:lnTo>
                    <a:pt x="2519171" y="10667"/>
                  </a:lnTo>
                  <a:lnTo>
                    <a:pt x="2516123" y="7619"/>
                  </a:lnTo>
                  <a:lnTo>
                    <a:pt x="2516123" y="3048"/>
                  </a:lnTo>
                  <a:lnTo>
                    <a:pt x="2519171" y="0"/>
                  </a:lnTo>
                  <a:lnTo>
                    <a:pt x="2523743" y="0"/>
                  </a:lnTo>
                  <a:lnTo>
                    <a:pt x="2525268" y="3048"/>
                  </a:lnTo>
                  <a:lnTo>
                    <a:pt x="2525268" y="7619"/>
                  </a:lnTo>
                  <a:lnTo>
                    <a:pt x="2523743" y="10667"/>
                  </a:lnTo>
                  <a:close/>
                </a:path>
                <a:path w="2794000" h="10795">
                  <a:moveTo>
                    <a:pt x="2543555" y="10667"/>
                  </a:moveTo>
                  <a:lnTo>
                    <a:pt x="2537459" y="10667"/>
                  </a:lnTo>
                  <a:lnTo>
                    <a:pt x="2535935" y="7619"/>
                  </a:lnTo>
                  <a:lnTo>
                    <a:pt x="2535935" y="3048"/>
                  </a:lnTo>
                  <a:lnTo>
                    <a:pt x="2537459" y="0"/>
                  </a:lnTo>
                  <a:lnTo>
                    <a:pt x="2543555" y="0"/>
                  </a:lnTo>
                  <a:lnTo>
                    <a:pt x="2545080" y="3048"/>
                  </a:lnTo>
                  <a:lnTo>
                    <a:pt x="2545080" y="7619"/>
                  </a:lnTo>
                  <a:lnTo>
                    <a:pt x="2543555" y="10667"/>
                  </a:lnTo>
                  <a:close/>
                </a:path>
                <a:path w="2794000" h="10795">
                  <a:moveTo>
                    <a:pt x="2561843" y="10667"/>
                  </a:moveTo>
                  <a:lnTo>
                    <a:pt x="2557271" y="10667"/>
                  </a:lnTo>
                  <a:lnTo>
                    <a:pt x="2554223" y="7619"/>
                  </a:lnTo>
                  <a:lnTo>
                    <a:pt x="2554223" y="3048"/>
                  </a:lnTo>
                  <a:lnTo>
                    <a:pt x="2557271" y="0"/>
                  </a:lnTo>
                  <a:lnTo>
                    <a:pt x="2561843" y="0"/>
                  </a:lnTo>
                  <a:lnTo>
                    <a:pt x="2563368" y="3048"/>
                  </a:lnTo>
                  <a:lnTo>
                    <a:pt x="2563368" y="7619"/>
                  </a:lnTo>
                  <a:lnTo>
                    <a:pt x="2561843" y="10667"/>
                  </a:lnTo>
                  <a:close/>
                </a:path>
                <a:path w="2794000" h="10795">
                  <a:moveTo>
                    <a:pt x="2581655" y="10667"/>
                  </a:moveTo>
                  <a:lnTo>
                    <a:pt x="2575559" y="10667"/>
                  </a:lnTo>
                  <a:lnTo>
                    <a:pt x="2574035" y="7619"/>
                  </a:lnTo>
                  <a:lnTo>
                    <a:pt x="2574035" y="3048"/>
                  </a:lnTo>
                  <a:lnTo>
                    <a:pt x="2575559" y="0"/>
                  </a:lnTo>
                  <a:lnTo>
                    <a:pt x="2581655" y="0"/>
                  </a:lnTo>
                  <a:lnTo>
                    <a:pt x="2583180" y="3048"/>
                  </a:lnTo>
                  <a:lnTo>
                    <a:pt x="2583180" y="7619"/>
                  </a:lnTo>
                  <a:lnTo>
                    <a:pt x="2581655" y="10667"/>
                  </a:lnTo>
                  <a:close/>
                </a:path>
                <a:path w="2794000" h="10795">
                  <a:moveTo>
                    <a:pt x="2599943" y="10667"/>
                  </a:moveTo>
                  <a:lnTo>
                    <a:pt x="2595371" y="10667"/>
                  </a:lnTo>
                  <a:lnTo>
                    <a:pt x="2592323" y="7619"/>
                  </a:lnTo>
                  <a:lnTo>
                    <a:pt x="2592323" y="3048"/>
                  </a:lnTo>
                  <a:lnTo>
                    <a:pt x="2595371" y="0"/>
                  </a:lnTo>
                  <a:lnTo>
                    <a:pt x="2599943" y="0"/>
                  </a:lnTo>
                  <a:lnTo>
                    <a:pt x="2601468" y="3048"/>
                  </a:lnTo>
                  <a:lnTo>
                    <a:pt x="2601468" y="7619"/>
                  </a:lnTo>
                  <a:lnTo>
                    <a:pt x="2599943" y="10667"/>
                  </a:lnTo>
                  <a:close/>
                </a:path>
                <a:path w="2794000" h="10795">
                  <a:moveTo>
                    <a:pt x="2619755" y="10667"/>
                  </a:moveTo>
                  <a:lnTo>
                    <a:pt x="2613659" y="10667"/>
                  </a:lnTo>
                  <a:lnTo>
                    <a:pt x="2612135" y="7619"/>
                  </a:lnTo>
                  <a:lnTo>
                    <a:pt x="2612135" y="3048"/>
                  </a:lnTo>
                  <a:lnTo>
                    <a:pt x="2613659" y="0"/>
                  </a:lnTo>
                  <a:lnTo>
                    <a:pt x="2619755" y="0"/>
                  </a:lnTo>
                  <a:lnTo>
                    <a:pt x="2621280" y="3048"/>
                  </a:lnTo>
                  <a:lnTo>
                    <a:pt x="2621280" y="7619"/>
                  </a:lnTo>
                  <a:lnTo>
                    <a:pt x="2619755" y="10667"/>
                  </a:lnTo>
                  <a:close/>
                </a:path>
                <a:path w="2794000" h="10795">
                  <a:moveTo>
                    <a:pt x="2638043" y="10667"/>
                  </a:moveTo>
                  <a:lnTo>
                    <a:pt x="2633471" y="10667"/>
                  </a:lnTo>
                  <a:lnTo>
                    <a:pt x="2630423" y="7619"/>
                  </a:lnTo>
                  <a:lnTo>
                    <a:pt x="2630423" y="3048"/>
                  </a:lnTo>
                  <a:lnTo>
                    <a:pt x="2633471" y="0"/>
                  </a:lnTo>
                  <a:lnTo>
                    <a:pt x="2638043" y="0"/>
                  </a:lnTo>
                  <a:lnTo>
                    <a:pt x="2639568" y="3048"/>
                  </a:lnTo>
                  <a:lnTo>
                    <a:pt x="2639568" y="7619"/>
                  </a:lnTo>
                  <a:lnTo>
                    <a:pt x="2638043" y="10667"/>
                  </a:lnTo>
                  <a:close/>
                </a:path>
                <a:path w="2794000" h="10795">
                  <a:moveTo>
                    <a:pt x="2657855" y="10667"/>
                  </a:moveTo>
                  <a:lnTo>
                    <a:pt x="2651759" y="10667"/>
                  </a:lnTo>
                  <a:lnTo>
                    <a:pt x="2650235" y="7619"/>
                  </a:lnTo>
                  <a:lnTo>
                    <a:pt x="2650235" y="3048"/>
                  </a:lnTo>
                  <a:lnTo>
                    <a:pt x="2651759" y="0"/>
                  </a:lnTo>
                  <a:lnTo>
                    <a:pt x="2657855" y="0"/>
                  </a:lnTo>
                  <a:lnTo>
                    <a:pt x="2659380" y="3048"/>
                  </a:lnTo>
                  <a:lnTo>
                    <a:pt x="2659380" y="7619"/>
                  </a:lnTo>
                  <a:lnTo>
                    <a:pt x="2657855" y="10667"/>
                  </a:lnTo>
                  <a:close/>
                </a:path>
                <a:path w="2794000" h="10795">
                  <a:moveTo>
                    <a:pt x="2676143" y="10667"/>
                  </a:moveTo>
                  <a:lnTo>
                    <a:pt x="2671571" y="10667"/>
                  </a:lnTo>
                  <a:lnTo>
                    <a:pt x="2668523" y="7619"/>
                  </a:lnTo>
                  <a:lnTo>
                    <a:pt x="2668523" y="3048"/>
                  </a:lnTo>
                  <a:lnTo>
                    <a:pt x="2671571" y="0"/>
                  </a:lnTo>
                  <a:lnTo>
                    <a:pt x="2676143" y="0"/>
                  </a:lnTo>
                  <a:lnTo>
                    <a:pt x="2677668" y="3048"/>
                  </a:lnTo>
                  <a:lnTo>
                    <a:pt x="2677668" y="7619"/>
                  </a:lnTo>
                  <a:lnTo>
                    <a:pt x="2676143" y="10667"/>
                  </a:lnTo>
                  <a:close/>
                </a:path>
                <a:path w="2794000" h="10795">
                  <a:moveTo>
                    <a:pt x="2695955" y="10667"/>
                  </a:moveTo>
                  <a:lnTo>
                    <a:pt x="2689859" y="10667"/>
                  </a:lnTo>
                  <a:lnTo>
                    <a:pt x="2688335" y="7619"/>
                  </a:lnTo>
                  <a:lnTo>
                    <a:pt x="2688335" y="3048"/>
                  </a:lnTo>
                  <a:lnTo>
                    <a:pt x="2689859" y="0"/>
                  </a:lnTo>
                  <a:lnTo>
                    <a:pt x="2695955" y="0"/>
                  </a:lnTo>
                  <a:lnTo>
                    <a:pt x="2697480" y="3048"/>
                  </a:lnTo>
                  <a:lnTo>
                    <a:pt x="2697480" y="7619"/>
                  </a:lnTo>
                  <a:lnTo>
                    <a:pt x="2695955" y="10667"/>
                  </a:lnTo>
                  <a:close/>
                </a:path>
                <a:path w="2794000" h="10795">
                  <a:moveTo>
                    <a:pt x="2714243" y="10667"/>
                  </a:moveTo>
                  <a:lnTo>
                    <a:pt x="2709671" y="10667"/>
                  </a:lnTo>
                  <a:lnTo>
                    <a:pt x="2706623" y="7619"/>
                  </a:lnTo>
                  <a:lnTo>
                    <a:pt x="2706623" y="3048"/>
                  </a:lnTo>
                  <a:lnTo>
                    <a:pt x="2709671" y="0"/>
                  </a:lnTo>
                  <a:lnTo>
                    <a:pt x="2714243" y="0"/>
                  </a:lnTo>
                  <a:lnTo>
                    <a:pt x="2715768" y="3048"/>
                  </a:lnTo>
                  <a:lnTo>
                    <a:pt x="2715768" y="7619"/>
                  </a:lnTo>
                  <a:lnTo>
                    <a:pt x="2714243" y="10667"/>
                  </a:lnTo>
                  <a:close/>
                </a:path>
                <a:path w="2794000" h="10795">
                  <a:moveTo>
                    <a:pt x="2734055" y="10667"/>
                  </a:moveTo>
                  <a:lnTo>
                    <a:pt x="2727959" y="10667"/>
                  </a:lnTo>
                  <a:lnTo>
                    <a:pt x="2726435" y="7619"/>
                  </a:lnTo>
                  <a:lnTo>
                    <a:pt x="2726435" y="3048"/>
                  </a:lnTo>
                  <a:lnTo>
                    <a:pt x="2727959" y="0"/>
                  </a:lnTo>
                  <a:lnTo>
                    <a:pt x="2734055" y="0"/>
                  </a:lnTo>
                  <a:lnTo>
                    <a:pt x="2735580" y="3048"/>
                  </a:lnTo>
                  <a:lnTo>
                    <a:pt x="2735580" y="7619"/>
                  </a:lnTo>
                  <a:lnTo>
                    <a:pt x="2734055" y="10667"/>
                  </a:lnTo>
                  <a:close/>
                </a:path>
                <a:path w="2794000" h="10795">
                  <a:moveTo>
                    <a:pt x="2752343" y="10667"/>
                  </a:moveTo>
                  <a:lnTo>
                    <a:pt x="2747771" y="10667"/>
                  </a:lnTo>
                  <a:lnTo>
                    <a:pt x="2744723" y="7619"/>
                  </a:lnTo>
                  <a:lnTo>
                    <a:pt x="2744723" y="3048"/>
                  </a:lnTo>
                  <a:lnTo>
                    <a:pt x="2747771" y="0"/>
                  </a:lnTo>
                  <a:lnTo>
                    <a:pt x="2752343" y="0"/>
                  </a:lnTo>
                  <a:lnTo>
                    <a:pt x="2753868" y="3048"/>
                  </a:lnTo>
                  <a:lnTo>
                    <a:pt x="2753868" y="7619"/>
                  </a:lnTo>
                  <a:lnTo>
                    <a:pt x="2752343" y="10667"/>
                  </a:lnTo>
                  <a:close/>
                </a:path>
                <a:path w="2794000" h="10795">
                  <a:moveTo>
                    <a:pt x="2772155" y="10667"/>
                  </a:moveTo>
                  <a:lnTo>
                    <a:pt x="2766059" y="10667"/>
                  </a:lnTo>
                  <a:lnTo>
                    <a:pt x="2764535" y="7619"/>
                  </a:lnTo>
                  <a:lnTo>
                    <a:pt x="2764535" y="3048"/>
                  </a:lnTo>
                  <a:lnTo>
                    <a:pt x="2766059" y="0"/>
                  </a:lnTo>
                  <a:lnTo>
                    <a:pt x="2772155" y="0"/>
                  </a:lnTo>
                  <a:lnTo>
                    <a:pt x="2773680" y="3048"/>
                  </a:lnTo>
                  <a:lnTo>
                    <a:pt x="2773680" y="7619"/>
                  </a:lnTo>
                  <a:lnTo>
                    <a:pt x="2772155" y="10667"/>
                  </a:lnTo>
                  <a:close/>
                </a:path>
                <a:path w="2794000" h="10795">
                  <a:moveTo>
                    <a:pt x="2790443" y="10667"/>
                  </a:moveTo>
                  <a:lnTo>
                    <a:pt x="2785871" y="10667"/>
                  </a:lnTo>
                  <a:lnTo>
                    <a:pt x="2782823" y="7619"/>
                  </a:lnTo>
                  <a:lnTo>
                    <a:pt x="2782823" y="3048"/>
                  </a:lnTo>
                  <a:lnTo>
                    <a:pt x="2785871" y="0"/>
                  </a:lnTo>
                  <a:lnTo>
                    <a:pt x="2790443" y="0"/>
                  </a:lnTo>
                  <a:lnTo>
                    <a:pt x="2793491" y="3048"/>
                  </a:lnTo>
                  <a:lnTo>
                    <a:pt x="2793491" y="7619"/>
                  </a:lnTo>
                  <a:lnTo>
                    <a:pt x="2790443" y="10667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164323" y="4026408"/>
              <a:ext cx="0" cy="1172210"/>
            </a:xfrm>
            <a:custGeom>
              <a:avLst/>
              <a:gdLst/>
              <a:ahLst/>
              <a:cxnLst/>
              <a:rect l="l" t="t" r="r" b="b"/>
              <a:pathLst>
                <a:path h="1172210">
                  <a:moveTo>
                    <a:pt x="0" y="0"/>
                  </a:moveTo>
                  <a:lnTo>
                    <a:pt x="0" y="1171956"/>
                  </a:lnTo>
                </a:path>
              </a:pathLst>
            </a:custGeom>
            <a:ln w="9144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168895" y="4008120"/>
              <a:ext cx="20320" cy="1554480"/>
            </a:xfrm>
            <a:custGeom>
              <a:avLst/>
              <a:gdLst/>
              <a:ahLst/>
              <a:cxnLst/>
              <a:rect l="l" t="t" r="r" b="b"/>
              <a:pathLst>
                <a:path w="20320" h="1554479">
                  <a:moveTo>
                    <a:pt x="19812" y="1554480"/>
                  </a:moveTo>
                  <a:lnTo>
                    <a:pt x="10668" y="1554480"/>
                  </a:lnTo>
                  <a:lnTo>
                    <a:pt x="9144" y="1516380"/>
                  </a:lnTo>
                  <a:lnTo>
                    <a:pt x="19812" y="1516380"/>
                  </a:lnTo>
                  <a:lnTo>
                    <a:pt x="19812" y="1554480"/>
                  </a:lnTo>
                  <a:close/>
                </a:path>
                <a:path w="20320" h="1554479">
                  <a:moveTo>
                    <a:pt x="9144" y="1488948"/>
                  </a:moveTo>
                  <a:lnTo>
                    <a:pt x="9144" y="1450848"/>
                  </a:lnTo>
                  <a:lnTo>
                    <a:pt x="18288" y="1449324"/>
                  </a:lnTo>
                  <a:lnTo>
                    <a:pt x="19812" y="1487424"/>
                  </a:lnTo>
                  <a:lnTo>
                    <a:pt x="9144" y="1488948"/>
                  </a:lnTo>
                  <a:close/>
                </a:path>
                <a:path w="20320" h="1554479">
                  <a:moveTo>
                    <a:pt x="18288" y="1421892"/>
                  </a:moveTo>
                  <a:lnTo>
                    <a:pt x="9144" y="1421892"/>
                  </a:lnTo>
                  <a:lnTo>
                    <a:pt x="9144" y="1383792"/>
                  </a:lnTo>
                  <a:lnTo>
                    <a:pt x="18288" y="1383792"/>
                  </a:lnTo>
                  <a:lnTo>
                    <a:pt x="18288" y="1421892"/>
                  </a:lnTo>
                  <a:close/>
                </a:path>
                <a:path w="20320" h="1554479">
                  <a:moveTo>
                    <a:pt x="18288" y="1354836"/>
                  </a:moveTo>
                  <a:lnTo>
                    <a:pt x="9144" y="1354836"/>
                  </a:lnTo>
                  <a:lnTo>
                    <a:pt x="9144" y="1316736"/>
                  </a:lnTo>
                  <a:lnTo>
                    <a:pt x="18288" y="1316736"/>
                  </a:lnTo>
                  <a:lnTo>
                    <a:pt x="18288" y="1354836"/>
                  </a:lnTo>
                  <a:close/>
                </a:path>
                <a:path w="20320" h="1554479">
                  <a:moveTo>
                    <a:pt x="18288" y="1287780"/>
                  </a:moveTo>
                  <a:lnTo>
                    <a:pt x="9144" y="1287780"/>
                  </a:lnTo>
                  <a:lnTo>
                    <a:pt x="7620" y="1249680"/>
                  </a:lnTo>
                  <a:lnTo>
                    <a:pt x="18288" y="1249680"/>
                  </a:lnTo>
                  <a:lnTo>
                    <a:pt x="18288" y="1287780"/>
                  </a:lnTo>
                  <a:close/>
                </a:path>
                <a:path w="20320" h="1554479">
                  <a:moveTo>
                    <a:pt x="7620" y="1222247"/>
                  </a:moveTo>
                  <a:lnTo>
                    <a:pt x="7620" y="1184147"/>
                  </a:lnTo>
                  <a:lnTo>
                    <a:pt x="16764" y="1182623"/>
                  </a:lnTo>
                  <a:lnTo>
                    <a:pt x="18288" y="1220723"/>
                  </a:lnTo>
                  <a:lnTo>
                    <a:pt x="7620" y="1222247"/>
                  </a:lnTo>
                  <a:close/>
                </a:path>
                <a:path w="20320" h="1554479">
                  <a:moveTo>
                    <a:pt x="16764" y="1155192"/>
                  </a:moveTo>
                  <a:lnTo>
                    <a:pt x="7620" y="1155192"/>
                  </a:lnTo>
                  <a:lnTo>
                    <a:pt x="7620" y="1117092"/>
                  </a:lnTo>
                  <a:lnTo>
                    <a:pt x="16764" y="1117092"/>
                  </a:lnTo>
                  <a:lnTo>
                    <a:pt x="16764" y="1155192"/>
                  </a:lnTo>
                  <a:close/>
                </a:path>
                <a:path w="20320" h="1554479">
                  <a:moveTo>
                    <a:pt x="16764" y="1088136"/>
                  </a:moveTo>
                  <a:lnTo>
                    <a:pt x="7620" y="1088136"/>
                  </a:lnTo>
                  <a:lnTo>
                    <a:pt x="7620" y="1050036"/>
                  </a:lnTo>
                  <a:lnTo>
                    <a:pt x="16764" y="1050036"/>
                  </a:lnTo>
                  <a:lnTo>
                    <a:pt x="16764" y="1088136"/>
                  </a:lnTo>
                  <a:close/>
                </a:path>
                <a:path w="20320" h="1554479">
                  <a:moveTo>
                    <a:pt x="16764" y="1021080"/>
                  </a:moveTo>
                  <a:lnTo>
                    <a:pt x="6096" y="1021080"/>
                  </a:lnTo>
                  <a:lnTo>
                    <a:pt x="6096" y="982980"/>
                  </a:lnTo>
                  <a:lnTo>
                    <a:pt x="16764" y="982980"/>
                  </a:lnTo>
                  <a:lnTo>
                    <a:pt x="16764" y="1021080"/>
                  </a:lnTo>
                  <a:close/>
                </a:path>
                <a:path w="20320" h="1554479">
                  <a:moveTo>
                    <a:pt x="6096" y="955547"/>
                  </a:moveTo>
                  <a:lnTo>
                    <a:pt x="6096" y="917448"/>
                  </a:lnTo>
                  <a:lnTo>
                    <a:pt x="15240" y="915923"/>
                  </a:lnTo>
                  <a:lnTo>
                    <a:pt x="15240" y="954023"/>
                  </a:lnTo>
                  <a:lnTo>
                    <a:pt x="6096" y="955547"/>
                  </a:lnTo>
                  <a:close/>
                </a:path>
                <a:path w="20320" h="1554479">
                  <a:moveTo>
                    <a:pt x="15240" y="888492"/>
                  </a:moveTo>
                  <a:lnTo>
                    <a:pt x="6096" y="888492"/>
                  </a:lnTo>
                  <a:lnTo>
                    <a:pt x="6096" y="850392"/>
                  </a:lnTo>
                  <a:lnTo>
                    <a:pt x="15240" y="850392"/>
                  </a:lnTo>
                  <a:lnTo>
                    <a:pt x="15240" y="888492"/>
                  </a:lnTo>
                  <a:close/>
                </a:path>
                <a:path w="20320" h="1554479">
                  <a:moveTo>
                    <a:pt x="15240" y="821436"/>
                  </a:moveTo>
                  <a:lnTo>
                    <a:pt x="6096" y="821436"/>
                  </a:lnTo>
                  <a:lnTo>
                    <a:pt x="4572" y="783336"/>
                  </a:lnTo>
                  <a:lnTo>
                    <a:pt x="15240" y="783336"/>
                  </a:lnTo>
                  <a:lnTo>
                    <a:pt x="15240" y="821436"/>
                  </a:lnTo>
                  <a:close/>
                </a:path>
                <a:path w="20320" h="1554479">
                  <a:moveTo>
                    <a:pt x="15240" y="754379"/>
                  </a:moveTo>
                  <a:lnTo>
                    <a:pt x="4572" y="754379"/>
                  </a:lnTo>
                  <a:lnTo>
                    <a:pt x="4572" y="716279"/>
                  </a:lnTo>
                  <a:lnTo>
                    <a:pt x="13716" y="716279"/>
                  </a:lnTo>
                  <a:lnTo>
                    <a:pt x="15240" y="754379"/>
                  </a:lnTo>
                  <a:close/>
                </a:path>
                <a:path w="20320" h="1554479">
                  <a:moveTo>
                    <a:pt x="13716" y="688848"/>
                  </a:moveTo>
                  <a:lnTo>
                    <a:pt x="4572" y="688848"/>
                  </a:lnTo>
                  <a:lnTo>
                    <a:pt x="4572" y="650748"/>
                  </a:lnTo>
                  <a:lnTo>
                    <a:pt x="13716" y="650748"/>
                  </a:lnTo>
                  <a:lnTo>
                    <a:pt x="13716" y="688848"/>
                  </a:lnTo>
                  <a:close/>
                </a:path>
                <a:path w="20320" h="1554479">
                  <a:moveTo>
                    <a:pt x="13716" y="621792"/>
                  </a:moveTo>
                  <a:lnTo>
                    <a:pt x="4572" y="621792"/>
                  </a:lnTo>
                  <a:lnTo>
                    <a:pt x="4572" y="583692"/>
                  </a:lnTo>
                  <a:lnTo>
                    <a:pt x="13716" y="583692"/>
                  </a:lnTo>
                  <a:lnTo>
                    <a:pt x="13716" y="621792"/>
                  </a:lnTo>
                  <a:close/>
                </a:path>
                <a:path w="20320" h="1554479">
                  <a:moveTo>
                    <a:pt x="13716" y="554735"/>
                  </a:moveTo>
                  <a:lnTo>
                    <a:pt x="4572" y="554735"/>
                  </a:lnTo>
                  <a:lnTo>
                    <a:pt x="3048" y="516635"/>
                  </a:lnTo>
                  <a:lnTo>
                    <a:pt x="13716" y="516635"/>
                  </a:lnTo>
                  <a:lnTo>
                    <a:pt x="13716" y="554735"/>
                  </a:lnTo>
                  <a:close/>
                </a:path>
                <a:path w="20320" h="1554479">
                  <a:moveTo>
                    <a:pt x="13716" y="487679"/>
                  </a:moveTo>
                  <a:lnTo>
                    <a:pt x="3048" y="487679"/>
                  </a:lnTo>
                  <a:lnTo>
                    <a:pt x="3048" y="449579"/>
                  </a:lnTo>
                  <a:lnTo>
                    <a:pt x="12192" y="449579"/>
                  </a:lnTo>
                  <a:lnTo>
                    <a:pt x="13716" y="487679"/>
                  </a:lnTo>
                  <a:close/>
                </a:path>
                <a:path w="20320" h="1554479">
                  <a:moveTo>
                    <a:pt x="12192" y="422148"/>
                  </a:moveTo>
                  <a:lnTo>
                    <a:pt x="3048" y="422148"/>
                  </a:lnTo>
                  <a:lnTo>
                    <a:pt x="3048" y="384048"/>
                  </a:lnTo>
                  <a:lnTo>
                    <a:pt x="12192" y="384048"/>
                  </a:lnTo>
                  <a:lnTo>
                    <a:pt x="12192" y="422148"/>
                  </a:lnTo>
                  <a:close/>
                </a:path>
                <a:path w="20320" h="1554479">
                  <a:moveTo>
                    <a:pt x="12192" y="355092"/>
                  </a:moveTo>
                  <a:lnTo>
                    <a:pt x="3048" y="355092"/>
                  </a:lnTo>
                  <a:lnTo>
                    <a:pt x="3048" y="316991"/>
                  </a:lnTo>
                  <a:lnTo>
                    <a:pt x="12192" y="316991"/>
                  </a:lnTo>
                  <a:lnTo>
                    <a:pt x="12192" y="355092"/>
                  </a:lnTo>
                  <a:close/>
                </a:path>
                <a:path w="20320" h="1554479">
                  <a:moveTo>
                    <a:pt x="12192" y="288035"/>
                  </a:moveTo>
                  <a:lnTo>
                    <a:pt x="1524" y="288035"/>
                  </a:lnTo>
                  <a:lnTo>
                    <a:pt x="1524" y="249935"/>
                  </a:lnTo>
                  <a:lnTo>
                    <a:pt x="12192" y="249935"/>
                  </a:lnTo>
                  <a:lnTo>
                    <a:pt x="12192" y="288035"/>
                  </a:lnTo>
                  <a:close/>
                </a:path>
                <a:path w="20320" h="1554479">
                  <a:moveTo>
                    <a:pt x="10668" y="220979"/>
                  </a:moveTo>
                  <a:lnTo>
                    <a:pt x="1524" y="220979"/>
                  </a:lnTo>
                  <a:lnTo>
                    <a:pt x="1524" y="182879"/>
                  </a:lnTo>
                  <a:lnTo>
                    <a:pt x="10668" y="182879"/>
                  </a:lnTo>
                  <a:lnTo>
                    <a:pt x="10668" y="220979"/>
                  </a:lnTo>
                  <a:close/>
                </a:path>
                <a:path w="20320" h="1554479">
                  <a:moveTo>
                    <a:pt x="10668" y="155447"/>
                  </a:moveTo>
                  <a:lnTo>
                    <a:pt x="1524" y="155447"/>
                  </a:lnTo>
                  <a:lnTo>
                    <a:pt x="1524" y="117347"/>
                  </a:lnTo>
                  <a:lnTo>
                    <a:pt x="10668" y="117347"/>
                  </a:lnTo>
                  <a:lnTo>
                    <a:pt x="10668" y="155447"/>
                  </a:lnTo>
                  <a:close/>
                </a:path>
                <a:path w="20320" h="1554479">
                  <a:moveTo>
                    <a:pt x="10668" y="88391"/>
                  </a:moveTo>
                  <a:lnTo>
                    <a:pt x="1524" y="88391"/>
                  </a:lnTo>
                  <a:lnTo>
                    <a:pt x="1524" y="50291"/>
                  </a:lnTo>
                  <a:lnTo>
                    <a:pt x="10668" y="50291"/>
                  </a:lnTo>
                  <a:lnTo>
                    <a:pt x="10668" y="88391"/>
                  </a:lnTo>
                  <a:close/>
                </a:path>
                <a:path w="20320" h="1554479">
                  <a:moveTo>
                    <a:pt x="10668" y="21335"/>
                  </a:moveTo>
                  <a:lnTo>
                    <a:pt x="0" y="21335"/>
                  </a:lnTo>
                  <a:lnTo>
                    <a:pt x="0" y="0"/>
                  </a:lnTo>
                  <a:lnTo>
                    <a:pt x="10668" y="0"/>
                  </a:lnTo>
                  <a:lnTo>
                    <a:pt x="10668" y="213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168896" y="4003548"/>
              <a:ext cx="10795" cy="2735580"/>
            </a:xfrm>
            <a:custGeom>
              <a:avLst/>
              <a:gdLst/>
              <a:ahLst/>
              <a:cxnLst/>
              <a:rect l="l" t="t" r="r" b="b"/>
              <a:pathLst>
                <a:path w="10795" h="2735579">
                  <a:moveTo>
                    <a:pt x="7619" y="10667"/>
                  </a:moveTo>
                  <a:lnTo>
                    <a:pt x="3048" y="10667"/>
                  </a:lnTo>
                  <a:lnTo>
                    <a:pt x="0" y="7619"/>
                  </a:lnTo>
                  <a:lnTo>
                    <a:pt x="0" y="3048"/>
                  </a:lnTo>
                  <a:lnTo>
                    <a:pt x="3048" y="0"/>
                  </a:lnTo>
                  <a:lnTo>
                    <a:pt x="7619" y="0"/>
                  </a:lnTo>
                  <a:lnTo>
                    <a:pt x="10667" y="3048"/>
                  </a:lnTo>
                  <a:lnTo>
                    <a:pt x="10667" y="7619"/>
                  </a:lnTo>
                  <a:lnTo>
                    <a:pt x="7619" y="10667"/>
                  </a:lnTo>
                  <a:close/>
                </a:path>
                <a:path w="10795" h="2735579">
                  <a:moveTo>
                    <a:pt x="7619" y="28955"/>
                  </a:moveTo>
                  <a:lnTo>
                    <a:pt x="3048" y="28955"/>
                  </a:lnTo>
                  <a:lnTo>
                    <a:pt x="0" y="27432"/>
                  </a:lnTo>
                  <a:lnTo>
                    <a:pt x="0" y="21335"/>
                  </a:lnTo>
                  <a:lnTo>
                    <a:pt x="3048" y="19811"/>
                  </a:lnTo>
                  <a:lnTo>
                    <a:pt x="7619" y="19811"/>
                  </a:lnTo>
                  <a:lnTo>
                    <a:pt x="10667" y="21335"/>
                  </a:lnTo>
                  <a:lnTo>
                    <a:pt x="10667" y="27432"/>
                  </a:lnTo>
                  <a:lnTo>
                    <a:pt x="7619" y="28955"/>
                  </a:lnTo>
                  <a:close/>
                </a:path>
                <a:path w="10795" h="2735579">
                  <a:moveTo>
                    <a:pt x="7619" y="48767"/>
                  </a:moveTo>
                  <a:lnTo>
                    <a:pt x="3048" y="48767"/>
                  </a:lnTo>
                  <a:lnTo>
                    <a:pt x="0" y="45719"/>
                  </a:lnTo>
                  <a:lnTo>
                    <a:pt x="0" y="41148"/>
                  </a:lnTo>
                  <a:lnTo>
                    <a:pt x="3048" y="38100"/>
                  </a:lnTo>
                  <a:lnTo>
                    <a:pt x="7619" y="38100"/>
                  </a:lnTo>
                  <a:lnTo>
                    <a:pt x="10667" y="41148"/>
                  </a:lnTo>
                  <a:lnTo>
                    <a:pt x="10667" y="45719"/>
                  </a:lnTo>
                  <a:lnTo>
                    <a:pt x="7619" y="48767"/>
                  </a:lnTo>
                  <a:close/>
                </a:path>
                <a:path w="10795" h="2735579">
                  <a:moveTo>
                    <a:pt x="7619" y="67055"/>
                  </a:moveTo>
                  <a:lnTo>
                    <a:pt x="3048" y="67055"/>
                  </a:lnTo>
                  <a:lnTo>
                    <a:pt x="0" y="65532"/>
                  </a:lnTo>
                  <a:lnTo>
                    <a:pt x="0" y="59435"/>
                  </a:lnTo>
                  <a:lnTo>
                    <a:pt x="3048" y="57911"/>
                  </a:lnTo>
                  <a:lnTo>
                    <a:pt x="7619" y="57911"/>
                  </a:lnTo>
                  <a:lnTo>
                    <a:pt x="10667" y="59435"/>
                  </a:lnTo>
                  <a:lnTo>
                    <a:pt x="10667" y="65532"/>
                  </a:lnTo>
                  <a:lnTo>
                    <a:pt x="7619" y="67055"/>
                  </a:lnTo>
                  <a:close/>
                </a:path>
                <a:path w="10795" h="2735579">
                  <a:moveTo>
                    <a:pt x="7619" y="86867"/>
                  </a:moveTo>
                  <a:lnTo>
                    <a:pt x="3048" y="86867"/>
                  </a:lnTo>
                  <a:lnTo>
                    <a:pt x="0" y="83819"/>
                  </a:lnTo>
                  <a:lnTo>
                    <a:pt x="0" y="79248"/>
                  </a:lnTo>
                  <a:lnTo>
                    <a:pt x="3048" y="76200"/>
                  </a:lnTo>
                  <a:lnTo>
                    <a:pt x="7619" y="76200"/>
                  </a:lnTo>
                  <a:lnTo>
                    <a:pt x="10667" y="79248"/>
                  </a:lnTo>
                  <a:lnTo>
                    <a:pt x="10667" y="83819"/>
                  </a:lnTo>
                  <a:lnTo>
                    <a:pt x="7619" y="86867"/>
                  </a:lnTo>
                  <a:close/>
                </a:path>
                <a:path w="10795" h="2735579">
                  <a:moveTo>
                    <a:pt x="7619" y="105155"/>
                  </a:moveTo>
                  <a:lnTo>
                    <a:pt x="3048" y="105155"/>
                  </a:lnTo>
                  <a:lnTo>
                    <a:pt x="0" y="103632"/>
                  </a:lnTo>
                  <a:lnTo>
                    <a:pt x="0" y="97535"/>
                  </a:lnTo>
                  <a:lnTo>
                    <a:pt x="3048" y="96011"/>
                  </a:lnTo>
                  <a:lnTo>
                    <a:pt x="7619" y="96011"/>
                  </a:lnTo>
                  <a:lnTo>
                    <a:pt x="10667" y="97535"/>
                  </a:lnTo>
                  <a:lnTo>
                    <a:pt x="10667" y="103632"/>
                  </a:lnTo>
                  <a:lnTo>
                    <a:pt x="7619" y="105155"/>
                  </a:lnTo>
                  <a:close/>
                </a:path>
                <a:path w="10795" h="2735579">
                  <a:moveTo>
                    <a:pt x="7619" y="124967"/>
                  </a:moveTo>
                  <a:lnTo>
                    <a:pt x="3048" y="124967"/>
                  </a:lnTo>
                  <a:lnTo>
                    <a:pt x="0" y="121919"/>
                  </a:lnTo>
                  <a:lnTo>
                    <a:pt x="0" y="117348"/>
                  </a:lnTo>
                  <a:lnTo>
                    <a:pt x="3048" y="114300"/>
                  </a:lnTo>
                  <a:lnTo>
                    <a:pt x="7619" y="114300"/>
                  </a:lnTo>
                  <a:lnTo>
                    <a:pt x="10667" y="117348"/>
                  </a:lnTo>
                  <a:lnTo>
                    <a:pt x="10667" y="121919"/>
                  </a:lnTo>
                  <a:lnTo>
                    <a:pt x="7619" y="124967"/>
                  </a:lnTo>
                  <a:close/>
                </a:path>
                <a:path w="10795" h="2735579">
                  <a:moveTo>
                    <a:pt x="7619" y="143255"/>
                  </a:moveTo>
                  <a:lnTo>
                    <a:pt x="3048" y="143255"/>
                  </a:lnTo>
                  <a:lnTo>
                    <a:pt x="0" y="141732"/>
                  </a:lnTo>
                  <a:lnTo>
                    <a:pt x="0" y="135635"/>
                  </a:lnTo>
                  <a:lnTo>
                    <a:pt x="3048" y="134111"/>
                  </a:lnTo>
                  <a:lnTo>
                    <a:pt x="7619" y="134111"/>
                  </a:lnTo>
                  <a:lnTo>
                    <a:pt x="10667" y="135635"/>
                  </a:lnTo>
                  <a:lnTo>
                    <a:pt x="10667" y="141732"/>
                  </a:lnTo>
                  <a:lnTo>
                    <a:pt x="7619" y="143255"/>
                  </a:lnTo>
                  <a:close/>
                </a:path>
                <a:path w="10795" h="2735579">
                  <a:moveTo>
                    <a:pt x="7619" y="163067"/>
                  </a:moveTo>
                  <a:lnTo>
                    <a:pt x="3048" y="163067"/>
                  </a:lnTo>
                  <a:lnTo>
                    <a:pt x="0" y="160019"/>
                  </a:lnTo>
                  <a:lnTo>
                    <a:pt x="0" y="155448"/>
                  </a:lnTo>
                  <a:lnTo>
                    <a:pt x="3048" y="152400"/>
                  </a:lnTo>
                  <a:lnTo>
                    <a:pt x="7619" y="152400"/>
                  </a:lnTo>
                  <a:lnTo>
                    <a:pt x="10667" y="155448"/>
                  </a:lnTo>
                  <a:lnTo>
                    <a:pt x="10667" y="160019"/>
                  </a:lnTo>
                  <a:lnTo>
                    <a:pt x="7619" y="163067"/>
                  </a:lnTo>
                  <a:close/>
                </a:path>
                <a:path w="10795" h="2735579">
                  <a:moveTo>
                    <a:pt x="7619" y="181355"/>
                  </a:moveTo>
                  <a:lnTo>
                    <a:pt x="3048" y="181355"/>
                  </a:lnTo>
                  <a:lnTo>
                    <a:pt x="0" y="179832"/>
                  </a:lnTo>
                  <a:lnTo>
                    <a:pt x="0" y="173735"/>
                  </a:lnTo>
                  <a:lnTo>
                    <a:pt x="3048" y="172211"/>
                  </a:lnTo>
                  <a:lnTo>
                    <a:pt x="7619" y="172211"/>
                  </a:lnTo>
                  <a:lnTo>
                    <a:pt x="10667" y="173735"/>
                  </a:lnTo>
                  <a:lnTo>
                    <a:pt x="10667" y="179832"/>
                  </a:lnTo>
                  <a:lnTo>
                    <a:pt x="7619" y="181355"/>
                  </a:lnTo>
                  <a:close/>
                </a:path>
                <a:path w="10795" h="2735579">
                  <a:moveTo>
                    <a:pt x="7619" y="201167"/>
                  </a:moveTo>
                  <a:lnTo>
                    <a:pt x="3048" y="201167"/>
                  </a:lnTo>
                  <a:lnTo>
                    <a:pt x="0" y="198119"/>
                  </a:lnTo>
                  <a:lnTo>
                    <a:pt x="0" y="193548"/>
                  </a:lnTo>
                  <a:lnTo>
                    <a:pt x="3048" y="190500"/>
                  </a:lnTo>
                  <a:lnTo>
                    <a:pt x="7619" y="190500"/>
                  </a:lnTo>
                  <a:lnTo>
                    <a:pt x="10667" y="193548"/>
                  </a:lnTo>
                  <a:lnTo>
                    <a:pt x="10667" y="198119"/>
                  </a:lnTo>
                  <a:lnTo>
                    <a:pt x="7619" y="201167"/>
                  </a:lnTo>
                  <a:close/>
                </a:path>
                <a:path w="10795" h="2735579">
                  <a:moveTo>
                    <a:pt x="7619" y="219455"/>
                  </a:moveTo>
                  <a:lnTo>
                    <a:pt x="3048" y="219455"/>
                  </a:lnTo>
                  <a:lnTo>
                    <a:pt x="0" y="217932"/>
                  </a:lnTo>
                  <a:lnTo>
                    <a:pt x="0" y="211835"/>
                  </a:lnTo>
                  <a:lnTo>
                    <a:pt x="3048" y="210311"/>
                  </a:lnTo>
                  <a:lnTo>
                    <a:pt x="7619" y="210311"/>
                  </a:lnTo>
                  <a:lnTo>
                    <a:pt x="10667" y="211835"/>
                  </a:lnTo>
                  <a:lnTo>
                    <a:pt x="10667" y="217932"/>
                  </a:lnTo>
                  <a:lnTo>
                    <a:pt x="7619" y="219455"/>
                  </a:lnTo>
                  <a:close/>
                </a:path>
                <a:path w="10795" h="2735579">
                  <a:moveTo>
                    <a:pt x="7619" y="239267"/>
                  </a:moveTo>
                  <a:lnTo>
                    <a:pt x="3048" y="239267"/>
                  </a:lnTo>
                  <a:lnTo>
                    <a:pt x="0" y="236219"/>
                  </a:lnTo>
                  <a:lnTo>
                    <a:pt x="0" y="231648"/>
                  </a:lnTo>
                  <a:lnTo>
                    <a:pt x="3048" y="228600"/>
                  </a:lnTo>
                  <a:lnTo>
                    <a:pt x="7619" y="228600"/>
                  </a:lnTo>
                  <a:lnTo>
                    <a:pt x="10667" y="231648"/>
                  </a:lnTo>
                  <a:lnTo>
                    <a:pt x="10667" y="236219"/>
                  </a:lnTo>
                  <a:lnTo>
                    <a:pt x="7619" y="239267"/>
                  </a:lnTo>
                  <a:close/>
                </a:path>
                <a:path w="10795" h="2735579">
                  <a:moveTo>
                    <a:pt x="7619" y="257555"/>
                  </a:moveTo>
                  <a:lnTo>
                    <a:pt x="3048" y="257555"/>
                  </a:lnTo>
                  <a:lnTo>
                    <a:pt x="0" y="256032"/>
                  </a:lnTo>
                  <a:lnTo>
                    <a:pt x="0" y="249935"/>
                  </a:lnTo>
                  <a:lnTo>
                    <a:pt x="3048" y="248411"/>
                  </a:lnTo>
                  <a:lnTo>
                    <a:pt x="7619" y="248411"/>
                  </a:lnTo>
                  <a:lnTo>
                    <a:pt x="10667" y="249935"/>
                  </a:lnTo>
                  <a:lnTo>
                    <a:pt x="10667" y="256032"/>
                  </a:lnTo>
                  <a:lnTo>
                    <a:pt x="7619" y="257555"/>
                  </a:lnTo>
                  <a:close/>
                </a:path>
                <a:path w="10795" h="2735579">
                  <a:moveTo>
                    <a:pt x="7619" y="277367"/>
                  </a:moveTo>
                  <a:lnTo>
                    <a:pt x="3048" y="277367"/>
                  </a:lnTo>
                  <a:lnTo>
                    <a:pt x="0" y="274319"/>
                  </a:lnTo>
                  <a:lnTo>
                    <a:pt x="0" y="269748"/>
                  </a:lnTo>
                  <a:lnTo>
                    <a:pt x="3048" y="266700"/>
                  </a:lnTo>
                  <a:lnTo>
                    <a:pt x="7619" y="266700"/>
                  </a:lnTo>
                  <a:lnTo>
                    <a:pt x="10667" y="269748"/>
                  </a:lnTo>
                  <a:lnTo>
                    <a:pt x="10667" y="274319"/>
                  </a:lnTo>
                  <a:lnTo>
                    <a:pt x="7619" y="277367"/>
                  </a:lnTo>
                  <a:close/>
                </a:path>
                <a:path w="10795" h="2735579">
                  <a:moveTo>
                    <a:pt x="7619" y="295655"/>
                  </a:moveTo>
                  <a:lnTo>
                    <a:pt x="3048" y="295655"/>
                  </a:lnTo>
                  <a:lnTo>
                    <a:pt x="0" y="294132"/>
                  </a:lnTo>
                  <a:lnTo>
                    <a:pt x="0" y="288035"/>
                  </a:lnTo>
                  <a:lnTo>
                    <a:pt x="3048" y="286511"/>
                  </a:lnTo>
                  <a:lnTo>
                    <a:pt x="7619" y="286511"/>
                  </a:lnTo>
                  <a:lnTo>
                    <a:pt x="10667" y="288035"/>
                  </a:lnTo>
                  <a:lnTo>
                    <a:pt x="10667" y="294132"/>
                  </a:lnTo>
                  <a:lnTo>
                    <a:pt x="7619" y="295655"/>
                  </a:lnTo>
                  <a:close/>
                </a:path>
                <a:path w="10795" h="2735579">
                  <a:moveTo>
                    <a:pt x="7619" y="315467"/>
                  </a:moveTo>
                  <a:lnTo>
                    <a:pt x="3048" y="315467"/>
                  </a:lnTo>
                  <a:lnTo>
                    <a:pt x="0" y="312419"/>
                  </a:lnTo>
                  <a:lnTo>
                    <a:pt x="0" y="307848"/>
                  </a:lnTo>
                  <a:lnTo>
                    <a:pt x="3048" y="304800"/>
                  </a:lnTo>
                  <a:lnTo>
                    <a:pt x="7619" y="304800"/>
                  </a:lnTo>
                  <a:lnTo>
                    <a:pt x="10667" y="307848"/>
                  </a:lnTo>
                  <a:lnTo>
                    <a:pt x="10667" y="312419"/>
                  </a:lnTo>
                  <a:lnTo>
                    <a:pt x="7619" y="315467"/>
                  </a:lnTo>
                  <a:close/>
                </a:path>
                <a:path w="10795" h="2735579">
                  <a:moveTo>
                    <a:pt x="7619" y="333755"/>
                  </a:moveTo>
                  <a:lnTo>
                    <a:pt x="3048" y="333755"/>
                  </a:lnTo>
                  <a:lnTo>
                    <a:pt x="0" y="332232"/>
                  </a:lnTo>
                  <a:lnTo>
                    <a:pt x="0" y="326135"/>
                  </a:lnTo>
                  <a:lnTo>
                    <a:pt x="3048" y="324611"/>
                  </a:lnTo>
                  <a:lnTo>
                    <a:pt x="7619" y="324611"/>
                  </a:lnTo>
                  <a:lnTo>
                    <a:pt x="10667" y="326135"/>
                  </a:lnTo>
                  <a:lnTo>
                    <a:pt x="10667" y="332232"/>
                  </a:lnTo>
                  <a:lnTo>
                    <a:pt x="7619" y="333755"/>
                  </a:lnTo>
                  <a:close/>
                </a:path>
                <a:path w="10795" h="2735579">
                  <a:moveTo>
                    <a:pt x="7619" y="353567"/>
                  </a:moveTo>
                  <a:lnTo>
                    <a:pt x="3048" y="353567"/>
                  </a:lnTo>
                  <a:lnTo>
                    <a:pt x="0" y="350519"/>
                  </a:lnTo>
                  <a:lnTo>
                    <a:pt x="0" y="345948"/>
                  </a:lnTo>
                  <a:lnTo>
                    <a:pt x="3048" y="342900"/>
                  </a:lnTo>
                  <a:lnTo>
                    <a:pt x="7619" y="342900"/>
                  </a:lnTo>
                  <a:lnTo>
                    <a:pt x="10667" y="345948"/>
                  </a:lnTo>
                  <a:lnTo>
                    <a:pt x="10667" y="350519"/>
                  </a:lnTo>
                  <a:lnTo>
                    <a:pt x="7619" y="353567"/>
                  </a:lnTo>
                  <a:close/>
                </a:path>
                <a:path w="10795" h="2735579">
                  <a:moveTo>
                    <a:pt x="7619" y="371855"/>
                  </a:moveTo>
                  <a:lnTo>
                    <a:pt x="3048" y="371855"/>
                  </a:lnTo>
                  <a:lnTo>
                    <a:pt x="0" y="370332"/>
                  </a:lnTo>
                  <a:lnTo>
                    <a:pt x="0" y="364235"/>
                  </a:lnTo>
                  <a:lnTo>
                    <a:pt x="3048" y="362711"/>
                  </a:lnTo>
                  <a:lnTo>
                    <a:pt x="7619" y="362711"/>
                  </a:lnTo>
                  <a:lnTo>
                    <a:pt x="10667" y="364235"/>
                  </a:lnTo>
                  <a:lnTo>
                    <a:pt x="10667" y="370332"/>
                  </a:lnTo>
                  <a:lnTo>
                    <a:pt x="7619" y="371855"/>
                  </a:lnTo>
                  <a:close/>
                </a:path>
                <a:path w="10795" h="2735579">
                  <a:moveTo>
                    <a:pt x="7619" y="391667"/>
                  </a:moveTo>
                  <a:lnTo>
                    <a:pt x="3048" y="391667"/>
                  </a:lnTo>
                  <a:lnTo>
                    <a:pt x="0" y="388619"/>
                  </a:lnTo>
                  <a:lnTo>
                    <a:pt x="0" y="384048"/>
                  </a:lnTo>
                  <a:lnTo>
                    <a:pt x="3048" y="381000"/>
                  </a:lnTo>
                  <a:lnTo>
                    <a:pt x="7619" y="381000"/>
                  </a:lnTo>
                  <a:lnTo>
                    <a:pt x="10667" y="384048"/>
                  </a:lnTo>
                  <a:lnTo>
                    <a:pt x="10667" y="388619"/>
                  </a:lnTo>
                  <a:lnTo>
                    <a:pt x="7619" y="391667"/>
                  </a:lnTo>
                  <a:close/>
                </a:path>
                <a:path w="10795" h="2735579">
                  <a:moveTo>
                    <a:pt x="7619" y="409955"/>
                  </a:moveTo>
                  <a:lnTo>
                    <a:pt x="3048" y="409955"/>
                  </a:lnTo>
                  <a:lnTo>
                    <a:pt x="0" y="408432"/>
                  </a:lnTo>
                  <a:lnTo>
                    <a:pt x="0" y="402335"/>
                  </a:lnTo>
                  <a:lnTo>
                    <a:pt x="3048" y="400811"/>
                  </a:lnTo>
                  <a:lnTo>
                    <a:pt x="7619" y="400811"/>
                  </a:lnTo>
                  <a:lnTo>
                    <a:pt x="10667" y="402335"/>
                  </a:lnTo>
                  <a:lnTo>
                    <a:pt x="10667" y="408432"/>
                  </a:lnTo>
                  <a:lnTo>
                    <a:pt x="7619" y="409955"/>
                  </a:lnTo>
                  <a:close/>
                </a:path>
                <a:path w="10795" h="2735579">
                  <a:moveTo>
                    <a:pt x="7619" y="429767"/>
                  </a:moveTo>
                  <a:lnTo>
                    <a:pt x="3048" y="429767"/>
                  </a:lnTo>
                  <a:lnTo>
                    <a:pt x="0" y="426719"/>
                  </a:lnTo>
                  <a:lnTo>
                    <a:pt x="0" y="422148"/>
                  </a:lnTo>
                  <a:lnTo>
                    <a:pt x="3048" y="419100"/>
                  </a:lnTo>
                  <a:lnTo>
                    <a:pt x="7619" y="419100"/>
                  </a:lnTo>
                  <a:lnTo>
                    <a:pt x="10667" y="422148"/>
                  </a:lnTo>
                  <a:lnTo>
                    <a:pt x="10667" y="426719"/>
                  </a:lnTo>
                  <a:lnTo>
                    <a:pt x="7619" y="429767"/>
                  </a:lnTo>
                  <a:close/>
                </a:path>
                <a:path w="10795" h="2735579">
                  <a:moveTo>
                    <a:pt x="7619" y="448055"/>
                  </a:moveTo>
                  <a:lnTo>
                    <a:pt x="3048" y="448055"/>
                  </a:lnTo>
                  <a:lnTo>
                    <a:pt x="0" y="446532"/>
                  </a:lnTo>
                  <a:lnTo>
                    <a:pt x="0" y="440435"/>
                  </a:lnTo>
                  <a:lnTo>
                    <a:pt x="3048" y="438911"/>
                  </a:lnTo>
                  <a:lnTo>
                    <a:pt x="7619" y="438911"/>
                  </a:lnTo>
                  <a:lnTo>
                    <a:pt x="10667" y="440435"/>
                  </a:lnTo>
                  <a:lnTo>
                    <a:pt x="10667" y="446532"/>
                  </a:lnTo>
                  <a:lnTo>
                    <a:pt x="7619" y="448055"/>
                  </a:lnTo>
                  <a:close/>
                </a:path>
                <a:path w="10795" h="2735579">
                  <a:moveTo>
                    <a:pt x="7619" y="467867"/>
                  </a:moveTo>
                  <a:lnTo>
                    <a:pt x="3048" y="467867"/>
                  </a:lnTo>
                  <a:lnTo>
                    <a:pt x="0" y="464819"/>
                  </a:lnTo>
                  <a:lnTo>
                    <a:pt x="0" y="460248"/>
                  </a:lnTo>
                  <a:lnTo>
                    <a:pt x="3048" y="457200"/>
                  </a:lnTo>
                  <a:lnTo>
                    <a:pt x="7619" y="457200"/>
                  </a:lnTo>
                  <a:lnTo>
                    <a:pt x="10667" y="460248"/>
                  </a:lnTo>
                  <a:lnTo>
                    <a:pt x="10667" y="464819"/>
                  </a:lnTo>
                  <a:lnTo>
                    <a:pt x="7619" y="467867"/>
                  </a:lnTo>
                  <a:close/>
                </a:path>
                <a:path w="10795" h="2735579">
                  <a:moveTo>
                    <a:pt x="7619" y="486155"/>
                  </a:moveTo>
                  <a:lnTo>
                    <a:pt x="3048" y="486155"/>
                  </a:lnTo>
                  <a:lnTo>
                    <a:pt x="0" y="484632"/>
                  </a:lnTo>
                  <a:lnTo>
                    <a:pt x="0" y="478535"/>
                  </a:lnTo>
                  <a:lnTo>
                    <a:pt x="3048" y="477011"/>
                  </a:lnTo>
                  <a:lnTo>
                    <a:pt x="7619" y="477011"/>
                  </a:lnTo>
                  <a:lnTo>
                    <a:pt x="10667" y="478535"/>
                  </a:lnTo>
                  <a:lnTo>
                    <a:pt x="10667" y="484632"/>
                  </a:lnTo>
                  <a:lnTo>
                    <a:pt x="7619" y="486155"/>
                  </a:lnTo>
                  <a:close/>
                </a:path>
                <a:path w="10795" h="2735579">
                  <a:moveTo>
                    <a:pt x="7619" y="505967"/>
                  </a:moveTo>
                  <a:lnTo>
                    <a:pt x="3048" y="505967"/>
                  </a:lnTo>
                  <a:lnTo>
                    <a:pt x="0" y="502919"/>
                  </a:lnTo>
                  <a:lnTo>
                    <a:pt x="0" y="498348"/>
                  </a:lnTo>
                  <a:lnTo>
                    <a:pt x="3048" y="496824"/>
                  </a:lnTo>
                  <a:lnTo>
                    <a:pt x="7619" y="496824"/>
                  </a:lnTo>
                  <a:lnTo>
                    <a:pt x="10667" y="498348"/>
                  </a:lnTo>
                  <a:lnTo>
                    <a:pt x="10667" y="502919"/>
                  </a:lnTo>
                  <a:lnTo>
                    <a:pt x="7619" y="505967"/>
                  </a:lnTo>
                  <a:close/>
                </a:path>
                <a:path w="10795" h="2735579">
                  <a:moveTo>
                    <a:pt x="7619" y="524255"/>
                  </a:moveTo>
                  <a:lnTo>
                    <a:pt x="3048" y="524255"/>
                  </a:lnTo>
                  <a:lnTo>
                    <a:pt x="0" y="522732"/>
                  </a:lnTo>
                  <a:lnTo>
                    <a:pt x="0" y="516635"/>
                  </a:lnTo>
                  <a:lnTo>
                    <a:pt x="3048" y="515111"/>
                  </a:lnTo>
                  <a:lnTo>
                    <a:pt x="7619" y="515111"/>
                  </a:lnTo>
                  <a:lnTo>
                    <a:pt x="10667" y="516635"/>
                  </a:lnTo>
                  <a:lnTo>
                    <a:pt x="10667" y="522732"/>
                  </a:lnTo>
                  <a:lnTo>
                    <a:pt x="7619" y="524255"/>
                  </a:lnTo>
                  <a:close/>
                </a:path>
                <a:path w="10795" h="2735579">
                  <a:moveTo>
                    <a:pt x="7619" y="544067"/>
                  </a:moveTo>
                  <a:lnTo>
                    <a:pt x="3048" y="544067"/>
                  </a:lnTo>
                  <a:lnTo>
                    <a:pt x="0" y="541019"/>
                  </a:lnTo>
                  <a:lnTo>
                    <a:pt x="0" y="536448"/>
                  </a:lnTo>
                  <a:lnTo>
                    <a:pt x="3048" y="534924"/>
                  </a:lnTo>
                  <a:lnTo>
                    <a:pt x="7619" y="534924"/>
                  </a:lnTo>
                  <a:lnTo>
                    <a:pt x="10667" y="536448"/>
                  </a:lnTo>
                  <a:lnTo>
                    <a:pt x="10667" y="541019"/>
                  </a:lnTo>
                  <a:lnTo>
                    <a:pt x="7619" y="544067"/>
                  </a:lnTo>
                  <a:close/>
                </a:path>
                <a:path w="10795" h="2735579">
                  <a:moveTo>
                    <a:pt x="7619" y="562355"/>
                  </a:moveTo>
                  <a:lnTo>
                    <a:pt x="3048" y="562355"/>
                  </a:lnTo>
                  <a:lnTo>
                    <a:pt x="0" y="560832"/>
                  </a:lnTo>
                  <a:lnTo>
                    <a:pt x="0" y="554735"/>
                  </a:lnTo>
                  <a:lnTo>
                    <a:pt x="3048" y="553211"/>
                  </a:lnTo>
                  <a:lnTo>
                    <a:pt x="7619" y="553211"/>
                  </a:lnTo>
                  <a:lnTo>
                    <a:pt x="10667" y="554735"/>
                  </a:lnTo>
                  <a:lnTo>
                    <a:pt x="10667" y="560832"/>
                  </a:lnTo>
                  <a:lnTo>
                    <a:pt x="7619" y="562355"/>
                  </a:lnTo>
                  <a:close/>
                </a:path>
                <a:path w="10795" h="2735579">
                  <a:moveTo>
                    <a:pt x="7619" y="582167"/>
                  </a:moveTo>
                  <a:lnTo>
                    <a:pt x="3048" y="582167"/>
                  </a:lnTo>
                  <a:lnTo>
                    <a:pt x="0" y="579119"/>
                  </a:lnTo>
                  <a:lnTo>
                    <a:pt x="0" y="574548"/>
                  </a:lnTo>
                  <a:lnTo>
                    <a:pt x="3048" y="573024"/>
                  </a:lnTo>
                  <a:lnTo>
                    <a:pt x="7619" y="573024"/>
                  </a:lnTo>
                  <a:lnTo>
                    <a:pt x="10667" y="574548"/>
                  </a:lnTo>
                  <a:lnTo>
                    <a:pt x="10667" y="579119"/>
                  </a:lnTo>
                  <a:lnTo>
                    <a:pt x="7619" y="582167"/>
                  </a:lnTo>
                  <a:close/>
                </a:path>
                <a:path w="10795" h="2735579">
                  <a:moveTo>
                    <a:pt x="7619" y="600455"/>
                  </a:moveTo>
                  <a:lnTo>
                    <a:pt x="3048" y="600455"/>
                  </a:lnTo>
                  <a:lnTo>
                    <a:pt x="0" y="598932"/>
                  </a:lnTo>
                  <a:lnTo>
                    <a:pt x="0" y="592835"/>
                  </a:lnTo>
                  <a:lnTo>
                    <a:pt x="3048" y="591311"/>
                  </a:lnTo>
                  <a:lnTo>
                    <a:pt x="7619" y="591311"/>
                  </a:lnTo>
                  <a:lnTo>
                    <a:pt x="10667" y="592835"/>
                  </a:lnTo>
                  <a:lnTo>
                    <a:pt x="10667" y="598932"/>
                  </a:lnTo>
                  <a:lnTo>
                    <a:pt x="7619" y="600455"/>
                  </a:lnTo>
                  <a:close/>
                </a:path>
                <a:path w="10795" h="2735579">
                  <a:moveTo>
                    <a:pt x="7619" y="620267"/>
                  </a:moveTo>
                  <a:lnTo>
                    <a:pt x="3048" y="620267"/>
                  </a:lnTo>
                  <a:lnTo>
                    <a:pt x="0" y="617219"/>
                  </a:lnTo>
                  <a:lnTo>
                    <a:pt x="0" y="612648"/>
                  </a:lnTo>
                  <a:lnTo>
                    <a:pt x="3048" y="611124"/>
                  </a:lnTo>
                  <a:lnTo>
                    <a:pt x="7619" y="611124"/>
                  </a:lnTo>
                  <a:lnTo>
                    <a:pt x="10667" y="612648"/>
                  </a:lnTo>
                  <a:lnTo>
                    <a:pt x="10667" y="617219"/>
                  </a:lnTo>
                  <a:lnTo>
                    <a:pt x="7619" y="620267"/>
                  </a:lnTo>
                  <a:close/>
                </a:path>
                <a:path w="10795" h="2735579">
                  <a:moveTo>
                    <a:pt x="7619" y="638555"/>
                  </a:moveTo>
                  <a:lnTo>
                    <a:pt x="3048" y="638555"/>
                  </a:lnTo>
                  <a:lnTo>
                    <a:pt x="0" y="637032"/>
                  </a:lnTo>
                  <a:lnTo>
                    <a:pt x="0" y="630935"/>
                  </a:lnTo>
                  <a:lnTo>
                    <a:pt x="3048" y="629411"/>
                  </a:lnTo>
                  <a:lnTo>
                    <a:pt x="7619" y="629411"/>
                  </a:lnTo>
                  <a:lnTo>
                    <a:pt x="10667" y="630935"/>
                  </a:lnTo>
                  <a:lnTo>
                    <a:pt x="10667" y="637032"/>
                  </a:lnTo>
                  <a:lnTo>
                    <a:pt x="7619" y="638555"/>
                  </a:lnTo>
                  <a:close/>
                </a:path>
                <a:path w="10795" h="2735579">
                  <a:moveTo>
                    <a:pt x="7619" y="658367"/>
                  </a:moveTo>
                  <a:lnTo>
                    <a:pt x="3048" y="658367"/>
                  </a:lnTo>
                  <a:lnTo>
                    <a:pt x="0" y="655319"/>
                  </a:lnTo>
                  <a:lnTo>
                    <a:pt x="0" y="650748"/>
                  </a:lnTo>
                  <a:lnTo>
                    <a:pt x="3048" y="649224"/>
                  </a:lnTo>
                  <a:lnTo>
                    <a:pt x="7619" y="649224"/>
                  </a:lnTo>
                  <a:lnTo>
                    <a:pt x="10667" y="650748"/>
                  </a:lnTo>
                  <a:lnTo>
                    <a:pt x="10667" y="655319"/>
                  </a:lnTo>
                  <a:lnTo>
                    <a:pt x="7619" y="658367"/>
                  </a:lnTo>
                  <a:close/>
                </a:path>
                <a:path w="10795" h="2735579">
                  <a:moveTo>
                    <a:pt x="7619" y="676655"/>
                  </a:moveTo>
                  <a:lnTo>
                    <a:pt x="3048" y="676655"/>
                  </a:lnTo>
                  <a:lnTo>
                    <a:pt x="0" y="675132"/>
                  </a:lnTo>
                  <a:lnTo>
                    <a:pt x="0" y="669035"/>
                  </a:lnTo>
                  <a:lnTo>
                    <a:pt x="3048" y="667511"/>
                  </a:lnTo>
                  <a:lnTo>
                    <a:pt x="7619" y="667511"/>
                  </a:lnTo>
                  <a:lnTo>
                    <a:pt x="10667" y="669035"/>
                  </a:lnTo>
                  <a:lnTo>
                    <a:pt x="10667" y="675132"/>
                  </a:lnTo>
                  <a:lnTo>
                    <a:pt x="7619" y="676655"/>
                  </a:lnTo>
                  <a:close/>
                </a:path>
                <a:path w="10795" h="2735579">
                  <a:moveTo>
                    <a:pt x="7619" y="696467"/>
                  </a:moveTo>
                  <a:lnTo>
                    <a:pt x="3048" y="696467"/>
                  </a:lnTo>
                  <a:lnTo>
                    <a:pt x="0" y="693419"/>
                  </a:lnTo>
                  <a:lnTo>
                    <a:pt x="0" y="688848"/>
                  </a:lnTo>
                  <a:lnTo>
                    <a:pt x="3048" y="687324"/>
                  </a:lnTo>
                  <a:lnTo>
                    <a:pt x="7619" y="687324"/>
                  </a:lnTo>
                  <a:lnTo>
                    <a:pt x="10667" y="688848"/>
                  </a:lnTo>
                  <a:lnTo>
                    <a:pt x="10667" y="693419"/>
                  </a:lnTo>
                  <a:lnTo>
                    <a:pt x="7619" y="696467"/>
                  </a:lnTo>
                  <a:close/>
                </a:path>
                <a:path w="10795" h="2735579">
                  <a:moveTo>
                    <a:pt x="7619" y="714755"/>
                  </a:moveTo>
                  <a:lnTo>
                    <a:pt x="3048" y="714755"/>
                  </a:lnTo>
                  <a:lnTo>
                    <a:pt x="0" y="713232"/>
                  </a:lnTo>
                  <a:lnTo>
                    <a:pt x="0" y="707135"/>
                  </a:lnTo>
                  <a:lnTo>
                    <a:pt x="3048" y="705611"/>
                  </a:lnTo>
                  <a:lnTo>
                    <a:pt x="7619" y="705611"/>
                  </a:lnTo>
                  <a:lnTo>
                    <a:pt x="10667" y="707135"/>
                  </a:lnTo>
                  <a:lnTo>
                    <a:pt x="10667" y="713232"/>
                  </a:lnTo>
                  <a:lnTo>
                    <a:pt x="7619" y="714755"/>
                  </a:lnTo>
                  <a:close/>
                </a:path>
                <a:path w="10795" h="2735579">
                  <a:moveTo>
                    <a:pt x="7619" y="734567"/>
                  </a:moveTo>
                  <a:lnTo>
                    <a:pt x="3048" y="734567"/>
                  </a:lnTo>
                  <a:lnTo>
                    <a:pt x="0" y="731519"/>
                  </a:lnTo>
                  <a:lnTo>
                    <a:pt x="0" y="726948"/>
                  </a:lnTo>
                  <a:lnTo>
                    <a:pt x="3048" y="725424"/>
                  </a:lnTo>
                  <a:lnTo>
                    <a:pt x="7619" y="725424"/>
                  </a:lnTo>
                  <a:lnTo>
                    <a:pt x="10667" y="726948"/>
                  </a:lnTo>
                  <a:lnTo>
                    <a:pt x="10667" y="731519"/>
                  </a:lnTo>
                  <a:lnTo>
                    <a:pt x="7619" y="734567"/>
                  </a:lnTo>
                  <a:close/>
                </a:path>
                <a:path w="10795" h="2735579">
                  <a:moveTo>
                    <a:pt x="7619" y="752855"/>
                  </a:moveTo>
                  <a:lnTo>
                    <a:pt x="3048" y="752855"/>
                  </a:lnTo>
                  <a:lnTo>
                    <a:pt x="0" y="751332"/>
                  </a:lnTo>
                  <a:lnTo>
                    <a:pt x="0" y="745235"/>
                  </a:lnTo>
                  <a:lnTo>
                    <a:pt x="3048" y="743711"/>
                  </a:lnTo>
                  <a:lnTo>
                    <a:pt x="7619" y="743711"/>
                  </a:lnTo>
                  <a:lnTo>
                    <a:pt x="10667" y="745235"/>
                  </a:lnTo>
                  <a:lnTo>
                    <a:pt x="10667" y="751332"/>
                  </a:lnTo>
                  <a:lnTo>
                    <a:pt x="7619" y="752855"/>
                  </a:lnTo>
                  <a:close/>
                </a:path>
                <a:path w="10795" h="2735579">
                  <a:moveTo>
                    <a:pt x="7619" y="772667"/>
                  </a:moveTo>
                  <a:lnTo>
                    <a:pt x="3048" y="772667"/>
                  </a:lnTo>
                  <a:lnTo>
                    <a:pt x="0" y="769619"/>
                  </a:lnTo>
                  <a:lnTo>
                    <a:pt x="0" y="765048"/>
                  </a:lnTo>
                  <a:lnTo>
                    <a:pt x="3048" y="763524"/>
                  </a:lnTo>
                  <a:lnTo>
                    <a:pt x="7619" y="763524"/>
                  </a:lnTo>
                  <a:lnTo>
                    <a:pt x="10667" y="765048"/>
                  </a:lnTo>
                  <a:lnTo>
                    <a:pt x="10667" y="769619"/>
                  </a:lnTo>
                  <a:lnTo>
                    <a:pt x="7619" y="772667"/>
                  </a:lnTo>
                  <a:close/>
                </a:path>
                <a:path w="10795" h="2735579">
                  <a:moveTo>
                    <a:pt x="7619" y="790955"/>
                  </a:moveTo>
                  <a:lnTo>
                    <a:pt x="3048" y="790955"/>
                  </a:lnTo>
                  <a:lnTo>
                    <a:pt x="0" y="789432"/>
                  </a:lnTo>
                  <a:lnTo>
                    <a:pt x="0" y="783335"/>
                  </a:lnTo>
                  <a:lnTo>
                    <a:pt x="3048" y="781811"/>
                  </a:lnTo>
                  <a:lnTo>
                    <a:pt x="7619" y="781811"/>
                  </a:lnTo>
                  <a:lnTo>
                    <a:pt x="10667" y="783335"/>
                  </a:lnTo>
                  <a:lnTo>
                    <a:pt x="10667" y="789432"/>
                  </a:lnTo>
                  <a:lnTo>
                    <a:pt x="7619" y="790955"/>
                  </a:lnTo>
                  <a:close/>
                </a:path>
                <a:path w="10795" h="2735579">
                  <a:moveTo>
                    <a:pt x="7619" y="810767"/>
                  </a:moveTo>
                  <a:lnTo>
                    <a:pt x="3048" y="810767"/>
                  </a:lnTo>
                  <a:lnTo>
                    <a:pt x="0" y="807719"/>
                  </a:lnTo>
                  <a:lnTo>
                    <a:pt x="0" y="803148"/>
                  </a:lnTo>
                  <a:lnTo>
                    <a:pt x="3048" y="801624"/>
                  </a:lnTo>
                  <a:lnTo>
                    <a:pt x="7619" y="801624"/>
                  </a:lnTo>
                  <a:lnTo>
                    <a:pt x="10667" y="803148"/>
                  </a:lnTo>
                  <a:lnTo>
                    <a:pt x="10667" y="807719"/>
                  </a:lnTo>
                  <a:lnTo>
                    <a:pt x="7619" y="810767"/>
                  </a:lnTo>
                  <a:close/>
                </a:path>
                <a:path w="10795" h="2735579">
                  <a:moveTo>
                    <a:pt x="7619" y="829055"/>
                  </a:moveTo>
                  <a:lnTo>
                    <a:pt x="3048" y="829055"/>
                  </a:lnTo>
                  <a:lnTo>
                    <a:pt x="0" y="827532"/>
                  </a:lnTo>
                  <a:lnTo>
                    <a:pt x="0" y="822959"/>
                  </a:lnTo>
                  <a:lnTo>
                    <a:pt x="3048" y="819911"/>
                  </a:lnTo>
                  <a:lnTo>
                    <a:pt x="7619" y="819911"/>
                  </a:lnTo>
                  <a:lnTo>
                    <a:pt x="10667" y="822959"/>
                  </a:lnTo>
                  <a:lnTo>
                    <a:pt x="10667" y="827532"/>
                  </a:lnTo>
                  <a:lnTo>
                    <a:pt x="7619" y="829055"/>
                  </a:lnTo>
                  <a:close/>
                </a:path>
                <a:path w="10795" h="2735579">
                  <a:moveTo>
                    <a:pt x="7619" y="848867"/>
                  </a:moveTo>
                  <a:lnTo>
                    <a:pt x="3048" y="848867"/>
                  </a:lnTo>
                  <a:lnTo>
                    <a:pt x="0" y="845819"/>
                  </a:lnTo>
                  <a:lnTo>
                    <a:pt x="0" y="841248"/>
                  </a:lnTo>
                  <a:lnTo>
                    <a:pt x="3048" y="839724"/>
                  </a:lnTo>
                  <a:lnTo>
                    <a:pt x="7619" y="839724"/>
                  </a:lnTo>
                  <a:lnTo>
                    <a:pt x="10667" y="841248"/>
                  </a:lnTo>
                  <a:lnTo>
                    <a:pt x="10667" y="845819"/>
                  </a:lnTo>
                  <a:lnTo>
                    <a:pt x="7619" y="848867"/>
                  </a:lnTo>
                  <a:close/>
                </a:path>
                <a:path w="10795" h="2735579">
                  <a:moveTo>
                    <a:pt x="7619" y="867155"/>
                  </a:moveTo>
                  <a:lnTo>
                    <a:pt x="3048" y="867155"/>
                  </a:lnTo>
                  <a:lnTo>
                    <a:pt x="0" y="865632"/>
                  </a:lnTo>
                  <a:lnTo>
                    <a:pt x="0" y="861059"/>
                  </a:lnTo>
                  <a:lnTo>
                    <a:pt x="3048" y="858011"/>
                  </a:lnTo>
                  <a:lnTo>
                    <a:pt x="7619" y="858011"/>
                  </a:lnTo>
                  <a:lnTo>
                    <a:pt x="10667" y="861059"/>
                  </a:lnTo>
                  <a:lnTo>
                    <a:pt x="10667" y="865632"/>
                  </a:lnTo>
                  <a:lnTo>
                    <a:pt x="7619" y="867155"/>
                  </a:lnTo>
                  <a:close/>
                </a:path>
                <a:path w="10795" h="2735579">
                  <a:moveTo>
                    <a:pt x="7619" y="886967"/>
                  </a:moveTo>
                  <a:lnTo>
                    <a:pt x="3048" y="886967"/>
                  </a:lnTo>
                  <a:lnTo>
                    <a:pt x="0" y="883919"/>
                  </a:lnTo>
                  <a:lnTo>
                    <a:pt x="0" y="879348"/>
                  </a:lnTo>
                  <a:lnTo>
                    <a:pt x="3048" y="877823"/>
                  </a:lnTo>
                  <a:lnTo>
                    <a:pt x="7619" y="877823"/>
                  </a:lnTo>
                  <a:lnTo>
                    <a:pt x="10667" y="879348"/>
                  </a:lnTo>
                  <a:lnTo>
                    <a:pt x="10667" y="883919"/>
                  </a:lnTo>
                  <a:lnTo>
                    <a:pt x="7619" y="886967"/>
                  </a:lnTo>
                  <a:close/>
                </a:path>
                <a:path w="10795" h="2735579">
                  <a:moveTo>
                    <a:pt x="7619" y="905255"/>
                  </a:moveTo>
                  <a:lnTo>
                    <a:pt x="3048" y="905255"/>
                  </a:lnTo>
                  <a:lnTo>
                    <a:pt x="0" y="903732"/>
                  </a:lnTo>
                  <a:lnTo>
                    <a:pt x="0" y="899159"/>
                  </a:lnTo>
                  <a:lnTo>
                    <a:pt x="3048" y="896112"/>
                  </a:lnTo>
                  <a:lnTo>
                    <a:pt x="7619" y="896112"/>
                  </a:lnTo>
                  <a:lnTo>
                    <a:pt x="10667" y="899159"/>
                  </a:lnTo>
                  <a:lnTo>
                    <a:pt x="10667" y="903732"/>
                  </a:lnTo>
                  <a:lnTo>
                    <a:pt x="7619" y="905255"/>
                  </a:lnTo>
                  <a:close/>
                </a:path>
                <a:path w="10795" h="2735579">
                  <a:moveTo>
                    <a:pt x="7619" y="925067"/>
                  </a:moveTo>
                  <a:lnTo>
                    <a:pt x="3048" y="925067"/>
                  </a:lnTo>
                  <a:lnTo>
                    <a:pt x="0" y="923544"/>
                  </a:lnTo>
                  <a:lnTo>
                    <a:pt x="0" y="917448"/>
                  </a:lnTo>
                  <a:lnTo>
                    <a:pt x="3048" y="915923"/>
                  </a:lnTo>
                  <a:lnTo>
                    <a:pt x="7619" y="915923"/>
                  </a:lnTo>
                  <a:lnTo>
                    <a:pt x="10667" y="917448"/>
                  </a:lnTo>
                  <a:lnTo>
                    <a:pt x="10667" y="923544"/>
                  </a:lnTo>
                  <a:lnTo>
                    <a:pt x="7619" y="925067"/>
                  </a:lnTo>
                  <a:close/>
                </a:path>
                <a:path w="10795" h="2735579">
                  <a:moveTo>
                    <a:pt x="7619" y="943355"/>
                  </a:moveTo>
                  <a:lnTo>
                    <a:pt x="3048" y="943355"/>
                  </a:lnTo>
                  <a:lnTo>
                    <a:pt x="0" y="941832"/>
                  </a:lnTo>
                  <a:lnTo>
                    <a:pt x="0" y="937259"/>
                  </a:lnTo>
                  <a:lnTo>
                    <a:pt x="3048" y="934212"/>
                  </a:lnTo>
                  <a:lnTo>
                    <a:pt x="7619" y="934212"/>
                  </a:lnTo>
                  <a:lnTo>
                    <a:pt x="10667" y="937259"/>
                  </a:lnTo>
                  <a:lnTo>
                    <a:pt x="10667" y="941832"/>
                  </a:lnTo>
                  <a:lnTo>
                    <a:pt x="7619" y="943355"/>
                  </a:lnTo>
                  <a:close/>
                </a:path>
                <a:path w="10795" h="2735579">
                  <a:moveTo>
                    <a:pt x="7619" y="963167"/>
                  </a:moveTo>
                  <a:lnTo>
                    <a:pt x="3048" y="963167"/>
                  </a:lnTo>
                  <a:lnTo>
                    <a:pt x="0" y="961644"/>
                  </a:lnTo>
                  <a:lnTo>
                    <a:pt x="0" y="955548"/>
                  </a:lnTo>
                  <a:lnTo>
                    <a:pt x="3048" y="954023"/>
                  </a:lnTo>
                  <a:lnTo>
                    <a:pt x="7619" y="954023"/>
                  </a:lnTo>
                  <a:lnTo>
                    <a:pt x="10667" y="955548"/>
                  </a:lnTo>
                  <a:lnTo>
                    <a:pt x="10667" y="961644"/>
                  </a:lnTo>
                  <a:lnTo>
                    <a:pt x="7619" y="963167"/>
                  </a:lnTo>
                  <a:close/>
                </a:path>
                <a:path w="10795" h="2735579">
                  <a:moveTo>
                    <a:pt x="7619" y="981455"/>
                  </a:moveTo>
                  <a:lnTo>
                    <a:pt x="3048" y="981455"/>
                  </a:lnTo>
                  <a:lnTo>
                    <a:pt x="0" y="979932"/>
                  </a:lnTo>
                  <a:lnTo>
                    <a:pt x="0" y="975359"/>
                  </a:lnTo>
                  <a:lnTo>
                    <a:pt x="3048" y="972312"/>
                  </a:lnTo>
                  <a:lnTo>
                    <a:pt x="7619" y="972312"/>
                  </a:lnTo>
                  <a:lnTo>
                    <a:pt x="10667" y="975359"/>
                  </a:lnTo>
                  <a:lnTo>
                    <a:pt x="10667" y="979932"/>
                  </a:lnTo>
                  <a:lnTo>
                    <a:pt x="7619" y="981455"/>
                  </a:lnTo>
                  <a:close/>
                </a:path>
                <a:path w="10795" h="2735579">
                  <a:moveTo>
                    <a:pt x="7619" y="1001267"/>
                  </a:moveTo>
                  <a:lnTo>
                    <a:pt x="3048" y="1001267"/>
                  </a:lnTo>
                  <a:lnTo>
                    <a:pt x="0" y="999744"/>
                  </a:lnTo>
                  <a:lnTo>
                    <a:pt x="0" y="993648"/>
                  </a:lnTo>
                  <a:lnTo>
                    <a:pt x="3048" y="992123"/>
                  </a:lnTo>
                  <a:lnTo>
                    <a:pt x="7619" y="992123"/>
                  </a:lnTo>
                  <a:lnTo>
                    <a:pt x="10667" y="993648"/>
                  </a:lnTo>
                  <a:lnTo>
                    <a:pt x="10667" y="999744"/>
                  </a:lnTo>
                  <a:lnTo>
                    <a:pt x="7619" y="1001267"/>
                  </a:lnTo>
                  <a:close/>
                </a:path>
                <a:path w="10795" h="2735579">
                  <a:moveTo>
                    <a:pt x="7619" y="1019555"/>
                  </a:moveTo>
                  <a:lnTo>
                    <a:pt x="3048" y="1019555"/>
                  </a:lnTo>
                  <a:lnTo>
                    <a:pt x="0" y="1018032"/>
                  </a:lnTo>
                  <a:lnTo>
                    <a:pt x="0" y="1013459"/>
                  </a:lnTo>
                  <a:lnTo>
                    <a:pt x="3048" y="1010412"/>
                  </a:lnTo>
                  <a:lnTo>
                    <a:pt x="7619" y="1010412"/>
                  </a:lnTo>
                  <a:lnTo>
                    <a:pt x="10667" y="1013459"/>
                  </a:lnTo>
                  <a:lnTo>
                    <a:pt x="10667" y="1018032"/>
                  </a:lnTo>
                  <a:lnTo>
                    <a:pt x="7619" y="1019555"/>
                  </a:lnTo>
                  <a:close/>
                </a:path>
                <a:path w="10795" h="2735579">
                  <a:moveTo>
                    <a:pt x="7619" y="1039367"/>
                  </a:moveTo>
                  <a:lnTo>
                    <a:pt x="3048" y="1039367"/>
                  </a:lnTo>
                  <a:lnTo>
                    <a:pt x="0" y="1037844"/>
                  </a:lnTo>
                  <a:lnTo>
                    <a:pt x="0" y="1031748"/>
                  </a:lnTo>
                  <a:lnTo>
                    <a:pt x="3048" y="1030223"/>
                  </a:lnTo>
                  <a:lnTo>
                    <a:pt x="7619" y="1030223"/>
                  </a:lnTo>
                  <a:lnTo>
                    <a:pt x="10667" y="1031748"/>
                  </a:lnTo>
                  <a:lnTo>
                    <a:pt x="10667" y="1037844"/>
                  </a:lnTo>
                  <a:lnTo>
                    <a:pt x="7619" y="1039367"/>
                  </a:lnTo>
                  <a:close/>
                </a:path>
                <a:path w="10795" h="2735579">
                  <a:moveTo>
                    <a:pt x="7619" y="1057655"/>
                  </a:moveTo>
                  <a:lnTo>
                    <a:pt x="3048" y="1057655"/>
                  </a:lnTo>
                  <a:lnTo>
                    <a:pt x="0" y="1056132"/>
                  </a:lnTo>
                  <a:lnTo>
                    <a:pt x="0" y="1051559"/>
                  </a:lnTo>
                  <a:lnTo>
                    <a:pt x="3048" y="1048512"/>
                  </a:lnTo>
                  <a:lnTo>
                    <a:pt x="7619" y="1048512"/>
                  </a:lnTo>
                  <a:lnTo>
                    <a:pt x="10667" y="1051559"/>
                  </a:lnTo>
                  <a:lnTo>
                    <a:pt x="10667" y="1056132"/>
                  </a:lnTo>
                  <a:lnTo>
                    <a:pt x="7619" y="1057655"/>
                  </a:lnTo>
                  <a:close/>
                </a:path>
                <a:path w="10795" h="2735579">
                  <a:moveTo>
                    <a:pt x="7619" y="1077467"/>
                  </a:moveTo>
                  <a:lnTo>
                    <a:pt x="3048" y="1077467"/>
                  </a:lnTo>
                  <a:lnTo>
                    <a:pt x="0" y="1075944"/>
                  </a:lnTo>
                  <a:lnTo>
                    <a:pt x="0" y="1069848"/>
                  </a:lnTo>
                  <a:lnTo>
                    <a:pt x="3048" y="1068323"/>
                  </a:lnTo>
                  <a:lnTo>
                    <a:pt x="7619" y="1068323"/>
                  </a:lnTo>
                  <a:lnTo>
                    <a:pt x="10667" y="1069848"/>
                  </a:lnTo>
                  <a:lnTo>
                    <a:pt x="10667" y="1075944"/>
                  </a:lnTo>
                  <a:lnTo>
                    <a:pt x="7619" y="1077467"/>
                  </a:lnTo>
                  <a:close/>
                </a:path>
                <a:path w="10795" h="2735579">
                  <a:moveTo>
                    <a:pt x="7619" y="1095755"/>
                  </a:moveTo>
                  <a:lnTo>
                    <a:pt x="3048" y="1095755"/>
                  </a:lnTo>
                  <a:lnTo>
                    <a:pt x="0" y="1094232"/>
                  </a:lnTo>
                  <a:lnTo>
                    <a:pt x="0" y="1089659"/>
                  </a:lnTo>
                  <a:lnTo>
                    <a:pt x="3048" y="1086612"/>
                  </a:lnTo>
                  <a:lnTo>
                    <a:pt x="7619" y="1086612"/>
                  </a:lnTo>
                  <a:lnTo>
                    <a:pt x="10667" y="1089659"/>
                  </a:lnTo>
                  <a:lnTo>
                    <a:pt x="10667" y="1094232"/>
                  </a:lnTo>
                  <a:lnTo>
                    <a:pt x="7619" y="1095755"/>
                  </a:lnTo>
                  <a:close/>
                </a:path>
                <a:path w="10795" h="2735579">
                  <a:moveTo>
                    <a:pt x="7619" y="1115567"/>
                  </a:moveTo>
                  <a:lnTo>
                    <a:pt x="3048" y="1115567"/>
                  </a:lnTo>
                  <a:lnTo>
                    <a:pt x="0" y="1114044"/>
                  </a:lnTo>
                  <a:lnTo>
                    <a:pt x="0" y="1107948"/>
                  </a:lnTo>
                  <a:lnTo>
                    <a:pt x="3048" y="1106423"/>
                  </a:lnTo>
                  <a:lnTo>
                    <a:pt x="7619" y="1106423"/>
                  </a:lnTo>
                  <a:lnTo>
                    <a:pt x="10667" y="1107948"/>
                  </a:lnTo>
                  <a:lnTo>
                    <a:pt x="10667" y="1114044"/>
                  </a:lnTo>
                  <a:lnTo>
                    <a:pt x="7619" y="1115567"/>
                  </a:lnTo>
                  <a:close/>
                </a:path>
                <a:path w="10795" h="2735579">
                  <a:moveTo>
                    <a:pt x="7619" y="1133855"/>
                  </a:moveTo>
                  <a:lnTo>
                    <a:pt x="3048" y="1133855"/>
                  </a:lnTo>
                  <a:lnTo>
                    <a:pt x="0" y="1132332"/>
                  </a:lnTo>
                  <a:lnTo>
                    <a:pt x="0" y="1127759"/>
                  </a:lnTo>
                  <a:lnTo>
                    <a:pt x="3048" y="1124712"/>
                  </a:lnTo>
                  <a:lnTo>
                    <a:pt x="7619" y="1124712"/>
                  </a:lnTo>
                  <a:lnTo>
                    <a:pt x="10667" y="1127759"/>
                  </a:lnTo>
                  <a:lnTo>
                    <a:pt x="10667" y="1132332"/>
                  </a:lnTo>
                  <a:lnTo>
                    <a:pt x="7619" y="1133855"/>
                  </a:lnTo>
                  <a:close/>
                </a:path>
                <a:path w="10795" h="2735579">
                  <a:moveTo>
                    <a:pt x="7619" y="1153667"/>
                  </a:moveTo>
                  <a:lnTo>
                    <a:pt x="3048" y="1153667"/>
                  </a:lnTo>
                  <a:lnTo>
                    <a:pt x="0" y="1152144"/>
                  </a:lnTo>
                  <a:lnTo>
                    <a:pt x="0" y="1146048"/>
                  </a:lnTo>
                  <a:lnTo>
                    <a:pt x="3048" y="1144523"/>
                  </a:lnTo>
                  <a:lnTo>
                    <a:pt x="7619" y="1144523"/>
                  </a:lnTo>
                  <a:lnTo>
                    <a:pt x="10667" y="1146048"/>
                  </a:lnTo>
                  <a:lnTo>
                    <a:pt x="10667" y="1152144"/>
                  </a:lnTo>
                  <a:lnTo>
                    <a:pt x="7619" y="1153667"/>
                  </a:lnTo>
                  <a:close/>
                </a:path>
                <a:path w="10795" h="2735579">
                  <a:moveTo>
                    <a:pt x="7619" y="1171955"/>
                  </a:moveTo>
                  <a:lnTo>
                    <a:pt x="3048" y="1171955"/>
                  </a:lnTo>
                  <a:lnTo>
                    <a:pt x="0" y="1170432"/>
                  </a:lnTo>
                  <a:lnTo>
                    <a:pt x="0" y="1165859"/>
                  </a:lnTo>
                  <a:lnTo>
                    <a:pt x="3048" y="1162812"/>
                  </a:lnTo>
                  <a:lnTo>
                    <a:pt x="7619" y="1162812"/>
                  </a:lnTo>
                  <a:lnTo>
                    <a:pt x="10667" y="1165859"/>
                  </a:lnTo>
                  <a:lnTo>
                    <a:pt x="10667" y="1170432"/>
                  </a:lnTo>
                  <a:lnTo>
                    <a:pt x="7619" y="1171955"/>
                  </a:lnTo>
                  <a:close/>
                </a:path>
                <a:path w="10795" h="2735579">
                  <a:moveTo>
                    <a:pt x="7619" y="1191767"/>
                  </a:moveTo>
                  <a:lnTo>
                    <a:pt x="3048" y="1191767"/>
                  </a:lnTo>
                  <a:lnTo>
                    <a:pt x="0" y="1190244"/>
                  </a:lnTo>
                  <a:lnTo>
                    <a:pt x="0" y="1184148"/>
                  </a:lnTo>
                  <a:lnTo>
                    <a:pt x="3048" y="1182623"/>
                  </a:lnTo>
                  <a:lnTo>
                    <a:pt x="7619" y="1182623"/>
                  </a:lnTo>
                  <a:lnTo>
                    <a:pt x="10667" y="1184148"/>
                  </a:lnTo>
                  <a:lnTo>
                    <a:pt x="10667" y="1190244"/>
                  </a:lnTo>
                  <a:lnTo>
                    <a:pt x="7619" y="1191767"/>
                  </a:lnTo>
                  <a:close/>
                </a:path>
                <a:path w="10795" h="2735579">
                  <a:moveTo>
                    <a:pt x="7619" y="1210055"/>
                  </a:moveTo>
                  <a:lnTo>
                    <a:pt x="3048" y="1210055"/>
                  </a:lnTo>
                  <a:lnTo>
                    <a:pt x="0" y="1208532"/>
                  </a:lnTo>
                  <a:lnTo>
                    <a:pt x="0" y="1203959"/>
                  </a:lnTo>
                  <a:lnTo>
                    <a:pt x="3048" y="1200912"/>
                  </a:lnTo>
                  <a:lnTo>
                    <a:pt x="7619" y="1200912"/>
                  </a:lnTo>
                  <a:lnTo>
                    <a:pt x="10667" y="1203959"/>
                  </a:lnTo>
                  <a:lnTo>
                    <a:pt x="10667" y="1208532"/>
                  </a:lnTo>
                  <a:lnTo>
                    <a:pt x="7619" y="1210055"/>
                  </a:lnTo>
                  <a:close/>
                </a:path>
                <a:path w="10795" h="2735579">
                  <a:moveTo>
                    <a:pt x="7619" y="1229867"/>
                  </a:moveTo>
                  <a:lnTo>
                    <a:pt x="3048" y="1229867"/>
                  </a:lnTo>
                  <a:lnTo>
                    <a:pt x="0" y="1228344"/>
                  </a:lnTo>
                  <a:lnTo>
                    <a:pt x="0" y="1222248"/>
                  </a:lnTo>
                  <a:lnTo>
                    <a:pt x="3048" y="1220723"/>
                  </a:lnTo>
                  <a:lnTo>
                    <a:pt x="7619" y="1220723"/>
                  </a:lnTo>
                  <a:lnTo>
                    <a:pt x="10667" y="1222248"/>
                  </a:lnTo>
                  <a:lnTo>
                    <a:pt x="10667" y="1228344"/>
                  </a:lnTo>
                  <a:lnTo>
                    <a:pt x="7619" y="1229867"/>
                  </a:lnTo>
                  <a:close/>
                </a:path>
                <a:path w="10795" h="2735579">
                  <a:moveTo>
                    <a:pt x="7619" y="1249680"/>
                  </a:moveTo>
                  <a:lnTo>
                    <a:pt x="3048" y="1249680"/>
                  </a:lnTo>
                  <a:lnTo>
                    <a:pt x="0" y="1246632"/>
                  </a:lnTo>
                  <a:lnTo>
                    <a:pt x="0" y="1242059"/>
                  </a:lnTo>
                  <a:lnTo>
                    <a:pt x="3048" y="1239012"/>
                  </a:lnTo>
                  <a:lnTo>
                    <a:pt x="7619" y="1239012"/>
                  </a:lnTo>
                  <a:lnTo>
                    <a:pt x="10667" y="1242059"/>
                  </a:lnTo>
                  <a:lnTo>
                    <a:pt x="10667" y="1246632"/>
                  </a:lnTo>
                  <a:lnTo>
                    <a:pt x="7619" y="1249680"/>
                  </a:lnTo>
                  <a:close/>
                </a:path>
                <a:path w="10795" h="2735579">
                  <a:moveTo>
                    <a:pt x="7619" y="1267967"/>
                  </a:moveTo>
                  <a:lnTo>
                    <a:pt x="3048" y="1267967"/>
                  </a:lnTo>
                  <a:lnTo>
                    <a:pt x="0" y="1266444"/>
                  </a:lnTo>
                  <a:lnTo>
                    <a:pt x="0" y="1260348"/>
                  </a:lnTo>
                  <a:lnTo>
                    <a:pt x="3048" y="1258823"/>
                  </a:lnTo>
                  <a:lnTo>
                    <a:pt x="7619" y="1258823"/>
                  </a:lnTo>
                  <a:lnTo>
                    <a:pt x="10667" y="1260348"/>
                  </a:lnTo>
                  <a:lnTo>
                    <a:pt x="10667" y="1266444"/>
                  </a:lnTo>
                  <a:lnTo>
                    <a:pt x="7619" y="1267967"/>
                  </a:lnTo>
                  <a:close/>
                </a:path>
                <a:path w="10795" h="2735579">
                  <a:moveTo>
                    <a:pt x="7619" y="1287780"/>
                  </a:moveTo>
                  <a:lnTo>
                    <a:pt x="3048" y="1287780"/>
                  </a:lnTo>
                  <a:lnTo>
                    <a:pt x="0" y="1284732"/>
                  </a:lnTo>
                  <a:lnTo>
                    <a:pt x="0" y="1280159"/>
                  </a:lnTo>
                  <a:lnTo>
                    <a:pt x="3048" y="1277112"/>
                  </a:lnTo>
                  <a:lnTo>
                    <a:pt x="7619" y="1277112"/>
                  </a:lnTo>
                  <a:lnTo>
                    <a:pt x="10667" y="1280159"/>
                  </a:lnTo>
                  <a:lnTo>
                    <a:pt x="10667" y="1284732"/>
                  </a:lnTo>
                  <a:lnTo>
                    <a:pt x="7619" y="1287780"/>
                  </a:lnTo>
                  <a:close/>
                </a:path>
                <a:path w="10795" h="2735579">
                  <a:moveTo>
                    <a:pt x="7619" y="1306067"/>
                  </a:moveTo>
                  <a:lnTo>
                    <a:pt x="3048" y="1306067"/>
                  </a:lnTo>
                  <a:lnTo>
                    <a:pt x="0" y="1304544"/>
                  </a:lnTo>
                  <a:lnTo>
                    <a:pt x="0" y="1298448"/>
                  </a:lnTo>
                  <a:lnTo>
                    <a:pt x="3048" y="1296923"/>
                  </a:lnTo>
                  <a:lnTo>
                    <a:pt x="7619" y="1296923"/>
                  </a:lnTo>
                  <a:lnTo>
                    <a:pt x="10667" y="1298448"/>
                  </a:lnTo>
                  <a:lnTo>
                    <a:pt x="10667" y="1304544"/>
                  </a:lnTo>
                  <a:lnTo>
                    <a:pt x="7619" y="1306067"/>
                  </a:lnTo>
                  <a:close/>
                </a:path>
                <a:path w="10795" h="2735579">
                  <a:moveTo>
                    <a:pt x="7619" y="1325880"/>
                  </a:moveTo>
                  <a:lnTo>
                    <a:pt x="3048" y="1325880"/>
                  </a:lnTo>
                  <a:lnTo>
                    <a:pt x="0" y="1322832"/>
                  </a:lnTo>
                  <a:lnTo>
                    <a:pt x="0" y="1318259"/>
                  </a:lnTo>
                  <a:lnTo>
                    <a:pt x="3048" y="1315212"/>
                  </a:lnTo>
                  <a:lnTo>
                    <a:pt x="7619" y="1315212"/>
                  </a:lnTo>
                  <a:lnTo>
                    <a:pt x="10667" y="1318259"/>
                  </a:lnTo>
                  <a:lnTo>
                    <a:pt x="10667" y="1322832"/>
                  </a:lnTo>
                  <a:lnTo>
                    <a:pt x="7619" y="1325880"/>
                  </a:lnTo>
                  <a:close/>
                </a:path>
                <a:path w="10795" h="2735579">
                  <a:moveTo>
                    <a:pt x="7619" y="1344167"/>
                  </a:moveTo>
                  <a:lnTo>
                    <a:pt x="3048" y="1344167"/>
                  </a:lnTo>
                  <a:lnTo>
                    <a:pt x="0" y="1342644"/>
                  </a:lnTo>
                  <a:lnTo>
                    <a:pt x="0" y="1336548"/>
                  </a:lnTo>
                  <a:lnTo>
                    <a:pt x="3048" y="1335023"/>
                  </a:lnTo>
                  <a:lnTo>
                    <a:pt x="7619" y="1335023"/>
                  </a:lnTo>
                  <a:lnTo>
                    <a:pt x="10667" y="1336548"/>
                  </a:lnTo>
                  <a:lnTo>
                    <a:pt x="10667" y="1342644"/>
                  </a:lnTo>
                  <a:lnTo>
                    <a:pt x="7619" y="1344167"/>
                  </a:lnTo>
                  <a:close/>
                </a:path>
                <a:path w="10795" h="2735579">
                  <a:moveTo>
                    <a:pt x="7619" y="1363980"/>
                  </a:moveTo>
                  <a:lnTo>
                    <a:pt x="3048" y="1363980"/>
                  </a:lnTo>
                  <a:lnTo>
                    <a:pt x="0" y="1360932"/>
                  </a:lnTo>
                  <a:lnTo>
                    <a:pt x="0" y="1356359"/>
                  </a:lnTo>
                  <a:lnTo>
                    <a:pt x="3048" y="1353312"/>
                  </a:lnTo>
                  <a:lnTo>
                    <a:pt x="7619" y="1353312"/>
                  </a:lnTo>
                  <a:lnTo>
                    <a:pt x="10667" y="1356359"/>
                  </a:lnTo>
                  <a:lnTo>
                    <a:pt x="10667" y="1360932"/>
                  </a:lnTo>
                  <a:lnTo>
                    <a:pt x="7619" y="1363980"/>
                  </a:lnTo>
                  <a:close/>
                </a:path>
                <a:path w="10795" h="2735579">
                  <a:moveTo>
                    <a:pt x="7619" y="1382267"/>
                  </a:moveTo>
                  <a:lnTo>
                    <a:pt x="3048" y="1382267"/>
                  </a:lnTo>
                  <a:lnTo>
                    <a:pt x="0" y="1380744"/>
                  </a:lnTo>
                  <a:lnTo>
                    <a:pt x="0" y="1374648"/>
                  </a:lnTo>
                  <a:lnTo>
                    <a:pt x="3048" y="1373123"/>
                  </a:lnTo>
                  <a:lnTo>
                    <a:pt x="7619" y="1373123"/>
                  </a:lnTo>
                  <a:lnTo>
                    <a:pt x="10667" y="1374648"/>
                  </a:lnTo>
                  <a:lnTo>
                    <a:pt x="10667" y="1380744"/>
                  </a:lnTo>
                  <a:lnTo>
                    <a:pt x="7619" y="1382267"/>
                  </a:lnTo>
                  <a:close/>
                </a:path>
                <a:path w="10795" h="2735579">
                  <a:moveTo>
                    <a:pt x="7619" y="1402080"/>
                  </a:moveTo>
                  <a:lnTo>
                    <a:pt x="3048" y="1402080"/>
                  </a:lnTo>
                  <a:lnTo>
                    <a:pt x="0" y="1399032"/>
                  </a:lnTo>
                  <a:lnTo>
                    <a:pt x="0" y="1394459"/>
                  </a:lnTo>
                  <a:lnTo>
                    <a:pt x="3048" y="1391412"/>
                  </a:lnTo>
                  <a:lnTo>
                    <a:pt x="7619" y="1391412"/>
                  </a:lnTo>
                  <a:lnTo>
                    <a:pt x="10667" y="1394459"/>
                  </a:lnTo>
                  <a:lnTo>
                    <a:pt x="10667" y="1399032"/>
                  </a:lnTo>
                  <a:lnTo>
                    <a:pt x="7619" y="1402080"/>
                  </a:lnTo>
                  <a:close/>
                </a:path>
                <a:path w="10795" h="2735579">
                  <a:moveTo>
                    <a:pt x="7619" y="1420367"/>
                  </a:moveTo>
                  <a:lnTo>
                    <a:pt x="3048" y="1420367"/>
                  </a:lnTo>
                  <a:lnTo>
                    <a:pt x="0" y="1418844"/>
                  </a:lnTo>
                  <a:lnTo>
                    <a:pt x="0" y="1412748"/>
                  </a:lnTo>
                  <a:lnTo>
                    <a:pt x="3048" y="1411223"/>
                  </a:lnTo>
                  <a:lnTo>
                    <a:pt x="7619" y="1411223"/>
                  </a:lnTo>
                  <a:lnTo>
                    <a:pt x="10667" y="1412748"/>
                  </a:lnTo>
                  <a:lnTo>
                    <a:pt x="10667" y="1418844"/>
                  </a:lnTo>
                  <a:lnTo>
                    <a:pt x="7619" y="1420367"/>
                  </a:lnTo>
                  <a:close/>
                </a:path>
                <a:path w="10795" h="2735579">
                  <a:moveTo>
                    <a:pt x="7619" y="1440180"/>
                  </a:moveTo>
                  <a:lnTo>
                    <a:pt x="3048" y="1440180"/>
                  </a:lnTo>
                  <a:lnTo>
                    <a:pt x="0" y="1437132"/>
                  </a:lnTo>
                  <a:lnTo>
                    <a:pt x="0" y="1432559"/>
                  </a:lnTo>
                  <a:lnTo>
                    <a:pt x="3048" y="1429512"/>
                  </a:lnTo>
                  <a:lnTo>
                    <a:pt x="7619" y="1429512"/>
                  </a:lnTo>
                  <a:lnTo>
                    <a:pt x="10667" y="1432559"/>
                  </a:lnTo>
                  <a:lnTo>
                    <a:pt x="10667" y="1437132"/>
                  </a:lnTo>
                  <a:lnTo>
                    <a:pt x="7619" y="1440180"/>
                  </a:lnTo>
                  <a:close/>
                </a:path>
                <a:path w="10795" h="2735579">
                  <a:moveTo>
                    <a:pt x="7619" y="1458467"/>
                  </a:moveTo>
                  <a:lnTo>
                    <a:pt x="3048" y="1458467"/>
                  </a:lnTo>
                  <a:lnTo>
                    <a:pt x="0" y="1456944"/>
                  </a:lnTo>
                  <a:lnTo>
                    <a:pt x="0" y="1450848"/>
                  </a:lnTo>
                  <a:lnTo>
                    <a:pt x="3048" y="1449323"/>
                  </a:lnTo>
                  <a:lnTo>
                    <a:pt x="7619" y="1449323"/>
                  </a:lnTo>
                  <a:lnTo>
                    <a:pt x="10667" y="1450848"/>
                  </a:lnTo>
                  <a:lnTo>
                    <a:pt x="10667" y="1456944"/>
                  </a:lnTo>
                  <a:lnTo>
                    <a:pt x="7619" y="1458467"/>
                  </a:lnTo>
                  <a:close/>
                </a:path>
                <a:path w="10795" h="2735579">
                  <a:moveTo>
                    <a:pt x="7619" y="1478280"/>
                  </a:moveTo>
                  <a:lnTo>
                    <a:pt x="3048" y="1478280"/>
                  </a:lnTo>
                  <a:lnTo>
                    <a:pt x="0" y="1475232"/>
                  </a:lnTo>
                  <a:lnTo>
                    <a:pt x="0" y="1470659"/>
                  </a:lnTo>
                  <a:lnTo>
                    <a:pt x="3048" y="1467612"/>
                  </a:lnTo>
                  <a:lnTo>
                    <a:pt x="7619" y="1467612"/>
                  </a:lnTo>
                  <a:lnTo>
                    <a:pt x="10667" y="1470659"/>
                  </a:lnTo>
                  <a:lnTo>
                    <a:pt x="10667" y="1475232"/>
                  </a:lnTo>
                  <a:lnTo>
                    <a:pt x="7619" y="1478280"/>
                  </a:lnTo>
                  <a:close/>
                </a:path>
                <a:path w="10795" h="2735579">
                  <a:moveTo>
                    <a:pt x="7619" y="1496567"/>
                  </a:moveTo>
                  <a:lnTo>
                    <a:pt x="3048" y="1496567"/>
                  </a:lnTo>
                  <a:lnTo>
                    <a:pt x="0" y="1495044"/>
                  </a:lnTo>
                  <a:lnTo>
                    <a:pt x="0" y="1488948"/>
                  </a:lnTo>
                  <a:lnTo>
                    <a:pt x="3048" y="1487423"/>
                  </a:lnTo>
                  <a:lnTo>
                    <a:pt x="7619" y="1487423"/>
                  </a:lnTo>
                  <a:lnTo>
                    <a:pt x="10667" y="1488948"/>
                  </a:lnTo>
                  <a:lnTo>
                    <a:pt x="10667" y="1495044"/>
                  </a:lnTo>
                  <a:lnTo>
                    <a:pt x="7619" y="1496567"/>
                  </a:lnTo>
                  <a:close/>
                </a:path>
                <a:path w="10795" h="2735579">
                  <a:moveTo>
                    <a:pt x="7619" y="1516380"/>
                  </a:moveTo>
                  <a:lnTo>
                    <a:pt x="3048" y="1516380"/>
                  </a:lnTo>
                  <a:lnTo>
                    <a:pt x="0" y="1513332"/>
                  </a:lnTo>
                  <a:lnTo>
                    <a:pt x="0" y="1508759"/>
                  </a:lnTo>
                  <a:lnTo>
                    <a:pt x="3048" y="1505712"/>
                  </a:lnTo>
                  <a:lnTo>
                    <a:pt x="7619" y="1505712"/>
                  </a:lnTo>
                  <a:lnTo>
                    <a:pt x="10667" y="1508759"/>
                  </a:lnTo>
                  <a:lnTo>
                    <a:pt x="10667" y="1513332"/>
                  </a:lnTo>
                  <a:lnTo>
                    <a:pt x="7619" y="1516380"/>
                  </a:lnTo>
                  <a:close/>
                </a:path>
                <a:path w="10795" h="2735579">
                  <a:moveTo>
                    <a:pt x="7619" y="1534667"/>
                  </a:moveTo>
                  <a:lnTo>
                    <a:pt x="3048" y="1534667"/>
                  </a:lnTo>
                  <a:lnTo>
                    <a:pt x="0" y="1533144"/>
                  </a:lnTo>
                  <a:lnTo>
                    <a:pt x="0" y="1527048"/>
                  </a:lnTo>
                  <a:lnTo>
                    <a:pt x="3048" y="1525523"/>
                  </a:lnTo>
                  <a:lnTo>
                    <a:pt x="7619" y="1525523"/>
                  </a:lnTo>
                  <a:lnTo>
                    <a:pt x="10667" y="1527048"/>
                  </a:lnTo>
                  <a:lnTo>
                    <a:pt x="10667" y="1533144"/>
                  </a:lnTo>
                  <a:lnTo>
                    <a:pt x="7619" y="1534667"/>
                  </a:lnTo>
                  <a:close/>
                </a:path>
                <a:path w="10795" h="2735579">
                  <a:moveTo>
                    <a:pt x="7619" y="1554480"/>
                  </a:moveTo>
                  <a:lnTo>
                    <a:pt x="3048" y="1554480"/>
                  </a:lnTo>
                  <a:lnTo>
                    <a:pt x="0" y="1551432"/>
                  </a:lnTo>
                  <a:lnTo>
                    <a:pt x="0" y="1546859"/>
                  </a:lnTo>
                  <a:lnTo>
                    <a:pt x="3048" y="1543812"/>
                  </a:lnTo>
                  <a:lnTo>
                    <a:pt x="7619" y="1543812"/>
                  </a:lnTo>
                  <a:lnTo>
                    <a:pt x="10667" y="1546859"/>
                  </a:lnTo>
                  <a:lnTo>
                    <a:pt x="10667" y="1551432"/>
                  </a:lnTo>
                  <a:lnTo>
                    <a:pt x="7619" y="1554480"/>
                  </a:lnTo>
                  <a:close/>
                </a:path>
                <a:path w="10795" h="2735579">
                  <a:moveTo>
                    <a:pt x="7619" y="1572767"/>
                  </a:moveTo>
                  <a:lnTo>
                    <a:pt x="3048" y="1572767"/>
                  </a:lnTo>
                  <a:lnTo>
                    <a:pt x="0" y="1571244"/>
                  </a:lnTo>
                  <a:lnTo>
                    <a:pt x="0" y="1565148"/>
                  </a:lnTo>
                  <a:lnTo>
                    <a:pt x="3048" y="1563623"/>
                  </a:lnTo>
                  <a:lnTo>
                    <a:pt x="7619" y="1563623"/>
                  </a:lnTo>
                  <a:lnTo>
                    <a:pt x="10667" y="1565148"/>
                  </a:lnTo>
                  <a:lnTo>
                    <a:pt x="10667" y="1571244"/>
                  </a:lnTo>
                  <a:lnTo>
                    <a:pt x="7619" y="1572767"/>
                  </a:lnTo>
                  <a:close/>
                </a:path>
                <a:path w="10795" h="2735579">
                  <a:moveTo>
                    <a:pt x="7619" y="1592580"/>
                  </a:moveTo>
                  <a:lnTo>
                    <a:pt x="3048" y="1592580"/>
                  </a:lnTo>
                  <a:lnTo>
                    <a:pt x="0" y="1589532"/>
                  </a:lnTo>
                  <a:lnTo>
                    <a:pt x="0" y="1584959"/>
                  </a:lnTo>
                  <a:lnTo>
                    <a:pt x="3048" y="1581912"/>
                  </a:lnTo>
                  <a:lnTo>
                    <a:pt x="7619" y="1581912"/>
                  </a:lnTo>
                  <a:lnTo>
                    <a:pt x="10667" y="1584959"/>
                  </a:lnTo>
                  <a:lnTo>
                    <a:pt x="10667" y="1589532"/>
                  </a:lnTo>
                  <a:lnTo>
                    <a:pt x="7619" y="1592580"/>
                  </a:lnTo>
                  <a:close/>
                </a:path>
                <a:path w="10795" h="2735579">
                  <a:moveTo>
                    <a:pt x="7619" y="1610868"/>
                  </a:moveTo>
                  <a:lnTo>
                    <a:pt x="3048" y="1610868"/>
                  </a:lnTo>
                  <a:lnTo>
                    <a:pt x="0" y="1609344"/>
                  </a:lnTo>
                  <a:lnTo>
                    <a:pt x="0" y="1603248"/>
                  </a:lnTo>
                  <a:lnTo>
                    <a:pt x="3048" y="1601723"/>
                  </a:lnTo>
                  <a:lnTo>
                    <a:pt x="7619" y="1601723"/>
                  </a:lnTo>
                  <a:lnTo>
                    <a:pt x="10667" y="1603248"/>
                  </a:lnTo>
                  <a:lnTo>
                    <a:pt x="10667" y="1609344"/>
                  </a:lnTo>
                  <a:lnTo>
                    <a:pt x="7619" y="1610868"/>
                  </a:lnTo>
                  <a:close/>
                </a:path>
                <a:path w="10795" h="2735579">
                  <a:moveTo>
                    <a:pt x="7619" y="1630680"/>
                  </a:moveTo>
                  <a:lnTo>
                    <a:pt x="3048" y="1630680"/>
                  </a:lnTo>
                  <a:lnTo>
                    <a:pt x="0" y="1627632"/>
                  </a:lnTo>
                  <a:lnTo>
                    <a:pt x="0" y="1623059"/>
                  </a:lnTo>
                  <a:lnTo>
                    <a:pt x="3048" y="1620012"/>
                  </a:lnTo>
                  <a:lnTo>
                    <a:pt x="7619" y="1620012"/>
                  </a:lnTo>
                  <a:lnTo>
                    <a:pt x="10667" y="1623059"/>
                  </a:lnTo>
                  <a:lnTo>
                    <a:pt x="10667" y="1627632"/>
                  </a:lnTo>
                  <a:lnTo>
                    <a:pt x="7619" y="1630680"/>
                  </a:lnTo>
                  <a:close/>
                </a:path>
                <a:path w="10795" h="2735579">
                  <a:moveTo>
                    <a:pt x="7619" y="1648968"/>
                  </a:moveTo>
                  <a:lnTo>
                    <a:pt x="3048" y="1648968"/>
                  </a:lnTo>
                  <a:lnTo>
                    <a:pt x="0" y="1647444"/>
                  </a:lnTo>
                  <a:lnTo>
                    <a:pt x="0" y="1641348"/>
                  </a:lnTo>
                  <a:lnTo>
                    <a:pt x="3048" y="1639823"/>
                  </a:lnTo>
                  <a:lnTo>
                    <a:pt x="7619" y="1639823"/>
                  </a:lnTo>
                  <a:lnTo>
                    <a:pt x="10667" y="1641348"/>
                  </a:lnTo>
                  <a:lnTo>
                    <a:pt x="10667" y="1647444"/>
                  </a:lnTo>
                  <a:lnTo>
                    <a:pt x="7619" y="1648968"/>
                  </a:lnTo>
                  <a:close/>
                </a:path>
                <a:path w="10795" h="2735579">
                  <a:moveTo>
                    <a:pt x="7619" y="1668780"/>
                  </a:moveTo>
                  <a:lnTo>
                    <a:pt x="3048" y="1668780"/>
                  </a:lnTo>
                  <a:lnTo>
                    <a:pt x="0" y="1665732"/>
                  </a:lnTo>
                  <a:lnTo>
                    <a:pt x="0" y="1661159"/>
                  </a:lnTo>
                  <a:lnTo>
                    <a:pt x="3048" y="1658112"/>
                  </a:lnTo>
                  <a:lnTo>
                    <a:pt x="7619" y="1658112"/>
                  </a:lnTo>
                  <a:lnTo>
                    <a:pt x="10667" y="1661159"/>
                  </a:lnTo>
                  <a:lnTo>
                    <a:pt x="10667" y="1665732"/>
                  </a:lnTo>
                  <a:lnTo>
                    <a:pt x="7619" y="1668780"/>
                  </a:lnTo>
                  <a:close/>
                </a:path>
                <a:path w="10795" h="2735579">
                  <a:moveTo>
                    <a:pt x="7619" y="1687068"/>
                  </a:moveTo>
                  <a:lnTo>
                    <a:pt x="3048" y="1687068"/>
                  </a:lnTo>
                  <a:lnTo>
                    <a:pt x="0" y="1685544"/>
                  </a:lnTo>
                  <a:lnTo>
                    <a:pt x="0" y="1679448"/>
                  </a:lnTo>
                  <a:lnTo>
                    <a:pt x="3048" y="1677923"/>
                  </a:lnTo>
                  <a:lnTo>
                    <a:pt x="7619" y="1677923"/>
                  </a:lnTo>
                  <a:lnTo>
                    <a:pt x="10667" y="1679448"/>
                  </a:lnTo>
                  <a:lnTo>
                    <a:pt x="10667" y="1685544"/>
                  </a:lnTo>
                  <a:lnTo>
                    <a:pt x="7619" y="1687068"/>
                  </a:lnTo>
                  <a:close/>
                </a:path>
                <a:path w="10795" h="2735579">
                  <a:moveTo>
                    <a:pt x="7619" y="1706880"/>
                  </a:moveTo>
                  <a:lnTo>
                    <a:pt x="3048" y="1706880"/>
                  </a:lnTo>
                  <a:lnTo>
                    <a:pt x="0" y="1703832"/>
                  </a:lnTo>
                  <a:lnTo>
                    <a:pt x="0" y="1699259"/>
                  </a:lnTo>
                  <a:lnTo>
                    <a:pt x="3048" y="1696212"/>
                  </a:lnTo>
                  <a:lnTo>
                    <a:pt x="7619" y="1696212"/>
                  </a:lnTo>
                  <a:lnTo>
                    <a:pt x="10667" y="1699259"/>
                  </a:lnTo>
                  <a:lnTo>
                    <a:pt x="10667" y="1703832"/>
                  </a:lnTo>
                  <a:lnTo>
                    <a:pt x="7619" y="1706880"/>
                  </a:lnTo>
                  <a:close/>
                </a:path>
                <a:path w="10795" h="2735579">
                  <a:moveTo>
                    <a:pt x="7619" y="1725168"/>
                  </a:moveTo>
                  <a:lnTo>
                    <a:pt x="3048" y="1725168"/>
                  </a:lnTo>
                  <a:lnTo>
                    <a:pt x="0" y="1723644"/>
                  </a:lnTo>
                  <a:lnTo>
                    <a:pt x="0" y="1717548"/>
                  </a:lnTo>
                  <a:lnTo>
                    <a:pt x="3048" y="1716023"/>
                  </a:lnTo>
                  <a:lnTo>
                    <a:pt x="7619" y="1716023"/>
                  </a:lnTo>
                  <a:lnTo>
                    <a:pt x="10667" y="1717548"/>
                  </a:lnTo>
                  <a:lnTo>
                    <a:pt x="10667" y="1723644"/>
                  </a:lnTo>
                  <a:lnTo>
                    <a:pt x="7619" y="1725168"/>
                  </a:lnTo>
                  <a:close/>
                </a:path>
                <a:path w="10795" h="2735579">
                  <a:moveTo>
                    <a:pt x="7619" y="1744980"/>
                  </a:moveTo>
                  <a:lnTo>
                    <a:pt x="3048" y="1744980"/>
                  </a:lnTo>
                  <a:lnTo>
                    <a:pt x="0" y="1741932"/>
                  </a:lnTo>
                  <a:lnTo>
                    <a:pt x="0" y="1737359"/>
                  </a:lnTo>
                  <a:lnTo>
                    <a:pt x="3048" y="1734312"/>
                  </a:lnTo>
                  <a:lnTo>
                    <a:pt x="7619" y="1734312"/>
                  </a:lnTo>
                  <a:lnTo>
                    <a:pt x="10667" y="1737359"/>
                  </a:lnTo>
                  <a:lnTo>
                    <a:pt x="10667" y="1741932"/>
                  </a:lnTo>
                  <a:lnTo>
                    <a:pt x="7619" y="1744980"/>
                  </a:lnTo>
                  <a:close/>
                </a:path>
                <a:path w="10795" h="2735579">
                  <a:moveTo>
                    <a:pt x="7619" y="1763268"/>
                  </a:moveTo>
                  <a:lnTo>
                    <a:pt x="3048" y="1763268"/>
                  </a:lnTo>
                  <a:lnTo>
                    <a:pt x="0" y="1761744"/>
                  </a:lnTo>
                  <a:lnTo>
                    <a:pt x="0" y="1755648"/>
                  </a:lnTo>
                  <a:lnTo>
                    <a:pt x="3048" y="1754123"/>
                  </a:lnTo>
                  <a:lnTo>
                    <a:pt x="7619" y="1754123"/>
                  </a:lnTo>
                  <a:lnTo>
                    <a:pt x="10667" y="1755648"/>
                  </a:lnTo>
                  <a:lnTo>
                    <a:pt x="10667" y="1761744"/>
                  </a:lnTo>
                  <a:lnTo>
                    <a:pt x="7619" y="1763268"/>
                  </a:lnTo>
                  <a:close/>
                </a:path>
                <a:path w="10795" h="2735579">
                  <a:moveTo>
                    <a:pt x="7619" y="1783080"/>
                  </a:moveTo>
                  <a:lnTo>
                    <a:pt x="3048" y="1783080"/>
                  </a:lnTo>
                  <a:lnTo>
                    <a:pt x="0" y="1780032"/>
                  </a:lnTo>
                  <a:lnTo>
                    <a:pt x="0" y="1775459"/>
                  </a:lnTo>
                  <a:lnTo>
                    <a:pt x="3048" y="1772412"/>
                  </a:lnTo>
                  <a:lnTo>
                    <a:pt x="7619" y="1772412"/>
                  </a:lnTo>
                  <a:lnTo>
                    <a:pt x="10667" y="1775459"/>
                  </a:lnTo>
                  <a:lnTo>
                    <a:pt x="10667" y="1780032"/>
                  </a:lnTo>
                  <a:lnTo>
                    <a:pt x="7619" y="1783080"/>
                  </a:lnTo>
                  <a:close/>
                </a:path>
                <a:path w="10795" h="2735579">
                  <a:moveTo>
                    <a:pt x="7619" y="1801368"/>
                  </a:moveTo>
                  <a:lnTo>
                    <a:pt x="3048" y="1801368"/>
                  </a:lnTo>
                  <a:lnTo>
                    <a:pt x="0" y="1799844"/>
                  </a:lnTo>
                  <a:lnTo>
                    <a:pt x="0" y="1793748"/>
                  </a:lnTo>
                  <a:lnTo>
                    <a:pt x="3048" y="1792223"/>
                  </a:lnTo>
                  <a:lnTo>
                    <a:pt x="7619" y="1792223"/>
                  </a:lnTo>
                  <a:lnTo>
                    <a:pt x="10667" y="1793748"/>
                  </a:lnTo>
                  <a:lnTo>
                    <a:pt x="10667" y="1799844"/>
                  </a:lnTo>
                  <a:lnTo>
                    <a:pt x="7619" y="1801368"/>
                  </a:lnTo>
                  <a:close/>
                </a:path>
                <a:path w="10795" h="2735579">
                  <a:moveTo>
                    <a:pt x="7619" y="1821180"/>
                  </a:moveTo>
                  <a:lnTo>
                    <a:pt x="3048" y="1821180"/>
                  </a:lnTo>
                  <a:lnTo>
                    <a:pt x="0" y="1818132"/>
                  </a:lnTo>
                  <a:lnTo>
                    <a:pt x="0" y="1813559"/>
                  </a:lnTo>
                  <a:lnTo>
                    <a:pt x="3048" y="1810512"/>
                  </a:lnTo>
                  <a:lnTo>
                    <a:pt x="7619" y="1810512"/>
                  </a:lnTo>
                  <a:lnTo>
                    <a:pt x="10667" y="1813559"/>
                  </a:lnTo>
                  <a:lnTo>
                    <a:pt x="10667" y="1818132"/>
                  </a:lnTo>
                  <a:lnTo>
                    <a:pt x="7619" y="1821180"/>
                  </a:lnTo>
                  <a:close/>
                </a:path>
                <a:path w="10795" h="2735579">
                  <a:moveTo>
                    <a:pt x="7619" y="1839468"/>
                  </a:moveTo>
                  <a:lnTo>
                    <a:pt x="3048" y="1839468"/>
                  </a:lnTo>
                  <a:lnTo>
                    <a:pt x="0" y="1837944"/>
                  </a:lnTo>
                  <a:lnTo>
                    <a:pt x="0" y="1831848"/>
                  </a:lnTo>
                  <a:lnTo>
                    <a:pt x="3048" y="1830323"/>
                  </a:lnTo>
                  <a:lnTo>
                    <a:pt x="7619" y="1830323"/>
                  </a:lnTo>
                  <a:lnTo>
                    <a:pt x="10667" y="1831848"/>
                  </a:lnTo>
                  <a:lnTo>
                    <a:pt x="10667" y="1837944"/>
                  </a:lnTo>
                  <a:lnTo>
                    <a:pt x="7619" y="1839468"/>
                  </a:lnTo>
                  <a:close/>
                </a:path>
                <a:path w="10795" h="2735579">
                  <a:moveTo>
                    <a:pt x="7619" y="1859280"/>
                  </a:moveTo>
                  <a:lnTo>
                    <a:pt x="3048" y="1859280"/>
                  </a:lnTo>
                  <a:lnTo>
                    <a:pt x="0" y="1856232"/>
                  </a:lnTo>
                  <a:lnTo>
                    <a:pt x="0" y="1851659"/>
                  </a:lnTo>
                  <a:lnTo>
                    <a:pt x="3048" y="1848612"/>
                  </a:lnTo>
                  <a:lnTo>
                    <a:pt x="7619" y="1848612"/>
                  </a:lnTo>
                  <a:lnTo>
                    <a:pt x="10667" y="1851659"/>
                  </a:lnTo>
                  <a:lnTo>
                    <a:pt x="10667" y="1856232"/>
                  </a:lnTo>
                  <a:lnTo>
                    <a:pt x="7619" y="1859280"/>
                  </a:lnTo>
                  <a:close/>
                </a:path>
                <a:path w="10795" h="2735579">
                  <a:moveTo>
                    <a:pt x="7619" y="1877568"/>
                  </a:moveTo>
                  <a:lnTo>
                    <a:pt x="3048" y="1877568"/>
                  </a:lnTo>
                  <a:lnTo>
                    <a:pt x="0" y="1876044"/>
                  </a:lnTo>
                  <a:lnTo>
                    <a:pt x="0" y="1869948"/>
                  </a:lnTo>
                  <a:lnTo>
                    <a:pt x="3048" y="1868423"/>
                  </a:lnTo>
                  <a:lnTo>
                    <a:pt x="7619" y="1868423"/>
                  </a:lnTo>
                  <a:lnTo>
                    <a:pt x="10667" y="1869948"/>
                  </a:lnTo>
                  <a:lnTo>
                    <a:pt x="10667" y="1876044"/>
                  </a:lnTo>
                  <a:lnTo>
                    <a:pt x="7619" y="1877568"/>
                  </a:lnTo>
                  <a:close/>
                </a:path>
                <a:path w="10795" h="2735579">
                  <a:moveTo>
                    <a:pt x="7619" y="1897380"/>
                  </a:moveTo>
                  <a:lnTo>
                    <a:pt x="3048" y="1897380"/>
                  </a:lnTo>
                  <a:lnTo>
                    <a:pt x="0" y="1894332"/>
                  </a:lnTo>
                  <a:lnTo>
                    <a:pt x="0" y="1889759"/>
                  </a:lnTo>
                  <a:lnTo>
                    <a:pt x="3048" y="1886712"/>
                  </a:lnTo>
                  <a:lnTo>
                    <a:pt x="7619" y="1886712"/>
                  </a:lnTo>
                  <a:lnTo>
                    <a:pt x="10667" y="1889759"/>
                  </a:lnTo>
                  <a:lnTo>
                    <a:pt x="10667" y="1894332"/>
                  </a:lnTo>
                  <a:lnTo>
                    <a:pt x="7619" y="1897380"/>
                  </a:lnTo>
                  <a:close/>
                </a:path>
                <a:path w="10795" h="2735579">
                  <a:moveTo>
                    <a:pt x="7619" y="1915668"/>
                  </a:moveTo>
                  <a:lnTo>
                    <a:pt x="3048" y="1915668"/>
                  </a:lnTo>
                  <a:lnTo>
                    <a:pt x="0" y="1914144"/>
                  </a:lnTo>
                  <a:lnTo>
                    <a:pt x="0" y="1908048"/>
                  </a:lnTo>
                  <a:lnTo>
                    <a:pt x="3048" y="1906523"/>
                  </a:lnTo>
                  <a:lnTo>
                    <a:pt x="7619" y="1906523"/>
                  </a:lnTo>
                  <a:lnTo>
                    <a:pt x="10667" y="1908048"/>
                  </a:lnTo>
                  <a:lnTo>
                    <a:pt x="10667" y="1914144"/>
                  </a:lnTo>
                  <a:lnTo>
                    <a:pt x="7619" y="1915668"/>
                  </a:lnTo>
                  <a:close/>
                </a:path>
                <a:path w="10795" h="2735579">
                  <a:moveTo>
                    <a:pt x="7619" y="1935480"/>
                  </a:moveTo>
                  <a:lnTo>
                    <a:pt x="3048" y="1935480"/>
                  </a:lnTo>
                  <a:lnTo>
                    <a:pt x="0" y="1932432"/>
                  </a:lnTo>
                  <a:lnTo>
                    <a:pt x="0" y="1927859"/>
                  </a:lnTo>
                  <a:lnTo>
                    <a:pt x="3048" y="1924812"/>
                  </a:lnTo>
                  <a:lnTo>
                    <a:pt x="7619" y="1924812"/>
                  </a:lnTo>
                  <a:lnTo>
                    <a:pt x="10667" y="1927859"/>
                  </a:lnTo>
                  <a:lnTo>
                    <a:pt x="10667" y="1932432"/>
                  </a:lnTo>
                  <a:lnTo>
                    <a:pt x="7619" y="1935480"/>
                  </a:lnTo>
                  <a:close/>
                </a:path>
                <a:path w="10795" h="2735579">
                  <a:moveTo>
                    <a:pt x="7619" y="1953768"/>
                  </a:moveTo>
                  <a:lnTo>
                    <a:pt x="3048" y="1953768"/>
                  </a:lnTo>
                  <a:lnTo>
                    <a:pt x="0" y="1952244"/>
                  </a:lnTo>
                  <a:lnTo>
                    <a:pt x="0" y="1946148"/>
                  </a:lnTo>
                  <a:lnTo>
                    <a:pt x="3048" y="1944623"/>
                  </a:lnTo>
                  <a:lnTo>
                    <a:pt x="7619" y="1944623"/>
                  </a:lnTo>
                  <a:lnTo>
                    <a:pt x="10667" y="1946148"/>
                  </a:lnTo>
                  <a:lnTo>
                    <a:pt x="10667" y="1952244"/>
                  </a:lnTo>
                  <a:lnTo>
                    <a:pt x="7619" y="1953768"/>
                  </a:lnTo>
                  <a:close/>
                </a:path>
                <a:path w="10795" h="2735579">
                  <a:moveTo>
                    <a:pt x="7619" y="1973580"/>
                  </a:moveTo>
                  <a:lnTo>
                    <a:pt x="3048" y="1973580"/>
                  </a:lnTo>
                  <a:lnTo>
                    <a:pt x="0" y="1970532"/>
                  </a:lnTo>
                  <a:lnTo>
                    <a:pt x="0" y="1965959"/>
                  </a:lnTo>
                  <a:lnTo>
                    <a:pt x="3048" y="1962912"/>
                  </a:lnTo>
                  <a:lnTo>
                    <a:pt x="7619" y="1962912"/>
                  </a:lnTo>
                  <a:lnTo>
                    <a:pt x="10667" y="1965959"/>
                  </a:lnTo>
                  <a:lnTo>
                    <a:pt x="10667" y="1970532"/>
                  </a:lnTo>
                  <a:lnTo>
                    <a:pt x="7619" y="1973580"/>
                  </a:lnTo>
                  <a:close/>
                </a:path>
                <a:path w="10795" h="2735579">
                  <a:moveTo>
                    <a:pt x="7619" y="1991868"/>
                  </a:moveTo>
                  <a:lnTo>
                    <a:pt x="3048" y="1991868"/>
                  </a:lnTo>
                  <a:lnTo>
                    <a:pt x="0" y="1990344"/>
                  </a:lnTo>
                  <a:lnTo>
                    <a:pt x="0" y="1984248"/>
                  </a:lnTo>
                  <a:lnTo>
                    <a:pt x="3048" y="1982723"/>
                  </a:lnTo>
                  <a:lnTo>
                    <a:pt x="7619" y="1982723"/>
                  </a:lnTo>
                  <a:lnTo>
                    <a:pt x="10667" y="1984248"/>
                  </a:lnTo>
                  <a:lnTo>
                    <a:pt x="10667" y="1990344"/>
                  </a:lnTo>
                  <a:lnTo>
                    <a:pt x="7619" y="1991868"/>
                  </a:lnTo>
                  <a:close/>
                </a:path>
                <a:path w="10795" h="2735579">
                  <a:moveTo>
                    <a:pt x="7619" y="2011680"/>
                  </a:moveTo>
                  <a:lnTo>
                    <a:pt x="3048" y="2011680"/>
                  </a:lnTo>
                  <a:lnTo>
                    <a:pt x="0" y="2008632"/>
                  </a:lnTo>
                  <a:lnTo>
                    <a:pt x="0" y="2004059"/>
                  </a:lnTo>
                  <a:lnTo>
                    <a:pt x="3048" y="2001012"/>
                  </a:lnTo>
                  <a:lnTo>
                    <a:pt x="7619" y="2001012"/>
                  </a:lnTo>
                  <a:lnTo>
                    <a:pt x="10667" y="2004059"/>
                  </a:lnTo>
                  <a:lnTo>
                    <a:pt x="10667" y="2008632"/>
                  </a:lnTo>
                  <a:lnTo>
                    <a:pt x="7619" y="2011680"/>
                  </a:lnTo>
                  <a:close/>
                </a:path>
                <a:path w="10795" h="2735579">
                  <a:moveTo>
                    <a:pt x="7619" y="2029968"/>
                  </a:moveTo>
                  <a:lnTo>
                    <a:pt x="3048" y="2029968"/>
                  </a:lnTo>
                  <a:lnTo>
                    <a:pt x="0" y="2028444"/>
                  </a:lnTo>
                  <a:lnTo>
                    <a:pt x="0" y="2022348"/>
                  </a:lnTo>
                  <a:lnTo>
                    <a:pt x="3048" y="2020823"/>
                  </a:lnTo>
                  <a:lnTo>
                    <a:pt x="7619" y="2020823"/>
                  </a:lnTo>
                  <a:lnTo>
                    <a:pt x="10667" y="2022348"/>
                  </a:lnTo>
                  <a:lnTo>
                    <a:pt x="10667" y="2028444"/>
                  </a:lnTo>
                  <a:lnTo>
                    <a:pt x="7619" y="2029968"/>
                  </a:lnTo>
                  <a:close/>
                </a:path>
                <a:path w="10795" h="2735579">
                  <a:moveTo>
                    <a:pt x="7619" y="2049780"/>
                  </a:moveTo>
                  <a:lnTo>
                    <a:pt x="3048" y="2049780"/>
                  </a:lnTo>
                  <a:lnTo>
                    <a:pt x="0" y="2046732"/>
                  </a:lnTo>
                  <a:lnTo>
                    <a:pt x="0" y="2042159"/>
                  </a:lnTo>
                  <a:lnTo>
                    <a:pt x="3048" y="2040635"/>
                  </a:lnTo>
                  <a:lnTo>
                    <a:pt x="7619" y="2040635"/>
                  </a:lnTo>
                  <a:lnTo>
                    <a:pt x="10667" y="2042159"/>
                  </a:lnTo>
                  <a:lnTo>
                    <a:pt x="10667" y="2046732"/>
                  </a:lnTo>
                  <a:lnTo>
                    <a:pt x="7619" y="2049780"/>
                  </a:lnTo>
                  <a:close/>
                </a:path>
                <a:path w="10795" h="2735579">
                  <a:moveTo>
                    <a:pt x="7619" y="2068068"/>
                  </a:moveTo>
                  <a:lnTo>
                    <a:pt x="3048" y="2068068"/>
                  </a:lnTo>
                  <a:lnTo>
                    <a:pt x="0" y="2066544"/>
                  </a:lnTo>
                  <a:lnTo>
                    <a:pt x="0" y="2060448"/>
                  </a:lnTo>
                  <a:lnTo>
                    <a:pt x="3048" y="2058923"/>
                  </a:lnTo>
                  <a:lnTo>
                    <a:pt x="7619" y="2058923"/>
                  </a:lnTo>
                  <a:lnTo>
                    <a:pt x="10667" y="2060448"/>
                  </a:lnTo>
                  <a:lnTo>
                    <a:pt x="10667" y="2066544"/>
                  </a:lnTo>
                  <a:lnTo>
                    <a:pt x="7619" y="2068068"/>
                  </a:lnTo>
                  <a:close/>
                </a:path>
                <a:path w="10795" h="2735579">
                  <a:moveTo>
                    <a:pt x="7619" y="2087880"/>
                  </a:moveTo>
                  <a:lnTo>
                    <a:pt x="3048" y="2087880"/>
                  </a:lnTo>
                  <a:lnTo>
                    <a:pt x="0" y="2084832"/>
                  </a:lnTo>
                  <a:lnTo>
                    <a:pt x="0" y="2080259"/>
                  </a:lnTo>
                  <a:lnTo>
                    <a:pt x="3048" y="2078735"/>
                  </a:lnTo>
                  <a:lnTo>
                    <a:pt x="7619" y="2078735"/>
                  </a:lnTo>
                  <a:lnTo>
                    <a:pt x="10667" y="2080259"/>
                  </a:lnTo>
                  <a:lnTo>
                    <a:pt x="10667" y="2084832"/>
                  </a:lnTo>
                  <a:lnTo>
                    <a:pt x="7619" y="2087880"/>
                  </a:lnTo>
                  <a:close/>
                </a:path>
                <a:path w="10795" h="2735579">
                  <a:moveTo>
                    <a:pt x="7619" y="2106168"/>
                  </a:moveTo>
                  <a:lnTo>
                    <a:pt x="3048" y="2106168"/>
                  </a:lnTo>
                  <a:lnTo>
                    <a:pt x="0" y="2104644"/>
                  </a:lnTo>
                  <a:lnTo>
                    <a:pt x="0" y="2098548"/>
                  </a:lnTo>
                  <a:lnTo>
                    <a:pt x="3048" y="2097023"/>
                  </a:lnTo>
                  <a:lnTo>
                    <a:pt x="7619" y="2097023"/>
                  </a:lnTo>
                  <a:lnTo>
                    <a:pt x="10667" y="2098548"/>
                  </a:lnTo>
                  <a:lnTo>
                    <a:pt x="10667" y="2104644"/>
                  </a:lnTo>
                  <a:lnTo>
                    <a:pt x="7619" y="2106168"/>
                  </a:lnTo>
                  <a:close/>
                </a:path>
                <a:path w="10795" h="2735579">
                  <a:moveTo>
                    <a:pt x="7619" y="2125980"/>
                  </a:moveTo>
                  <a:lnTo>
                    <a:pt x="3048" y="2125980"/>
                  </a:lnTo>
                  <a:lnTo>
                    <a:pt x="0" y="2122932"/>
                  </a:lnTo>
                  <a:lnTo>
                    <a:pt x="0" y="2118359"/>
                  </a:lnTo>
                  <a:lnTo>
                    <a:pt x="3048" y="2116835"/>
                  </a:lnTo>
                  <a:lnTo>
                    <a:pt x="7619" y="2116835"/>
                  </a:lnTo>
                  <a:lnTo>
                    <a:pt x="10667" y="2118359"/>
                  </a:lnTo>
                  <a:lnTo>
                    <a:pt x="10667" y="2122932"/>
                  </a:lnTo>
                  <a:lnTo>
                    <a:pt x="7619" y="2125980"/>
                  </a:lnTo>
                  <a:close/>
                </a:path>
                <a:path w="10795" h="2735579">
                  <a:moveTo>
                    <a:pt x="7619" y="2144268"/>
                  </a:moveTo>
                  <a:lnTo>
                    <a:pt x="3048" y="2144268"/>
                  </a:lnTo>
                  <a:lnTo>
                    <a:pt x="0" y="2142744"/>
                  </a:lnTo>
                  <a:lnTo>
                    <a:pt x="0" y="2136648"/>
                  </a:lnTo>
                  <a:lnTo>
                    <a:pt x="3048" y="2135123"/>
                  </a:lnTo>
                  <a:lnTo>
                    <a:pt x="7619" y="2135123"/>
                  </a:lnTo>
                  <a:lnTo>
                    <a:pt x="10667" y="2136648"/>
                  </a:lnTo>
                  <a:lnTo>
                    <a:pt x="10667" y="2142744"/>
                  </a:lnTo>
                  <a:lnTo>
                    <a:pt x="7619" y="2144268"/>
                  </a:lnTo>
                  <a:close/>
                </a:path>
                <a:path w="10795" h="2735579">
                  <a:moveTo>
                    <a:pt x="7619" y="2164080"/>
                  </a:moveTo>
                  <a:lnTo>
                    <a:pt x="3048" y="2164080"/>
                  </a:lnTo>
                  <a:lnTo>
                    <a:pt x="0" y="2161032"/>
                  </a:lnTo>
                  <a:lnTo>
                    <a:pt x="0" y="2156459"/>
                  </a:lnTo>
                  <a:lnTo>
                    <a:pt x="3048" y="2154935"/>
                  </a:lnTo>
                  <a:lnTo>
                    <a:pt x="7619" y="2154935"/>
                  </a:lnTo>
                  <a:lnTo>
                    <a:pt x="10667" y="2156459"/>
                  </a:lnTo>
                  <a:lnTo>
                    <a:pt x="10667" y="2161032"/>
                  </a:lnTo>
                  <a:lnTo>
                    <a:pt x="7619" y="2164080"/>
                  </a:lnTo>
                  <a:close/>
                </a:path>
                <a:path w="10795" h="2735579">
                  <a:moveTo>
                    <a:pt x="7619" y="2182368"/>
                  </a:moveTo>
                  <a:lnTo>
                    <a:pt x="3048" y="2182368"/>
                  </a:lnTo>
                  <a:lnTo>
                    <a:pt x="0" y="2180844"/>
                  </a:lnTo>
                  <a:lnTo>
                    <a:pt x="0" y="2174748"/>
                  </a:lnTo>
                  <a:lnTo>
                    <a:pt x="3048" y="2173223"/>
                  </a:lnTo>
                  <a:lnTo>
                    <a:pt x="7619" y="2173223"/>
                  </a:lnTo>
                  <a:lnTo>
                    <a:pt x="10667" y="2174748"/>
                  </a:lnTo>
                  <a:lnTo>
                    <a:pt x="10667" y="2180844"/>
                  </a:lnTo>
                  <a:lnTo>
                    <a:pt x="7619" y="2182368"/>
                  </a:lnTo>
                  <a:close/>
                </a:path>
                <a:path w="10795" h="2735579">
                  <a:moveTo>
                    <a:pt x="7619" y="2202180"/>
                  </a:moveTo>
                  <a:lnTo>
                    <a:pt x="3048" y="2202180"/>
                  </a:lnTo>
                  <a:lnTo>
                    <a:pt x="0" y="2199132"/>
                  </a:lnTo>
                  <a:lnTo>
                    <a:pt x="0" y="2194559"/>
                  </a:lnTo>
                  <a:lnTo>
                    <a:pt x="3048" y="2193035"/>
                  </a:lnTo>
                  <a:lnTo>
                    <a:pt x="7619" y="2193035"/>
                  </a:lnTo>
                  <a:lnTo>
                    <a:pt x="10667" y="2194559"/>
                  </a:lnTo>
                  <a:lnTo>
                    <a:pt x="10667" y="2199132"/>
                  </a:lnTo>
                  <a:lnTo>
                    <a:pt x="7619" y="2202180"/>
                  </a:lnTo>
                  <a:close/>
                </a:path>
                <a:path w="10795" h="2735579">
                  <a:moveTo>
                    <a:pt x="7619" y="2220468"/>
                  </a:moveTo>
                  <a:lnTo>
                    <a:pt x="3048" y="2220468"/>
                  </a:lnTo>
                  <a:lnTo>
                    <a:pt x="0" y="2218944"/>
                  </a:lnTo>
                  <a:lnTo>
                    <a:pt x="0" y="2212848"/>
                  </a:lnTo>
                  <a:lnTo>
                    <a:pt x="3048" y="2211323"/>
                  </a:lnTo>
                  <a:lnTo>
                    <a:pt x="7619" y="2211323"/>
                  </a:lnTo>
                  <a:lnTo>
                    <a:pt x="10667" y="2212848"/>
                  </a:lnTo>
                  <a:lnTo>
                    <a:pt x="10667" y="2218944"/>
                  </a:lnTo>
                  <a:lnTo>
                    <a:pt x="7619" y="2220468"/>
                  </a:lnTo>
                  <a:close/>
                </a:path>
                <a:path w="10795" h="2735579">
                  <a:moveTo>
                    <a:pt x="7619" y="2240280"/>
                  </a:moveTo>
                  <a:lnTo>
                    <a:pt x="3048" y="2240280"/>
                  </a:lnTo>
                  <a:lnTo>
                    <a:pt x="0" y="2237232"/>
                  </a:lnTo>
                  <a:lnTo>
                    <a:pt x="0" y="2232659"/>
                  </a:lnTo>
                  <a:lnTo>
                    <a:pt x="3048" y="2231135"/>
                  </a:lnTo>
                  <a:lnTo>
                    <a:pt x="7619" y="2231135"/>
                  </a:lnTo>
                  <a:lnTo>
                    <a:pt x="10667" y="2232659"/>
                  </a:lnTo>
                  <a:lnTo>
                    <a:pt x="10667" y="2237232"/>
                  </a:lnTo>
                  <a:lnTo>
                    <a:pt x="7619" y="2240280"/>
                  </a:lnTo>
                  <a:close/>
                </a:path>
                <a:path w="10795" h="2735579">
                  <a:moveTo>
                    <a:pt x="7619" y="2258568"/>
                  </a:moveTo>
                  <a:lnTo>
                    <a:pt x="3048" y="2258568"/>
                  </a:lnTo>
                  <a:lnTo>
                    <a:pt x="0" y="2257044"/>
                  </a:lnTo>
                  <a:lnTo>
                    <a:pt x="0" y="2250948"/>
                  </a:lnTo>
                  <a:lnTo>
                    <a:pt x="3048" y="2249423"/>
                  </a:lnTo>
                  <a:lnTo>
                    <a:pt x="7619" y="2249423"/>
                  </a:lnTo>
                  <a:lnTo>
                    <a:pt x="10667" y="2250948"/>
                  </a:lnTo>
                  <a:lnTo>
                    <a:pt x="10667" y="2257044"/>
                  </a:lnTo>
                  <a:lnTo>
                    <a:pt x="7619" y="2258568"/>
                  </a:lnTo>
                  <a:close/>
                </a:path>
                <a:path w="10795" h="2735579">
                  <a:moveTo>
                    <a:pt x="7619" y="2278380"/>
                  </a:moveTo>
                  <a:lnTo>
                    <a:pt x="3048" y="2278380"/>
                  </a:lnTo>
                  <a:lnTo>
                    <a:pt x="0" y="2275332"/>
                  </a:lnTo>
                  <a:lnTo>
                    <a:pt x="0" y="2270759"/>
                  </a:lnTo>
                  <a:lnTo>
                    <a:pt x="3048" y="2269235"/>
                  </a:lnTo>
                  <a:lnTo>
                    <a:pt x="7619" y="2269235"/>
                  </a:lnTo>
                  <a:lnTo>
                    <a:pt x="10667" y="2270759"/>
                  </a:lnTo>
                  <a:lnTo>
                    <a:pt x="10667" y="2275332"/>
                  </a:lnTo>
                  <a:lnTo>
                    <a:pt x="7619" y="2278380"/>
                  </a:lnTo>
                  <a:close/>
                </a:path>
                <a:path w="10795" h="2735579">
                  <a:moveTo>
                    <a:pt x="7619" y="2296668"/>
                  </a:moveTo>
                  <a:lnTo>
                    <a:pt x="3048" y="2296668"/>
                  </a:lnTo>
                  <a:lnTo>
                    <a:pt x="0" y="2295144"/>
                  </a:lnTo>
                  <a:lnTo>
                    <a:pt x="0" y="2289048"/>
                  </a:lnTo>
                  <a:lnTo>
                    <a:pt x="3048" y="2287523"/>
                  </a:lnTo>
                  <a:lnTo>
                    <a:pt x="7619" y="2287523"/>
                  </a:lnTo>
                  <a:lnTo>
                    <a:pt x="10667" y="2289048"/>
                  </a:lnTo>
                  <a:lnTo>
                    <a:pt x="10667" y="2295144"/>
                  </a:lnTo>
                  <a:lnTo>
                    <a:pt x="7619" y="2296668"/>
                  </a:lnTo>
                  <a:close/>
                </a:path>
                <a:path w="10795" h="2735579">
                  <a:moveTo>
                    <a:pt x="7619" y="2316480"/>
                  </a:moveTo>
                  <a:lnTo>
                    <a:pt x="3048" y="2316480"/>
                  </a:lnTo>
                  <a:lnTo>
                    <a:pt x="0" y="2313432"/>
                  </a:lnTo>
                  <a:lnTo>
                    <a:pt x="0" y="2308859"/>
                  </a:lnTo>
                  <a:lnTo>
                    <a:pt x="3048" y="2307335"/>
                  </a:lnTo>
                  <a:lnTo>
                    <a:pt x="7619" y="2307335"/>
                  </a:lnTo>
                  <a:lnTo>
                    <a:pt x="10667" y="2308859"/>
                  </a:lnTo>
                  <a:lnTo>
                    <a:pt x="10667" y="2313432"/>
                  </a:lnTo>
                  <a:lnTo>
                    <a:pt x="7619" y="2316480"/>
                  </a:lnTo>
                  <a:close/>
                </a:path>
                <a:path w="10795" h="2735579">
                  <a:moveTo>
                    <a:pt x="7619" y="2334768"/>
                  </a:moveTo>
                  <a:lnTo>
                    <a:pt x="3048" y="2334768"/>
                  </a:lnTo>
                  <a:lnTo>
                    <a:pt x="0" y="2333244"/>
                  </a:lnTo>
                  <a:lnTo>
                    <a:pt x="0" y="2328671"/>
                  </a:lnTo>
                  <a:lnTo>
                    <a:pt x="3048" y="2325623"/>
                  </a:lnTo>
                  <a:lnTo>
                    <a:pt x="7619" y="2325623"/>
                  </a:lnTo>
                  <a:lnTo>
                    <a:pt x="10667" y="2328671"/>
                  </a:lnTo>
                  <a:lnTo>
                    <a:pt x="10667" y="2333244"/>
                  </a:lnTo>
                  <a:lnTo>
                    <a:pt x="7619" y="2334768"/>
                  </a:lnTo>
                  <a:close/>
                </a:path>
                <a:path w="10795" h="2735579">
                  <a:moveTo>
                    <a:pt x="7619" y="2354580"/>
                  </a:moveTo>
                  <a:lnTo>
                    <a:pt x="3048" y="2354580"/>
                  </a:lnTo>
                  <a:lnTo>
                    <a:pt x="0" y="2351532"/>
                  </a:lnTo>
                  <a:lnTo>
                    <a:pt x="0" y="2346959"/>
                  </a:lnTo>
                  <a:lnTo>
                    <a:pt x="3048" y="2345435"/>
                  </a:lnTo>
                  <a:lnTo>
                    <a:pt x="7619" y="2345435"/>
                  </a:lnTo>
                  <a:lnTo>
                    <a:pt x="10667" y="2346959"/>
                  </a:lnTo>
                  <a:lnTo>
                    <a:pt x="10667" y="2351532"/>
                  </a:lnTo>
                  <a:lnTo>
                    <a:pt x="7619" y="2354580"/>
                  </a:lnTo>
                  <a:close/>
                </a:path>
                <a:path w="10795" h="2735579">
                  <a:moveTo>
                    <a:pt x="7619" y="2372868"/>
                  </a:moveTo>
                  <a:lnTo>
                    <a:pt x="3048" y="2372868"/>
                  </a:lnTo>
                  <a:lnTo>
                    <a:pt x="0" y="2371344"/>
                  </a:lnTo>
                  <a:lnTo>
                    <a:pt x="0" y="2366771"/>
                  </a:lnTo>
                  <a:lnTo>
                    <a:pt x="3048" y="2363723"/>
                  </a:lnTo>
                  <a:lnTo>
                    <a:pt x="7619" y="2363723"/>
                  </a:lnTo>
                  <a:lnTo>
                    <a:pt x="10667" y="2366771"/>
                  </a:lnTo>
                  <a:lnTo>
                    <a:pt x="10667" y="2371344"/>
                  </a:lnTo>
                  <a:lnTo>
                    <a:pt x="7619" y="2372868"/>
                  </a:lnTo>
                  <a:close/>
                </a:path>
                <a:path w="10795" h="2735579">
                  <a:moveTo>
                    <a:pt x="7619" y="2392680"/>
                  </a:moveTo>
                  <a:lnTo>
                    <a:pt x="3048" y="2392680"/>
                  </a:lnTo>
                  <a:lnTo>
                    <a:pt x="0" y="2389632"/>
                  </a:lnTo>
                  <a:lnTo>
                    <a:pt x="0" y="2385059"/>
                  </a:lnTo>
                  <a:lnTo>
                    <a:pt x="3048" y="2383535"/>
                  </a:lnTo>
                  <a:lnTo>
                    <a:pt x="7619" y="2383535"/>
                  </a:lnTo>
                  <a:lnTo>
                    <a:pt x="10667" y="2385059"/>
                  </a:lnTo>
                  <a:lnTo>
                    <a:pt x="10667" y="2389632"/>
                  </a:lnTo>
                  <a:lnTo>
                    <a:pt x="7619" y="2392680"/>
                  </a:lnTo>
                  <a:close/>
                </a:path>
                <a:path w="10795" h="2735579">
                  <a:moveTo>
                    <a:pt x="7619" y="2410968"/>
                  </a:moveTo>
                  <a:lnTo>
                    <a:pt x="3048" y="2410968"/>
                  </a:lnTo>
                  <a:lnTo>
                    <a:pt x="0" y="2409444"/>
                  </a:lnTo>
                  <a:lnTo>
                    <a:pt x="0" y="2404871"/>
                  </a:lnTo>
                  <a:lnTo>
                    <a:pt x="3048" y="2401823"/>
                  </a:lnTo>
                  <a:lnTo>
                    <a:pt x="7619" y="2401823"/>
                  </a:lnTo>
                  <a:lnTo>
                    <a:pt x="10667" y="2404871"/>
                  </a:lnTo>
                  <a:lnTo>
                    <a:pt x="10667" y="2409444"/>
                  </a:lnTo>
                  <a:lnTo>
                    <a:pt x="7619" y="2410968"/>
                  </a:lnTo>
                  <a:close/>
                </a:path>
                <a:path w="10795" h="2735579">
                  <a:moveTo>
                    <a:pt x="7619" y="2430780"/>
                  </a:moveTo>
                  <a:lnTo>
                    <a:pt x="3048" y="2430780"/>
                  </a:lnTo>
                  <a:lnTo>
                    <a:pt x="0" y="2427732"/>
                  </a:lnTo>
                  <a:lnTo>
                    <a:pt x="0" y="2423159"/>
                  </a:lnTo>
                  <a:lnTo>
                    <a:pt x="3048" y="2421635"/>
                  </a:lnTo>
                  <a:lnTo>
                    <a:pt x="7619" y="2421635"/>
                  </a:lnTo>
                  <a:lnTo>
                    <a:pt x="10667" y="2423159"/>
                  </a:lnTo>
                  <a:lnTo>
                    <a:pt x="10667" y="2427732"/>
                  </a:lnTo>
                  <a:lnTo>
                    <a:pt x="7619" y="2430780"/>
                  </a:lnTo>
                  <a:close/>
                </a:path>
                <a:path w="10795" h="2735579">
                  <a:moveTo>
                    <a:pt x="7619" y="2449068"/>
                  </a:moveTo>
                  <a:lnTo>
                    <a:pt x="3048" y="2449068"/>
                  </a:lnTo>
                  <a:lnTo>
                    <a:pt x="0" y="2447544"/>
                  </a:lnTo>
                  <a:lnTo>
                    <a:pt x="0" y="2442971"/>
                  </a:lnTo>
                  <a:lnTo>
                    <a:pt x="3048" y="2439923"/>
                  </a:lnTo>
                  <a:lnTo>
                    <a:pt x="7619" y="2439923"/>
                  </a:lnTo>
                  <a:lnTo>
                    <a:pt x="10667" y="2442971"/>
                  </a:lnTo>
                  <a:lnTo>
                    <a:pt x="10667" y="2447544"/>
                  </a:lnTo>
                  <a:lnTo>
                    <a:pt x="7619" y="2449068"/>
                  </a:lnTo>
                  <a:close/>
                </a:path>
                <a:path w="10795" h="2735579">
                  <a:moveTo>
                    <a:pt x="7619" y="2468880"/>
                  </a:moveTo>
                  <a:lnTo>
                    <a:pt x="3048" y="2468880"/>
                  </a:lnTo>
                  <a:lnTo>
                    <a:pt x="0" y="2467355"/>
                  </a:lnTo>
                  <a:lnTo>
                    <a:pt x="0" y="2461259"/>
                  </a:lnTo>
                  <a:lnTo>
                    <a:pt x="3048" y="2459735"/>
                  </a:lnTo>
                  <a:lnTo>
                    <a:pt x="7619" y="2459735"/>
                  </a:lnTo>
                  <a:lnTo>
                    <a:pt x="10667" y="2461259"/>
                  </a:lnTo>
                  <a:lnTo>
                    <a:pt x="10667" y="2467355"/>
                  </a:lnTo>
                  <a:lnTo>
                    <a:pt x="7619" y="2468880"/>
                  </a:lnTo>
                  <a:close/>
                </a:path>
                <a:path w="10795" h="2735579">
                  <a:moveTo>
                    <a:pt x="7619" y="2487168"/>
                  </a:moveTo>
                  <a:lnTo>
                    <a:pt x="3048" y="2487168"/>
                  </a:lnTo>
                  <a:lnTo>
                    <a:pt x="0" y="2485644"/>
                  </a:lnTo>
                  <a:lnTo>
                    <a:pt x="0" y="2481071"/>
                  </a:lnTo>
                  <a:lnTo>
                    <a:pt x="3048" y="2478023"/>
                  </a:lnTo>
                  <a:lnTo>
                    <a:pt x="7619" y="2478023"/>
                  </a:lnTo>
                  <a:lnTo>
                    <a:pt x="10667" y="2481071"/>
                  </a:lnTo>
                  <a:lnTo>
                    <a:pt x="10667" y="2485644"/>
                  </a:lnTo>
                  <a:lnTo>
                    <a:pt x="7619" y="2487168"/>
                  </a:lnTo>
                  <a:close/>
                </a:path>
                <a:path w="10795" h="2735579">
                  <a:moveTo>
                    <a:pt x="7619" y="2506980"/>
                  </a:moveTo>
                  <a:lnTo>
                    <a:pt x="3048" y="2506980"/>
                  </a:lnTo>
                  <a:lnTo>
                    <a:pt x="0" y="2505455"/>
                  </a:lnTo>
                  <a:lnTo>
                    <a:pt x="0" y="2499359"/>
                  </a:lnTo>
                  <a:lnTo>
                    <a:pt x="3048" y="2497835"/>
                  </a:lnTo>
                  <a:lnTo>
                    <a:pt x="7619" y="2497835"/>
                  </a:lnTo>
                  <a:lnTo>
                    <a:pt x="10667" y="2499359"/>
                  </a:lnTo>
                  <a:lnTo>
                    <a:pt x="10667" y="2505455"/>
                  </a:lnTo>
                  <a:lnTo>
                    <a:pt x="7619" y="2506980"/>
                  </a:lnTo>
                  <a:close/>
                </a:path>
                <a:path w="10795" h="2735579">
                  <a:moveTo>
                    <a:pt x="7619" y="2525268"/>
                  </a:moveTo>
                  <a:lnTo>
                    <a:pt x="3048" y="2525268"/>
                  </a:lnTo>
                  <a:lnTo>
                    <a:pt x="0" y="2523744"/>
                  </a:lnTo>
                  <a:lnTo>
                    <a:pt x="0" y="2519171"/>
                  </a:lnTo>
                  <a:lnTo>
                    <a:pt x="3048" y="2516123"/>
                  </a:lnTo>
                  <a:lnTo>
                    <a:pt x="7619" y="2516123"/>
                  </a:lnTo>
                  <a:lnTo>
                    <a:pt x="10667" y="2519171"/>
                  </a:lnTo>
                  <a:lnTo>
                    <a:pt x="10667" y="2523744"/>
                  </a:lnTo>
                  <a:lnTo>
                    <a:pt x="7619" y="2525268"/>
                  </a:lnTo>
                  <a:close/>
                </a:path>
                <a:path w="10795" h="2735579">
                  <a:moveTo>
                    <a:pt x="7619" y="2545080"/>
                  </a:moveTo>
                  <a:lnTo>
                    <a:pt x="3048" y="2545080"/>
                  </a:lnTo>
                  <a:lnTo>
                    <a:pt x="0" y="2543555"/>
                  </a:lnTo>
                  <a:lnTo>
                    <a:pt x="0" y="2537459"/>
                  </a:lnTo>
                  <a:lnTo>
                    <a:pt x="3048" y="2535935"/>
                  </a:lnTo>
                  <a:lnTo>
                    <a:pt x="7619" y="2535935"/>
                  </a:lnTo>
                  <a:lnTo>
                    <a:pt x="10667" y="2537459"/>
                  </a:lnTo>
                  <a:lnTo>
                    <a:pt x="10667" y="2543555"/>
                  </a:lnTo>
                  <a:lnTo>
                    <a:pt x="7619" y="2545080"/>
                  </a:lnTo>
                  <a:close/>
                </a:path>
                <a:path w="10795" h="2735579">
                  <a:moveTo>
                    <a:pt x="7619" y="2563368"/>
                  </a:moveTo>
                  <a:lnTo>
                    <a:pt x="3048" y="2563368"/>
                  </a:lnTo>
                  <a:lnTo>
                    <a:pt x="0" y="2561844"/>
                  </a:lnTo>
                  <a:lnTo>
                    <a:pt x="0" y="2557271"/>
                  </a:lnTo>
                  <a:lnTo>
                    <a:pt x="3048" y="2554223"/>
                  </a:lnTo>
                  <a:lnTo>
                    <a:pt x="7619" y="2554223"/>
                  </a:lnTo>
                  <a:lnTo>
                    <a:pt x="10667" y="2557271"/>
                  </a:lnTo>
                  <a:lnTo>
                    <a:pt x="10667" y="2561844"/>
                  </a:lnTo>
                  <a:lnTo>
                    <a:pt x="7619" y="2563368"/>
                  </a:lnTo>
                  <a:close/>
                </a:path>
                <a:path w="10795" h="2735579">
                  <a:moveTo>
                    <a:pt x="7619" y="2583180"/>
                  </a:moveTo>
                  <a:lnTo>
                    <a:pt x="3048" y="2583180"/>
                  </a:lnTo>
                  <a:lnTo>
                    <a:pt x="0" y="2581655"/>
                  </a:lnTo>
                  <a:lnTo>
                    <a:pt x="0" y="2575559"/>
                  </a:lnTo>
                  <a:lnTo>
                    <a:pt x="3048" y="2574035"/>
                  </a:lnTo>
                  <a:lnTo>
                    <a:pt x="7619" y="2574035"/>
                  </a:lnTo>
                  <a:lnTo>
                    <a:pt x="10667" y="2575559"/>
                  </a:lnTo>
                  <a:lnTo>
                    <a:pt x="10667" y="2581655"/>
                  </a:lnTo>
                  <a:lnTo>
                    <a:pt x="7619" y="2583180"/>
                  </a:lnTo>
                  <a:close/>
                </a:path>
                <a:path w="10795" h="2735579">
                  <a:moveTo>
                    <a:pt x="7619" y="2601468"/>
                  </a:moveTo>
                  <a:lnTo>
                    <a:pt x="3048" y="2601468"/>
                  </a:lnTo>
                  <a:lnTo>
                    <a:pt x="0" y="2599944"/>
                  </a:lnTo>
                  <a:lnTo>
                    <a:pt x="0" y="2595371"/>
                  </a:lnTo>
                  <a:lnTo>
                    <a:pt x="3048" y="2592323"/>
                  </a:lnTo>
                  <a:lnTo>
                    <a:pt x="7619" y="2592323"/>
                  </a:lnTo>
                  <a:lnTo>
                    <a:pt x="10667" y="2595371"/>
                  </a:lnTo>
                  <a:lnTo>
                    <a:pt x="10667" y="2599944"/>
                  </a:lnTo>
                  <a:lnTo>
                    <a:pt x="7619" y="2601468"/>
                  </a:lnTo>
                  <a:close/>
                </a:path>
                <a:path w="10795" h="2735579">
                  <a:moveTo>
                    <a:pt x="7619" y="2621280"/>
                  </a:moveTo>
                  <a:lnTo>
                    <a:pt x="3048" y="2621280"/>
                  </a:lnTo>
                  <a:lnTo>
                    <a:pt x="0" y="2619755"/>
                  </a:lnTo>
                  <a:lnTo>
                    <a:pt x="0" y="2613659"/>
                  </a:lnTo>
                  <a:lnTo>
                    <a:pt x="3048" y="2612135"/>
                  </a:lnTo>
                  <a:lnTo>
                    <a:pt x="7619" y="2612135"/>
                  </a:lnTo>
                  <a:lnTo>
                    <a:pt x="10667" y="2613659"/>
                  </a:lnTo>
                  <a:lnTo>
                    <a:pt x="10667" y="2619755"/>
                  </a:lnTo>
                  <a:lnTo>
                    <a:pt x="7619" y="2621280"/>
                  </a:lnTo>
                  <a:close/>
                </a:path>
                <a:path w="10795" h="2735579">
                  <a:moveTo>
                    <a:pt x="7619" y="2639568"/>
                  </a:moveTo>
                  <a:lnTo>
                    <a:pt x="3048" y="2639568"/>
                  </a:lnTo>
                  <a:lnTo>
                    <a:pt x="0" y="2638044"/>
                  </a:lnTo>
                  <a:lnTo>
                    <a:pt x="0" y="2633471"/>
                  </a:lnTo>
                  <a:lnTo>
                    <a:pt x="3048" y="2630423"/>
                  </a:lnTo>
                  <a:lnTo>
                    <a:pt x="7619" y="2630423"/>
                  </a:lnTo>
                  <a:lnTo>
                    <a:pt x="10667" y="2633471"/>
                  </a:lnTo>
                  <a:lnTo>
                    <a:pt x="10667" y="2638044"/>
                  </a:lnTo>
                  <a:lnTo>
                    <a:pt x="7619" y="2639568"/>
                  </a:lnTo>
                  <a:close/>
                </a:path>
                <a:path w="10795" h="2735579">
                  <a:moveTo>
                    <a:pt x="7619" y="2659380"/>
                  </a:moveTo>
                  <a:lnTo>
                    <a:pt x="3048" y="2659380"/>
                  </a:lnTo>
                  <a:lnTo>
                    <a:pt x="0" y="2657855"/>
                  </a:lnTo>
                  <a:lnTo>
                    <a:pt x="0" y="2651759"/>
                  </a:lnTo>
                  <a:lnTo>
                    <a:pt x="3048" y="2650235"/>
                  </a:lnTo>
                  <a:lnTo>
                    <a:pt x="7619" y="2650235"/>
                  </a:lnTo>
                  <a:lnTo>
                    <a:pt x="10667" y="2651759"/>
                  </a:lnTo>
                  <a:lnTo>
                    <a:pt x="10667" y="2657855"/>
                  </a:lnTo>
                  <a:lnTo>
                    <a:pt x="7619" y="2659380"/>
                  </a:lnTo>
                  <a:close/>
                </a:path>
                <a:path w="10795" h="2735579">
                  <a:moveTo>
                    <a:pt x="7619" y="2677668"/>
                  </a:moveTo>
                  <a:lnTo>
                    <a:pt x="3048" y="2677668"/>
                  </a:lnTo>
                  <a:lnTo>
                    <a:pt x="0" y="2676144"/>
                  </a:lnTo>
                  <a:lnTo>
                    <a:pt x="0" y="2671571"/>
                  </a:lnTo>
                  <a:lnTo>
                    <a:pt x="3048" y="2668523"/>
                  </a:lnTo>
                  <a:lnTo>
                    <a:pt x="7619" y="2668523"/>
                  </a:lnTo>
                  <a:lnTo>
                    <a:pt x="10667" y="2671571"/>
                  </a:lnTo>
                  <a:lnTo>
                    <a:pt x="10667" y="2676144"/>
                  </a:lnTo>
                  <a:lnTo>
                    <a:pt x="7619" y="2677668"/>
                  </a:lnTo>
                  <a:close/>
                </a:path>
                <a:path w="10795" h="2735579">
                  <a:moveTo>
                    <a:pt x="7619" y="2697480"/>
                  </a:moveTo>
                  <a:lnTo>
                    <a:pt x="3048" y="2697480"/>
                  </a:lnTo>
                  <a:lnTo>
                    <a:pt x="0" y="2695955"/>
                  </a:lnTo>
                  <a:lnTo>
                    <a:pt x="0" y="2689859"/>
                  </a:lnTo>
                  <a:lnTo>
                    <a:pt x="3048" y="2688335"/>
                  </a:lnTo>
                  <a:lnTo>
                    <a:pt x="7619" y="2688335"/>
                  </a:lnTo>
                  <a:lnTo>
                    <a:pt x="10667" y="2689859"/>
                  </a:lnTo>
                  <a:lnTo>
                    <a:pt x="10667" y="2695955"/>
                  </a:lnTo>
                  <a:lnTo>
                    <a:pt x="7619" y="2697480"/>
                  </a:lnTo>
                  <a:close/>
                </a:path>
                <a:path w="10795" h="2735579">
                  <a:moveTo>
                    <a:pt x="7619" y="2715768"/>
                  </a:moveTo>
                  <a:lnTo>
                    <a:pt x="3048" y="2715768"/>
                  </a:lnTo>
                  <a:lnTo>
                    <a:pt x="0" y="2714244"/>
                  </a:lnTo>
                  <a:lnTo>
                    <a:pt x="0" y="2709671"/>
                  </a:lnTo>
                  <a:lnTo>
                    <a:pt x="3048" y="2706623"/>
                  </a:lnTo>
                  <a:lnTo>
                    <a:pt x="7619" y="2706623"/>
                  </a:lnTo>
                  <a:lnTo>
                    <a:pt x="10667" y="2709671"/>
                  </a:lnTo>
                  <a:lnTo>
                    <a:pt x="10667" y="2714244"/>
                  </a:lnTo>
                  <a:lnTo>
                    <a:pt x="7619" y="2715768"/>
                  </a:lnTo>
                  <a:close/>
                </a:path>
                <a:path w="10795" h="2735579">
                  <a:moveTo>
                    <a:pt x="7619" y="2735580"/>
                  </a:moveTo>
                  <a:lnTo>
                    <a:pt x="3048" y="2735580"/>
                  </a:lnTo>
                  <a:lnTo>
                    <a:pt x="0" y="2734055"/>
                  </a:lnTo>
                  <a:lnTo>
                    <a:pt x="0" y="2727959"/>
                  </a:lnTo>
                  <a:lnTo>
                    <a:pt x="3048" y="2726435"/>
                  </a:lnTo>
                  <a:lnTo>
                    <a:pt x="7619" y="2726435"/>
                  </a:lnTo>
                  <a:lnTo>
                    <a:pt x="10667" y="2727959"/>
                  </a:lnTo>
                  <a:lnTo>
                    <a:pt x="10667" y="2734055"/>
                  </a:lnTo>
                  <a:lnTo>
                    <a:pt x="7619" y="273558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315"/>
              </a:lnSpc>
              <a:spcBef>
                <a:spcPts val="95"/>
              </a:spcBef>
            </a:pPr>
            <a:r>
              <a:rPr spc="-10" dirty="0"/>
              <a:t>17-</a:t>
            </a:r>
            <a:r>
              <a:rPr dirty="0"/>
              <a:t>4 </a:t>
            </a:r>
            <a:r>
              <a:rPr spc="-10" dirty="0"/>
              <a:t>Interference</a:t>
            </a:r>
          </a:p>
          <a:p>
            <a:pPr marL="12700">
              <a:lnSpc>
                <a:spcPts val="2315"/>
              </a:lnSpc>
            </a:pPr>
            <a:r>
              <a:rPr dirty="0">
                <a:solidFill>
                  <a:srgbClr val="E10000"/>
                </a:solidFill>
              </a:rPr>
              <a:t>Example</a:t>
            </a:r>
            <a:r>
              <a:rPr spc="-60" dirty="0">
                <a:solidFill>
                  <a:srgbClr val="E10000"/>
                </a:solidFill>
              </a:rPr>
              <a:t> </a:t>
            </a:r>
            <a:r>
              <a:rPr spc="-50" dirty="0">
                <a:solidFill>
                  <a:srgbClr val="E10000"/>
                </a:solidFill>
              </a:rPr>
              <a:t>4</a:t>
            </a:r>
          </a:p>
        </p:txBody>
      </p:sp>
      <p:sp>
        <p:nvSpPr>
          <p:cNvPr id="28" name="object 28"/>
          <p:cNvSpPr/>
          <p:nvPr/>
        </p:nvSpPr>
        <p:spPr>
          <a:xfrm>
            <a:off x="792479" y="370331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2852" y="6819900"/>
                </a:moveTo>
                <a:lnTo>
                  <a:pt x="3048" y="6819900"/>
                </a:lnTo>
                <a:lnTo>
                  <a:pt x="0" y="6816851"/>
                </a:lnTo>
                <a:lnTo>
                  <a:pt x="0" y="3048"/>
                </a:lnTo>
                <a:lnTo>
                  <a:pt x="3048" y="0"/>
                </a:lnTo>
                <a:lnTo>
                  <a:pt x="9102852" y="0"/>
                </a:lnTo>
                <a:lnTo>
                  <a:pt x="9105900" y="3048"/>
                </a:lnTo>
                <a:lnTo>
                  <a:pt x="9105900" y="6096"/>
                </a:ln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lnTo>
                  <a:pt x="12192" y="6807708"/>
                </a:lnTo>
                <a:lnTo>
                  <a:pt x="6096" y="6807708"/>
                </a:lnTo>
                <a:lnTo>
                  <a:pt x="12192" y="6813803"/>
                </a:lnTo>
                <a:lnTo>
                  <a:pt x="9105900" y="6813803"/>
                </a:lnTo>
                <a:lnTo>
                  <a:pt x="9105900" y="6816851"/>
                </a:lnTo>
                <a:lnTo>
                  <a:pt x="9102852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close/>
              </a:path>
              <a:path w="9105900" h="6819900">
                <a:moveTo>
                  <a:pt x="9093707" y="12192"/>
                </a:moveTo>
                <a:lnTo>
                  <a:pt x="12192" y="12192"/>
                </a:lnTo>
                <a:lnTo>
                  <a:pt x="12192" y="6096"/>
                </a:lnTo>
                <a:lnTo>
                  <a:pt x="9093707" y="6096"/>
                </a:lnTo>
                <a:lnTo>
                  <a:pt x="9093707" y="12192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9093707" y="6096"/>
                </a:lnTo>
                <a:lnTo>
                  <a:pt x="9099804" y="12192"/>
                </a:lnTo>
                <a:lnTo>
                  <a:pt x="9105900" y="12192"/>
                </a:lnTo>
                <a:lnTo>
                  <a:pt x="9105900" y="6807708"/>
                </a:lnTo>
                <a:lnTo>
                  <a:pt x="9099804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12192"/>
                </a:moveTo>
                <a:lnTo>
                  <a:pt x="9099804" y="12192"/>
                </a:lnTo>
                <a:lnTo>
                  <a:pt x="9093707" y="6096"/>
                </a:lnTo>
                <a:lnTo>
                  <a:pt x="9105900" y="6096"/>
                </a:lnTo>
                <a:lnTo>
                  <a:pt x="9105900" y="12192"/>
                </a:lnTo>
                <a:close/>
              </a:path>
              <a:path w="9105900" h="6819900">
                <a:moveTo>
                  <a:pt x="12192" y="6813803"/>
                </a:moveTo>
                <a:lnTo>
                  <a:pt x="6096" y="6807708"/>
                </a:lnTo>
                <a:lnTo>
                  <a:pt x="12192" y="6807708"/>
                </a:lnTo>
                <a:lnTo>
                  <a:pt x="12192" y="6813803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12192" y="6813803"/>
                </a:lnTo>
                <a:lnTo>
                  <a:pt x="12192" y="6807708"/>
                </a:lnTo>
                <a:lnTo>
                  <a:pt x="9093707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6813803"/>
                </a:moveTo>
                <a:lnTo>
                  <a:pt x="9093707" y="6813803"/>
                </a:lnTo>
                <a:lnTo>
                  <a:pt x="9099804" y="6807708"/>
                </a:lnTo>
                <a:lnTo>
                  <a:pt x="9105900" y="6807708"/>
                </a:lnTo>
                <a:lnTo>
                  <a:pt x="9105900" y="6813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001307" y="1134823"/>
            <a:ext cx="8669020" cy="25469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986155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Two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point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sources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</a:t>
            </a:r>
            <a:r>
              <a:rPr sz="1950" baseline="-21367" dirty="0">
                <a:latin typeface="Microsoft Sans Serif"/>
                <a:cs typeface="Microsoft Sans Serif"/>
              </a:rPr>
              <a:t>1</a:t>
            </a:r>
            <a:r>
              <a:rPr sz="1950" spc="277" baseline="-21367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and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</a:t>
            </a:r>
            <a:r>
              <a:rPr sz="1950" baseline="-21367" dirty="0">
                <a:latin typeface="Microsoft Sans Serif"/>
                <a:cs typeface="Microsoft Sans Serif"/>
              </a:rPr>
              <a:t>2</a:t>
            </a:r>
            <a:r>
              <a:rPr sz="2000" dirty="0">
                <a:latin typeface="Microsoft Sans Serif"/>
                <a:cs typeface="Microsoft Sans Serif"/>
              </a:rPr>
              <a:t>,which are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in phase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and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separated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by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-50" dirty="0">
                <a:latin typeface="Microsoft Sans Serif"/>
                <a:cs typeface="Microsoft Sans Serif"/>
              </a:rPr>
              <a:t>a </a:t>
            </a:r>
            <a:r>
              <a:rPr sz="2000" dirty="0">
                <a:latin typeface="Microsoft Sans Serif"/>
                <a:cs typeface="Microsoft Sans Serif"/>
              </a:rPr>
              <a:t>distance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=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1.5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60" dirty="0">
                <a:latin typeface="Cambria"/>
                <a:cs typeface="Cambria"/>
              </a:rPr>
              <a:t>λ</a:t>
            </a:r>
            <a:r>
              <a:rPr sz="2000" spc="60" dirty="0">
                <a:latin typeface="Microsoft Sans Serif"/>
                <a:cs typeface="Microsoft Sans Serif"/>
              </a:rPr>
              <a:t>,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emit sound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waves of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identical wavelength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35" dirty="0">
                <a:latin typeface="Cambria"/>
                <a:cs typeface="Cambria"/>
              </a:rPr>
              <a:t>λ</a:t>
            </a:r>
            <a:r>
              <a:rPr sz="2000" spc="35" dirty="0">
                <a:latin typeface="Microsoft Sans Serif"/>
                <a:cs typeface="Microsoft Sans Serif"/>
              </a:rPr>
              <a:t>.</a:t>
            </a:r>
            <a:endParaRPr sz="2000">
              <a:latin typeface="Microsoft Sans Serif"/>
              <a:cs typeface="Microsoft Sans Serif"/>
            </a:endParaRPr>
          </a:p>
          <a:p>
            <a:pPr marL="1128395" indent="-458470">
              <a:lnSpc>
                <a:spcPct val="100000"/>
              </a:lnSpc>
              <a:buAutoNum type="alphaLcParenBoth"/>
              <a:tabLst>
                <a:tab pos="1128395" algn="l"/>
              </a:tabLst>
            </a:pPr>
            <a:r>
              <a:rPr sz="2000" dirty="0">
                <a:latin typeface="Microsoft Sans Serif"/>
                <a:cs typeface="Microsoft Sans Serif"/>
              </a:rPr>
              <a:t>What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kind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of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interference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at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point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P</a:t>
            </a:r>
            <a:r>
              <a:rPr sz="1950" spc="-37" baseline="-21367" dirty="0">
                <a:latin typeface="Microsoft Sans Serif"/>
                <a:cs typeface="Microsoft Sans Serif"/>
              </a:rPr>
              <a:t>1</a:t>
            </a:r>
            <a:r>
              <a:rPr sz="2000" spc="-25" dirty="0">
                <a:latin typeface="Microsoft Sans Serif"/>
                <a:cs typeface="Microsoft Sans Serif"/>
              </a:rPr>
              <a:t>?</a:t>
            </a:r>
            <a:endParaRPr sz="2000">
              <a:latin typeface="Microsoft Sans Serif"/>
              <a:cs typeface="Microsoft Sans Serif"/>
            </a:endParaRPr>
          </a:p>
          <a:p>
            <a:pPr marL="1128395" indent="-458470">
              <a:lnSpc>
                <a:spcPct val="100000"/>
              </a:lnSpc>
              <a:buAutoNum type="alphaLcParenBoth"/>
              <a:tabLst>
                <a:tab pos="1128395" algn="l"/>
              </a:tabLst>
            </a:pPr>
            <a:r>
              <a:rPr sz="2000" dirty="0">
                <a:latin typeface="Microsoft Sans Serif"/>
                <a:cs typeface="Microsoft Sans Serif"/>
              </a:rPr>
              <a:t>What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kind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of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interference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at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point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P</a:t>
            </a:r>
            <a:r>
              <a:rPr sz="1950" spc="-37" baseline="-21367" dirty="0">
                <a:latin typeface="Microsoft Sans Serif"/>
                <a:cs typeface="Microsoft Sans Serif"/>
              </a:rPr>
              <a:t>2</a:t>
            </a:r>
            <a:r>
              <a:rPr sz="2000" spc="-25" dirty="0">
                <a:latin typeface="Microsoft Sans Serif"/>
                <a:cs typeface="Microsoft Sans Serif"/>
              </a:rPr>
              <a:t>?</a:t>
            </a:r>
            <a:endParaRPr sz="2000">
              <a:latin typeface="Microsoft Sans Serif"/>
              <a:cs typeface="Microsoft Sans Serif"/>
            </a:endParaRPr>
          </a:p>
          <a:p>
            <a:pPr marL="1127125" marR="30480" indent="-457200">
              <a:lnSpc>
                <a:spcPct val="100000"/>
              </a:lnSpc>
              <a:buAutoNum type="alphaLcParenBoth"/>
              <a:tabLst>
                <a:tab pos="1127125" algn="l"/>
                <a:tab pos="1128395" algn="l"/>
              </a:tabLst>
            </a:pPr>
            <a:r>
              <a:rPr sz="2000" dirty="0">
                <a:latin typeface="Microsoft Sans Serif"/>
                <a:cs typeface="Microsoft Sans Serif"/>
              </a:rPr>
              <a:t>	What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is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number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of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points on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circle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at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which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interference </a:t>
            </a:r>
            <a:r>
              <a:rPr sz="2000" dirty="0">
                <a:latin typeface="Microsoft Sans Serif"/>
                <a:cs typeface="Microsoft Sans Serif"/>
              </a:rPr>
              <a:t>is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fully</a:t>
            </a:r>
            <a:r>
              <a:rPr sz="2000" spc="-10" dirty="0">
                <a:latin typeface="Microsoft Sans Serif"/>
                <a:cs typeface="Microsoft Sans Serif"/>
              </a:rPr>
              <a:t> constructive?</a:t>
            </a:r>
            <a:endParaRPr sz="2000">
              <a:latin typeface="Microsoft Sans Serif"/>
              <a:cs typeface="Microsoft Sans Serif"/>
            </a:endParaRPr>
          </a:p>
          <a:p>
            <a:pPr marL="67945">
              <a:lnSpc>
                <a:spcPct val="100000"/>
              </a:lnSpc>
              <a:spcBef>
                <a:spcPts val="935"/>
              </a:spcBef>
            </a:pP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Solution</a:t>
            </a:r>
            <a:endParaRPr sz="2000">
              <a:latin typeface="Microsoft Sans Serif"/>
              <a:cs typeface="Microsoft Sans Serif"/>
            </a:endParaRPr>
          </a:p>
          <a:p>
            <a:pPr marR="2108835" algn="r">
              <a:lnSpc>
                <a:spcPct val="100000"/>
              </a:lnSpc>
              <a:spcBef>
                <a:spcPts val="430"/>
              </a:spcBef>
            </a:pPr>
            <a:r>
              <a:rPr sz="1400" spc="-10" dirty="0">
                <a:solidFill>
                  <a:srgbClr val="3333CC"/>
                </a:solidFill>
                <a:latin typeface="Cambria"/>
                <a:cs typeface="Cambria"/>
              </a:rPr>
              <a:t>∆</a:t>
            </a:r>
            <a:r>
              <a:rPr sz="14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L=1.5</a:t>
            </a:r>
            <a:r>
              <a:rPr sz="1400" spc="-10" dirty="0">
                <a:solidFill>
                  <a:srgbClr val="3333CC"/>
                </a:solidFill>
                <a:latin typeface="Cambria"/>
                <a:cs typeface="Cambria"/>
              </a:rPr>
              <a:t>λ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950975" y="3043427"/>
            <a:ext cx="8789035" cy="4057015"/>
          </a:xfrm>
          <a:custGeom>
            <a:avLst/>
            <a:gdLst/>
            <a:ahLst/>
            <a:cxnLst/>
            <a:rect l="l" t="t" r="r" b="b"/>
            <a:pathLst>
              <a:path w="8789035" h="4057015">
                <a:moveTo>
                  <a:pt x="8788907" y="4056888"/>
                </a:moveTo>
                <a:lnTo>
                  <a:pt x="0" y="4056888"/>
                </a:lnTo>
                <a:lnTo>
                  <a:pt x="0" y="0"/>
                </a:lnTo>
                <a:lnTo>
                  <a:pt x="8788907" y="0"/>
                </a:lnTo>
                <a:lnTo>
                  <a:pt x="8788907" y="4572"/>
                </a:lnTo>
                <a:lnTo>
                  <a:pt x="9144" y="4572"/>
                </a:lnTo>
                <a:lnTo>
                  <a:pt x="4572" y="9144"/>
                </a:lnTo>
                <a:lnTo>
                  <a:pt x="9144" y="9144"/>
                </a:lnTo>
                <a:lnTo>
                  <a:pt x="9144" y="4046220"/>
                </a:lnTo>
                <a:lnTo>
                  <a:pt x="4572" y="4046220"/>
                </a:lnTo>
                <a:lnTo>
                  <a:pt x="9144" y="4050792"/>
                </a:lnTo>
                <a:lnTo>
                  <a:pt x="8788907" y="4050792"/>
                </a:lnTo>
                <a:lnTo>
                  <a:pt x="8788907" y="4056888"/>
                </a:lnTo>
                <a:close/>
              </a:path>
              <a:path w="8789035" h="4057015">
                <a:moveTo>
                  <a:pt x="9144" y="9144"/>
                </a:moveTo>
                <a:lnTo>
                  <a:pt x="4572" y="9144"/>
                </a:lnTo>
                <a:lnTo>
                  <a:pt x="9144" y="4572"/>
                </a:lnTo>
                <a:lnTo>
                  <a:pt x="9144" y="9144"/>
                </a:lnTo>
                <a:close/>
              </a:path>
              <a:path w="8789035" h="4057015">
                <a:moveTo>
                  <a:pt x="8779764" y="9144"/>
                </a:moveTo>
                <a:lnTo>
                  <a:pt x="9144" y="9144"/>
                </a:lnTo>
                <a:lnTo>
                  <a:pt x="9144" y="4572"/>
                </a:lnTo>
                <a:lnTo>
                  <a:pt x="8779764" y="4572"/>
                </a:lnTo>
                <a:lnTo>
                  <a:pt x="8779764" y="9144"/>
                </a:lnTo>
                <a:close/>
              </a:path>
              <a:path w="8789035" h="4057015">
                <a:moveTo>
                  <a:pt x="8779764" y="4050792"/>
                </a:moveTo>
                <a:lnTo>
                  <a:pt x="8779764" y="4572"/>
                </a:lnTo>
                <a:lnTo>
                  <a:pt x="8784336" y="9144"/>
                </a:lnTo>
                <a:lnTo>
                  <a:pt x="8788907" y="9144"/>
                </a:lnTo>
                <a:lnTo>
                  <a:pt x="8788907" y="4046220"/>
                </a:lnTo>
                <a:lnTo>
                  <a:pt x="8784336" y="4046220"/>
                </a:lnTo>
                <a:lnTo>
                  <a:pt x="8779764" y="4050792"/>
                </a:lnTo>
                <a:close/>
              </a:path>
              <a:path w="8789035" h="4057015">
                <a:moveTo>
                  <a:pt x="8788907" y="9144"/>
                </a:moveTo>
                <a:lnTo>
                  <a:pt x="8784336" y="9144"/>
                </a:lnTo>
                <a:lnTo>
                  <a:pt x="8779764" y="4572"/>
                </a:lnTo>
                <a:lnTo>
                  <a:pt x="8788907" y="4572"/>
                </a:lnTo>
                <a:lnTo>
                  <a:pt x="8788907" y="9144"/>
                </a:lnTo>
                <a:close/>
              </a:path>
              <a:path w="8789035" h="4057015">
                <a:moveTo>
                  <a:pt x="9144" y="4050792"/>
                </a:moveTo>
                <a:lnTo>
                  <a:pt x="4572" y="4046220"/>
                </a:lnTo>
                <a:lnTo>
                  <a:pt x="9144" y="4046220"/>
                </a:lnTo>
                <a:lnTo>
                  <a:pt x="9144" y="4050792"/>
                </a:lnTo>
                <a:close/>
              </a:path>
              <a:path w="8789035" h="4057015">
                <a:moveTo>
                  <a:pt x="8779764" y="4050792"/>
                </a:moveTo>
                <a:lnTo>
                  <a:pt x="9144" y="4050792"/>
                </a:lnTo>
                <a:lnTo>
                  <a:pt x="9144" y="4046220"/>
                </a:lnTo>
                <a:lnTo>
                  <a:pt x="8779764" y="4046220"/>
                </a:lnTo>
                <a:lnTo>
                  <a:pt x="8779764" y="4050792"/>
                </a:lnTo>
                <a:close/>
              </a:path>
              <a:path w="8789035" h="4057015">
                <a:moveTo>
                  <a:pt x="8788907" y="4050792"/>
                </a:moveTo>
                <a:lnTo>
                  <a:pt x="8779764" y="4050792"/>
                </a:lnTo>
                <a:lnTo>
                  <a:pt x="8784336" y="4046220"/>
                </a:lnTo>
                <a:lnTo>
                  <a:pt x="8788907" y="4046220"/>
                </a:lnTo>
                <a:lnTo>
                  <a:pt x="8788907" y="40507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18603" y="5149596"/>
            <a:ext cx="102108" cy="10210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181087" y="4935704"/>
            <a:ext cx="287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Microsoft Sans Serif"/>
                <a:cs typeface="Microsoft Sans Serif"/>
              </a:rPr>
              <a:t>S</a:t>
            </a:r>
            <a:r>
              <a:rPr sz="1575" spc="-37" baseline="-21164" dirty="0">
                <a:latin typeface="Microsoft Sans Serif"/>
                <a:cs typeface="Microsoft Sans Serif"/>
              </a:rPr>
              <a:t>1</a:t>
            </a:r>
            <a:endParaRPr sz="1575" baseline="-21164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50975" y="1150620"/>
            <a:ext cx="8789035" cy="1170940"/>
          </a:xfrm>
          <a:custGeom>
            <a:avLst/>
            <a:gdLst/>
            <a:ahLst/>
            <a:cxnLst/>
            <a:rect l="l" t="t" r="r" b="b"/>
            <a:pathLst>
              <a:path w="8789035" h="1170939">
                <a:moveTo>
                  <a:pt x="8788907" y="1170432"/>
                </a:moveTo>
                <a:lnTo>
                  <a:pt x="0" y="1170432"/>
                </a:lnTo>
                <a:lnTo>
                  <a:pt x="0" y="0"/>
                </a:lnTo>
                <a:lnTo>
                  <a:pt x="8788907" y="0"/>
                </a:lnTo>
                <a:lnTo>
                  <a:pt x="8788907" y="6096"/>
                </a:lnTo>
                <a:lnTo>
                  <a:pt x="9144" y="6096"/>
                </a:lnTo>
                <a:lnTo>
                  <a:pt x="4572" y="10668"/>
                </a:lnTo>
                <a:lnTo>
                  <a:pt x="9144" y="10668"/>
                </a:lnTo>
                <a:lnTo>
                  <a:pt x="9144" y="1161288"/>
                </a:lnTo>
                <a:lnTo>
                  <a:pt x="4572" y="1161288"/>
                </a:lnTo>
                <a:lnTo>
                  <a:pt x="9144" y="1165860"/>
                </a:lnTo>
                <a:lnTo>
                  <a:pt x="8788907" y="1165860"/>
                </a:lnTo>
                <a:lnTo>
                  <a:pt x="8788907" y="1170432"/>
                </a:lnTo>
                <a:close/>
              </a:path>
              <a:path w="8789035" h="1170939">
                <a:moveTo>
                  <a:pt x="9144" y="10668"/>
                </a:moveTo>
                <a:lnTo>
                  <a:pt x="4572" y="10668"/>
                </a:lnTo>
                <a:lnTo>
                  <a:pt x="9144" y="6096"/>
                </a:lnTo>
                <a:lnTo>
                  <a:pt x="9144" y="10668"/>
                </a:lnTo>
                <a:close/>
              </a:path>
              <a:path w="8789035" h="1170939">
                <a:moveTo>
                  <a:pt x="8779764" y="10668"/>
                </a:moveTo>
                <a:lnTo>
                  <a:pt x="9144" y="10668"/>
                </a:lnTo>
                <a:lnTo>
                  <a:pt x="9144" y="6096"/>
                </a:lnTo>
                <a:lnTo>
                  <a:pt x="8779764" y="6096"/>
                </a:lnTo>
                <a:lnTo>
                  <a:pt x="8779764" y="10668"/>
                </a:lnTo>
                <a:close/>
              </a:path>
              <a:path w="8789035" h="1170939">
                <a:moveTo>
                  <a:pt x="8779764" y="1165860"/>
                </a:moveTo>
                <a:lnTo>
                  <a:pt x="8779764" y="6096"/>
                </a:lnTo>
                <a:lnTo>
                  <a:pt x="8784336" y="10668"/>
                </a:lnTo>
                <a:lnTo>
                  <a:pt x="8788907" y="10668"/>
                </a:lnTo>
                <a:lnTo>
                  <a:pt x="8788907" y="1161288"/>
                </a:lnTo>
                <a:lnTo>
                  <a:pt x="8784336" y="1161288"/>
                </a:lnTo>
                <a:lnTo>
                  <a:pt x="8779764" y="1165860"/>
                </a:lnTo>
                <a:close/>
              </a:path>
              <a:path w="8789035" h="1170939">
                <a:moveTo>
                  <a:pt x="8788907" y="10668"/>
                </a:moveTo>
                <a:lnTo>
                  <a:pt x="8784336" y="10668"/>
                </a:lnTo>
                <a:lnTo>
                  <a:pt x="8779764" y="6096"/>
                </a:lnTo>
                <a:lnTo>
                  <a:pt x="8788907" y="6096"/>
                </a:lnTo>
                <a:lnTo>
                  <a:pt x="8788907" y="10668"/>
                </a:lnTo>
                <a:close/>
              </a:path>
              <a:path w="8789035" h="1170939">
                <a:moveTo>
                  <a:pt x="9144" y="1165860"/>
                </a:moveTo>
                <a:lnTo>
                  <a:pt x="4572" y="1161288"/>
                </a:lnTo>
                <a:lnTo>
                  <a:pt x="9144" y="1161288"/>
                </a:lnTo>
                <a:lnTo>
                  <a:pt x="9144" y="1165860"/>
                </a:lnTo>
                <a:close/>
              </a:path>
              <a:path w="8789035" h="1170939">
                <a:moveTo>
                  <a:pt x="8779764" y="1165860"/>
                </a:moveTo>
                <a:lnTo>
                  <a:pt x="9144" y="1165860"/>
                </a:lnTo>
                <a:lnTo>
                  <a:pt x="9144" y="1161288"/>
                </a:lnTo>
                <a:lnTo>
                  <a:pt x="8779764" y="1161288"/>
                </a:lnTo>
                <a:lnTo>
                  <a:pt x="8779764" y="1165860"/>
                </a:lnTo>
                <a:close/>
              </a:path>
              <a:path w="8789035" h="1170939">
                <a:moveTo>
                  <a:pt x="8788907" y="1165860"/>
                </a:moveTo>
                <a:lnTo>
                  <a:pt x="8779764" y="1165860"/>
                </a:lnTo>
                <a:lnTo>
                  <a:pt x="8784336" y="1161288"/>
                </a:lnTo>
                <a:lnTo>
                  <a:pt x="8788907" y="1161288"/>
                </a:lnTo>
                <a:lnTo>
                  <a:pt x="8788907" y="11658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36873" y="1180555"/>
            <a:ext cx="4739005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In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previous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sample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problem,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if D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=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4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65" dirty="0">
                <a:latin typeface="Cambria"/>
                <a:cs typeface="Cambria"/>
              </a:rPr>
              <a:t>λ</a:t>
            </a:r>
            <a:endParaRPr sz="2000">
              <a:latin typeface="Cambria"/>
              <a:cs typeface="Cambria"/>
            </a:endParaRPr>
          </a:p>
          <a:p>
            <a:pPr marL="1317625" indent="-378460">
              <a:lnSpc>
                <a:spcPct val="100000"/>
              </a:lnSpc>
              <a:buAutoNum type="alphaLcParenBoth"/>
              <a:tabLst>
                <a:tab pos="1317625" algn="l"/>
              </a:tabLst>
            </a:pPr>
            <a:r>
              <a:rPr sz="2000" dirty="0">
                <a:latin typeface="Microsoft Sans Serif"/>
                <a:cs typeface="Microsoft Sans Serif"/>
              </a:rPr>
              <a:t>What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would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occur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at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point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P</a:t>
            </a:r>
            <a:r>
              <a:rPr sz="1950" spc="-37" baseline="-21367" dirty="0">
                <a:latin typeface="Microsoft Sans Serif"/>
                <a:cs typeface="Microsoft Sans Serif"/>
              </a:rPr>
              <a:t>1</a:t>
            </a:r>
            <a:r>
              <a:rPr sz="2000" spc="-25" dirty="0">
                <a:latin typeface="Microsoft Sans Serif"/>
                <a:cs typeface="Microsoft Sans Serif"/>
              </a:rPr>
              <a:t>?</a:t>
            </a:r>
            <a:endParaRPr sz="2000">
              <a:latin typeface="Microsoft Sans Serif"/>
              <a:cs typeface="Microsoft Sans Serif"/>
            </a:endParaRPr>
          </a:p>
          <a:p>
            <a:pPr marL="1317625" indent="-378460">
              <a:lnSpc>
                <a:spcPct val="100000"/>
              </a:lnSpc>
              <a:buAutoNum type="alphaLcParenBoth"/>
              <a:tabLst>
                <a:tab pos="1317625" algn="l"/>
              </a:tabLst>
            </a:pPr>
            <a:r>
              <a:rPr sz="2000" dirty="0">
                <a:latin typeface="Microsoft Sans Serif"/>
                <a:cs typeface="Microsoft Sans Serif"/>
              </a:rPr>
              <a:t>What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would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occur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at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point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P</a:t>
            </a:r>
            <a:r>
              <a:rPr sz="1950" spc="-37" baseline="-21367" dirty="0">
                <a:latin typeface="Microsoft Sans Serif"/>
                <a:cs typeface="Microsoft Sans Serif"/>
              </a:rPr>
              <a:t>2</a:t>
            </a:r>
            <a:r>
              <a:rPr sz="2000" spc="-25" dirty="0">
                <a:latin typeface="Microsoft Sans Serif"/>
                <a:cs typeface="Microsoft Sans Serif"/>
              </a:rPr>
              <a:t>?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027164" y="5184648"/>
            <a:ext cx="193675" cy="433070"/>
            <a:chOff x="7027164" y="5184648"/>
            <a:chExt cx="193675" cy="43307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18603" y="5515355"/>
              <a:ext cx="102108" cy="10210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027164" y="5184648"/>
              <a:ext cx="109855" cy="398145"/>
            </a:xfrm>
            <a:custGeom>
              <a:avLst/>
              <a:gdLst/>
              <a:ahLst/>
              <a:cxnLst/>
              <a:rect l="l" t="t" r="r" b="b"/>
              <a:pathLst>
                <a:path w="109854" h="398145">
                  <a:moveTo>
                    <a:pt x="10668" y="106680"/>
                  </a:moveTo>
                  <a:lnTo>
                    <a:pt x="1524" y="100584"/>
                  </a:lnTo>
                  <a:lnTo>
                    <a:pt x="0" y="96012"/>
                  </a:lnTo>
                  <a:lnTo>
                    <a:pt x="1524" y="91440"/>
                  </a:lnTo>
                  <a:lnTo>
                    <a:pt x="54864" y="0"/>
                  </a:lnTo>
                  <a:lnTo>
                    <a:pt x="66421" y="19812"/>
                  </a:lnTo>
                  <a:lnTo>
                    <a:pt x="45720" y="19812"/>
                  </a:lnTo>
                  <a:lnTo>
                    <a:pt x="45720" y="53287"/>
                  </a:lnTo>
                  <a:lnTo>
                    <a:pt x="18288" y="100584"/>
                  </a:lnTo>
                  <a:lnTo>
                    <a:pt x="16764" y="105156"/>
                  </a:lnTo>
                  <a:lnTo>
                    <a:pt x="10668" y="106680"/>
                  </a:lnTo>
                  <a:close/>
                </a:path>
                <a:path w="109854" h="398145">
                  <a:moveTo>
                    <a:pt x="45720" y="53287"/>
                  </a:moveTo>
                  <a:lnTo>
                    <a:pt x="45720" y="19812"/>
                  </a:lnTo>
                  <a:lnTo>
                    <a:pt x="64008" y="19812"/>
                  </a:lnTo>
                  <a:lnTo>
                    <a:pt x="64008" y="24384"/>
                  </a:lnTo>
                  <a:lnTo>
                    <a:pt x="47244" y="24384"/>
                  </a:lnTo>
                  <a:lnTo>
                    <a:pt x="54864" y="37521"/>
                  </a:lnTo>
                  <a:lnTo>
                    <a:pt x="45720" y="53287"/>
                  </a:lnTo>
                  <a:close/>
                </a:path>
                <a:path w="109854" h="398145">
                  <a:moveTo>
                    <a:pt x="99060" y="106680"/>
                  </a:moveTo>
                  <a:lnTo>
                    <a:pt x="94488" y="105156"/>
                  </a:lnTo>
                  <a:lnTo>
                    <a:pt x="91440" y="100584"/>
                  </a:lnTo>
                  <a:lnTo>
                    <a:pt x="64008" y="53287"/>
                  </a:lnTo>
                  <a:lnTo>
                    <a:pt x="64008" y="19812"/>
                  </a:lnTo>
                  <a:lnTo>
                    <a:pt x="66421" y="19812"/>
                  </a:lnTo>
                  <a:lnTo>
                    <a:pt x="108204" y="91440"/>
                  </a:lnTo>
                  <a:lnTo>
                    <a:pt x="109728" y="96012"/>
                  </a:lnTo>
                  <a:lnTo>
                    <a:pt x="108204" y="100584"/>
                  </a:lnTo>
                  <a:lnTo>
                    <a:pt x="99060" y="106680"/>
                  </a:lnTo>
                  <a:close/>
                </a:path>
                <a:path w="109854" h="398145">
                  <a:moveTo>
                    <a:pt x="54864" y="37521"/>
                  </a:moveTo>
                  <a:lnTo>
                    <a:pt x="47244" y="24384"/>
                  </a:lnTo>
                  <a:lnTo>
                    <a:pt x="62484" y="24384"/>
                  </a:lnTo>
                  <a:lnTo>
                    <a:pt x="54864" y="37521"/>
                  </a:lnTo>
                  <a:close/>
                </a:path>
                <a:path w="109854" h="398145">
                  <a:moveTo>
                    <a:pt x="64008" y="53287"/>
                  </a:moveTo>
                  <a:lnTo>
                    <a:pt x="54864" y="37521"/>
                  </a:lnTo>
                  <a:lnTo>
                    <a:pt x="62484" y="24384"/>
                  </a:lnTo>
                  <a:lnTo>
                    <a:pt x="64008" y="24384"/>
                  </a:lnTo>
                  <a:lnTo>
                    <a:pt x="64008" y="53287"/>
                  </a:lnTo>
                  <a:close/>
                </a:path>
                <a:path w="109854" h="398145">
                  <a:moveTo>
                    <a:pt x="54864" y="360242"/>
                  </a:moveTo>
                  <a:lnTo>
                    <a:pt x="45720" y="344476"/>
                  </a:lnTo>
                  <a:lnTo>
                    <a:pt x="45720" y="53287"/>
                  </a:lnTo>
                  <a:lnTo>
                    <a:pt x="54864" y="37521"/>
                  </a:lnTo>
                  <a:lnTo>
                    <a:pt x="64008" y="53287"/>
                  </a:lnTo>
                  <a:lnTo>
                    <a:pt x="64008" y="344476"/>
                  </a:lnTo>
                  <a:lnTo>
                    <a:pt x="54864" y="360242"/>
                  </a:lnTo>
                  <a:close/>
                </a:path>
                <a:path w="109854" h="398145">
                  <a:moveTo>
                    <a:pt x="54864" y="397764"/>
                  </a:moveTo>
                  <a:lnTo>
                    <a:pt x="1524" y="307848"/>
                  </a:lnTo>
                  <a:lnTo>
                    <a:pt x="0" y="303276"/>
                  </a:lnTo>
                  <a:lnTo>
                    <a:pt x="1524" y="297180"/>
                  </a:lnTo>
                  <a:lnTo>
                    <a:pt x="10668" y="291084"/>
                  </a:lnTo>
                  <a:lnTo>
                    <a:pt x="16764" y="292607"/>
                  </a:lnTo>
                  <a:lnTo>
                    <a:pt x="18288" y="297180"/>
                  </a:lnTo>
                  <a:lnTo>
                    <a:pt x="45720" y="344476"/>
                  </a:lnTo>
                  <a:lnTo>
                    <a:pt x="45720" y="377951"/>
                  </a:lnTo>
                  <a:lnTo>
                    <a:pt x="66616" y="377951"/>
                  </a:lnTo>
                  <a:lnTo>
                    <a:pt x="54864" y="397764"/>
                  </a:lnTo>
                  <a:close/>
                </a:path>
                <a:path w="109854" h="398145">
                  <a:moveTo>
                    <a:pt x="66616" y="377951"/>
                  </a:moveTo>
                  <a:lnTo>
                    <a:pt x="64008" y="377951"/>
                  </a:lnTo>
                  <a:lnTo>
                    <a:pt x="64008" y="344476"/>
                  </a:lnTo>
                  <a:lnTo>
                    <a:pt x="91440" y="297180"/>
                  </a:lnTo>
                  <a:lnTo>
                    <a:pt x="94488" y="292607"/>
                  </a:lnTo>
                  <a:lnTo>
                    <a:pt x="99060" y="291084"/>
                  </a:lnTo>
                  <a:lnTo>
                    <a:pt x="108204" y="297180"/>
                  </a:lnTo>
                  <a:lnTo>
                    <a:pt x="109728" y="303276"/>
                  </a:lnTo>
                  <a:lnTo>
                    <a:pt x="108204" y="307848"/>
                  </a:lnTo>
                  <a:lnTo>
                    <a:pt x="66616" y="377951"/>
                  </a:lnTo>
                  <a:close/>
                </a:path>
                <a:path w="109854" h="398145">
                  <a:moveTo>
                    <a:pt x="64008" y="377951"/>
                  </a:moveTo>
                  <a:lnTo>
                    <a:pt x="45720" y="377951"/>
                  </a:lnTo>
                  <a:lnTo>
                    <a:pt x="45720" y="344476"/>
                  </a:lnTo>
                  <a:lnTo>
                    <a:pt x="54864" y="360242"/>
                  </a:lnTo>
                  <a:lnTo>
                    <a:pt x="47244" y="373380"/>
                  </a:lnTo>
                  <a:lnTo>
                    <a:pt x="64008" y="373380"/>
                  </a:lnTo>
                  <a:lnTo>
                    <a:pt x="64008" y="377951"/>
                  </a:lnTo>
                  <a:close/>
                </a:path>
                <a:path w="109854" h="398145">
                  <a:moveTo>
                    <a:pt x="64008" y="373380"/>
                  </a:moveTo>
                  <a:lnTo>
                    <a:pt x="62484" y="373380"/>
                  </a:lnTo>
                  <a:lnTo>
                    <a:pt x="54864" y="360242"/>
                  </a:lnTo>
                  <a:lnTo>
                    <a:pt x="64008" y="344476"/>
                  </a:lnTo>
                  <a:lnTo>
                    <a:pt x="64008" y="373380"/>
                  </a:lnTo>
                  <a:close/>
                </a:path>
                <a:path w="109854" h="398145">
                  <a:moveTo>
                    <a:pt x="62484" y="373380"/>
                  </a:moveTo>
                  <a:lnTo>
                    <a:pt x="47244" y="373380"/>
                  </a:lnTo>
                  <a:lnTo>
                    <a:pt x="54864" y="360242"/>
                  </a:lnTo>
                  <a:lnTo>
                    <a:pt x="62484" y="37338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194757" y="5528536"/>
            <a:ext cx="287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Microsoft Sans Serif"/>
                <a:cs typeface="Microsoft Sans Serif"/>
              </a:rPr>
              <a:t>S</a:t>
            </a:r>
            <a:r>
              <a:rPr sz="1575" spc="-37" baseline="-21164" dirty="0">
                <a:latin typeface="Microsoft Sans Serif"/>
                <a:cs typeface="Microsoft Sans Serif"/>
              </a:rPr>
              <a:t>2</a:t>
            </a:r>
            <a:endParaRPr sz="1575" baseline="-21164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63633" y="5243502"/>
            <a:ext cx="51498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solidFill>
                  <a:srgbClr val="FF3300"/>
                </a:solidFill>
                <a:latin typeface="Microsoft Sans Serif"/>
                <a:cs typeface="Microsoft Sans Serif"/>
              </a:rPr>
              <a:t>D=4</a:t>
            </a:r>
            <a:r>
              <a:rPr sz="1600" spc="-20" dirty="0">
                <a:solidFill>
                  <a:srgbClr val="FF3300"/>
                </a:solidFill>
                <a:latin typeface="Cambria"/>
                <a:cs typeface="Cambria"/>
              </a:rPr>
              <a:t>λ</a:t>
            </a:r>
            <a:endParaRPr sz="1600">
              <a:latin typeface="Cambria"/>
              <a:cs typeface="Cambri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90203" y="5332476"/>
            <a:ext cx="102108" cy="102108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8593761" y="5243502"/>
            <a:ext cx="287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Microsoft Sans Serif"/>
                <a:cs typeface="Microsoft Sans Serif"/>
              </a:rPr>
              <a:t>P</a:t>
            </a:r>
            <a:r>
              <a:rPr sz="1575" spc="-37" baseline="-21164" dirty="0">
                <a:latin typeface="Microsoft Sans Serif"/>
                <a:cs typeface="Microsoft Sans Serif"/>
              </a:rPr>
              <a:t>1</a:t>
            </a:r>
            <a:endParaRPr sz="1575" baseline="-21164">
              <a:latin typeface="Microsoft Sans Serif"/>
              <a:cs typeface="Microsoft Sans Serif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118603" y="3947159"/>
            <a:ext cx="1411605" cy="1623060"/>
            <a:chOff x="7118603" y="3947159"/>
            <a:chExt cx="1411605" cy="1623060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18603" y="3947159"/>
              <a:ext cx="102108" cy="10210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168883" y="5196839"/>
              <a:ext cx="1361440" cy="373380"/>
            </a:xfrm>
            <a:custGeom>
              <a:avLst/>
              <a:gdLst/>
              <a:ahLst/>
              <a:cxnLst/>
              <a:rect l="l" t="t" r="r" b="b"/>
              <a:pathLst>
                <a:path w="1361440" h="373379">
                  <a:moveTo>
                    <a:pt x="39624" y="368808"/>
                  </a:moveTo>
                  <a:lnTo>
                    <a:pt x="38100" y="359664"/>
                  </a:lnTo>
                  <a:lnTo>
                    <a:pt x="0" y="364236"/>
                  </a:lnTo>
                  <a:lnTo>
                    <a:pt x="1524" y="373380"/>
                  </a:lnTo>
                  <a:lnTo>
                    <a:pt x="39624" y="368808"/>
                  </a:lnTo>
                  <a:close/>
                </a:path>
                <a:path w="1361440" h="373379">
                  <a:moveTo>
                    <a:pt x="39624" y="4572"/>
                  </a:moveTo>
                  <a:lnTo>
                    <a:pt x="1524" y="0"/>
                  </a:lnTo>
                  <a:lnTo>
                    <a:pt x="0" y="9144"/>
                  </a:lnTo>
                  <a:lnTo>
                    <a:pt x="38100" y="13716"/>
                  </a:lnTo>
                  <a:lnTo>
                    <a:pt x="39624" y="4572"/>
                  </a:lnTo>
                  <a:close/>
                </a:path>
                <a:path w="1361440" h="373379">
                  <a:moveTo>
                    <a:pt x="105156" y="359664"/>
                  </a:moveTo>
                  <a:lnTo>
                    <a:pt x="103632" y="350520"/>
                  </a:lnTo>
                  <a:lnTo>
                    <a:pt x="65532" y="355092"/>
                  </a:lnTo>
                  <a:lnTo>
                    <a:pt x="67056" y="364236"/>
                  </a:lnTo>
                  <a:lnTo>
                    <a:pt x="105156" y="359664"/>
                  </a:lnTo>
                  <a:close/>
                </a:path>
                <a:path w="1361440" h="373379">
                  <a:moveTo>
                    <a:pt x="105156" y="13716"/>
                  </a:moveTo>
                  <a:lnTo>
                    <a:pt x="67056" y="7620"/>
                  </a:lnTo>
                  <a:lnTo>
                    <a:pt x="65532" y="18288"/>
                  </a:lnTo>
                  <a:lnTo>
                    <a:pt x="103632" y="22860"/>
                  </a:lnTo>
                  <a:lnTo>
                    <a:pt x="105156" y="13716"/>
                  </a:lnTo>
                  <a:close/>
                </a:path>
                <a:path w="1361440" h="373379">
                  <a:moveTo>
                    <a:pt x="170688" y="350520"/>
                  </a:moveTo>
                  <a:lnTo>
                    <a:pt x="169164" y="341376"/>
                  </a:lnTo>
                  <a:lnTo>
                    <a:pt x="132588" y="345948"/>
                  </a:lnTo>
                  <a:lnTo>
                    <a:pt x="132588" y="356616"/>
                  </a:lnTo>
                  <a:lnTo>
                    <a:pt x="170688" y="350520"/>
                  </a:lnTo>
                  <a:close/>
                </a:path>
                <a:path w="1361440" h="373379">
                  <a:moveTo>
                    <a:pt x="170688" y="21336"/>
                  </a:moveTo>
                  <a:lnTo>
                    <a:pt x="134112" y="16764"/>
                  </a:lnTo>
                  <a:lnTo>
                    <a:pt x="132588" y="25908"/>
                  </a:lnTo>
                  <a:lnTo>
                    <a:pt x="169164" y="30480"/>
                  </a:lnTo>
                  <a:lnTo>
                    <a:pt x="170688" y="21336"/>
                  </a:lnTo>
                  <a:close/>
                </a:path>
                <a:path w="1361440" h="373379">
                  <a:moveTo>
                    <a:pt x="237744" y="341376"/>
                  </a:moveTo>
                  <a:lnTo>
                    <a:pt x="236220" y="332232"/>
                  </a:lnTo>
                  <a:lnTo>
                    <a:pt x="198120" y="336804"/>
                  </a:lnTo>
                  <a:lnTo>
                    <a:pt x="199644" y="347472"/>
                  </a:lnTo>
                  <a:lnTo>
                    <a:pt x="237744" y="341376"/>
                  </a:lnTo>
                  <a:close/>
                </a:path>
                <a:path w="1361440" h="373379">
                  <a:moveTo>
                    <a:pt x="237744" y="30480"/>
                  </a:moveTo>
                  <a:lnTo>
                    <a:pt x="199644" y="25908"/>
                  </a:lnTo>
                  <a:lnTo>
                    <a:pt x="198120" y="35052"/>
                  </a:lnTo>
                  <a:lnTo>
                    <a:pt x="236220" y="39624"/>
                  </a:lnTo>
                  <a:lnTo>
                    <a:pt x="237744" y="30480"/>
                  </a:lnTo>
                  <a:close/>
                </a:path>
                <a:path w="1361440" h="373379">
                  <a:moveTo>
                    <a:pt x="303276" y="332232"/>
                  </a:moveTo>
                  <a:lnTo>
                    <a:pt x="301752" y="323088"/>
                  </a:lnTo>
                  <a:lnTo>
                    <a:pt x="263652" y="327660"/>
                  </a:lnTo>
                  <a:lnTo>
                    <a:pt x="265176" y="338328"/>
                  </a:lnTo>
                  <a:lnTo>
                    <a:pt x="303276" y="332232"/>
                  </a:lnTo>
                  <a:close/>
                </a:path>
                <a:path w="1361440" h="373379">
                  <a:moveTo>
                    <a:pt x="303276" y="39624"/>
                  </a:moveTo>
                  <a:lnTo>
                    <a:pt x="265176" y="33528"/>
                  </a:lnTo>
                  <a:lnTo>
                    <a:pt x="263652" y="42672"/>
                  </a:lnTo>
                  <a:lnTo>
                    <a:pt x="301752" y="48768"/>
                  </a:lnTo>
                  <a:lnTo>
                    <a:pt x="303276" y="39624"/>
                  </a:lnTo>
                  <a:close/>
                </a:path>
                <a:path w="1361440" h="373379">
                  <a:moveTo>
                    <a:pt x="368808" y="323088"/>
                  </a:moveTo>
                  <a:lnTo>
                    <a:pt x="367284" y="313944"/>
                  </a:lnTo>
                  <a:lnTo>
                    <a:pt x="330708" y="318516"/>
                  </a:lnTo>
                  <a:lnTo>
                    <a:pt x="330708" y="329184"/>
                  </a:lnTo>
                  <a:lnTo>
                    <a:pt x="368808" y="323088"/>
                  </a:lnTo>
                  <a:close/>
                </a:path>
                <a:path w="1361440" h="373379">
                  <a:moveTo>
                    <a:pt x="368808" y="47244"/>
                  </a:moveTo>
                  <a:lnTo>
                    <a:pt x="332232" y="42672"/>
                  </a:lnTo>
                  <a:lnTo>
                    <a:pt x="330708" y="51816"/>
                  </a:lnTo>
                  <a:lnTo>
                    <a:pt x="368808" y="56388"/>
                  </a:lnTo>
                  <a:lnTo>
                    <a:pt x="368808" y="47244"/>
                  </a:lnTo>
                  <a:close/>
                </a:path>
                <a:path w="1361440" h="373379">
                  <a:moveTo>
                    <a:pt x="435864" y="313944"/>
                  </a:moveTo>
                  <a:lnTo>
                    <a:pt x="434340" y="304800"/>
                  </a:lnTo>
                  <a:lnTo>
                    <a:pt x="396240" y="309372"/>
                  </a:lnTo>
                  <a:lnTo>
                    <a:pt x="397764" y="320040"/>
                  </a:lnTo>
                  <a:lnTo>
                    <a:pt x="435864" y="313944"/>
                  </a:lnTo>
                  <a:close/>
                </a:path>
                <a:path w="1361440" h="373379">
                  <a:moveTo>
                    <a:pt x="435864" y="56388"/>
                  </a:moveTo>
                  <a:lnTo>
                    <a:pt x="397764" y="51816"/>
                  </a:lnTo>
                  <a:lnTo>
                    <a:pt x="396240" y="60960"/>
                  </a:lnTo>
                  <a:lnTo>
                    <a:pt x="434340" y="65532"/>
                  </a:lnTo>
                  <a:lnTo>
                    <a:pt x="435864" y="56388"/>
                  </a:lnTo>
                  <a:close/>
                </a:path>
                <a:path w="1361440" h="373379">
                  <a:moveTo>
                    <a:pt x="501396" y="304800"/>
                  </a:moveTo>
                  <a:lnTo>
                    <a:pt x="499872" y="295656"/>
                  </a:lnTo>
                  <a:lnTo>
                    <a:pt x="461772" y="300228"/>
                  </a:lnTo>
                  <a:lnTo>
                    <a:pt x="463296" y="310896"/>
                  </a:lnTo>
                  <a:lnTo>
                    <a:pt x="501396" y="304800"/>
                  </a:lnTo>
                  <a:close/>
                </a:path>
                <a:path w="1361440" h="373379">
                  <a:moveTo>
                    <a:pt x="501396" y="64008"/>
                  </a:moveTo>
                  <a:lnTo>
                    <a:pt x="463296" y="59436"/>
                  </a:lnTo>
                  <a:lnTo>
                    <a:pt x="463296" y="68580"/>
                  </a:lnTo>
                  <a:lnTo>
                    <a:pt x="499872" y="74676"/>
                  </a:lnTo>
                  <a:lnTo>
                    <a:pt x="501396" y="64008"/>
                  </a:lnTo>
                  <a:close/>
                </a:path>
                <a:path w="1361440" h="373379">
                  <a:moveTo>
                    <a:pt x="566928" y="295656"/>
                  </a:moveTo>
                  <a:lnTo>
                    <a:pt x="565404" y="286512"/>
                  </a:lnTo>
                  <a:lnTo>
                    <a:pt x="528828" y="291084"/>
                  </a:lnTo>
                  <a:lnTo>
                    <a:pt x="528828" y="301752"/>
                  </a:lnTo>
                  <a:lnTo>
                    <a:pt x="566928" y="295656"/>
                  </a:lnTo>
                  <a:close/>
                </a:path>
                <a:path w="1361440" h="373379">
                  <a:moveTo>
                    <a:pt x="568452" y="73152"/>
                  </a:moveTo>
                  <a:lnTo>
                    <a:pt x="530352" y="68580"/>
                  </a:lnTo>
                  <a:lnTo>
                    <a:pt x="528828" y="77724"/>
                  </a:lnTo>
                  <a:lnTo>
                    <a:pt x="566928" y="82296"/>
                  </a:lnTo>
                  <a:lnTo>
                    <a:pt x="568452" y="73152"/>
                  </a:lnTo>
                  <a:close/>
                </a:path>
                <a:path w="1361440" h="373379">
                  <a:moveTo>
                    <a:pt x="633984" y="286512"/>
                  </a:moveTo>
                  <a:lnTo>
                    <a:pt x="632460" y="277368"/>
                  </a:lnTo>
                  <a:lnTo>
                    <a:pt x="594360" y="283464"/>
                  </a:lnTo>
                  <a:lnTo>
                    <a:pt x="595884" y="292608"/>
                  </a:lnTo>
                  <a:lnTo>
                    <a:pt x="633984" y="286512"/>
                  </a:lnTo>
                  <a:close/>
                </a:path>
                <a:path w="1361440" h="373379">
                  <a:moveTo>
                    <a:pt x="633984" y="82296"/>
                  </a:moveTo>
                  <a:lnTo>
                    <a:pt x="595884" y="77724"/>
                  </a:lnTo>
                  <a:lnTo>
                    <a:pt x="594360" y="86868"/>
                  </a:lnTo>
                  <a:lnTo>
                    <a:pt x="632460" y="91440"/>
                  </a:lnTo>
                  <a:lnTo>
                    <a:pt x="633984" y="82296"/>
                  </a:lnTo>
                  <a:close/>
                </a:path>
                <a:path w="1361440" h="373379">
                  <a:moveTo>
                    <a:pt x="699516" y="277368"/>
                  </a:moveTo>
                  <a:lnTo>
                    <a:pt x="697992" y="268224"/>
                  </a:lnTo>
                  <a:lnTo>
                    <a:pt x="659892" y="274320"/>
                  </a:lnTo>
                  <a:lnTo>
                    <a:pt x="661416" y="283464"/>
                  </a:lnTo>
                  <a:lnTo>
                    <a:pt x="699516" y="277368"/>
                  </a:lnTo>
                  <a:close/>
                </a:path>
                <a:path w="1361440" h="373379">
                  <a:moveTo>
                    <a:pt x="699516" y="89916"/>
                  </a:moveTo>
                  <a:lnTo>
                    <a:pt x="662940" y="85344"/>
                  </a:lnTo>
                  <a:lnTo>
                    <a:pt x="661416" y="94488"/>
                  </a:lnTo>
                  <a:lnTo>
                    <a:pt x="699516" y="100584"/>
                  </a:lnTo>
                  <a:lnTo>
                    <a:pt x="699516" y="89916"/>
                  </a:lnTo>
                  <a:close/>
                </a:path>
                <a:path w="1361440" h="373379">
                  <a:moveTo>
                    <a:pt x="765048" y="268224"/>
                  </a:moveTo>
                  <a:lnTo>
                    <a:pt x="763524" y="259080"/>
                  </a:lnTo>
                  <a:lnTo>
                    <a:pt x="726948" y="265176"/>
                  </a:lnTo>
                  <a:lnTo>
                    <a:pt x="728472" y="274320"/>
                  </a:lnTo>
                  <a:lnTo>
                    <a:pt x="765048" y="268224"/>
                  </a:lnTo>
                  <a:close/>
                </a:path>
                <a:path w="1361440" h="373379">
                  <a:moveTo>
                    <a:pt x="766572" y="99060"/>
                  </a:moveTo>
                  <a:lnTo>
                    <a:pt x="728472" y="94488"/>
                  </a:lnTo>
                  <a:lnTo>
                    <a:pt x="726948" y="103632"/>
                  </a:lnTo>
                  <a:lnTo>
                    <a:pt x="765048" y="108204"/>
                  </a:lnTo>
                  <a:lnTo>
                    <a:pt x="766572" y="99060"/>
                  </a:lnTo>
                  <a:close/>
                </a:path>
                <a:path w="1361440" h="373379">
                  <a:moveTo>
                    <a:pt x="832104" y="259080"/>
                  </a:moveTo>
                  <a:lnTo>
                    <a:pt x="830580" y="249936"/>
                  </a:lnTo>
                  <a:lnTo>
                    <a:pt x="792480" y="256032"/>
                  </a:lnTo>
                  <a:lnTo>
                    <a:pt x="794004" y="265176"/>
                  </a:lnTo>
                  <a:lnTo>
                    <a:pt x="832104" y="259080"/>
                  </a:lnTo>
                  <a:close/>
                </a:path>
                <a:path w="1361440" h="373379">
                  <a:moveTo>
                    <a:pt x="832104" y="108204"/>
                  </a:moveTo>
                  <a:lnTo>
                    <a:pt x="794004" y="103632"/>
                  </a:lnTo>
                  <a:lnTo>
                    <a:pt x="794004" y="112776"/>
                  </a:lnTo>
                  <a:lnTo>
                    <a:pt x="830580" y="117348"/>
                  </a:lnTo>
                  <a:lnTo>
                    <a:pt x="832104" y="108204"/>
                  </a:lnTo>
                  <a:close/>
                </a:path>
                <a:path w="1361440" h="373379">
                  <a:moveTo>
                    <a:pt x="897636" y="249936"/>
                  </a:moveTo>
                  <a:lnTo>
                    <a:pt x="896112" y="240792"/>
                  </a:lnTo>
                  <a:lnTo>
                    <a:pt x="858012" y="246888"/>
                  </a:lnTo>
                  <a:lnTo>
                    <a:pt x="859536" y="256032"/>
                  </a:lnTo>
                  <a:lnTo>
                    <a:pt x="897636" y="249936"/>
                  </a:lnTo>
                  <a:close/>
                </a:path>
                <a:path w="1361440" h="373379">
                  <a:moveTo>
                    <a:pt x="899160" y="115824"/>
                  </a:moveTo>
                  <a:lnTo>
                    <a:pt x="861060" y="111252"/>
                  </a:lnTo>
                  <a:lnTo>
                    <a:pt x="859536" y="120396"/>
                  </a:lnTo>
                  <a:lnTo>
                    <a:pt x="897636" y="126492"/>
                  </a:lnTo>
                  <a:lnTo>
                    <a:pt x="899160" y="115824"/>
                  </a:lnTo>
                  <a:close/>
                </a:path>
                <a:path w="1361440" h="373379">
                  <a:moveTo>
                    <a:pt x="963168" y="240792"/>
                  </a:moveTo>
                  <a:lnTo>
                    <a:pt x="961644" y="231648"/>
                  </a:lnTo>
                  <a:lnTo>
                    <a:pt x="925068" y="237744"/>
                  </a:lnTo>
                  <a:lnTo>
                    <a:pt x="926592" y="246888"/>
                  </a:lnTo>
                  <a:lnTo>
                    <a:pt x="963168" y="240792"/>
                  </a:lnTo>
                  <a:close/>
                </a:path>
                <a:path w="1361440" h="373379">
                  <a:moveTo>
                    <a:pt x="964692" y="124968"/>
                  </a:moveTo>
                  <a:lnTo>
                    <a:pt x="926592" y="120396"/>
                  </a:lnTo>
                  <a:lnTo>
                    <a:pt x="925068" y="129540"/>
                  </a:lnTo>
                  <a:lnTo>
                    <a:pt x="963168" y="134112"/>
                  </a:lnTo>
                  <a:lnTo>
                    <a:pt x="964692" y="124968"/>
                  </a:lnTo>
                  <a:close/>
                </a:path>
                <a:path w="1361440" h="373379">
                  <a:moveTo>
                    <a:pt x="1030224" y="231648"/>
                  </a:moveTo>
                  <a:lnTo>
                    <a:pt x="1028700" y="222504"/>
                  </a:lnTo>
                  <a:lnTo>
                    <a:pt x="990600" y="228600"/>
                  </a:lnTo>
                  <a:lnTo>
                    <a:pt x="992124" y="237744"/>
                  </a:lnTo>
                  <a:lnTo>
                    <a:pt x="1030224" y="231648"/>
                  </a:lnTo>
                  <a:close/>
                </a:path>
                <a:path w="1361440" h="373379">
                  <a:moveTo>
                    <a:pt x="1030224" y="134112"/>
                  </a:moveTo>
                  <a:lnTo>
                    <a:pt x="992124" y="128016"/>
                  </a:lnTo>
                  <a:lnTo>
                    <a:pt x="992124" y="138684"/>
                  </a:lnTo>
                  <a:lnTo>
                    <a:pt x="1028700" y="143256"/>
                  </a:lnTo>
                  <a:lnTo>
                    <a:pt x="1030224" y="134112"/>
                  </a:lnTo>
                  <a:close/>
                </a:path>
                <a:path w="1361440" h="373379">
                  <a:moveTo>
                    <a:pt x="1095756" y="224028"/>
                  </a:moveTo>
                  <a:lnTo>
                    <a:pt x="1094232" y="213360"/>
                  </a:lnTo>
                  <a:lnTo>
                    <a:pt x="1056132" y="219456"/>
                  </a:lnTo>
                  <a:lnTo>
                    <a:pt x="1057656" y="228600"/>
                  </a:lnTo>
                  <a:lnTo>
                    <a:pt x="1095756" y="224028"/>
                  </a:lnTo>
                  <a:close/>
                </a:path>
                <a:path w="1361440" h="373379">
                  <a:moveTo>
                    <a:pt x="1097280" y="141732"/>
                  </a:moveTo>
                  <a:lnTo>
                    <a:pt x="1059180" y="137160"/>
                  </a:lnTo>
                  <a:lnTo>
                    <a:pt x="1057656" y="146304"/>
                  </a:lnTo>
                  <a:lnTo>
                    <a:pt x="1095756" y="152400"/>
                  </a:lnTo>
                  <a:lnTo>
                    <a:pt x="1097280" y="141732"/>
                  </a:lnTo>
                  <a:close/>
                </a:path>
                <a:path w="1361440" h="373379">
                  <a:moveTo>
                    <a:pt x="1161288" y="214884"/>
                  </a:moveTo>
                  <a:lnTo>
                    <a:pt x="1159764" y="204216"/>
                  </a:lnTo>
                  <a:lnTo>
                    <a:pt x="1123188" y="210312"/>
                  </a:lnTo>
                  <a:lnTo>
                    <a:pt x="1124712" y="219456"/>
                  </a:lnTo>
                  <a:lnTo>
                    <a:pt x="1161288" y="214884"/>
                  </a:lnTo>
                  <a:close/>
                </a:path>
                <a:path w="1361440" h="373379">
                  <a:moveTo>
                    <a:pt x="1162812" y="150876"/>
                  </a:moveTo>
                  <a:lnTo>
                    <a:pt x="1124712" y="146304"/>
                  </a:lnTo>
                  <a:lnTo>
                    <a:pt x="1123188" y="155448"/>
                  </a:lnTo>
                  <a:lnTo>
                    <a:pt x="1161288" y="160020"/>
                  </a:lnTo>
                  <a:lnTo>
                    <a:pt x="1162812" y="150876"/>
                  </a:lnTo>
                  <a:close/>
                </a:path>
                <a:path w="1361440" h="373379">
                  <a:moveTo>
                    <a:pt x="1228344" y="205740"/>
                  </a:moveTo>
                  <a:lnTo>
                    <a:pt x="1226820" y="195072"/>
                  </a:lnTo>
                  <a:lnTo>
                    <a:pt x="1188720" y="201168"/>
                  </a:lnTo>
                  <a:lnTo>
                    <a:pt x="1190244" y="210312"/>
                  </a:lnTo>
                  <a:lnTo>
                    <a:pt x="1228344" y="205740"/>
                  </a:lnTo>
                  <a:close/>
                </a:path>
                <a:path w="1361440" h="373379">
                  <a:moveTo>
                    <a:pt x="1228344" y="160020"/>
                  </a:moveTo>
                  <a:lnTo>
                    <a:pt x="1191768" y="153924"/>
                  </a:lnTo>
                  <a:lnTo>
                    <a:pt x="1190244" y="164592"/>
                  </a:lnTo>
                  <a:lnTo>
                    <a:pt x="1228344" y="169164"/>
                  </a:lnTo>
                  <a:lnTo>
                    <a:pt x="1228344" y="160020"/>
                  </a:lnTo>
                  <a:close/>
                </a:path>
                <a:path w="1361440" h="373379">
                  <a:moveTo>
                    <a:pt x="1293876" y="196596"/>
                  </a:moveTo>
                  <a:lnTo>
                    <a:pt x="1292352" y="185928"/>
                  </a:lnTo>
                  <a:lnTo>
                    <a:pt x="1254252" y="192024"/>
                  </a:lnTo>
                  <a:lnTo>
                    <a:pt x="1255776" y="201168"/>
                  </a:lnTo>
                  <a:lnTo>
                    <a:pt x="1293876" y="196596"/>
                  </a:lnTo>
                  <a:close/>
                </a:path>
                <a:path w="1361440" h="373379">
                  <a:moveTo>
                    <a:pt x="1295400" y="167640"/>
                  </a:moveTo>
                  <a:lnTo>
                    <a:pt x="1257300" y="163068"/>
                  </a:lnTo>
                  <a:lnTo>
                    <a:pt x="1255776" y="172212"/>
                  </a:lnTo>
                  <a:lnTo>
                    <a:pt x="1293876" y="178308"/>
                  </a:lnTo>
                  <a:lnTo>
                    <a:pt x="1295400" y="167640"/>
                  </a:lnTo>
                  <a:close/>
                </a:path>
                <a:path w="1361440" h="373379">
                  <a:moveTo>
                    <a:pt x="1360932" y="176784"/>
                  </a:moveTo>
                  <a:lnTo>
                    <a:pt x="1322832" y="172212"/>
                  </a:lnTo>
                  <a:lnTo>
                    <a:pt x="1322832" y="181356"/>
                  </a:lnTo>
                  <a:lnTo>
                    <a:pt x="1325041" y="181635"/>
                  </a:lnTo>
                  <a:lnTo>
                    <a:pt x="1321308" y="182880"/>
                  </a:lnTo>
                  <a:lnTo>
                    <a:pt x="1322832" y="192024"/>
                  </a:lnTo>
                  <a:lnTo>
                    <a:pt x="1327404" y="192024"/>
                  </a:lnTo>
                  <a:lnTo>
                    <a:pt x="1325930" y="181749"/>
                  </a:lnTo>
                  <a:lnTo>
                    <a:pt x="1359408" y="185928"/>
                  </a:lnTo>
                  <a:lnTo>
                    <a:pt x="1360932" y="1767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939281" y="5252705"/>
            <a:ext cx="5353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3333CC"/>
                </a:solidFill>
                <a:latin typeface="Cambria"/>
                <a:cs typeface="Cambria"/>
              </a:rPr>
              <a:t>∆</a:t>
            </a:r>
            <a:r>
              <a:rPr sz="14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L=0</a:t>
            </a:r>
            <a:r>
              <a:rPr sz="1400" spc="-10" dirty="0">
                <a:solidFill>
                  <a:srgbClr val="3333CC"/>
                </a:solidFill>
                <a:latin typeface="Cambria"/>
                <a:cs typeface="Cambria"/>
              </a:rPr>
              <a:t>λ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56436" y="3425347"/>
            <a:ext cx="586105" cy="51879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35"/>
              </a:spcBef>
            </a:pPr>
            <a:r>
              <a:rPr sz="1400" spc="-10" dirty="0">
                <a:solidFill>
                  <a:srgbClr val="3333CC"/>
                </a:solidFill>
                <a:latin typeface="Cambria"/>
                <a:cs typeface="Cambria"/>
              </a:rPr>
              <a:t>∆</a:t>
            </a:r>
            <a:r>
              <a:rPr sz="14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L=4</a:t>
            </a:r>
            <a:r>
              <a:rPr sz="1400" spc="-10" dirty="0">
                <a:solidFill>
                  <a:srgbClr val="3333CC"/>
                </a:solidFill>
                <a:latin typeface="Cambria"/>
                <a:cs typeface="Cambria"/>
              </a:rPr>
              <a:t>λ</a:t>
            </a:r>
            <a:endParaRPr sz="1400">
              <a:latin typeface="Cambria"/>
              <a:cs typeface="Cambria"/>
            </a:endParaRPr>
          </a:p>
          <a:p>
            <a:pPr marL="220979">
              <a:lnSpc>
                <a:spcPct val="100000"/>
              </a:lnSpc>
              <a:spcBef>
                <a:spcPts val="150"/>
              </a:spcBef>
            </a:pPr>
            <a:r>
              <a:rPr sz="1600" spc="-25" dirty="0">
                <a:latin typeface="Microsoft Sans Serif"/>
                <a:cs typeface="Microsoft Sans Serif"/>
              </a:rPr>
              <a:t>P</a:t>
            </a:r>
            <a:r>
              <a:rPr sz="1575" spc="-37" baseline="-21164" dirty="0">
                <a:latin typeface="Microsoft Sans Serif"/>
                <a:cs typeface="Microsoft Sans Serif"/>
              </a:rPr>
              <a:t>2</a:t>
            </a:r>
            <a:endParaRPr sz="1575" baseline="-21164">
              <a:latin typeface="Microsoft Sans Serif"/>
              <a:cs typeface="Microsoft Sans Serif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797296" y="4003548"/>
            <a:ext cx="2794000" cy="2735580"/>
            <a:chOff x="5797296" y="4003548"/>
            <a:chExt cx="2794000" cy="2735580"/>
          </a:xfrm>
        </p:grpSpPr>
        <p:sp>
          <p:nvSpPr>
            <p:cNvPr id="20" name="object 20"/>
            <p:cNvSpPr/>
            <p:nvPr/>
          </p:nvSpPr>
          <p:spPr>
            <a:xfrm>
              <a:off x="5797296" y="5375148"/>
              <a:ext cx="2794000" cy="10795"/>
            </a:xfrm>
            <a:custGeom>
              <a:avLst/>
              <a:gdLst/>
              <a:ahLst/>
              <a:cxnLst/>
              <a:rect l="l" t="t" r="r" b="b"/>
              <a:pathLst>
                <a:path w="2794000" h="10795">
                  <a:moveTo>
                    <a:pt x="7619" y="10667"/>
                  </a:moveTo>
                  <a:lnTo>
                    <a:pt x="3048" y="10667"/>
                  </a:lnTo>
                  <a:lnTo>
                    <a:pt x="0" y="7619"/>
                  </a:lnTo>
                  <a:lnTo>
                    <a:pt x="0" y="3048"/>
                  </a:lnTo>
                  <a:lnTo>
                    <a:pt x="3048" y="0"/>
                  </a:lnTo>
                  <a:lnTo>
                    <a:pt x="7619" y="0"/>
                  </a:lnTo>
                  <a:lnTo>
                    <a:pt x="10667" y="3048"/>
                  </a:lnTo>
                  <a:lnTo>
                    <a:pt x="10667" y="7619"/>
                  </a:lnTo>
                  <a:lnTo>
                    <a:pt x="7619" y="10667"/>
                  </a:lnTo>
                  <a:close/>
                </a:path>
                <a:path w="2794000" h="10795">
                  <a:moveTo>
                    <a:pt x="27432" y="10667"/>
                  </a:moveTo>
                  <a:lnTo>
                    <a:pt x="21335" y="10667"/>
                  </a:lnTo>
                  <a:lnTo>
                    <a:pt x="19811" y="7619"/>
                  </a:lnTo>
                  <a:lnTo>
                    <a:pt x="19811" y="3048"/>
                  </a:lnTo>
                  <a:lnTo>
                    <a:pt x="21335" y="0"/>
                  </a:lnTo>
                  <a:lnTo>
                    <a:pt x="27432" y="0"/>
                  </a:lnTo>
                  <a:lnTo>
                    <a:pt x="28955" y="3048"/>
                  </a:lnTo>
                  <a:lnTo>
                    <a:pt x="28955" y="7619"/>
                  </a:lnTo>
                  <a:lnTo>
                    <a:pt x="27432" y="10667"/>
                  </a:lnTo>
                  <a:close/>
                </a:path>
                <a:path w="2794000" h="10795">
                  <a:moveTo>
                    <a:pt x="45719" y="10667"/>
                  </a:moveTo>
                  <a:lnTo>
                    <a:pt x="41148" y="10667"/>
                  </a:lnTo>
                  <a:lnTo>
                    <a:pt x="38100" y="7619"/>
                  </a:lnTo>
                  <a:lnTo>
                    <a:pt x="38100" y="3048"/>
                  </a:lnTo>
                  <a:lnTo>
                    <a:pt x="41148" y="0"/>
                  </a:lnTo>
                  <a:lnTo>
                    <a:pt x="45719" y="0"/>
                  </a:lnTo>
                  <a:lnTo>
                    <a:pt x="48767" y="3048"/>
                  </a:lnTo>
                  <a:lnTo>
                    <a:pt x="48767" y="7619"/>
                  </a:lnTo>
                  <a:lnTo>
                    <a:pt x="45719" y="10667"/>
                  </a:lnTo>
                  <a:close/>
                </a:path>
                <a:path w="2794000" h="10795">
                  <a:moveTo>
                    <a:pt x="65532" y="10667"/>
                  </a:moveTo>
                  <a:lnTo>
                    <a:pt x="59435" y="10667"/>
                  </a:lnTo>
                  <a:lnTo>
                    <a:pt x="57911" y="7619"/>
                  </a:lnTo>
                  <a:lnTo>
                    <a:pt x="57911" y="3048"/>
                  </a:lnTo>
                  <a:lnTo>
                    <a:pt x="59435" y="0"/>
                  </a:lnTo>
                  <a:lnTo>
                    <a:pt x="65532" y="0"/>
                  </a:lnTo>
                  <a:lnTo>
                    <a:pt x="67055" y="3048"/>
                  </a:lnTo>
                  <a:lnTo>
                    <a:pt x="67055" y="7619"/>
                  </a:lnTo>
                  <a:lnTo>
                    <a:pt x="65532" y="10667"/>
                  </a:lnTo>
                  <a:close/>
                </a:path>
                <a:path w="2794000" h="10795">
                  <a:moveTo>
                    <a:pt x="83819" y="10667"/>
                  </a:moveTo>
                  <a:lnTo>
                    <a:pt x="79248" y="10667"/>
                  </a:lnTo>
                  <a:lnTo>
                    <a:pt x="76200" y="7619"/>
                  </a:lnTo>
                  <a:lnTo>
                    <a:pt x="76200" y="3048"/>
                  </a:lnTo>
                  <a:lnTo>
                    <a:pt x="79248" y="0"/>
                  </a:lnTo>
                  <a:lnTo>
                    <a:pt x="83819" y="0"/>
                  </a:lnTo>
                  <a:lnTo>
                    <a:pt x="86867" y="3048"/>
                  </a:lnTo>
                  <a:lnTo>
                    <a:pt x="86867" y="7619"/>
                  </a:lnTo>
                  <a:lnTo>
                    <a:pt x="83819" y="10667"/>
                  </a:lnTo>
                  <a:close/>
                </a:path>
                <a:path w="2794000" h="10795">
                  <a:moveTo>
                    <a:pt x="103632" y="10667"/>
                  </a:moveTo>
                  <a:lnTo>
                    <a:pt x="97535" y="10667"/>
                  </a:lnTo>
                  <a:lnTo>
                    <a:pt x="96011" y="7619"/>
                  </a:lnTo>
                  <a:lnTo>
                    <a:pt x="96011" y="3048"/>
                  </a:lnTo>
                  <a:lnTo>
                    <a:pt x="97535" y="0"/>
                  </a:lnTo>
                  <a:lnTo>
                    <a:pt x="103632" y="0"/>
                  </a:lnTo>
                  <a:lnTo>
                    <a:pt x="105155" y="3048"/>
                  </a:lnTo>
                  <a:lnTo>
                    <a:pt x="105155" y="7619"/>
                  </a:lnTo>
                  <a:lnTo>
                    <a:pt x="103632" y="10667"/>
                  </a:lnTo>
                  <a:close/>
                </a:path>
                <a:path w="2794000" h="10795">
                  <a:moveTo>
                    <a:pt x="121919" y="10667"/>
                  </a:moveTo>
                  <a:lnTo>
                    <a:pt x="117348" y="10667"/>
                  </a:lnTo>
                  <a:lnTo>
                    <a:pt x="114300" y="7619"/>
                  </a:lnTo>
                  <a:lnTo>
                    <a:pt x="114300" y="3048"/>
                  </a:lnTo>
                  <a:lnTo>
                    <a:pt x="117348" y="0"/>
                  </a:lnTo>
                  <a:lnTo>
                    <a:pt x="121919" y="0"/>
                  </a:lnTo>
                  <a:lnTo>
                    <a:pt x="124967" y="3048"/>
                  </a:lnTo>
                  <a:lnTo>
                    <a:pt x="124967" y="7619"/>
                  </a:lnTo>
                  <a:lnTo>
                    <a:pt x="121919" y="10667"/>
                  </a:lnTo>
                  <a:close/>
                </a:path>
                <a:path w="2794000" h="10795">
                  <a:moveTo>
                    <a:pt x="141732" y="10667"/>
                  </a:moveTo>
                  <a:lnTo>
                    <a:pt x="135635" y="10667"/>
                  </a:lnTo>
                  <a:lnTo>
                    <a:pt x="134111" y="7619"/>
                  </a:lnTo>
                  <a:lnTo>
                    <a:pt x="134111" y="3048"/>
                  </a:lnTo>
                  <a:lnTo>
                    <a:pt x="135635" y="0"/>
                  </a:lnTo>
                  <a:lnTo>
                    <a:pt x="141732" y="0"/>
                  </a:lnTo>
                  <a:lnTo>
                    <a:pt x="143255" y="3048"/>
                  </a:lnTo>
                  <a:lnTo>
                    <a:pt x="143255" y="7619"/>
                  </a:lnTo>
                  <a:lnTo>
                    <a:pt x="141732" y="10667"/>
                  </a:lnTo>
                  <a:close/>
                </a:path>
                <a:path w="2794000" h="10795">
                  <a:moveTo>
                    <a:pt x="160019" y="10667"/>
                  </a:moveTo>
                  <a:lnTo>
                    <a:pt x="155448" y="10667"/>
                  </a:lnTo>
                  <a:lnTo>
                    <a:pt x="152400" y="7619"/>
                  </a:lnTo>
                  <a:lnTo>
                    <a:pt x="152400" y="3048"/>
                  </a:lnTo>
                  <a:lnTo>
                    <a:pt x="155448" y="0"/>
                  </a:lnTo>
                  <a:lnTo>
                    <a:pt x="160019" y="0"/>
                  </a:lnTo>
                  <a:lnTo>
                    <a:pt x="163067" y="3048"/>
                  </a:lnTo>
                  <a:lnTo>
                    <a:pt x="163067" y="7619"/>
                  </a:lnTo>
                  <a:lnTo>
                    <a:pt x="160019" y="10667"/>
                  </a:lnTo>
                  <a:close/>
                </a:path>
                <a:path w="2794000" h="10795">
                  <a:moveTo>
                    <a:pt x="179832" y="10667"/>
                  </a:moveTo>
                  <a:lnTo>
                    <a:pt x="173735" y="10667"/>
                  </a:lnTo>
                  <a:lnTo>
                    <a:pt x="172211" y="7619"/>
                  </a:lnTo>
                  <a:lnTo>
                    <a:pt x="172211" y="3048"/>
                  </a:lnTo>
                  <a:lnTo>
                    <a:pt x="173735" y="0"/>
                  </a:lnTo>
                  <a:lnTo>
                    <a:pt x="179832" y="0"/>
                  </a:lnTo>
                  <a:lnTo>
                    <a:pt x="181355" y="3048"/>
                  </a:lnTo>
                  <a:lnTo>
                    <a:pt x="181355" y="7619"/>
                  </a:lnTo>
                  <a:lnTo>
                    <a:pt x="179832" y="10667"/>
                  </a:lnTo>
                  <a:close/>
                </a:path>
                <a:path w="2794000" h="10795">
                  <a:moveTo>
                    <a:pt x="198119" y="10667"/>
                  </a:moveTo>
                  <a:lnTo>
                    <a:pt x="193548" y="10667"/>
                  </a:lnTo>
                  <a:lnTo>
                    <a:pt x="190500" y="7619"/>
                  </a:lnTo>
                  <a:lnTo>
                    <a:pt x="190500" y="3048"/>
                  </a:lnTo>
                  <a:lnTo>
                    <a:pt x="193548" y="0"/>
                  </a:lnTo>
                  <a:lnTo>
                    <a:pt x="198119" y="0"/>
                  </a:lnTo>
                  <a:lnTo>
                    <a:pt x="201167" y="3048"/>
                  </a:lnTo>
                  <a:lnTo>
                    <a:pt x="201167" y="7619"/>
                  </a:lnTo>
                  <a:lnTo>
                    <a:pt x="198119" y="10667"/>
                  </a:lnTo>
                  <a:close/>
                </a:path>
                <a:path w="2794000" h="10795">
                  <a:moveTo>
                    <a:pt x="217932" y="10667"/>
                  </a:moveTo>
                  <a:lnTo>
                    <a:pt x="211835" y="10667"/>
                  </a:lnTo>
                  <a:lnTo>
                    <a:pt x="210311" y="7619"/>
                  </a:lnTo>
                  <a:lnTo>
                    <a:pt x="210311" y="3048"/>
                  </a:lnTo>
                  <a:lnTo>
                    <a:pt x="211835" y="0"/>
                  </a:lnTo>
                  <a:lnTo>
                    <a:pt x="217932" y="0"/>
                  </a:lnTo>
                  <a:lnTo>
                    <a:pt x="219455" y="3048"/>
                  </a:lnTo>
                  <a:lnTo>
                    <a:pt x="219455" y="7619"/>
                  </a:lnTo>
                  <a:lnTo>
                    <a:pt x="217932" y="10667"/>
                  </a:lnTo>
                  <a:close/>
                </a:path>
                <a:path w="2794000" h="10795">
                  <a:moveTo>
                    <a:pt x="236219" y="10667"/>
                  </a:moveTo>
                  <a:lnTo>
                    <a:pt x="231648" y="10667"/>
                  </a:lnTo>
                  <a:lnTo>
                    <a:pt x="228600" y="7619"/>
                  </a:lnTo>
                  <a:lnTo>
                    <a:pt x="228600" y="3048"/>
                  </a:lnTo>
                  <a:lnTo>
                    <a:pt x="231648" y="0"/>
                  </a:lnTo>
                  <a:lnTo>
                    <a:pt x="236219" y="0"/>
                  </a:lnTo>
                  <a:lnTo>
                    <a:pt x="239267" y="3048"/>
                  </a:lnTo>
                  <a:lnTo>
                    <a:pt x="239267" y="7619"/>
                  </a:lnTo>
                  <a:lnTo>
                    <a:pt x="236219" y="10667"/>
                  </a:lnTo>
                  <a:close/>
                </a:path>
                <a:path w="2794000" h="10795">
                  <a:moveTo>
                    <a:pt x="256032" y="10667"/>
                  </a:moveTo>
                  <a:lnTo>
                    <a:pt x="249935" y="10667"/>
                  </a:lnTo>
                  <a:lnTo>
                    <a:pt x="248411" y="7619"/>
                  </a:lnTo>
                  <a:lnTo>
                    <a:pt x="248411" y="3048"/>
                  </a:lnTo>
                  <a:lnTo>
                    <a:pt x="249935" y="0"/>
                  </a:lnTo>
                  <a:lnTo>
                    <a:pt x="256032" y="0"/>
                  </a:lnTo>
                  <a:lnTo>
                    <a:pt x="257555" y="3048"/>
                  </a:lnTo>
                  <a:lnTo>
                    <a:pt x="257555" y="7619"/>
                  </a:lnTo>
                  <a:lnTo>
                    <a:pt x="256032" y="10667"/>
                  </a:lnTo>
                  <a:close/>
                </a:path>
                <a:path w="2794000" h="10795">
                  <a:moveTo>
                    <a:pt x="274319" y="10667"/>
                  </a:moveTo>
                  <a:lnTo>
                    <a:pt x="269748" y="10667"/>
                  </a:lnTo>
                  <a:lnTo>
                    <a:pt x="266700" y="7619"/>
                  </a:lnTo>
                  <a:lnTo>
                    <a:pt x="266700" y="3048"/>
                  </a:lnTo>
                  <a:lnTo>
                    <a:pt x="269748" y="0"/>
                  </a:lnTo>
                  <a:lnTo>
                    <a:pt x="274319" y="0"/>
                  </a:lnTo>
                  <a:lnTo>
                    <a:pt x="277367" y="3048"/>
                  </a:lnTo>
                  <a:lnTo>
                    <a:pt x="277367" y="7619"/>
                  </a:lnTo>
                  <a:lnTo>
                    <a:pt x="274319" y="10667"/>
                  </a:lnTo>
                  <a:close/>
                </a:path>
                <a:path w="2794000" h="10795">
                  <a:moveTo>
                    <a:pt x="294132" y="10667"/>
                  </a:moveTo>
                  <a:lnTo>
                    <a:pt x="288035" y="10667"/>
                  </a:lnTo>
                  <a:lnTo>
                    <a:pt x="286511" y="7619"/>
                  </a:lnTo>
                  <a:lnTo>
                    <a:pt x="286511" y="3048"/>
                  </a:lnTo>
                  <a:lnTo>
                    <a:pt x="288035" y="0"/>
                  </a:lnTo>
                  <a:lnTo>
                    <a:pt x="294132" y="0"/>
                  </a:lnTo>
                  <a:lnTo>
                    <a:pt x="295655" y="3048"/>
                  </a:lnTo>
                  <a:lnTo>
                    <a:pt x="295655" y="7619"/>
                  </a:lnTo>
                  <a:lnTo>
                    <a:pt x="294132" y="10667"/>
                  </a:lnTo>
                  <a:close/>
                </a:path>
                <a:path w="2794000" h="10795">
                  <a:moveTo>
                    <a:pt x="312419" y="10667"/>
                  </a:moveTo>
                  <a:lnTo>
                    <a:pt x="307848" y="10667"/>
                  </a:lnTo>
                  <a:lnTo>
                    <a:pt x="304800" y="7619"/>
                  </a:lnTo>
                  <a:lnTo>
                    <a:pt x="304800" y="3048"/>
                  </a:lnTo>
                  <a:lnTo>
                    <a:pt x="307848" y="0"/>
                  </a:lnTo>
                  <a:lnTo>
                    <a:pt x="312419" y="0"/>
                  </a:lnTo>
                  <a:lnTo>
                    <a:pt x="315467" y="3048"/>
                  </a:lnTo>
                  <a:lnTo>
                    <a:pt x="315467" y="7619"/>
                  </a:lnTo>
                  <a:lnTo>
                    <a:pt x="312419" y="10667"/>
                  </a:lnTo>
                  <a:close/>
                </a:path>
                <a:path w="2794000" h="10795">
                  <a:moveTo>
                    <a:pt x="332232" y="10667"/>
                  </a:moveTo>
                  <a:lnTo>
                    <a:pt x="326135" y="10667"/>
                  </a:lnTo>
                  <a:lnTo>
                    <a:pt x="324611" y="7619"/>
                  </a:lnTo>
                  <a:lnTo>
                    <a:pt x="324611" y="3048"/>
                  </a:lnTo>
                  <a:lnTo>
                    <a:pt x="326135" y="0"/>
                  </a:lnTo>
                  <a:lnTo>
                    <a:pt x="332232" y="0"/>
                  </a:lnTo>
                  <a:lnTo>
                    <a:pt x="333755" y="3048"/>
                  </a:lnTo>
                  <a:lnTo>
                    <a:pt x="333755" y="7619"/>
                  </a:lnTo>
                  <a:lnTo>
                    <a:pt x="332232" y="10667"/>
                  </a:lnTo>
                  <a:close/>
                </a:path>
                <a:path w="2794000" h="10795">
                  <a:moveTo>
                    <a:pt x="350519" y="10667"/>
                  </a:moveTo>
                  <a:lnTo>
                    <a:pt x="345948" y="10667"/>
                  </a:lnTo>
                  <a:lnTo>
                    <a:pt x="342900" y="7619"/>
                  </a:lnTo>
                  <a:lnTo>
                    <a:pt x="342900" y="3048"/>
                  </a:lnTo>
                  <a:lnTo>
                    <a:pt x="345948" y="0"/>
                  </a:lnTo>
                  <a:lnTo>
                    <a:pt x="350519" y="0"/>
                  </a:lnTo>
                  <a:lnTo>
                    <a:pt x="353567" y="3048"/>
                  </a:lnTo>
                  <a:lnTo>
                    <a:pt x="353567" y="7619"/>
                  </a:lnTo>
                  <a:lnTo>
                    <a:pt x="350519" y="10667"/>
                  </a:lnTo>
                  <a:close/>
                </a:path>
                <a:path w="2794000" h="10795">
                  <a:moveTo>
                    <a:pt x="370332" y="10667"/>
                  </a:moveTo>
                  <a:lnTo>
                    <a:pt x="364235" y="10667"/>
                  </a:lnTo>
                  <a:lnTo>
                    <a:pt x="362711" y="7619"/>
                  </a:lnTo>
                  <a:lnTo>
                    <a:pt x="362711" y="3048"/>
                  </a:lnTo>
                  <a:lnTo>
                    <a:pt x="364235" y="0"/>
                  </a:lnTo>
                  <a:lnTo>
                    <a:pt x="370332" y="0"/>
                  </a:lnTo>
                  <a:lnTo>
                    <a:pt x="371855" y="3048"/>
                  </a:lnTo>
                  <a:lnTo>
                    <a:pt x="371855" y="7619"/>
                  </a:lnTo>
                  <a:lnTo>
                    <a:pt x="370332" y="10667"/>
                  </a:lnTo>
                  <a:close/>
                </a:path>
                <a:path w="2794000" h="10795">
                  <a:moveTo>
                    <a:pt x="388619" y="10667"/>
                  </a:moveTo>
                  <a:lnTo>
                    <a:pt x="384048" y="10667"/>
                  </a:lnTo>
                  <a:lnTo>
                    <a:pt x="381000" y="7619"/>
                  </a:lnTo>
                  <a:lnTo>
                    <a:pt x="381000" y="3048"/>
                  </a:lnTo>
                  <a:lnTo>
                    <a:pt x="384048" y="0"/>
                  </a:lnTo>
                  <a:lnTo>
                    <a:pt x="388619" y="0"/>
                  </a:lnTo>
                  <a:lnTo>
                    <a:pt x="391667" y="3048"/>
                  </a:lnTo>
                  <a:lnTo>
                    <a:pt x="391667" y="7619"/>
                  </a:lnTo>
                  <a:lnTo>
                    <a:pt x="388619" y="10667"/>
                  </a:lnTo>
                  <a:close/>
                </a:path>
                <a:path w="2794000" h="10795">
                  <a:moveTo>
                    <a:pt x="408432" y="10667"/>
                  </a:moveTo>
                  <a:lnTo>
                    <a:pt x="402335" y="10667"/>
                  </a:lnTo>
                  <a:lnTo>
                    <a:pt x="400811" y="7619"/>
                  </a:lnTo>
                  <a:lnTo>
                    <a:pt x="400811" y="3048"/>
                  </a:lnTo>
                  <a:lnTo>
                    <a:pt x="402335" y="0"/>
                  </a:lnTo>
                  <a:lnTo>
                    <a:pt x="408432" y="0"/>
                  </a:lnTo>
                  <a:lnTo>
                    <a:pt x="409955" y="3048"/>
                  </a:lnTo>
                  <a:lnTo>
                    <a:pt x="409955" y="7619"/>
                  </a:lnTo>
                  <a:lnTo>
                    <a:pt x="408432" y="10667"/>
                  </a:lnTo>
                  <a:close/>
                </a:path>
                <a:path w="2794000" h="10795">
                  <a:moveTo>
                    <a:pt x="426719" y="10667"/>
                  </a:moveTo>
                  <a:lnTo>
                    <a:pt x="422148" y="10667"/>
                  </a:lnTo>
                  <a:lnTo>
                    <a:pt x="419100" y="7619"/>
                  </a:lnTo>
                  <a:lnTo>
                    <a:pt x="419100" y="3048"/>
                  </a:lnTo>
                  <a:lnTo>
                    <a:pt x="422148" y="0"/>
                  </a:lnTo>
                  <a:lnTo>
                    <a:pt x="426719" y="0"/>
                  </a:lnTo>
                  <a:lnTo>
                    <a:pt x="429767" y="3048"/>
                  </a:lnTo>
                  <a:lnTo>
                    <a:pt x="429767" y="7619"/>
                  </a:lnTo>
                  <a:lnTo>
                    <a:pt x="426719" y="10667"/>
                  </a:lnTo>
                  <a:close/>
                </a:path>
                <a:path w="2794000" h="10795">
                  <a:moveTo>
                    <a:pt x="446532" y="10667"/>
                  </a:moveTo>
                  <a:lnTo>
                    <a:pt x="440435" y="10667"/>
                  </a:lnTo>
                  <a:lnTo>
                    <a:pt x="438911" y="7619"/>
                  </a:lnTo>
                  <a:lnTo>
                    <a:pt x="438911" y="3048"/>
                  </a:lnTo>
                  <a:lnTo>
                    <a:pt x="440435" y="0"/>
                  </a:lnTo>
                  <a:lnTo>
                    <a:pt x="446532" y="0"/>
                  </a:lnTo>
                  <a:lnTo>
                    <a:pt x="448055" y="3048"/>
                  </a:lnTo>
                  <a:lnTo>
                    <a:pt x="448055" y="7619"/>
                  </a:lnTo>
                  <a:lnTo>
                    <a:pt x="446532" y="10667"/>
                  </a:lnTo>
                  <a:close/>
                </a:path>
                <a:path w="2794000" h="10795">
                  <a:moveTo>
                    <a:pt x="464819" y="10667"/>
                  </a:moveTo>
                  <a:lnTo>
                    <a:pt x="460248" y="10667"/>
                  </a:lnTo>
                  <a:lnTo>
                    <a:pt x="457200" y="7619"/>
                  </a:lnTo>
                  <a:lnTo>
                    <a:pt x="457200" y="3048"/>
                  </a:lnTo>
                  <a:lnTo>
                    <a:pt x="460248" y="0"/>
                  </a:lnTo>
                  <a:lnTo>
                    <a:pt x="464819" y="0"/>
                  </a:lnTo>
                  <a:lnTo>
                    <a:pt x="467867" y="3048"/>
                  </a:lnTo>
                  <a:lnTo>
                    <a:pt x="467867" y="7619"/>
                  </a:lnTo>
                  <a:lnTo>
                    <a:pt x="464819" y="10667"/>
                  </a:lnTo>
                  <a:close/>
                </a:path>
                <a:path w="2794000" h="10795">
                  <a:moveTo>
                    <a:pt x="484632" y="10667"/>
                  </a:moveTo>
                  <a:lnTo>
                    <a:pt x="478535" y="10667"/>
                  </a:lnTo>
                  <a:lnTo>
                    <a:pt x="477011" y="7619"/>
                  </a:lnTo>
                  <a:lnTo>
                    <a:pt x="477011" y="3048"/>
                  </a:lnTo>
                  <a:lnTo>
                    <a:pt x="478535" y="0"/>
                  </a:lnTo>
                  <a:lnTo>
                    <a:pt x="484632" y="0"/>
                  </a:lnTo>
                  <a:lnTo>
                    <a:pt x="486155" y="3048"/>
                  </a:lnTo>
                  <a:lnTo>
                    <a:pt x="486155" y="7619"/>
                  </a:lnTo>
                  <a:lnTo>
                    <a:pt x="484632" y="10667"/>
                  </a:lnTo>
                  <a:close/>
                </a:path>
                <a:path w="2794000" h="10795">
                  <a:moveTo>
                    <a:pt x="502919" y="10667"/>
                  </a:moveTo>
                  <a:lnTo>
                    <a:pt x="498348" y="10667"/>
                  </a:lnTo>
                  <a:lnTo>
                    <a:pt x="496823" y="7619"/>
                  </a:lnTo>
                  <a:lnTo>
                    <a:pt x="496823" y="3048"/>
                  </a:lnTo>
                  <a:lnTo>
                    <a:pt x="498348" y="0"/>
                  </a:lnTo>
                  <a:lnTo>
                    <a:pt x="502919" y="0"/>
                  </a:lnTo>
                  <a:lnTo>
                    <a:pt x="505967" y="3048"/>
                  </a:lnTo>
                  <a:lnTo>
                    <a:pt x="505967" y="7619"/>
                  </a:lnTo>
                  <a:lnTo>
                    <a:pt x="502919" y="10667"/>
                  </a:lnTo>
                  <a:close/>
                </a:path>
                <a:path w="2794000" h="10795">
                  <a:moveTo>
                    <a:pt x="522732" y="10667"/>
                  </a:moveTo>
                  <a:lnTo>
                    <a:pt x="516635" y="10667"/>
                  </a:lnTo>
                  <a:lnTo>
                    <a:pt x="515111" y="7619"/>
                  </a:lnTo>
                  <a:lnTo>
                    <a:pt x="515111" y="3048"/>
                  </a:lnTo>
                  <a:lnTo>
                    <a:pt x="516635" y="0"/>
                  </a:lnTo>
                  <a:lnTo>
                    <a:pt x="522732" y="0"/>
                  </a:lnTo>
                  <a:lnTo>
                    <a:pt x="524255" y="3048"/>
                  </a:lnTo>
                  <a:lnTo>
                    <a:pt x="524255" y="7619"/>
                  </a:lnTo>
                  <a:lnTo>
                    <a:pt x="522732" y="10667"/>
                  </a:lnTo>
                  <a:close/>
                </a:path>
                <a:path w="2794000" h="10795">
                  <a:moveTo>
                    <a:pt x="541019" y="10667"/>
                  </a:moveTo>
                  <a:lnTo>
                    <a:pt x="536448" y="10667"/>
                  </a:lnTo>
                  <a:lnTo>
                    <a:pt x="534923" y="7619"/>
                  </a:lnTo>
                  <a:lnTo>
                    <a:pt x="534923" y="3048"/>
                  </a:lnTo>
                  <a:lnTo>
                    <a:pt x="536448" y="0"/>
                  </a:lnTo>
                  <a:lnTo>
                    <a:pt x="541019" y="0"/>
                  </a:lnTo>
                  <a:lnTo>
                    <a:pt x="544067" y="3048"/>
                  </a:lnTo>
                  <a:lnTo>
                    <a:pt x="544067" y="7619"/>
                  </a:lnTo>
                  <a:lnTo>
                    <a:pt x="541019" y="10667"/>
                  </a:lnTo>
                  <a:close/>
                </a:path>
                <a:path w="2794000" h="10795">
                  <a:moveTo>
                    <a:pt x="560832" y="10667"/>
                  </a:moveTo>
                  <a:lnTo>
                    <a:pt x="554735" y="10667"/>
                  </a:lnTo>
                  <a:lnTo>
                    <a:pt x="553211" y="7619"/>
                  </a:lnTo>
                  <a:lnTo>
                    <a:pt x="553211" y="3048"/>
                  </a:lnTo>
                  <a:lnTo>
                    <a:pt x="554735" y="0"/>
                  </a:lnTo>
                  <a:lnTo>
                    <a:pt x="560832" y="0"/>
                  </a:lnTo>
                  <a:lnTo>
                    <a:pt x="562355" y="3048"/>
                  </a:lnTo>
                  <a:lnTo>
                    <a:pt x="562355" y="7619"/>
                  </a:lnTo>
                  <a:lnTo>
                    <a:pt x="560832" y="10667"/>
                  </a:lnTo>
                  <a:close/>
                </a:path>
                <a:path w="2794000" h="10795">
                  <a:moveTo>
                    <a:pt x="579119" y="10667"/>
                  </a:moveTo>
                  <a:lnTo>
                    <a:pt x="574548" y="10667"/>
                  </a:lnTo>
                  <a:lnTo>
                    <a:pt x="573023" y="7619"/>
                  </a:lnTo>
                  <a:lnTo>
                    <a:pt x="573023" y="3048"/>
                  </a:lnTo>
                  <a:lnTo>
                    <a:pt x="574548" y="0"/>
                  </a:lnTo>
                  <a:lnTo>
                    <a:pt x="579119" y="0"/>
                  </a:lnTo>
                  <a:lnTo>
                    <a:pt x="582167" y="3048"/>
                  </a:lnTo>
                  <a:lnTo>
                    <a:pt x="582167" y="7619"/>
                  </a:lnTo>
                  <a:lnTo>
                    <a:pt x="579119" y="10667"/>
                  </a:lnTo>
                  <a:close/>
                </a:path>
                <a:path w="2794000" h="10795">
                  <a:moveTo>
                    <a:pt x="598932" y="10667"/>
                  </a:moveTo>
                  <a:lnTo>
                    <a:pt x="592835" y="10667"/>
                  </a:lnTo>
                  <a:lnTo>
                    <a:pt x="591311" y="7619"/>
                  </a:lnTo>
                  <a:lnTo>
                    <a:pt x="591311" y="3048"/>
                  </a:lnTo>
                  <a:lnTo>
                    <a:pt x="592835" y="0"/>
                  </a:lnTo>
                  <a:lnTo>
                    <a:pt x="598932" y="0"/>
                  </a:lnTo>
                  <a:lnTo>
                    <a:pt x="600455" y="3048"/>
                  </a:lnTo>
                  <a:lnTo>
                    <a:pt x="600455" y="7619"/>
                  </a:lnTo>
                  <a:lnTo>
                    <a:pt x="598932" y="10667"/>
                  </a:lnTo>
                  <a:close/>
                </a:path>
                <a:path w="2794000" h="10795">
                  <a:moveTo>
                    <a:pt x="617219" y="10667"/>
                  </a:moveTo>
                  <a:lnTo>
                    <a:pt x="612648" y="10667"/>
                  </a:lnTo>
                  <a:lnTo>
                    <a:pt x="611123" y="7619"/>
                  </a:lnTo>
                  <a:lnTo>
                    <a:pt x="611123" y="3048"/>
                  </a:lnTo>
                  <a:lnTo>
                    <a:pt x="612648" y="0"/>
                  </a:lnTo>
                  <a:lnTo>
                    <a:pt x="617219" y="0"/>
                  </a:lnTo>
                  <a:lnTo>
                    <a:pt x="620267" y="3048"/>
                  </a:lnTo>
                  <a:lnTo>
                    <a:pt x="620267" y="7619"/>
                  </a:lnTo>
                  <a:lnTo>
                    <a:pt x="617219" y="10667"/>
                  </a:lnTo>
                  <a:close/>
                </a:path>
                <a:path w="2794000" h="10795">
                  <a:moveTo>
                    <a:pt x="637032" y="10667"/>
                  </a:moveTo>
                  <a:lnTo>
                    <a:pt x="630935" y="10667"/>
                  </a:lnTo>
                  <a:lnTo>
                    <a:pt x="629411" y="7619"/>
                  </a:lnTo>
                  <a:lnTo>
                    <a:pt x="629411" y="3048"/>
                  </a:lnTo>
                  <a:lnTo>
                    <a:pt x="630935" y="0"/>
                  </a:lnTo>
                  <a:lnTo>
                    <a:pt x="637032" y="0"/>
                  </a:lnTo>
                  <a:lnTo>
                    <a:pt x="638555" y="3048"/>
                  </a:lnTo>
                  <a:lnTo>
                    <a:pt x="638555" y="7619"/>
                  </a:lnTo>
                  <a:lnTo>
                    <a:pt x="637032" y="10667"/>
                  </a:lnTo>
                  <a:close/>
                </a:path>
                <a:path w="2794000" h="10795">
                  <a:moveTo>
                    <a:pt x="655319" y="10667"/>
                  </a:moveTo>
                  <a:lnTo>
                    <a:pt x="650748" y="10667"/>
                  </a:lnTo>
                  <a:lnTo>
                    <a:pt x="649223" y="7619"/>
                  </a:lnTo>
                  <a:lnTo>
                    <a:pt x="649223" y="3048"/>
                  </a:lnTo>
                  <a:lnTo>
                    <a:pt x="650748" y="0"/>
                  </a:lnTo>
                  <a:lnTo>
                    <a:pt x="655319" y="0"/>
                  </a:lnTo>
                  <a:lnTo>
                    <a:pt x="658367" y="3048"/>
                  </a:lnTo>
                  <a:lnTo>
                    <a:pt x="658367" y="7619"/>
                  </a:lnTo>
                  <a:lnTo>
                    <a:pt x="655319" y="10667"/>
                  </a:lnTo>
                  <a:close/>
                </a:path>
                <a:path w="2794000" h="10795">
                  <a:moveTo>
                    <a:pt x="675132" y="10667"/>
                  </a:moveTo>
                  <a:lnTo>
                    <a:pt x="669035" y="10667"/>
                  </a:lnTo>
                  <a:lnTo>
                    <a:pt x="667511" y="7619"/>
                  </a:lnTo>
                  <a:lnTo>
                    <a:pt x="667511" y="3048"/>
                  </a:lnTo>
                  <a:lnTo>
                    <a:pt x="669035" y="0"/>
                  </a:lnTo>
                  <a:lnTo>
                    <a:pt x="675132" y="0"/>
                  </a:lnTo>
                  <a:lnTo>
                    <a:pt x="676655" y="3048"/>
                  </a:lnTo>
                  <a:lnTo>
                    <a:pt x="676655" y="7619"/>
                  </a:lnTo>
                  <a:lnTo>
                    <a:pt x="675132" y="10667"/>
                  </a:lnTo>
                  <a:close/>
                </a:path>
                <a:path w="2794000" h="10795">
                  <a:moveTo>
                    <a:pt x="693419" y="10667"/>
                  </a:moveTo>
                  <a:lnTo>
                    <a:pt x="688848" y="10667"/>
                  </a:lnTo>
                  <a:lnTo>
                    <a:pt x="687323" y="7619"/>
                  </a:lnTo>
                  <a:lnTo>
                    <a:pt x="687323" y="3048"/>
                  </a:lnTo>
                  <a:lnTo>
                    <a:pt x="688848" y="0"/>
                  </a:lnTo>
                  <a:lnTo>
                    <a:pt x="693419" y="0"/>
                  </a:lnTo>
                  <a:lnTo>
                    <a:pt x="696467" y="3048"/>
                  </a:lnTo>
                  <a:lnTo>
                    <a:pt x="696467" y="7619"/>
                  </a:lnTo>
                  <a:lnTo>
                    <a:pt x="693419" y="10667"/>
                  </a:lnTo>
                  <a:close/>
                </a:path>
                <a:path w="2794000" h="10795">
                  <a:moveTo>
                    <a:pt x="713232" y="10667"/>
                  </a:moveTo>
                  <a:lnTo>
                    <a:pt x="707135" y="10667"/>
                  </a:lnTo>
                  <a:lnTo>
                    <a:pt x="705611" y="7619"/>
                  </a:lnTo>
                  <a:lnTo>
                    <a:pt x="705611" y="3048"/>
                  </a:lnTo>
                  <a:lnTo>
                    <a:pt x="707135" y="0"/>
                  </a:lnTo>
                  <a:lnTo>
                    <a:pt x="713232" y="0"/>
                  </a:lnTo>
                  <a:lnTo>
                    <a:pt x="714755" y="3048"/>
                  </a:lnTo>
                  <a:lnTo>
                    <a:pt x="714755" y="7619"/>
                  </a:lnTo>
                  <a:lnTo>
                    <a:pt x="713232" y="10667"/>
                  </a:lnTo>
                  <a:close/>
                </a:path>
                <a:path w="2794000" h="10795">
                  <a:moveTo>
                    <a:pt x="731519" y="10667"/>
                  </a:moveTo>
                  <a:lnTo>
                    <a:pt x="726948" y="10667"/>
                  </a:lnTo>
                  <a:lnTo>
                    <a:pt x="725423" y="7619"/>
                  </a:lnTo>
                  <a:lnTo>
                    <a:pt x="725423" y="3048"/>
                  </a:lnTo>
                  <a:lnTo>
                    <a:pt x="726948" y="0"/>
                  </a:lnTo>
                  <a:lnTo>
                    <a:pt x="731519" y="0"/>
                  </a:lnTo>
                  <a:lnTo>
                    <a:pt x="734567" y="3048"/>
                  </a:lnTo>
                  <a:lnTo>
                    <a:pt x="734567" y="7619"/>
                  </a:lnTo>
                  <a:lnTo>
                    <a:pt x="731519" y="10667"/>
                  </a:lnTo>
                  <a:close/>
                </a:path>
                <a:path w="2794000" h="10795">
                  <a:moveTo>
                    <a:pt x="751332" y="10667"/>
                  </a:moveTo>
                  <a:lnTo>
                    <a:pt x="745235" y="10667"/>
                  </a:lnTo>
                  <a:lnTo>
                    <a:pt x="743711" y="7619"/>
                  </a:lnTo>
                  <a:lnTo>
                    <a:pt x="743711" y="3048"/>
                  </a:lnTo>
                  <a:lnTo>
                    <a:pt x="745235" y="0"/>
                  </a:lnTo>
                  <a:lnTo>
                    <a:pt x="751332" y="0"/>
                  </a:lnTo>
                  <a:lnTo>
                    <a:pt x="752855" y="3048"/>
                  </a:lnTo>
                  <a:lnTo>
                    <a:pt x="752855" y="7619"/>
                  </a:lnTo>
                  <a:lnTo>
                    <a:pt x="751332" y="10667"/>
                  </a:lnTo>
                  <a:close/>
                </a:path>
                <a:path w="2794000" h="10795">
                  <a:moveTo>
                    <a:pt x="769619" y="10667"/>
                  </a:moveTo>
                  <a:lnTo>
                    <a:pt x="765048" y="10667"/>
                  </a:lnTo>
                  <a:lnTo>
                    <a:pt x="763523" y="7619"/>
                  </a:lnTo>
                  <a:lnTo>
                    <a:pt x="763523" y="3048"/>
                  </a:lnTo>
                  <a:lnTo>
                    <a:pt x="765048" y="0"/>
                  </a:lnTo>
                  <a:lnTo>
                    <a:pt x="769619" y="0"/>
                  </a:lnTo>
                  <a:lnTo>
                    <a:pt x="772667" y="3048"/>
                  </a:lnTo>
                  <a:lnTo>
                    <a:pt x="772667" y="7619"/>
                  </a:lnTo>
                  <a:lnTo>
                    <a:pt x="769619" y="10667"/>
                  </a:lnTo>
                  <a:close/>
                </a:path>
                <a:path w="2794000" h="10795">
                  <a:moveTo>
                    <a:pt x="789432" y="10667"/>
                  </a:moveTo>
                  <a:lnTo>
                    <a:pt x="783335" y="10667"/>
                  </a:lnTo>
                  <a:lnTo>
                    <a:pt x="781811" y="7619"/>
                  </a:lnTo>
                  <a:lnTo>
                    <a:pt x="781811" y="3048"/>
                  </a:lnTo>
                  <a:lnTo>
                    <a:pt x="783335" y="0"/>
                  </a:lnTo>
                  <a:lnTo>
                    <a:pt x="789432" y="0"/>
                  </a:lnTo>
                  <a:lnTo>
                    <a:pt x="790955" y="3048"/>
                  </a:lnTo>
                  <a:lnTo>
                    <a:pt x="790955" y="7619"/>
                  </a:lnTo>
                  <a:lnTo>
                    <a:pt x="789432" y="10667"/>
                  </a:lnTo>
                  <a:close/>
                </a:path>
                <a:path w="2794000" h="10795">
                  <a:moveTo>
                    <a:pt x="807719" y="10667"/>
                  </a:moveTo>
                  <a:lnTo>
                    <a:pt x="803148" y="10667"/>
                  </a:lnTo>
                  <a:lnTo>
                    <a:pt x="801623" y="7619"/>
                  </a:lnTo>
                  <a:lnTo>
                    <a:pt x="801623" y="3048"/>
                  </a:lnTo>
                  <a:lnTo>
                    <a:pt x="803148" y="0"/>
                  </a:lnTo>
                  <a:lnTo>
                    <a:pt x="807719" y="0"/>
                  </a:lnTo>
                  <a:lnTo>
                    <a:pt x="810767" y="3048"/>
                  </a:lnTo>
                  <a:lnTo>
                    <a:pt x="810767" y="7619"/>
                  </a:lnTo>
                  <a:lnTo>
                    <a:pt x="807719" y="10667"/>
                  </a:lnTo>
                  <a:close/>
                </a:path>
                <a:path w="2794000" h="10795">
                  <a:moveTo>
                    <a:pt x="827532" y="10667"/>
                  </a:moveTo>
                  <a:lnTo>
                    <a:pt x="822959" y="10667"/>
                  </a:lnTo>
                  <a:lnTo>
                    <a:pt x="819911" y="7619"/>
                  </a:lnTo>
                  <a:lnTo>
                    <a:pt x="819911" y="3048"/>
                  </a:lnTo>
                  <a:lnTo>
                    <a:pt x="822959" y="0"/>
                  </a:lnTo>
                  <a:lnTo>
                    <a:pt x="827532" y="0"/>
                  </a:lnTo>
                  <a:lnTo>
                    <a:pt x="829055" y="3048"/>
                  </a:lnTo>
                  <a:lnTo>
                    <a:pt x="829055" y="7619"/>
                  </a:lnTo>
                  <a:lnTo>
                    <a:pt x="827532" y="10667"/>
                  </a:lnTo>
                  <a:close/>
                </a:path>
                <a:path w="2794000" h="10795">
                  <a:moveTo>
                    <a:pt x="845819" y="10667"/>
                  </a:moveTo>
                  <a:lnTo>
                    <a:pt x="841248" y="10667"/>
                  </a:lnTo>
                  <a:lnTo>
                    <a:pt x="839723" y="7619"/>
                  </a:lnTo>
                  <a:lnTo>
                    <a:pt x="839723" y="3048"/>
                  </a:lnTo>
                  <a:lnTo>
                    <a:pt x="841248" y="0"/>
                  </a:lnTo>
                  <a:lnTo>
                    <a:pt x="845819" y="0"/>
                  </a:lnTo>
                  <a:lnTo>
                    <a:pt x="848867" y="3048"/>
                  </a:lnTo>
                  <a:lnTo>
                    <a:pt x="848867" y="7619"/>
                  </a:lnTo>
                  <a:lnTo>
                    <a:pt x="845819" y="10667"/>
                  </a:lnTo>
                  <a:close/>
                </a:path>
                <a:path w="2794000" h="10795">
                  <a:moveTo>
                    <a:pt x="865632" y="10667"/>
                  </a:moveTo>
                  <a:lnTo>
                    <a:pt x="861059" y="10667"/>
                  </a:lnTo>
                  <a:lnTo>
                    <a:pt x="858011" y="7619"/>
                  </a:lnTo>
                  <a:lnTo>
                    <a:pt x="858011" y="3048"/>
                  </a:lnTo>
                  <a:lnTo>
                    <a:pt x="861059" y="0"/>
                  </a:lnTo>
                  <a:lnTo>
                    <a:pt x="865632" y="0"/>
                  </a:lnTo>
                  <a:lnTo>
                    <a:pt x="867155" y="3048"/>
                  </a:lnTo>
                  <a:lnTo>
                    <a:pt x="867155" y="7619"/>
                  </a:lnTo>
                  <a:lnTo>
                    <a:pt x="865632" y="10667"/>
                  </a:lnTo>
                  <a:close/>
                </a:path>
                <a:path w="2794000" h="10795">
                  <a:moveTo>
                    <a:pt x="883919" y="10667"/>
                  </a:moveTo>
                  <a:lnTo>
                    <a:pt x="879348" y="10667"/>
                  </a:lnTo>
                  <a:lnTo>
                    <a:pt x="877823" y="7619"/>
                  </a:lnTo>
                  <a:lnTo>
                    <a:pt x="877823" y="3048"/>
                  </a:lnTo>
                  <a:lnTo>
                    <a:pt x="879348" y="0"/>
                  </a:lnTo>
                  <a:lnTo>
                    <a:pt x="883919" y="0"/>
                  </a:lnTo>
                  <a:lnTo>
                    <a:pt x="886967" y="3048"/>
                  </a:lnTo>
                  <a:lnTo>
                    <a:pt x="886967" y="7619"/>
                  </a:lnTo>
                  <a:lnTo>
                    <a:pt x="883919" y="10667"/>
                  </a:lnTo>
                  <a:close/>
                </a:path>
                <a:path w="2794000" h="10795">
                  <a:moveTo>
                    <a:pt x="903732" y="10667"/>
                  </a:moveTo>
                  <a:lnTo>
                    <a:pt x="899159" y="10667"/>
                  </a:lnTo>
                  <a:lnTo>
                    <a:pt x="896111" y="7619"/>
                  </a:lnTo>
                  <a:lnTo>
                    <a:pt x="896111" y="3048"/>
                  </a:lnTo>
                  <a:lnTo>
                    <a:pt x="899159" y="0"/>
                  </a:lnTo>
                  <a:lnTo>
                    <a:pt x="903732" y="0"/>
                  </a:lnTo>
                  <a:lnTo>
                    <a:pt x="905255" y="3048"/>
                  </a:lnTo>
                  <a:lnTo>
                    <a:pt x="905255" y="7619"/>
                  </a:lnTo>
                  <a:lnTo>
                    <a:pt x="903732" y="10667"/>
                  </a:lnTo>
                  <a:close/>
                </a:path>
                <a:path w="2794000" h="10795">
                  <a:moveTo>
                    <a:pt x="923543" y="10667"/>
                  </a:moveTo>
                  <a:lnTo>
                    <a:pt x="917448" y="10667"/>
                  </a:lnTo>
                  <a:lnTo>
                    <a:pt x="915923" y="7619"/>
                  </a:lnTo>
                  <a:lnTo>
                    <a:pt x="915923" y="3048"/>
                  </a:lnTo>
                  <a:lnTo>
                    <a:pt x="917448" y="0"/>
                  </a:lnTo>
                  <a:lnTo>
                    <a:pt x="923543" y="0"/>
                  </a:lnTo>
                  <a:lnTo>
                    <a:pt x="925067" y="3048"/>
                  </a:lnTo>
                  <a:lnTo>
                    <a:pt x="925067" y="7619"/>
                  </a:lnTo>
                  <a:lnTo>
                    <a:pt x="923543" y="10667"/>
                  </a:lnTo>
                  <a:close/>
                </a:path>
                <a:path w="2794000" h="10795">
                  <a:moveTo>
                    <a:pt x="941832" y="10667"/>
                  </a:moveTo>
                  <a:lnTo>
                    <a:pt x="937259" y="10667"/>
                  </a:lnTo>
                  <a:lnTo>
                    <a:pt x="934211" y="7619"/>
                  </a:lnTo>
                  <a:lnTo>
                    <a:pt x="934211" y="3048"/>
                  </a:lnTo>
                  <a:lnTo>
                    <a:pt x="937259" y="0"/>
                  </a:lnTo>
                  <a:lnTo>
                    <a:pt x="941832" y="0"/>
                  </a:lnTo>
                  <a:lnTo>
                    <a:pt x="943355" y="3048"/>
                  </a:lnTo>
                  <a:lnTo>
                    <a:pt x="943355" y="7619"/>
                  </a:lnTo>
                  <a:lnTo>
                    <a:pt x="941832" y="10667"/>
                  </a:lnTo>
                  <a:close/>
                </a:path>
                <a:path w="2794000" h="10795">
                  <a:moveTo>
                    <a:pt x="961643" y="10667"/>
                  </a:moveTo>
                  <a:lnTo>
                    <a:pt x="955548" y="10667"/>
                  </a:lnTo>
                  <a:lnTo>
                    <a:pt x="954023" y="7619"/>
                  </a:lnTo>
                  <a:lnTo>
                    <a:pt x="954023" y="3048"/>
                  </a:lnTo>
                  <a:lnTo>
                    <a:pt x="955548" y="0"/>
                  </a:lnTo>
                  <a:lnTo>
                    <a:pt x="961643" y="0"/>
                  </a:lnTo>
                  <a:lnTo>
                    <a:pt x="963167" y="3048"/>
                  </a:lnTo>
                  <a:lnTo>
                    <a:pt x="963167" y="7619"/>
                  </a:lnTo>
                  <a:lnTo>
                    <a:pt x="961643" y="10667"/>
                  </a:lnTo>
                  <a:close/>
                </a:path>
                <a:path w="2794000" h="10795">
                  <a:moveTo>
                    <a:pt x="979932" y="10667"/>
                  </a:moveTo>
                  <a:lnTo>
                    <a:pt x="975359" y="10667"/>
                  </a:lnTo>
                  <a:lnTo>
                    <a:pt x="972311" y="7619"/>
                  </a:lnTo>
                  <a:lnTo>
                    <a:pt x="972311" y="3048"/>
                  </a:lnTo>
                  <a:lnTo>
                    <a:pt x="975359" y="0"/>
                  </a:lnTo>
                  <a:lnTo>
                    <a:pt x="979932" y="0"/>
                  </a:lnTo>
                  <a:lnTo>
                    <a:pt x="981455" y="3048"/>
                  </a:lnTo>
                  <a:lnTo>
                    <a:pt x="981455" y="7619"/>
                  </a:lnTo>
                  <a:lnTo>
                    <a:pt x="979932" y="10667"/>
                  </a:lnTo>
                  <a:close/>
                </a:path>
                <a:path w="2794000" h="10795">
                  <a:moveTo>
                    <a:pt x="999743" y="10667"/>
                  </a:moveTo>
                  <a:lnTo>
                    <a:pt x="993648" y="10667"/>
                  </a:lnTo>
                  <a:lnTo>
                    <a:pt x="992123" y="7619"/>
                  </a:lnTo>
                  <a:lnTo>
                    <a:pt x="992123" y="3048"/>
                  </a:lnTo>
                  <a:lnTo>
                    <a:pt x="993648" y="0"/>
                  </a:lnTo>
                  <a:lnTo>
                    <a:pt x="999743" y="0"/>
                  </a:lnTo>
                  <a:lnTo>
                    <a:pt x="1001267" y="3048"/>
                  </a:lnTo>
                  <a:lnTo>
                    <a:pt x="1001267" y="7619"/>
                  </a:lnTo>
                  <a:lnTo>
                    <a:pt x="999743" y="10667"/>
                  </a:lnTo>
                  <a:close/>
                </a:path>
                <a:path w="2794000" h="10795">
                  <a:moveTo>
                    <a:pt x="1018032" y="10667"/>
                  </a:moveTo>
                  <a:lnTo>
                    <a:pt x="1013459" y="10667"/>
                  </a:lnTo>
                  <a:lnTo>
                    <a:pt x="1010411" y="7619"/>
                  </a:lnTo>
                  <a:lnTo>
                    <a:pt x="1010411" y="3048"/>
                  </a:lnTo>
                  <a:lnTo>
                    <a:pt x="1013459" y="0"/>
                  </a:lnTo>
                  <a:lnTo>
                    <a:pt x="1018032" y="0"/>
                  </a:lnTo>
                  <a:lnTo>
                    <a:pt x="1019555" y="3048"/>
                  </a:lnTo>
                  <a:lnTo>
                    <a:pt x="1019555" y="7619"/>
                  </a:lnTo>
                  <a:lnTo>
                    <a:pt x="1018032" y="10667"/>
                  </a:lnTo>
                  <a:close/>
                </a:path>
                <a:path w="2794000" h="10795">
                  <a:moveTo>
                    <a:pt x="1037843" y="10667"/>
                  </a:moveTo>
                  <a:lnTo>
                    <a:pt x="1031748" y="10667"/>
                  </a:lnTo>
                  <a:lnTo>
                    <a:pt x="1030223" y="7619"/>
                  </a:lnTo>
                  <a:lnTo>
                    <a:pt x="1030223" y="3048"/>
                  </a:lnTo>
                  <a:lnTo>
                    <a:pt x="1031748" y="0"/>
                  </a:lnTo>
                  <a:lnTo>
                    <a:pt x="1037843" y="0"/>
                  </a:lnTo>
                  <a:lnTo>
                    <a:pt x="1039367" y="3048"/>
                  </a:lnTo>
                  <a:lnTo>
                    <a:pt x="1039367" y="7619"/>
                  </a:lnTo>
                  <a:lnTo>
                    <a:pt x="1037843" y="10667"/>
                  </a:lnTo>
                  <a:close/>
                </a:path>
                <a:path w="2794000" h="10795">
                  <a:moveTo>
                    <a:pt x="1056132" y="10667"/>
                  </a:moveTo>
                  <a:lnTo>
                    <a:pt x="1051559" y="10667"/>
                  </a:lnTo>
                  <a:lnTo>
                    <a:pt x="1048511" y="7619"/>
                  </a:lnTo>
                  <a:lnTo>
                    <a:pt x="1048511" y="3048"/>
                  </a:lnTo>
                  <a:lnTo>
                    <a:pt x="1051559" y="0"/>
                  </a:lnTo>
                  <a:lnTo>
                    <a:pt x="1056132" y="0"/>
                  </a:lnTo>
                  <a:lnTo>
                    <a:pt x="1057655" y="3048"/>
                  </a:lnTo>
                  <a:lnTo>
                    <a:pt x="1057655" y="7619"/>
                  </a:lnTo>
                  <a:lnTo>
                    <a:pt x="1056132" y="10667"/>
                  </a:lnTo>
                  <a:close/>
                </a:path>
                <a:path w="2794000" h="10795">
                  <a:moveTo>
                    <a:pt x="1075943" y="10667"/>
                  </a:moveTo>
                  <a:lnTo>
                    <a:pt x="1069848" y="10667"/>
                  </a:lnTo>
                  <a:lnTo>
                    <a:pt x="1068323" y="7619"/>
                  </a:lnTo>
                  <a:lnTo>
                    <a:pt x="1068323" y="3048"/>
                  </a:lnTo>
                  <a:lnTo>
                    <a:pt x="1069848" y="0"/>
                  </a:lnTo>
                  <a:lnTo>
                    <a:pt x="1075943" y="0"/>
                  </a:lnTo>
                  <a:lnTo>
                    <a:pt x="1077467" y="3048"/>
                  </a:lnTo>
                  <a:lnTo>
                    <a:pt x="1077467" y="7619"/>
                  </a:lnTo>
                  <a:lnTo>
                    <a:pt x="1075943" y="10667"/>
                  </a:lnTo>
                  <a:close/>
                </a:path>
                <a:path w="2794000" h="10795">
                  <a:moveTo>
                    <a:pt x="1094232" y="10667"/>
                  </a:moveTo>
                  <a:lnTo>
                    <a:pt x="1089659" y="10667"/>
                  </a:lnTo>
                  <a:lnTo>
                    <a:pt x="1086611" y="7619"/>
                  </a:lnTo>
                  <a:lnTo>
                    <a:pt x="1086611" y="3048"/>
                  </a:lnTo>
                  <a:lnTo>
                    <a:pt x="1089659" y="0"/>
                  </a:lnTo>
                  <a:lnTo>
                    <a:pt x="1094232" y="0"/>
                  </a:lnTo>
                  <a:lnTo>
                    <a:pt x="1095755" y="3048"/>
                  </a:lnTo>
                  <a:lnTo>
                    <a:pt x="1095755" y="7619"/>
                  </a:lnTo>
                  <a:lnTo>
                    <a:pt x="1094232" y="10667"/>
                  </a:lnTo>
                  <a:close/>
                </a:path>
                <a:path w="2794000" h="10795">
                  <a:moveTo>
                    <a:pt x="1114043" y="10667"/>
                  </a:moveTo>
                  <a:lnTo>
                    <a:pt x="1107948" y="10667"/>
                  </a:lnTo>
                  <a:lnTo>
                    <a:pt x="1106423" y="7619"/>
                  </a:lnTo>
                  <a:lnTo>
                    <a:pt x="1106423" y="3048"/>
                  </a:lnTo>
                  <a:lnTo>
                    <a:pt x="1107948" y="0"/>
                  </a:lnTo>
                  <a:lnTo>
                    <a:pt x="1114043" y="0"/>
                  </a:lnTo>
                  <a:lnTo>
                    <a:pt x="1115567" y="3048"/>
                  </a:lnTo>
                  <a:lnTo>
                    <a:pt x="1115567" y="7619"/>
                  </a:lnTo>
                  <a:lnTo>
                    <a:pt x="1114043" y="10667"/>
                  </a:lnTo>
                  <a:close/>
                </a:path>
                <a:path w="2794000" h="10795">
                  <a:moveTo>
                    <a:pt x="1132332" y="10667"/>
                  </a:moveTo>
                  <a:lnTo>
                    <a:pt x="1127759" y="10667"/>
                  </a:lnTo>
                  <a:lnTo>
                    <a:pt x="1124711" y="7619"/>
                  </a:lnTo>
                  <a:lnTo>
                    <a:pt x="1124711" y="3048"/>
                  </a:lnTo>
                  <a:lnTo>
                    <a:pt x="1127759" y="0"/>
                  </a:lnTo>
                  <a:lnTo>
                    <a:pt x="1132332" y="0"/>
                  </a:lnTo>
                  <a:lnTo>
                    <a:pt x="1133855" y="3048"/>
                  </a:lnTo>
                  <a:lnTo>
                    <a:pt x="1133855" y="7619"/>
                  </a:lnTo>
                  <a:lnTo>
                    <a:pt x="1132332" y="10667"/>
                  </a:lnTo>
                  <a:close/>
                </a:path>
                <a:path w="2794000" h="10795">
                  <a:moveTo>
                    <a:pt x="1152143" y="10667"/>
                  </a:moveTo>
                  <a:lnTo>
                    <a:pt x="1146048" y="10667"/>
                  </a:lnTo>
                  <a:lnTo>
                    <a:pt x="1144523" y="7619"/>
                  </a:lnTo>
                  <a:lnTo>
                    <a:pt x="1144523" y="3048"/>
                  </a:lnTo>
                  <a:lnTo>
                    <a:pt x="1146048" y="0"/>
                  </a:lnTo>
                  <a:lnTo>
                    <a:pt x="1152143" y="0"/>
                  </a:lnTo>
                  <a:lnTo>
                    <a:pt x="1153667" y="3048"/>
                  </a:lnTo>
                  <a:lnTo>
                    <a:pt x="1153667" y="7619"/>
                  </a:lnTo>
                  <a:lnTo>
                    <a:pt x="1152143" y="10667"/>
                  </a:lnTo>
                  <a:close/>
                </a:path>
                <a:path w="2794000" h="10795">
                  <a:moveTo>
                    <a:pt x="1170432" y="10667"/>
                  </a:moveTo>
                  <a:lnTo>
                    <a:pt x="1165859" y="10667"/>
                  </a:lnTo>
                  <a:lnTo>
                    <a:pt x="1162811" y="7619"/>
                  </a:lnTo>
                  <a:lnTo>
                    <a:pt x="1162811" y="3048"/>
                  </a:lnTo>
                  <a:lnTo>
                    <a:pt x="1165859" y="0"/>
                  </a:lnTo>
                  <a:lnTo>
                    <a:pt x="1170432" y="0"/>
                  </a:lnTo>
                  <a:lnTo>
                    <a:pt x="1171955" y="3048"/>
                  </a:lnTo>
                  <a:lnTo>
                    <a:pt x="1171955" y="7619"/>
                  </a:lnTo>
                  <a:lnTo>
                    <a:pt x="1170432" y="10667"/>
                  </a:lnTo>
                  <a:close/>
                </a:path>
                <a:path w="2794000" h="10795">
                  <a:moveTo>
                    <a:pt x="1190243" y="10667"/>
                  </a:moveTo>
                  <a:lnTo>
                    <a:pt x="1184148" y="10667"/>
                  </a:lnTo>
                  <a:lnTo>
                    <a:pt x="1182623" y="7619"/>
                  </a:lnTo>
                  <a:lnTo>
                    <a:pt x="1182623" y="3048"/>
                  </a:lnTo>
                  <a:lnTo>
                    <a:pt x="1184148" y="0"/>
                  </a:lnTo>
                  <a:lnTo>
                    <a:pt x="1190243" y="0"/>
                  </a:lnTo>
                  <a:lnTo>
                    <a:pt x="1191767" y="3048"/>
                  </a:lnTo>
                  <a:lnTo>
                    <a:pt x="1191767" y="7619"/>
                  </a:lnTo>
                  <a:lnTo>
                    <a:pt x="1190243" y="10667"/>
                  </a:lnTo>
                  <a:close/>
                </a:path>
                <a:path w="2794000" h="10795">
                  <a:moveTo>
                    <a:pt x="1208532" y="10667"/>
                  </a:moveTo>
                  <a:lnTo>
                    <a:pt x="1203959" y="10667"/>
                  </a:lnTo>
                  <a:lnTo>
                    <a:pt x="1200911" y="7619"/>
                  </a:lnTo>
                  <a:lnTo>
                    <a:pt x="1200911" y="3048"/>
                  </a:lnTo>
                  <a:lnTo>
                    <a:pt x="1203959" y="0"/>
                  </a:lnTo>
                  <a:lnTo>
                    <a:pt x="1208532" y="0"/>
                  </a:lnTo>
                  <a:lnTo>
                    <a:pt x="1210055" y="3048"/>
                  </a:lnTo>
                  <a:lnTo>
                    <a:pt x="1210055" y="7619"/>
                  </a:lnTo>
                  <a:lnTo>
                    <a:pt x="1208532" y="10667"/>
                  </a:lnTo>
                  <a:close/>
                </a:path>
                <a:path w="2794000" h="10795">
                  <a:moveTo>
                    <a:pt x="1228343" y="10667"/>
                  </a:moveTo>
                  <a:lnTo>
                    <a:pt x="1222248" y="10667"/>
                  </a:lnTo>
                  <a:lnTo>
                    <a:pt x="1220723" y="7619"/>
                  </a:lnTo>
                  <a:lnTo>
                    <a:pt x="1220723" y="3048"/>
                  </a:lnTo>
                  <a:lnTo>
                    <a:pt x="1222248" y="0"/>
                  </a:lnTo>
                  <a:lnTo>
                    <a:pt x="1228343" y="0"/>
                  </a:lnTo>
                  <a:lnTo>
                    <a:pt x="1229867" y="3048"/>
                  </a:lnTo>
                  <a:lnTo>
                    <a:pt x="1229867" y="7619"/>
                  </a:lnTo>
                  <a:lnTo>
                    <a:pt x="1228343" y="10667"/>
                  </a:lnTo>
                  <a:close/>
                </a:path>
                <a:path w="2794000" h="10795">
                  <a:moveTo>
                    <a:pt x="1246632" y="10667"/>
                  </a:moveTo>
                  <a:lnTo>
                    <a:pt x="1242059" y="10667"/>
                  </a:lnTo>
                  <a:lnTo>
                    <a:pt x="1239011" y="7619"/>
                  </a:lnTo>
                  <a:lnTo>
                    <a:pt x="1239011" y="3048"/>
                  </a:lnTo>
                  <a:lnTo>
                    <a:pt x="1242059" y="0"/>
                  </a:lnTo>
                  <a:lnTo>
                    <a:pt x="1246632" y="0"/>
                  </a:lnTo>
                  <a:lnTo>
                    <a:pt x="1249680" y="3048"/>
                  </a:lnTo>
                  <a:lnTo>
                    <a:pt x="1249680" y="7619"/>
                  </a:lnTo>
                  <a:lnTo>
                    <a:pt x="1246632" y="10667"/>
                  </a:lnTo>
                  <a:close/>
                </a:path>
                <a:path w="2794000" h="10795">
                  <a:moveTo>
                    <a:pt x="1266443" y="10667"/>
                  </a:moveTo>
                  <a:lnTo>
                    <a:pt x="1260348" y="10667"/>
                  </a:lnTo>
                  <a:lnTo>
                    <a:pt x="1258823" y="7619"/>
                  </a:lnTo>
                  <a:lnTo>
                    <a:pt x="1258823" y="3048"/>
                  </a:lnTo>
                  <a:lnTo>
                    <a:pt x="1260348" y="0"/>
                  </a:lnTo>
                  <a:lnTo>
                    <a:pt x="1266443" y="0"/>
                  </a:lnTo>
                  <a:lnTo>
                    <a:pt x="1267967" y="3048"/>
                  </a:lnTo>
                  <a:lnTo>
                    <a:pt x="1267967" y="7619"/>
                  </a:lnTo>
                  <a:lnTo>
                    <a:pt x="1266443" y="10667"/>
                  </a:lnTo>
                  <a:close/>
                </a:path>
                <a:path w="2794000" h="10795">
                  <a:moveTo>
                    <a:pt x="1284732" y="10667"/>
                  </a:moveTo>
                  <a:lnTo>
                    <a:pt x="1280159" y="10667"/>
                  </a:lnTo>
                  <a:lnTo>
                    <a:pt x="1277111" y="7619"/>
                  </a:lnTo>
                  <a:lnTo>
                    <a:pt x="1277111" y="3048"/>
                  </a:lnTo>
                  <a:lnTo>
                    <a:pt x="1280159" y="0"/>
                  </a:lnTo>
                  <a:lnTo>
                    <a:pt x="1284732" y="0"/>
                  </a:lnTo>
                  <a:lnTo>
                    <a:pt x="1287780" y="3048"/>
                  </a:lnTo>
                  <a:lnTo>
                    <a:pt x="1287780" y="7619"/>
                  </a:lnTo>
                  <a:lnTo>
                    <a:pt x="1284732" y="10667"/>
                  </a:lnTo>
                  <a:close/>
                </a:path>
                <a:path w="2794000" h="10795">
                  <a:moveTo>
                    <a:pt x="1304543" y="10667"/>
                  </a:moveTo>
                  <a:lnTo>
                    <a:pt x="1298448" y="10667"/>
                  </a:lnTo>
                  <a:lnTo>
                    <a:pt x="1296923" y="7619"/>
                  </a:lnTo>
                  <a:lnTo>
                    <a:pt x="1296923" y="3048"/>
                  </a:lnTo>
                  <a:lnTo>
                    <a:pt x="1298448" y="0"/>
                  </a:lnTo>
                  <a:lnTo>
                    <a:pt x="1304543" y="0"/>
                  </a:lnTo>
                  <a:lnTo>
                    <a:pt x="1306067" y="3048"/>
                  </a:lnTo>
                  <a:lnTo>
                    <a:pt x="1306067" y="7619"/>
                  </a:lnTo>
                  <a:lnTo>
                    <a:pt x="1304543" y="10667"/>
                  </a:lnTo>
                  <a:close/>
                </a:path>
                <a:path w="2794000" h="10795">
                  <a:moveTo>
                    <a:pt x="1322832" y="10667"/>
                  </a:moveTo>
                  <a:lnTo>
                    <a:pt x="1318259" y="10667"/>
                  </a:lnTo>
                  <a:lnTo>
                    <a:pt x="1315211" y="7619"/>
                  </a:lnTo>
                  <a:lnTo>
                    <a:pt x="1315211" y="3048"/>
                  </a:lnTo>
                  <a:lnTo>
                    <a:pt x="1318259" y="0"/>
                  </a:lnTo>
                  <a:lnTo>
                    <a:pt x="1322832" y="0"/>
                  </a:lnTo>
                  <a:lnTo>
                    <a:pt x="1325880" y="3048"/>
                  </a:lnTo>
                  <a:lnTo>
                    <a:pt x="1325880" y="7619"/>
                  </a:lnTo>
                  <a:lnTo>
                    <a:pt x="1322832" y="10667"/>
                  </a:lnTo>
                  <a:close/>
                </a:path>
                <a:path w="2794000" h="10795">
                  <a:moveTo>
                    <a:pt x="1342643" y="10667"/>
                  </a:moveTo>
                  <a:lnTo>
                    <a:pt x="1336548" y="10667"/>
                  </a:lnTo>
                  <a:lnTo>
                    <a:pt x="1335023" y="7619"/>
                  </a:lnTo>
                  <a:lnTo>
                    <a:pt x="1335023" y="3048"/>
                  </a:lnTo>
                  <a:lnTo>
                    <a:pt x="1336548" y="0"/>
                  </a:lnTo>
                  <a:lnTo>
                    <a:pt x="1342643" y="0"/>
                  </a:lnTo>
                  <a:lnTo>
                    <a:pt x="1344167" y="3048"/>
                  </a:lnTo>
                  <a:lnTo>
                    <a:pt x="1344167" y="7619"/>
                  </a:lnTo>
                  <a:lnTo>
                    <a:pt x="1342643" y="10667"/>
                  </a:lnTo>
                  <a:close/>
                </a:path>
                <a:path w="2794000" h="10795">
                  <a:moveTo>
                    <a:pt x="1360932" y="10667"/>
                  </a:moveTo>
                  <a:lnTo>
                    <a:pt x="1356359" y="10667"/>
                  </a:lnTo>
                  <a:lnTo>
                    <a:pt x="1353311" y="7619"/>
                  </a:lnTo>
                  <a:lnTo>
                    <a:pt x="1353311" y="3048"/>
                  </a:lnTo>
                  <a:lnTo>
                    <a:pt x="1356359" y="0"/>
                  </a:lnTo>
                  <a:lnTo>
                    <a:pt x="1360932" y="0"/>
                  </a:lnTo>
                  <a:lnTo>
                    <a:pt x="1363980" y="3048"/>
                  </a:lnTo>
                  <a:lnTo>
                    <a:pt x="1363980" y="7619"/>
                  </a:lnTo>
                  <a:lnTo>
                    <a:pt x="1360932" y="10667"/>
                  </a:lnTo>
                  <a:close/>
                </a:path>
                <a:path w="2794000" h="10795">
                  <a:moveTo>
                    <a:pt x="1380743" y="10667"/>
                  </a:moveTo>
                  <a:lnTo>
                    <a:pt x="1374648" y="10667"/>
                  </a:lnTo>
                  <a:lnTo>
                    <a:pt x="1373123" y="7619"/>
                  </a:lnTo>
                  <a:lnTo>
                    <a:pt x="1373123" y="3048"/>
                  </a:lnTo>
                  <a:lnTo>
                    <a:pt x="1374648" y="0"/>
                  </a:lnTo>
                  <a:lnTo>
                    <a:pt x="1380743" y="0"/>
                  </a:lnTo>
                  <a:lnTo>
                    <a:pt x="1382267" y="3048"/>
                  </a:lnTo>
                  <a:lnTo>
                    <a:pt x="1382267" y="7619"/>
                  </a:lnTo>
                  <a:lnTo>
                    <a:pt x="1380743" y="10667"/>
                  </a:lnTo>
                  <a:close/>
                </a:path>
                <a:path w="2794000" h="10795">
                  <a:moveTo>
                    <a:pt x="1399032" y="10667"/>
                  </a:moveTo>
                  <a:lnTo>
                    <a:pt x="1394459" y="10667"/>
                  </a:lnTo>
                  <a:lnTo>
                    <a:pt x="1391411" y="7619"/>
                  </a:lnTo>
                  <a:lnTo>
                    <a:pt x="1391411" y="3048"/>
                  </a:lnTo>
                  <a:lnTo>
                    <a:pt x="1394459" y="0"/>
                  </a:lnTo>
                  <a:lnTo>
                    <a:pt x="1399032" y="0"/>
                  </a:lnTo>
                  <a:lnTo>
                    <a:pt x="1402080" y="3048"/>
                  </a:lnTo>
                  <a:lnTo>
                    <a:pt x="1402080" y="7619"/>
                  </a:lnTo>
                  <a:lnTo>
                    <a:pt x="1399032" y="10667"/>
                  </a:lnTo>
                  <a:close/>
                </a:path>
                <a:path w="2794000" h="10795">
                  <a:moveTo>
                    <a:pt x="1418843" y="10667"/>
                  </a:moveTo>
                  <a:lnTo>
                    <a:pt x="1412748" y="10667"/>
                  </a:lnTo>
                  <a:lnTo>
                    <a:pt x="1411223" y="7619"/>
                  </a:lnTo>
                  <a:lnTo>
                    <a:pt x="1411223" y="3048"/>
                  </a:lnTo>
                  <a:lnTo>
                    <a:pt x="1412748" y="0"/>
                  </a:lnTo>
                  <a:lnTo>
                    <a:pt x="1418843" y="0"/>
                  </a:lnTo>
                  <a:lnTo>
                    <a:pt x="1420367" y="3048"/>
                  </a:lnTo>
                  <a:lnTo>
                    <a:pt x="1420367" y="7619"/>
                  </a:lnTo>
                  <a:lnTo>
                    <a:pt x="1418843" y="10667"/>
                  </a:lnTo>
                  <a:close/>
                </a:path>
                <a:path w="2794000" h="10795">
                  <a:moveTo>
                    <a:pt x="1437132" y="10667"/>
                  </a:moveTo>
                  <a:lnTo>
                    <a:pt x="1432559" y="10667"/>
                  </a:lnTo>
                  <a:lnTo>
                    <a:pt x="1429511" y="7619"/>
                  </a:lnTo>
                  <a:lnTo>
                    <a:pt x="1429511" y="3048"/>
                  </a:lnTo>
                  <a:lnTo>
                    <a:pt x="1432559" y="0"/>
                  </a:lnTo>
                  <a:lnTo>
                    <a:pt x="1437132" y="0"/>
                  </a:lnTo>
                  <a:lnTo>
                    <a:pt x="1440180" y="3048"/>
                  </a:lnTo>
                  <a:lnTo>
                    <a:pt x="1440180" y="7619"/>
                  </a:lnTo>
                  <a:lnTo>
                    <a:pt x="1437132" y="10667"/>
                  </a:lnTo>
                  <a:close/>
                </a:path>
                <a:path w="2794000" h="10795">
                  <a:moveTo>
                    <a:pt x="1456943" y="10667"/>
                  </a:moveTo>
                  <a:lnTo>
                    <a:pt x="1450848" y="10667"/>
                  </a:lnTo>
                  <a:lnTo>
                    <a:pt x="1449323" y="7619"/>
                  </a:lnTo>
                  <a:lnTo>
                    <a:pt x="1449323" y="3048"/>
                  </a:lnTo>
                  <a:lnTo>
                    <a:pt x="1450848" y="0"/>
                  </a:lnTo>
                  <a:lnTo>
                    <a:pt x="1456943" y="0"/>
                  </a:lnTo>
                  <a:lnTo>
                    <a:pt x="1458467" y="3048"/>
                  </a:lnTo>
                  <a:lnTo>
                    <a:pt x="1458467" y="7619"/>
                  </a:lnTo>
                  <a:lnTo>
                    <a:pt x="1456943" y="10667"/>
                  </a:lnTo>
                  <a:close/>
                </a:path>
                <a:path w="2794000" h="10795">
                  <a:moveTo>
                    <a:pt x="1475232" y="10667"/>
                  </a:moveTo>
                  <a:lnTo>
                    <a:pt x="1470659" y="10667"/>
                  </a:lnTo>
                  <a:lnTo>
                    <a:pt x="1467611" y="7619"/>
                  </a:lnTo>
                  <a:lnTo>
                    <a:pt x="1467611" y="3048"/>
                  </a:lnTo>
                  <a:lnTo>
                    <a:pt x="1470659" y="0"/>
                  </a:lnTo>
                  <a:lnTo>
                    <a:pt x="1475232" y="0"/>
                  </a:lnTo>
                  <a:lnTo>
                    <a:pt x="1478280" y="3048"/>
                  </a:lnTo>
                  <a:lnTo>
                    <a:pt x="1478280" y="7619"/>
                  </a:lnTo>
                  <a:lnTo>
                    <a:pt x="1475232" y="10667"/>
                  </a:lnTo>
                  <a:close/>
                </a:path>
                <a:path w="2794000" h="10795">
                  <a:moveTo>
                    <a:pt x="1495043" y="10667"/>
                  </a:moveTo>
                  <a:lnTo>
                    <a:pt x="1488948" y="10667"/>
                  </a:lnTo>
                  <a:lnTo>
                    <a:pt x="1487423" y="7619"/>
                  </a:lnTo>
                  <a:lnTo>
                    <a:pt x="1487423" y="3048"/>
                  </a:lnTo>
                  <a:lnTo>
                    <a:pt x="1488948" y="0"/>
                  </a:lnTo>
                  <a:lnTo>
                    <a:pt x="1495043" y="0"/>
                  </a:lnTo>
                  <a:lnTo>
                    <a:pt x="1496567" y="3048"/>
                  </a:lnTo>
                  <a:lnTo>
                    <a:pt x="1496567" y="7619"/>
                  </a:lnTo>
                  <a:lnTo>
                    <a:pt x="1495043" y="10667"/>
                  </a:lnTo>
                  <a:close/>
                </a:path>
                <a:path w="2794000" h="10795">
                  <a:moveTo>
                    <a:pt x="1513332" y="10667"/>
                  </a:moveTo>
                  <a:lnTo>
                    <a:pt x="1508759" y="10667"/>
                  </a:lnTo>
                  <a:lnTo>
                    <a:pt x="1505711" y="7619"/>
                  </a:lnTo>
                  <a:lnTo>
                    <a:pt x="1505711" y="3048"/>
                  </a:lnTo>
                  <a:lnTo>
                    <a:pt x="1508759" y="0"/>
                  </a:lnTo>
                  <a:lnTo>
                    <a:pt x="1513332" y="0"/>
                  </a:lnTo>
                  <a:lnTo>
                    <a:pt x="1516380" y="3048"/>
                  </a:lnTo>
                  <a:lnTo>
                    <a:pt x="1516380" y="7619"/>
                  </a:lnTo>
                  <a:lnTo>
                    <a:pt x="1513332" y="10667"/>
                  </a:lnTo>
                  <a:close/>
                </a:path>
                <a:path w="2794000" h="10795">
                  <a:moveTo>
                    <a:pt x="1533143" y="10667"/>
                  </a:moveTo>
                  <a:lnTo>
                    <a:pt x="1527048" y="10667"/>
                  </a:lnTo>
                  <a:lnTo>
                    <a:pt x="1525523" y="7619"/>
                  </a:lnTo>
                  <a:lnTo>
                    <a:pt x="1525523" y="3048"/>
                  </a:lnTo>
                  <a:lnTo>
                    <a:pt x="1527048" y="0"/>
                  </a:lnTo>
                  <a:lnTo>
                    <a:pt x="1533143" y="0"/>
                  </a:lnTo>
                  <a:lnTo>
                    <a:pt x="1534667" y="3048"/>
                  </a:lnTo>
                  <a:lnTo>
                    <a:pt x="1534667" y="7619"/>
                  </a:lnTo>
                  <a:lnTo>
                    <a:pt x="1533143" y="10667"/>
                  </a:lnTo>
                  <a:close/>
                </a:path>
                <a:path w="2794000" h="10795">
                  <a:moveTo>
                    <a:pt x="1551432" y="10667"/>
                  </a:moveTo>
                  <a:lnTo>
                    <a:pt x="1546859" y="10667"/>
                  </a:lnTo>
                  <a:lnTo>
                    <a:pt x="1543811" y="7619"/>
                  </a:lnTo>
                  <a:lnTo>
                    <a:pt x="1543811" y="3048"/>
                  </a:lnTo>
                  <a:lnTo>
                    <a:pt x="1546859" y="0"/>
                  </a:lnTo>
                  <a:lnTo>
                    <a:pt x="1551432" y="0"/>
                  </a:lnTo>
                  <a:lnTo>
                    <a:pt x="1554480" y="3048"/>
                  </a:lnTo>
                  <a:lnTo>
                    <a:pt x="1554480" y="7619"/>
                  </a:lnTo>
                  <a:lnTo>
                    <a:pt x="1551432" y="10667"/>
                  </a:lnTo>
                  <a:close/>
                </a:path>
                <a:path w="2794000" h="10795">
                  <a:moveTo>
                    <a:pt x="1571243" y="10667"/>
                  </a:moveTo>
                  <a:lnTo>
                    <a:pt x="1565148" y="10667"/>
                  </a:lnTo>
                  <a:lnTo>
                    <a:pt x="1563623" y="7619"/>
                  </a:lnTo>
                  <a:lnTo>
                    <a:pt x="1563623" y="3048"/>
                  </a:lnTo>
                  <a:lnTo>
                    <a:pt x="1565148" y="0"/>
                  </a:lnTo>
                  <a:lnTo>
                    <a:pt x="1571243" y="0"/>
                  </a:lnTo>
                  <a:lnTo>
                    <a:pt x="1572767" y="3048"/>
                  </a:lnTo>
                  <a:lnTo>
                    <a:pt x="1572767" y="7619"/>
                  </a:lnTo>
                  <a:lnTo>
                    <a:pt x="1571243" y="10667"/>
                  </a:lnTo>
                  <a:close/>
                </a:path>
                <a:path w="2794000" h="10795">
                  <a:moveTo>
                    <a:pt x="1589532" y="10667"/>
                  </a:moveTo>
                  <a:lnTo>
                    <a:pt x="1584959" y="10667"/>
                  </a:lnTo>
                  <a:lnTo>
                    <a:pt x="1581911" y="7619"/>
                  </a:lnTo>
                  <a:lnTo>
                    <a:pt x="1581911" y="3048"/>
                  </a:lnTo>
                  <a:lnTo>
                    <a:pt x="1584959" y="0"/>
                  </a:lnTo>
                  <a:lnTo>
                    <a:pt x="1589532" y="0"/>
                  </a:lnTo>
                  <a:lnTo>
                    <a:pt x="1592580" y="3048"/>
                  </a:lnTo>
                  <a:lnTo>
                    <a:pt x="1592580" y="7619"/>
                  </a:lnTo>
                  <a:lnTo>
                    <a:pt x="1589532" y="10667"/>
                  </a:lnTo>
                  <a:close/>
                </a:path>
                <a:path w="2794000" h="10795">
                  <a:moveTo>
                    <a:pt x="1609343" y="10667"/>
                  </a:moveTo>
                  <a:lnTo>
                    <a:pt x="1603248" y="10667"/>
                  </a:lnTo>
                  <a:lnTo>
                    <a:pt x="1601723" y="7619"/>
                  </a:lnTo>
                  <a:lnTo>
                    <a:pt x="1601723" y="3048"/>
                  </a:lnTo>
                  <a:lnTo>
                    <a:pt x="1603248" y="0"/>
                  </a:lnTo>
                  <a:lnTo>
                    <a:pt x="1609343" y="0"/>
                  </a:lnTo>
                  <a:lnTo>
                    <a:pt x="1610868" y="3048"/>
                  </a:lnTo>
                  <a:lnTo>
                    <a:pt x="1610868" y="7619"/>
                  </a:lnTo>
                  <a:lnTo>
                    <a:pt x="1609343" y="10667"/>
                  </a:lnTo>
                  <a:close/>
                </a:path>
                <a:path w="2794000" h="10795">
                  <a:moveTo>
                    <a:pt x="1627632" y="10667"/>
                  </a:moveTo>
                  <a:lnTo>
                    <a:pt x="1623059" y="10667"/>
                  </a:lnTo>
                  <a:lnTo>
                    <a:pt x="1620011" y="7619"/>
                  </a:lnTo>
                  <a:lnTo>
                    <a:pt x="1620011" y="3048"/>
                  </a:lnTo>
                  <a:lnTo>
                    <a:pt x="1623059" y="0"/>
                  </a:lnTo>
                  <a:lnTo>
                    <a:pt x="1627632" y="0"/>
                  </a:lnTo>
                  <a:lnTo>
                    <a:pt x="1630680" y="3048"/>
                  </a:lnTo>
                  <a:lnTo>
                    <a:pt x="1630680" y="7619"/>
                  </a:lnTo>
                  <a:lnTo>
                    <a:pt x="1627632" y="10667"/>
                  </a:lnTo>
                  <a:close/>
                </a:path>
                <a:path w="2794000" h="10795">
                  <a:moveTo>
                    <a:pt x="1647443" y="10667"/>
                  </a:moveTo>
                  <a:lnTo>
                    <a:pt x="1641348" y="10667"/>
                  </a:lnTo>
                  <a:lnTo>
                    <a:pt x="1639823" y="7619"/>
                  </a:lnTo>
                  <a:lnTo>
                    <a:pt x="1639823" y="3048"/>
                  </a:lnTo>
                  <a:lnTo>
                    <a:pt x="1641348" y="0"/>
                  </a:lnTo>
                  <a:lnTo>
                    <a:pt x="1647443" y="0"/>
                  </a:lnTo>
                  <a:lnTo>
                    <a:pt x="1648968" y="3048"/>
                  </a:lnTo>
                  <a:lnTo>
                    <a:pt x="1648968" y="7619"/>
                  </a:lnTo>
                  <a:lnTo>
                    <a:pt x="1647443" y="10667"/>
                  </a:lnTo>
                  <a:close/>
                </a:path>
                <a:path w="2794000" h="10795">
                  <a:moveTo>
                    <a:pt x="1665732" y="10667"/>
                  </a:moveTo>
                  <a:lnTo>
                    <a:pt x="1661159" y="10667"/>
                  </a:lnTo>
                  <a:lnTo>
                    <a:pt x="1658111" y="7619"/>
                  </a:lnTo>
                  <a:lnTo>
                    <a:pt x="1658111" y="3048"/>
                  </a:lnTo>
                  <a:lnTo>
                    <a:pt x="1661159" y="0"/>
                  </a:lnTo>
                  <a:lnTo>
                    <a:pt x="1665732" y="0"/>
                  </a:lnTo>
                  <a:lnTo>
                    <a:pt x="1668780" y="3048"/>
                  </a:lnTo>
                  <a:lnTo>
                    <a:pt x="1668780" y="7619"/>
                  </a:lnTo>
                  <a:lnTo>
                    <a:pt x="1665732" y="10667"/>
                  </a:lnTo>
                  <a:close/>
                </a:path>
                <a:path w="2794000" h="10795">
                  <a:moveTo>
                    <a:pt x="1685543" y="10667"/>
                  </a:moveTo>
                  <a:lnTo>
                    <a:pt x="1679448" y="10667"/>
                  </a:lnTo>
                  <a:lnTo>
                    <a:pt x="1677923" y="7619"/>
                  </a:lnTo>
                  <a:lnTo>
                    <a:pt x="1677923" y="3048"/>
                  </a:lnTo>
                  <a:lnTo>
                    <a:pt x="1679448" y="0"/>
                  </a:lnTo>
                  <a:lnTo>
                    <a:pt x="1685543" y="0"/>
                  </a:lnTo>
                  <a:lnTo>
                    <a:pt x="1687068" y="3048"/>
                  </a:lnTo>
                  <a:lnTo>
                    <a:pt x="1687068" y="7619"/>
                  </a:lnTo>
                  <a:lnTo>
                    <a:pt x="1685543" y="10667"/>
                  </a:lnTo>
                  <a:close/>
                </a:path>
                <a:path w="2794000" h="10795">
                  <a:moveTo>
                    <a:pt x="1703832" y="10667"/>
                  </a:moveTo>
                  <a:lnTo>
                    <a:pt x="1699259" y="10667"/>
                  </a:lnTo>
                  <a:lnTo>
                    <a:pt x="1696211" y="7619"/>
                  </a:lnTo>
                  <a:lnTo>
                    <a:pt x="1696211" y="3048"/>
                  </a:lnTo>
                  <a:lnTo>
                    <a:pt x="1699259" y="0"/>
                  </a:lnTo>
                  <a:lnTo>
                    <a:pt x="1703832" y="0"/>
                  </a:lnTo>
                  <a:lnTo>
                    <a:pt x="1706880" y="3048"/>
                  </a:lnTo>
                  <a:lnTo>
                    <a:pt x="1706880" y="7619"/>
                  </a:lnTo>
                  <a:lnTo>
                    <a:pt x="1703832" y="10667"/>
                  </a:lnTo>
                  <a:close/>
                </a:path>
                <a:path w="2794000" h="10795">
                  <a:moveTo>
                    <a:pt x="1723643" y="10667"/>
                  </a:moveTo>
                  <a:lnTo>
                    <a:pt x="1717548" y="10667"/>
                  </a:lnTo>
                  <a:lnTo>
                    <a:pt x="1716023" y="7619"/>
                  </a:lnTo>
                  <a:lnTo>
                    <a:pt x="1716023" y="3048"/>
                  </a:lnTo>
                  <a:lnTo>
                    <a:pt x="1717548" y="0"/>
                  </a:lnTo>
                  <a:lnTo>
                    <a:pt x="1723643" y="0"/>
                  </a:lnTo>
                  <a:lnTo>
                    <a:pt x="1725168" y="3048"/>
                  </a:lnTo>
                  <a:lnTo>
                    <a:pt x="1725168" y="7619"/>
                  </a:lnTo>
                  <a:lnTo>
                    <a:pt x="1723643" y="10667"/>
                  </a:lnTo>
                  <a:close/>
                </a:path>
                <a:path w="2794000" h="10795">
                  <a:moveTo>
                    <a:pt x="1741932" y="10667"/>
                  </a:moveTo>
                  <a:lnTo>
                    <a:pt x="1737359" y="10667"/>
                  </a:lnTo>
                  <a:lnTo>
                    <a:pt x="1734311" y="7619"/>
                  </a:lnTo>
                  <a:lnTo>
                    <a:pt x="1734311" y="3048"/>
                  </a:lnTo>
                  <a:lnTo>
                    <a:pt x="1737359" y="0"/>
                  </a:lnTo>
                  <a:lnTo>
                    <a:pt x="1741932" y="0"/>
                  </a:lnTo>
                  <a:lnTo>
                    <a:pt x="1744980" y="3048"/>
                  </a:lnTo>
                  <a:lnTo>
                    <a:pt x="1744980" y="7619"/>
                  </a:lnTo>
                  <a:lnTo>
                    <a:pt x="1741932" y="10667"/>
                  </a:lnTo>
                  <a:close/>
                </a:path>
                <a:path w="2794000" h="10795">
                  <a:moveTo>
                    <a:pt x="1761743" y="10667"/>
                  </a:moveTo>
                  <a:lnTo>
                    <a:pt x="1755648" y="10667"/>
                  </a:lnTo>
                  <a:lnTo>
                    <a:pt x="1754123" y="7619"/>
                  </a:lnTo>
                  <a:lnTo>
                    <a:pt x="1754123" y="3048"/>
                  </a:lnTo>
                  <a:lnTo>
                    <a:pt x="1755648" y="0"/>
                  </a:lnTo>
                  <a:lnTo>
                    <a:pt x="1761743" y="0"/>
                  </a:lnTo>
                  <a:lnTo>
                    <a:pt x="1763268" y="3048"/>
                  </a:lnTo>
                  <a:lnTo>
                    <a:pt x="1763268" y="7619"/>
                  </a:lnTo>
                  <a:lnTo>
                    <a:pt x="1761743" y="10667"/>
                  </a:lnTo>
                  <a:close/>
                </a:path>
                <a:path w="2794000" h="10795">
                  <a:moveTo>
                    <a:pt x="1780032" y="10667"/>
                  </a:moveTo>
                  <a:lnTo>
                    <a:pt x="1775459" y="10667"/>
                  </a:lnTo>
                  <a:lnTo>
                    <a:pt x="1772411" y="7619"/>
                  </a:lnTo>
                  <a:lnTo>
                    <a:pt x="1772411" y="3048"/>
                  </a:lnTo>
                  <a:lnTo>
                    <a:pt x="1775459" y="0"/>
                  </a:lnTo>
                  <a:lnTo>
                    <a:pt x="1780032" y="0"/>
                  </a:lnTo>
                  <a:lnTo>
                    <a:pt x="1783080" y="3048"/>
                  </a:lnTo>
                  <a:lnTo>
                    <a:pt x="1783080" y="7619"/>
                  </a:lnTo>
                  <a:lnTo>
                    <a:pt x="1780032" y="10667"/>
                  </a:lnTo>
                  <a:close/>
                </a:path>
                <a:path w="2794000" h="10795">
                  <a:moveTo>
                    <a:pt x="1799843" y="10667"/>
                  </a:moveTo>
                  <a:lnTo>
                    <a:pt x="1793748" y="10667"/>
                  </a:lnTo>
                  <a:lnTo>
                    <a:pt x="1792223" y="7619"/>
                  </a:lnTo>
                  <a:lnTo>
                    <a:pt x="1792223" y="3048"/>
                  </a:lnTo>
                  <a:lnTo>
                    <a:pt x="1793748" y="0"/>
                  </a:lnTo>
                  <a:lnTo>
                    <a:pt x="1799843" y="0"/>
                  </a:lnTo>
                  <a:lnTo>
                    <a:pt x="1801368" y="3048"/>
                  </a:lnTo>
                  <a:lnTo>
                    <a:pt x="1801368" y="7619"/>
                  </a:lnTo>
                  <a:lnTo>
                    <a:pt x="1799843" y="10667"/>
                  </a:lnTo>
                  <a:close/>
                </a:path>
                <a:path w="2794000" h="10795">
                  <a:moveTo>
                    <a:pt x="1818132" y="10667"/>
                  </a:moveTo>
                  <a:lnTo>
                    <a:pt x="1813559" y="10667"/>
                  </a:lnTo>
                  <a:lnTo>
                    <a:pt x="1810511" y="7619"/>
                  </a:lnTo>
                  <a:lnTo>
                    <a:pt x="1810511" y="3048"/>
                  </a:lnTo>
                  <a:lnTo>
                    <a:pt x="1813559" y="0"/>
                  </a:lnTo>
                  <a:lnTo>
                    <a:pt x="1818132" y="0"/>
                  </a:lnTo>
                  <a:lnTo>
                    <a:pt x="1821180" y="3048"/>
                  </a:lnTo>
                  <a:lnTo>
                    <a:pt x="1821180" y="7619"/>
                  </a:lnTo>
                  <a:lnTo>
                    <a:pt x="1818132" y="10667"/>
                  </a:lnTo>
                  <a:close/>
                </a:path>
                <a:path w="2794000" h="10795">
                  <a:moveTo>
                    <a:pt x="1837943" y="10667"/>
                  </a:moveTo>
                  <a:lnTo>
                    <a:pt x="1831848" y="10667"/>
                  </a:lnTo>
                  <a:lnTo>
                    <a:pt x="1830323" y="7619"/>
                  </a:lnTo>
                  <a:lnTo>
                    <a:pt x="1830323" y="3048"/>
                  </a:lnTo>
                  <a:lnTo>
                    <a:pt x="1831848" y="0"/>
                  </a:lnTo>
                  <a:lnTo>
                    <a:pt x="1837943" y="0"/>
                  </a:lnTo>
                  <a:lnTo>
                    <a:pt x="1839468" y="3048"/>
                  </a:lnTo>
                  <a:lnTo>
                    <a:pt x="1839468" y="7619"/>
                  </a:lnTo>
                  <a:lnTo>
                    <a:pt x="1837943" y="10667"/>
                  </a:lnTo>
                  <a:close/>
                </a:path>
                <a:path w="2794000" h="10795">
                  <a:moveTo>
                    <a:pt x="1856232" y="10667"/>
                  </a:moveTo>
                  <a:lnTo>
                    <a:pt x="1851659" y="10667"/>
                  </a:lnTo>
                  <a:lnTo>
                    <a:pt x="1848611" y="7619"/>
                  </a:lnTo>
                  <a:lnTo>
                    <a:pt x="1848611" y="3048"/>
                  </a:lnTo>
                  <a:lnTo>
                    <a:pt x="1851659" y="0"/>
                  </a:lnTo>
                  <a:lnTo>
                    <a:pt x="1856232" y="0"/>
                  </a:lnTo>
                  <a:lnTo>
                    <a:pt x="1859280" y="3048"/>
                  </a:lnTo>
                  <a:lnTo>
                    <a:pt x="1859280" y="7619"/>
                  </a:lnTo>
                  <a:lnTo>
                    <a:pt x="1856232" y="10667"/>
                  </a:lnTo>
                  <a:close/>
                </a:path>
                <a:path w="2794000" h="10795">
                  <a:moveTo>
                    <a:pt x="1876043" y="10667"/>
                  </a:moveTo>
                  <a:lnTo>
                    <a:pt x="1869948" y="10667"/>
                  </a:lnTo>
                  <a:lnTo>
                    <a:pt x="1868423" y="7619"/>
                  </a:lnTo>
                  <a:lnTo>
                    <a:pt x="1868423" y="3048"/>
                  </a:lnTo>
                  <a:lnTo>
                    <a:pt x="1869948" y="0"/>
                  </a:lnTo>
                  <a:lnTo>
                    <a:pt x="1876043" y="0"/>
                  </a:lnTo>
                  <a:lnTo>
                    <a:pt x="1877568" y="3048"/>
                  </a:lnTo>
                  <a:lnTo>
                    <a:pt x="1877568" y="7619"/>
                  </a:lnTo>
                  <a:lnTo>
                    <a:pt x="1876043" y="10667"/>
                  </a:lnTo>
                  <a:close/>
                </a:path>
                <a:path w="2794000" h="10795">
                  <a:moveTo>
                    <a:pt x="1894332" y="10667"/>
                  </a:moveTo>
                  <a:lnTo>
                    <a:pt x="1889759" y="10667"/>
                  </a:lnTo>
                  <a:lnTo>
                    <a:pt x="1886711" y="7619"/>
                  </a:lnTo>
                  <a:lnTo>
                    <a:pt x="1886711" y="3048"/>
                  </a:lnTo>
                  <a:lnTo>
                    <a:pt x="1889759" y="0"/>
                  </a:lnTo>
                  <a:lnTo>
                    <a:pt x="1894332" y="0"/>
                  </a:lnTo>
                  <a:lnTo>
                    <a:pt x="1897380" y="3048"/>
                  </a:lnTo>
                  <a:lnTo>
                    <a:pt x="1897380" y="7619"/>
                  </a:lnTo>
                  <a:lnTo>
                    <a:pt x="1894332" y="10667"/>
                  </a:lnTo>
                  <a:close/>
                </a:path>
                <a:path w="2794000" h="10795">
                  <a:moveTo>
                    <a:pt x="1914143" y="10667"/>
                  </a:moveTo>
                  <a:lnTo>
                    <a:pt x="1908048" y="10667"/>
                  </a:lnTo>
                  <a:lnTo>
                    <a:pt x="1906523" y="7619"/>
                  </a:lnTo>
                  <a:lnTo>
                    <a:pt x="1906523" y="3048"/>
                  </a:lnTo>
                  <a:lnTo>
                    <a:pt x="1908048" y="0"/>
                  </a:lnTo>
                  <a:lnTo>
                    <a:pt x="1914143" y="0"/>
                  </a:lnTo>
                  <a:lnTo>
                    <a:pt x="1915668" y="3048"/>
                  </a:lnTo>
                  <a:lnTo>
                    <a:pt x="1915668" y="7619"/>
                  </a:lnTo>
                  <a:lnTo>
                    <a:pt x="1914143" y="10667"/>
                  </a:lnTo>
                  <a:close/>
                </a:path>
                <a:path w="2794000" h="10795">
                  <a:moveTo>
                    <a:pt x="1932432" y="10667"/>
                  </a:moveTo>
                  <a:lnTo>
                    <a:pt x="1927859" y="10667"/>
                  </a:lnTo>
                  <a:lnTo>
                    <a:pt x="1924811" y="7619"/>
                  </a:lnTo>
                  <a:lnTo>
                    <a:pt x="1924811" y="3048"/>
                  </a:lnTo>
                  <a:lnTo>
                    <a:pt x="1927859" y="0"/>
                  </a:lnTo>
                  <a:lnTo>
                    <a:pt x="1932432" y="0"/>
                  </a:lnTo>
                  <a:lnTo>
                    <a:pt x="1935480" y="3048"/>
                  </a:lnTo>
                  <a:lnTo>
                    <a:pt x="1935480" y="7619"/>
                  </a:lnTo>
                  <a:lnTo>
                    <a:pt x="1932432" y="10667"/>
                  </a:lnTo>
                  <a:close/>
                </a:path>
                <a:path w="2794000" h="10795">
                  <a:moveTo>
                    <a:pt x="1952243" y="10667"/>
                  </a:moveTo>
                  <a:lnTo>
                    <a:pt x="1946148" y="10667"/>
                  </a:lnTo>
                  <a:lnTo>
                    <a:pt x="1944623" y="7619"/>
                  </a:lnTo>
                  <a:lnTo>
                    <a:pt x="1944623" y="3048"/>
                  </a:lnTo>
                  <a:lnTo>
                    <a:pt x="1946148" y="0"/>
                  </a:lnTo>
                  <a:lnTo>
                    <a:pt x="1952243" y="0"/>
                  </a:lnTo>
                  <a:lnTo>
                    <a:pt x="1953768" y="3048"/>
                  </a:lnTo>
                  <a:lnTo>
                    <a:pt x="1953768" y="7619"/>
                  </a:lnTo>
                  <a:lnTo>
                    <a:pt x="1952243" y="10667"/>
                  </a:lnTo>
                  <a:close/>
                </a:path>
                <a:path w="2794000" h="10795">
                  <a:moveTo>
                    <a:pt x="1970532" y="10667"/>
                  </a:moveTo>
                  <a:lnTo>
                    <a:pt x="1965959" y="10667"/>
                  </a:lnTo>
                  <a:lnTo>
                    <a:pt x="1962911" y="7619"/>
                  </a:lnTo>
                  <a:lnTo>
                    <a:pt x="1962911" y="3048"/>
                  </a:lnTo>
                  <a:lnTo>
                    <a:pt x="1965959" y="0"/>
                  </a:lnTo>
                  <a:lnTo>
                    <a:pt x="1970532" y="0"/>
                  </a:lnTo>
                  <a:lnTo>
                    <a:pt x="1973580" y="3048"/>
                  </a:lnTo>
                  <a:lnTo>
                    <a:pt x="1973580" y="7619"/>
                  </a:lnTo>
                  <a:lnTo>
                    <a:pt x="1970532" y="10667"/>
                  </a:lnTo>
                  <a:close/>
                </a:path>
                <a:path w="2794000" h="10795">
                  <a:moveTo>
                    <a:pt x="1990343" y="10667"/>
                  </a:moveTo>
                  <a:lnTo>
                    <a:pt x="1984248" y="10667"/>
                  </a:lnTo>
                  <a:lnTo>
                    <a:pt x="1982723" y="7619"/>
                  </a:lnTo>
                  <a:lnTo>
                    <a:pt x="1982723" y="3048"/>
                  </a:lnTo>
                  <a:lnTo>
                    <a:pt x="1984248" y="0"/>
                  </a:lnTo>
                  <a:lnTo>
                    <a:pt x="1990343" y="0"/>
                  </a:lnTo>
                  <a:lnTo>
                    <a:pt x="1991868" y="3048"/>
                  </a:lnTo>
                  <a:lnTo>
                    <a:pt x="1991868" y="7619"/>
                  </a:lnTo>
                  <a:lnTo>
                    <a:pt x="1990343" y="10667"/>
                  </a:lnTo>
                  <a:close/>
                </a:path>
                <a:path w="2794000" h="10795">
                  <a:moveTo>
                    <a:pt x="2008632" y="10667"/>
                  </a:moveTo>
                  <a:lnTo>
                    <a:pt x="2004059" y="10667"/>
                  </a:lnTo>
                  <a:lnTo>
                    <a:pt x="2001011" y="7619"/>
                  </a:lnTo>
                  <a:lnTo>
                    <a:pt x="2001011" y="3048"/>
                  </a:lnTo>
                  <a:lnTo>
                    <a:pt x="2004059" y="0"/>
                  </a:lnTo>
                  <a:lnTo>
                    <a:pt x="2008632" y="0"/>
                  </a:lnTo>
                  <a:lnTo>
                    <a:pt x="2011680" y="3048"/>
                  </a:lnTo>
                  <a:lnTo>
                    <a:pt x="2011680" y="7619"/>
                  </a:lnTo>
                  <a:lnTo>
                    <a:pt x="2008632" y="10667"/>
                  </a:lnTo>
                  <a:close/>
                </a:path>
                <a:path w="2794000" h="10795">
                  <a:moveTo>
                    <a:pt x="2028443" y="10667"/>
                  </a:moveTo>
                  <a:lnTo>
                    <a:pt x="2022348" y="10667"/>
                  </a:lnTo>
                  <a:lnTo>
                    <a:pt x="2020823" y="7619"/>
                  </a:lnTo>
                  <a:lnTo>
                    <a:pt x="2020823" y="3048"/>
                  </a:lnTo>
                  <a:lnTo>
                    <a:pt x="2022348" y="0"/>
                  </a:lnTo>
                  <a:lnTo>
                    <a:pt x="2028443" y="0"/>
                  </a:lnTo>
                  <a:lnTo>
                    <a:pt x="2029968" y="3048"/>
                  </a:lnTo>
                  <a:lnTo>
                    <a:pt x="2029968" y="7619"/>
                  </a:lnTo>
                  <a:lnTo>
                    <a:pt x="2028443" y="10667"/>
                  </a:lnTo>
                  <a:close/>
                </a:path>
                <a:path w="2794000" h="10795">
                  <a:moveTo>
                    <a:pt x="2046732" y="10667"/>
                  </a:moveTo>
                  <a:lnTo>
                    <a:pt x="2042159" y="10667"/>
                  </a:lnTo>
                  <a:lnTo>
                    <a:pt x="2040635" y="7619"/>
                  </a:lnTo>
                  <a:lnTo>
                    <a:pt x="2040635" y="3048"/>
                  </a:lnTo>
                  <a:lnTo>
                    <a:pt x="2042159" y="0"/>
                  </a:lnTo>
                  <a:lnTo>
                    <a:pt x="2046732" y="0"/>
                  </a:lnTo>
                  <a:lnTo>
                    <a:pt x="2049780" y="3048"/>
                  </a:lnTo>
                  <a:lnTo>
                    <a:pt x="2049780" y="7619"/>
                  </a:lnTo>
                  <a:lnTo>
                    <a:pt x="2046732" y="10667"/>
                  </a:lnTo>
                  <a:close/>
                </a:path>
                <a:path w="2794000" h="10795">
                  <a:moveTo>
                    <a:pt x="2066543" y="10667"/>
                  </a:moveTo>
                  <a:lnTo>
                    <a:pt x="2060448" y="10667"/>
                  </a:lnTo>
                  <a:lnTo>
                    <a:pt x="2058923" y="7619"/>
                  </a:lnTo>
                  <a:lnTo>
                    <a:pt x="2058923" y="3048"/>
                  </a:lnTo>
                  <a:lnTo>
                    <a:pt x="2060448" y="0"/>
                  </a:lnTo>
                  <a:lnTo>
                    <a:pt x="2066543" y="0"/>
                  </a:lnTo>
                  <a:lnTo>
                    <a:pt x="2068068" y="3048"/>
                  </a:lnTo>
                  <a:lnTo>
                    <a:pt x="2068068" y="7619"/>
                  </a:lnTo>
                  <a:lnTo>
                    <a:pt x="2066543" y="10667"/>
                  </a:lnTo>
                  <a:close/>
                </a:path>
                <a:path w="2794000" h="10795">
                  <a:moveTo>
                    <a:pt x="2084832" y="10667"/>
                  </a:moveTo>
                  <a:lnTo>
                    <a:pt x="2080259" y="10667"/>
                  </a:lnTo>
                  <a:lnTo>
                    <a:pt x="2078735" y="7619"/>
                  </a:lnTo>
                  <a:lnTo>
                    <a:pt x="2078735" y="3048"/>
                  </a:lnTo>
                  <a:lnTo>
                    <a:pt x="2080259" y="0"/>
                  </a:lnTo>
                  <a:lnTo>
                    <a:pt x="2084832" y="0"/>
                  </a:lnTo>
                  <a:lnTo>
                    <a:pt x="2087880" y="3048"/>
                  </a:lnTo>
                  <a:lnTo>
                    <a:pt x="2087880" y="7619"/>
                  </a:lnTo>
                  <a:lnTo>
                    <a:pt x="2084832" y="10667"/>
                  </a:lnTo>
                  <a:close/>
                </a:path>
                <a:path w="2794000" h="10795">
                  <a:moveTo>
                    <a:pt x="2104643" y="10667"/>
                  </a:moveTo>
                  <a:lnTo>
                    <a:pt x="2098548" y="10667"/>
                  </a:lnTo>
                  <a:lnTo>
                    <a:pt x="2097023" y="7619"/>
                  </a:lnTo>
                  <a:lnTo>
                    <a:pt x="2097023" y="3048"/>
                  </a:lnTo>
                  <a:lnTo>
                    <a:pt x="2098548" y="0"/>
                  </a:lnTo>
                  <a:lnTo>
                    <a:pt x="2104643" y="0"/>
                  </a:lnTo>
                  <a:lnTo>
                    <a:pt x="2106168" y="3048"/>
                  </a:lnTo>
                  <a:lnTo>
                    <a:pt x="2106168" y="7619"/>
                  </a:lnTo>
                  <a:lnTo>
                    <a:pt x="2104643" y="10667"/>
                  </a:lnTo>
                  <a:close/>
                </a:path>
                <a:path w="2794000" h="10795">
                  <a:moveTo>
                    <a:pt x="2122932" y="10667"/>
                  </a:moveTo>
                  <a:lnTo>
                    <a:pt x="2118359" y="10667"/>
                  </a:lnTo>
                  <a:lnTo>
                    <a:pt x="2116835" y="7619"/>
                  </a:lnTo>
                  <a:lnTo>
                    <a:pt x="2116835" y="3048"/>
                  </a:lnTo>
                  <a:lnTo>
                    <a:pt x="2118359" y="0"/>
                  </a:lnTo>
                  <a:lnTo>
                    <a:pt x="2122932" y="0"/>
                  </a:lnTo>
                  <a:lnTo>
                    <a:pt x="2125980" y="3048"/>
                  </a:lnTo>
                  <a:lnTo>
                    <a:pt x="2125980" y="7619"/>
                  </a:lnTo>
                  <a:lnTo>
                    <a:pt x="2122932" y="10667"/>
                  </a:lnTo>
                  <a:close/>
                </a:path>
                <a:path w="2794000" h="10795">
                  <a:moveTo>
                    <a:pt x="2142743" y="10667"/>
                  </a:moveTo>
                  <a:lnTo>
                    <a:pt x="2136648" y="10667"/>
                  </a:lnTo>
                  <a:lnTo>
                    <a:pt x="2135123" y="7619"/>
                  </a:lnTo>
                  <a:lnTo>
                    <a:pt x="2135123" y="3048"/>
                  </a:lnTo>
                  <a:lnTo>
                    <a:pt x="2136648" y="0"/>
                  </a:lnTo>
                  <a:lnTo>
                    <a:pt x="2142743" y="0"/>
                  </a:lnTo>
                  <a:lnTo>
                    <a:pt x="2144268" y="3048"/>
                  </a:lnTo>
                  <a:lnTo>
                    <a:pt x="2144268" y="7619"/>
                  </a:lnTo>
                  <a:lnTo>
                    <a:pt x="2142743" y="10667"/>
                  </a:lnTo>
                  <a:close/>
                </a:path>
                <a:path w="2794000" h="10795">
                  <a:moveTo>
                    <a:pt x="2161032" y="10667"/>
                  </a:moveTo>
                  <a:lnTo>
                    <a:pt x="2156459" y="10667"/>
                  </a:lnTo>
                  <a:lnTo>
                    <a:pt x="2154935" y="7619"/>
                  </a:lnTo>
                  <a:lnTo>
                    <a:pt x="2154935" y="3048"/>
                  </a:lnTo>
                  <a:lnTo>
                    <a:pt x="2156459" y="0"/>
                  </a:lnTo>
                  <a:lnTo>
                    <a:pt x="2161032" y="0"/>
                  </a:lnTo>
                  <a:lnTo>
                    <a:pt x="2164080" y="3048"/>
                  </a:lnTo>
                  <a:lnTo>
                    <a:pt x="2164080" y="7619"/>
                  </a:lnTo>
                  <a:lnTo>
                    <a:pt x="2161032" y="10667"/>
                  </a:lnTo>
                  <a:close/>
                </a:path>
                <a:path w="2794000" h="10795">
                  <a:moveTo>
                    <a:pt x="2180843" y="10667"/>
                  </a:moveTo>
                  <a:lnTo>
                    <a:pt x="2174748" y="10667"/>
                  </a:lnTo>
                  <a:lnTo>
                    <a:pt x="2173223" y="7619"/>
                  </a:lnTo>
                  <a:lnTo>
                    <a:pt x="2173223" y="3048"/>
                  </a:lnTo>
                  <a:lnTo>
                    <a:pt x="2174748" y="0"/>
                  </a:lnTo>
                  <a:lnTo>
                    <a:pt x="2180843" y="0"/>
                  </a:lnTo>
                  <a:lnTo>
                    <a:pt x="2182368" y="3048"/>
                  </a:lnTo>
                  <a:lnTo>
                    <a:pt x="2182368" y="7619"/>
                  </a:lnTo>
                  <a:lnTo>
                    <a:pt x="2180843" y="10667"/>
                  </a:lnTo>
                  <a:close/>
                </a:path>
                <a:path w="2794000" h="10795">
                  <a:moveTo>
                    <a:pt x="2199132" y="10667"/>
                  </a:moveTo>
                  <a:lnTo>
                    <a:pt x="2194559" y="10667"/>
                  </a:lnTo>
                  <a:lnTo>
                    <a:pt x="2193035" y="7619"/>
                  </a:lnTo>
                  <a:lnTo>
                    <a:pt x="2193035" y="3048"/>
                  </a:lnTo>
                  <a:lnTo>
                    <a:pt x="2194559" y="0"/>
                  </a:lnTo>
                  <a:lnTo>
                    <a:pt x="2199132" y="0"/>
                  </a:lnTo>
                  <a:lnTo>
                    <a:pt x="2202180" y="3048"/>
                  </a:lnTo>
                  <a:lnTo>
                    <a:pt x="2202180" y="7619"/>
                  </a:lnTo>
                  <a:lnTo>
                    <a:pt x="2199132" y="10667"/>
                  </a:lnTo>
                  <a:close/>
                </a:path>
                <a:path w="2794000" h="10795">
                  <a:moveTo>
                    <a:pt x="2218943" y="10667"/>
                  </a:moveTo>
                  <a:lnTo>
                    <a:pt x="2212848" y="10667"/>
                  </a:lnTo>
                  <a:lnTo>
                    <a:pt x="2211323" y="7619"/>
                  </a:lnTo>
                  <a:lnTo>
                    <a:pt x="2211323" y="3048"/>
                  </a:lnTo>
                  <a:lnTo>
                    <a:pt x="2212848" y="0"/>
                  </a:lnTo>
                  <a:lnTo>
                    <a:pt x="2218943" y="0"/>
                  </a:lnTo>
                  <a:lnTo>
                    <a:pt x="2220468" y="3048"/>
                  </a:lnTo>
                  <a:lnTo>
                    <a:pt x="2220468" y="7619"/>
                  </a:lnTo>
                  <a:lnTo>
                    <a:pt x="2218943" y="10667"/>
                  </a:lnTo>
                  <a:close/>
                </a:path>
                <a:path w="2794000" h="10795">
                  <a:moveTo>
                    <a:pt x="2237232" y="10667"/>
                  </a:moveTo>
                  <a:lnTo>
                    <a:pt x="2232659" y="10667"/>
                  </a:lnTo>
                  <a:lnTo>
                    <a:pt x="2231135" y="7619"/>
                  </a:lnTo>
                  <a:lnTo>
                    <a:pt x="2231135" y="3048"/>
                  </a:lnTo>
                  <a:lnTo>
                    <a:pt x="2232659" y="0"/>
                  </a:lnTo>
                  <a:lnTo>
                    <a:pt x="2237232" y="0"/>
                  </a:lnTo>
                  <a:lnTo>
                    <a:pt x="2240280" y="3048"/>
                  </a:lnTo>
                  <a:lnTo>
                    <a:pt x="2240280" y="7619"/>
                  </a:lnTo>
                  <a:lnTo>
                    <a:pt x="2237232" y="10667"/>
                  </a:lnTo>
                  <a:close/>
                </a:path>
                <a:path w="2794000" h="10795">
                  <a:moveTo>
                    <a:pt x="2257043" y="10667"/>
                  </a:moveTo>
                  <a:lnTo>
                    <a:pt x="2250948" y="10667"/>
                  </a:lnTo>
                  <a:lnTo>
                    <a:pt x="2249423" y="7619"/>
                  </a:lnTo>
                  <a:lnTo>
                    <a:pt x="2249423" y="3048"/>
                  </a:lnTo>
                  <a:lnTo>
                    <a:pt x="2250948" y="0"/>
                  </a:lnTo>
                  <a:lnTo>
                    <a:pt x="2257043" y="0"/>
                  </a:lnTo>
                  <a:lnTo>
                    <a:pt x="2258568" y="3048"/>
                  </a:lnTo>
                  <a:lnTo>
                    <a:pt x="2258568" y="7619"/>
                  </a:lnTo>
                  <a:lnTo>
                    <a:pt x="2257043" y="10667"/>
                  </a:lnTo>
                  <a:close/>
                </a:path>
                <a:path w="2794000" h="10795">
                  <a:moveTo>
                    <a:pt x="2275332" y="10667"/>
                  </a:moveTo>
                  <a:lnTo>
                    <a:pt x="2270759" y="10667"/>
                  </a:lnTo>
                  <a:lnTo>
                    <a:pt x="2269235" y="7619"/>
                  </a:lnTo>
                  <a:lnTo>
                    <a:pt x="2269235" y="3048"/>
                  </a:lnTo>
                  <a:lnTo>
                    <a:pt x="2270759" y="0"/>
                  </a:lnTo>
                  <a:lnTo>
                    <a:pt x="2275332" y="0"/>
                  </a:lnTo>
                  <a:lnTo>
                    <a:pt x="2278380" y="3048"/>
                  </a:lnTo>
                  <a:lnTo>
                    <a:pt x="2278380" y="7619"/>
                  </a:lnTo>
                  <a:lnTo>
                    <a:pt x="2275332" y="10667"/>
                  </a:lnTo>
                  <a:close/>
                </a:path>
                <a:path w="2794000" h="10795">
                  <a:moveTo>
                    <a:pt x="2295143" y="10667"/>
                  </a:moveTo>
                  <a:lnTo>
                    <a:pt x="2289048" y="10667"/>
                  </a:lnTo>
                  <a:lnTo>
                    <a:pt x="2287523" y="7619"/>
                  </a:lnTo>
                  <a:lnTo>
                    <a:pt x="2287523" y="3048"/>
                  </a:lnTo>
                  <a:lnTo>
                    <a:pt x="2289048" y="0"/>
                  </a:lnTo>
                  <a:lnTo>
                    <a:pt x="2295143" y="0"/>
                  </a:lnTo>
                  <a:lnTo>
                    <a:pt x="2296668" y="3048"/>
                  </a:lnTo>
                  <a:lnTo>
                    <a:pt x="2296668" y="7619"/>
                  </a:lnTo>
                  <a:lnTo>
                    <a:pt x="2295143" y="10667"/>
                  </a:lnTo>
                  <a:close/>
                </a:path>
                <a:path w="2794000" h="10795">
                  <a:moveTo>
                    <a:pt x="2313432" y="10667"/>
                  </a:moveTo>
                  <a:lnTo>
                    <a:pt x="2308859" y="10667"/>
                  </a:lnTo>
                  <a:lnTo>
                    <a:pt x="2307335" y="7619"/>
                  </a:lnTo>
                  <a:lnTo>
                    <a:pt x="2307335" y="3048"/>
                  </a:lnTo>
                  <a:lnTo>
                    <a:pt x="2308859" y="0"/>
                  </a:lnTo>
                  <a:lnTo>
                    <a:pt x="2313432" y="0"/>
                  </a:lnTo>
                  <a:lnTo>
                    <a:pt x="2316480" y="3048"/>
                  </a:lnTo>
                  <a:lnTo>
                    <a:pt x="2316480" y="7619"/>
                  </a:lnTo>
                  <a:lnTo>
                    <a:pt x="2313432" y="10667"/>
                  </a:lnTo>
                  <a:close/>
                </a:path>
                <a:path w="2794000" h="10795">
                  <a:moveTo>
                    <a:pt x="2333243" y="10667"/>
                  </a:moveTo>
                  <a:lnTo>
                    <a:pt x="2328671" y="10667"/>
                  </a:lnTo>
                  <a:lnTo>
                    <a:pt x="2325623" y="7619"/>
                  </a:lnTo>
                  <a:lnTo>
                    <a:pt x="2325623" y="3048"/>
                  </a:lnTo>
                  <a:lnTo>
                    <a:pt x="2328671" y="0"/>
                  </a:lnTo>
                  <a:lnTo>
                    <a:pt x="2333243" y="0"/>
                  </a:lnTo>
                  <a:lnTo>
                    <a:pt x="2334768" y="3048"/>
                  </a:lnTo>
                  <a:lnTo>
                    <a:pt x="2334768" y="7619"/>
                  </a:lnTo>
                  <a:lnTo>
                    <a:pt x="2333243" y="10667"/>
                  </a:lnTo>
                  <a:close/>
                </a:path>
                <a:path w="2794000" h="10795">
                  <a:moveTo>
                    <a:pt x="2351532" y="10667"/>
                  </a:moveTo>
                  <a:lnTo>
                    <a:pt x="2346959" y="10667"/>
                  </a:lnTo>
                  <a:lnTo>
                    <a:pt x="2345435" y="7619"/>
                  </a:lnTo>
                  <a:lnTo>
                    <a:pt x="2345435" y="3048"/>
                  </a:lnTo>
                  <a:lnTo>
                    <a:pt x="2346959" y="0"/>
                  </a:lnTo>
                  <a:lnTo>
                    <a:pt x="2351532" y="0"/>
                  </a:lnTo>
                  <a:lnTo>
                    <a:pt x="2354580" y="3048"/>
                  </a:lnTo>
                  <a:lnTo>
                    <a:pt x="2354580" y="7619"/>
                  </a:lnTo>
                  <a:lnTo>
                    <a:pt x="2351532" y="10667"/>
                  </a:lnTo>
                  <a:close/>
                </a:path>
                <a:path w="2794000" h="10795">
                  <a:moveTo>
                    <a:pt x="2371343" y="10667"/>
                  </a:moveTo>
                  <a:lnTo>
                    <a:pt x="2366771" y="10667"/>
                  </a:lnTo>
                  <a:lnTo>
                    <a:pt x="2363723" y="7619"/>
                  </a:lnTo>
                  <a:lnTo>
                    <a:pt x="2363723" y="3048"/>
                  </a:lnTo>
                  <a:lnTo>
                    <a:pt x="2366771" y="0"/>
                  </a:lnTo>
                  <a:lnTo>
                    <a:pt x="2371343" y="0"/>
                  </a:lnTo>
                  <a:lnTo>
                    <a:pt x="2372868" y="3048"/>
                  </a:lnTo>
                  <a:lnTo>
                    <a:pt x="2372868" y="7619"/>
                  </a:lnTo>
                  <a:lnTo>
                    <a:pt x="2371343" y="10667"/>
                  </a:lnTo>
                  <a:close/>
                </a:path>
                <a:path w="2794000" h="10795">
                  <a:moveTo>
                    <a:pt x="2389632" y="10667"/>
                  </a:moveTo>
                  <a:lnTo>
                    <a:pt x="2385059" y="10667"/>
                  </a:lnTo>
                  <a:lnTo>
                    <a:pt x="2383535" y="7619"/>
                  </a:lnTo>
                  <a:lnTo>
                    <a:pt x="2383535" y="3048"/>
                  </a:lnTo>
                  <a:lnTo>
                    <a:pt x="2385059" y="0"/>
                  </a:lnTo>
                  <a:lnTo>
                    <a:pt x="2389632" y="0"/>
                  </a:lnTo>
                  <a:lnTo>
                    <a:pt x="2392680" y="3048"/>
                  </a:lnTo>
                  <a:lnTo>
                    <a:pt x="2392680" y="7619"/>
                  </a:lnTo>
                  <a:lnTo>
                    <a:pt x="2389632" y="10667"/>
                  </a:lnTo>
                  <a:close/>
                </a:path>
                <a:path w="2794000" h="10795">
                  <a:moveTo>
                    <a:pt x="2409443" y="10667"/>
                  </a:moveTo>
                  <a:lnTo>
                    <a:pt x="2404871" y="10667"/>
                  </a:lnTo>
                  <a:lnTo>
                    <a:pt x="2401823" y="7619"/>
                  </a:lnTo>
                  <a:lnTo>
                    <a:pt x="2401823" y="3048"/>
                  </a:lnTo>
                  <a:lnTo>
                    <a:pt x="2404871" y="0"/>
                  </a:lnTo>
                  <a:lnTo>
                    <a:pt x="2409443" y="0"/>
                  </a:lnTo>
                  <a:lnTo>
                    <a:pt x="2410968" y="3048"/>
                  </a:lnTo>
                  <a:lnTo>
                    <a:pt x="2410968" y="7619"/>
                  </a:lnTo>
                  <a:lnTo>
                    <a:pt x="2409443" y="10667"/>
                  </a:lnTo>
                  <a:close/>
                </a:path>
                <a:path w="2794000" h="10795">
                  <a:moveTo>
                    <a:pt x="2427732" y="10667"/>
                  </a:moveTo>
                  <a:lnTo>
                    <a:pt x="2423159" y="10667"/>
                  </a:lnTo>
                  <a:lnTo>
                    <a:pt x="2421635" y="7619"/>
                  </a:lnTo>
                  <a:lnTo>
                    <a:pt x="2421635" y="3048"/>
                  </a:lnTo>
                  <a:lnTo>
                    <a:pt x="2423159" y="0"/>
                  </a:lnTo>
                  <a:lnTo>
                    <a:pt x="2427732" y="0"/>
                  </a:lnTo>
                  <a:lnTo>
                    <a:pt x="2430780" y="3048"/>
                  </a:lnTo>
                  <a:lnTo>
                    <a:pt x="2430780" y="7619"/>
                  </a:lnTo>
                  <a:lnTo>
                    <a:pt x="2427732" y="10667"/>
                  </a:lnTo>
                  <a:close/>
                </a:path>
                <a:path w="2794000" h="10795">
                  <a:moveTo>
                    <a:pt x="2447543" y="10667"/>
                  </a:moveTo>
                  <a:lnTo>
                    <a:pt x="2442971" y="10667"/>
                  </a:lnTo>
                  <a:lnTo>
                    <a:pt x="2439923" y="7619"/>
                  </a:lnTo>
                  <a:lnTo>
                    <a:pt x="2439923" y="3048"/>
                  </a:lnTo>
                  <a:lnTo>
                    <a:pt x="2442971" y="0"/>
                  </a:lnTo>
                  <a:lnTo>
                    <a:pt x="2447543" y="0"/>
                  </a:lnTo>
                  <a:lnTo>
                    <a:pt x="2449068" y="3048"/>
                  </a:lnTo>
                  <a:lnTo>
                    <a:pt x="2449068" y="7619"/>
                  </a:lnTo>
                  <a:lnTo>
                    <a:pt x="2447543" y="10667"/>
                  </a:lnTo>
                  <a:close/>
                </a:path>
                <a:path w="2794000" h="10795">
                  <a:moveTo>
                    <a:pt x="2467355" y="10667"/>
                  </a:moveTo>
                  <a:lnTo>
                    <a:pt x="2461259" y="10667"/>
                  </a:lnTo>
                  <a:lnTo>
                    <a:pt x="2459735" y="7619"/>
                  </a:lnTo>
                  <a:lnTo>
                    <a:pt x="2459735" y="3048"/>
                  </a:lnTo>
                  <a:lnTo>
                    <a:pt x="2461259" y="0"/>
                  </a:lnTo>
                  <a:lnTo>
                    <a:pt x="2467355" y="0"/>
                  </a:lnTo>
                  <a:lnTo>
                    <a:pt x="2468880" y="3048"/>
                  </a:lnTo>
                  <a:lnTo>
                    <a:pt x="2468880" y="7619"/>
                  </a:lnTo>
                  <a:lnTo>
                    <a:pt x="2467355" y="10667"/>
                  </a:lnTo>
                  <a:close/>
                </a:path>
                <a:path w="2794000" h="10795">
                  <a:moveTo>
                    <a:pt x="2485643" y="10667"/>
                  </a:moveTo>
                  <a:lnTo>
                    <a:pt x="2481071" y="10667"/>
                  </a:lnTo>
                  <a:lnTo>
                    <a:pt x="2478023" y="7619"/>
                  </a:lnTo>
                  <a:lnTo>
                    <a:pt x="2478023" y="3048"/>
                  </a:lnTo>
                  <a:lnTo>
                    <a:pt x="2481071" y="0"/>
                  </a:lnTo>
                  <a:lnTo>
                    <a:pt x="2485643" y="0"/>
                  </a:lnTo>
                  <a:lnTo>
                    <a:pt x="2487168" y="3048"/>
                  </a:lnTo>
                  <a:lnTo>
                    <a:pt x="2487168" y="7619"/>
                  </a:lnTo>
                  <a:lnTo>
                    <a:pt x="2485643" y="10667"/>
                  </a:lnTo>
                  <a:close/>
                </a:path>
                <a:path w="2794000" h="10795">
                  <a:moveTo>
                    <a:pt x="2505455" y="10667"/>
                  </a:moveTo>
                  <a:lnTo>
                    <a:pt x="2499359" y="10667"/>
                  </a:lnTo>
                  <a:lnTo>
                    <a:pt x="2497835" y="7619"/>
                  </a:lnTo>
                  <a:lnTo>
                    <a:pt x="2497835" y="3048"/>
                  </a:lnTo>
                  <a:lnTo>
                    <a:pt x="2499359" y="0"/>
                  </a:lnTo>
                  <a:lnTo>
                    <a:pt x="2505455" y="0"/>
                  </a:lnTo>
                  <a:lnTo>
                    <a:pt x="2506980" y="3048"/>
                  </a:lnTo>
                  <a:lnTo>
                    <a:pt x="2506980" y="7619"/>
                  </a:lnTo>
                  <a:lnTo>
                    <a:pt x="2505455" y="10667"/>
                  </a:lnTo>
                  <a:close/>
                </a:path>
                <a:path w="2794000" h="10795">
                  <a:moveTo>
                    <a:pt x="2523743" y="10667"/>
                  </a:moveTo>
                  <a:lnTo>
                    <a:pt x="2519171" y="10667"/>
                  </a:lnTo>
                  <a:lnTo>
                    <a:pt x="2516123" y="7619"/>
                  </a:lnTo>
                  <a:lnTo>
                    <a:pt x="2516123" y="3048"/>
                  </a:lnTo>
                  <a:lnTo>
                    <a:pt x="2519171" y="0"/>
                  </a:lnTo>
                  <a:lnTo>
                    <a:pt x="2523743" y="0"/>
                  </a:lnTo>
                  <a:lnTo>
                    <a:pt x="2525268" y="3048"/>
                  </a:lnTo>
                  <a:lnTo>
                    <a:pt x="2525268" y="7619"/>
                  </a:lnTo>
                  <a:lnTo>
                    <a:pt x="2523743" y="10667"/>
                  </a:lnTo>
                  <a:close/>
                </a:path>
                <a:path w="2794000" h="10795">
                  <a:moveTo>
                    <a:pt x="2543555" y="10667"/>
                  </a:moveTo>
                  <a:lnTo>
                    <a:pt x="2537459" y="10667"/>
                  </a:lnTo>
                  <a:lnTo>
                    <a:pt x="2535935" y="7619"/>
                  </a:lnTo>
                  <a:lnTo>
                    <a:pt x="2535935" y="3048"/>
                  </a:lnTo>
                  <a:lnTo>
                    <a:pt x="2537459" y="0"/>
                  </a:lnTo>
                  <a:lnTo>
                    <a:pt x="2543555" y="0"/>
                  </a:lnTo>
                  <a:lnTo>
                    <a:pt x="2545080" y="3048"/>
                  </a:lnTo>
                  <a:lnTo>
                    <a:pt x="2545080" y="7619"/>
                  </a:lnTo>
                  <a:lnTo>
                    <a:pt x="2543555" y="10667"/>
                  </a:lnTo>
                  <a:close/>
                </a:path>
                <a:path w="2794000" h="10795">
                  <a:moveTo>
                    <a:pt x="2561843" y="10667"/>
                  </a:moveTo>
                  <a:lnTo>
                    <a:pt x="2557271" y="10667"/>
                  </a:lnTo>
                  <a:lnTo>
                    <a:pt x="2554223" y="7619"/>
                  </a:lnTo>
                  <a:lnTo>
                    <a:pt x="2554223" y="3048"/>
                  </a:lnTo>
                  <a:lnTo>
                    <a:pt x="2557271" y="0"/>
                  </a:lnTo>
                  <a:lnTo>
                    <a:pt x="2561843" y="0"/>
                  </a:lnTo>
                  <a:lnTo>
                    <a:pt x="2563368" y="3048"/>
                  </a:lnTo>
                  <a:lnTo>
                    <a:pt x="2563368" y="7619"/>
                  </a:lnTo>
                  <a:lnTo>
                    <a:pt x="2561843" y="10667"/>
                  </a:lnTo>
                  <a:close/>
                </a:path>
                <a:path w="2794000" h="10795">
                  <a:moveTo>
                    <a:pt x="2581655" y="10667"/>
                  </a:moveTo>
                  <a:lnTo>
                    <a:pt x="2575559" y="10667"/>
                  </a:lnTo>
                  <a:lnTo>
                    <a:pt x="2574035" y="7619"/>
                  </a:lnTo>
                  <a:lnTo>
                    <a:pt x="2574035" y="3048"/>
                  </a:lnTo>
                  <a:lnTo>
                    <a:pt x="2575559" y="0"/>
                  </a:lnTo>
                  <a:lnTo>
                    <a:pt x="2581655" y="0"/>
                  </a:lnTo>
                  <a:lnTo>
                    <a:pt x="2583180" y="3048"/>
                  </a:lnTo>
                  <a:lnTo>
                    <a:pt x="2583180" y="7619"/>
                  </a:lnTo>
                  <a:lnTo>
                    <a:pt x="2581655" y="10667"/>
                  </a:lnTo>
                  <a:close/>
                </a:path>
                <a:path w="2794000" h="10795">
                  <a:moveTo>
                    <a:pt x="2599943" y="10667"/>
                  </a:moveTo>
                  <a:lnTo>
                    <a:pt x="2595371" y="10667"/>
                  </a:lnTo>
                  <a:lnTo>
                    <a:pt x="2592323" y="7619"/>
                  </a:lnTo>
                  <a:lnTo>
                    <a:pt x="2592323" y="3048"/>
                  </a:lnTo>
                  <a:lnTo>
                    <a:pt x="2595371" y="0"/>
                  </a:lnTo>
                  <a:lnTo>
                    <a:pt x="2599943" y="0"/>
                  </a:lnTo>
                  <a:lnTo>
                    <a:pt x="2601468" y="3048"/>
                  </a:lnTo>
                  <a:lnTo>
                    <a:pt x="2601468" y="7619"/>
                  </a:lnTo>
                  <a:lnTo>
                    <a:pt x="2599943" y="10667"/>
                  </a:lnTo>
                  <a:close/>
                </a:path>
                <a:path w="2794000" h="10795">
                  <a:moveTo>
                    <a:pt x="2619755" y="10667"/>
                  </a:moveTo>
                  <a:lnTo>
                    <a:pt x="2613659" y="10667"/>
                  </a:lnTo>
                  <a:lnTo>
                    <a:pt x="2612135" y="7619"/>
                  </a:lnTo>
                  <a:lnTo>
                    <a:pt x="2612135" y="3048"/>
                  </a:lnTo>
                  <a:lnTo>
                    <a:pt x="2613659" y="0"/>
                  </a:lnTo>
                  <a:lnTo>
                    <a:pt x="2619755" y="0"/>
                  </a:lnTo>
                  <a:lnTo>
                    <a:pt x="2621280" y="3048"/>
                  </a:lnTo>
                  <a:lnTo>
                    <a:pt x="2621280" y="7619"/>
                  </a:lnTo>
                  <a:lnTo>
                    <a:pt x="2619755" y="10667"/>
                  </a:lnTo>
                  <a:close/>
                </a:path>
                <a:path w="2794000" h="10795">
                  <a:moveTo>
                    <a:pt x="2638043" y="10667"/>
                  </a:moveTo>
                  <a:lnTo>
                    <a:pt x="2633471" y="10667"/>
                  </a:lnTo>
                  <a:lnTo>
                    <a:pt x="2630423" y="7619"/>
                  </a:lnTo>
                  <a:lnTo>
                    <a:pt x="2630423" y="3048"/>
                  </a:lnTo>
                  <a:lnTo>
                    <a:pt x="2633471" y="0"/>
                  </a:lnTo>
                  <a:lnTo>
                    <a:pt x="2638043" y="0"/>
                  </a:lnTo>
                  <a:lnTo>
                    <a:pt x="2639568" y="3048"/>
                  </a:lnTo>
                  <a:lnTo>
                    <a:pt x="2639568" y="7619"/>
                  </a:lnTo>
                  <a:lnTo>
                    <a:pt x="2638043" y="10667"/>
                  </a:lnTo>
                  <a:close/>
                </a:path>
                <a:path w="2794000" h="10795">
                  <a:moveTo>
                    <a:pt x="2657855" y="10667"/>
                  </a:moveTo>
                  <a:lnTo>
                    <a:pt x="2651759" y="10667"/>
                  </a:lnTo>
                  <a:lnTo>
                    <a:pt x="2650235" y="7619"/>
                  </a:lnTo>
                  <a:lnTo>
                    <a:pt x="2650235" y="3048"/>
                  </a:lnTo>
                  <a:lnTo>
                    <a:pt x="2651759" y="0"/>
                  </a:lnTo>
                  <a:lnTo>
                    <a:pt x="2657855" y="0"/>
                  </a:lnTo>
                  <a:lnTo>
                    <a:pt x="2659380" y="3048"/>
                  </a:lnTo>
                  <a:lnTo>
                    <a:pt x="2659380" y="7619"/>
                  </a:lnTo>
                  <a:lnTo>
                    <a:pt x="2657855" y="10667"/>
                  </a:lnTo>
                  <a:close/>
                </a:path>
                <a:path w="2794000" h="10795">
                  <a:moveTo>
                    <a:pt x="2676143" y="10667"/>
                  </a:moveTo>
                  <a:lnTo>
                    <a:pt x="2671571" y="10667"/>
                  </a:lnTo>
                  <a:lnTo>
                    <a:pt x="2668523" y="7619"/>
                  </a:lnTo>
                  <a:lnTo>
                    <a:pt x="2668523" y="3048"/>
                  </a:lnTo>
                  <a:lnTo>
                    <a:pt x="2671571" y="0"/>
                  </a:lnTo>
                  <a:lnTo>
                    <a:pt x="2676143" y="0"/>
                  </a:lnTo>
                  <a:lnTo>
                    <a:pt x="2677668" y="3048"/>
                  </a:lnTo>
                  <a:lnTo>
                    <a:pt x="2677668" y="7619"/>
                  </a:lnTo>
                  <a:lnTo>
                    <a:pt x="2676143" y="10667"/>
                  </a:lnTo>
                  <a:close/>
                </a:path>
                <a:path w="2794000" h="10795">
                  <a:moveTo>
                    <a:pt x="2695955" y="10667"/>
                  </a:moveTo>
                  <a:lnTo>
                    <a:pt x="2689859" y="10667"/>
                  </a:lnTo>
                  <a:lnTo>
                    <a:pt x="2688335" y="7619"/>
                  </a:lnTo>
                  <a:lnTo>
                    <a:pt x="2688335" y="3048"/>
                  </a:lnTo>
                  <a:lnTo>
                    <a:pt x="2689859" y="0"/>
                  </a:lnTo>
                  <a:lnTo>
                    <a:pt x="2695955" y="0"/>
                  </a:lnTo>
                  <a:lnTo>
                    <a:pt x="2697480" y="3048"/>
                  </a:lnTo>
                  <a:lnTo>
                    <a:pt x="2697480" y="7619"/>
                  </a:lnTo>
                  <a:lnTo>
                    <a:pt x="2695955" y="10667"/>
                  </a:lnTo>
                  <a:close/>
                </a:path>
                <a:path w="2794000" h="10795">
                  <a:moveTo>
                    <a:pt x="2714243" y="10667"/>
                  </a:moveTo>
                  <a:lnTo>
                    <a:pt x="2709671" y="10667"/>
                  </a:lnTo>
                  <a:lnTo>
                    <a:pt x="2706623" y="7619"/>
                  </a:lnTo>
                  <a:lnTo>
                    <a:pt x="2706623" y="3048"/>
                  </a:lnTo>
                  <a:lnTo>
                    <a:pt x="2709671" y="0"/>
                  </a:lnTo>
                  <a:lnTo>
                    <a:pt x="2714243" y="0"/>
                  </a:lnTo>
                  <a:lnTo>
                    <a:pt x="2715768" y="3048"/>
                  </a:lnTo>
                  <a:lnTo>
                    <a:pt x="2715768" y="7619"/>
                  </a:lnTo>
                  <a:lnTo>
                    <a:pt x="2714243" y="10667"/>
                  </a:lnTo>
                  <a:close/>
                </a:path>
                <a:path w="2794000" h="10795">
                  <a:moveTo>
                    <a:pt x="2734055" y="10667"/>
                  </a:moveTo>
                  <a:lnTo>
                    <a:pt x="2727959" y="10667"/>
                  </a:lnTo>
                  <a:lnTo>
                    <a:pt x="2726435" y="7619"/>
                  </a:lnTo>
                  <a:lnTo>
                    <a:pt x="2726435" y="3048"/>
                  </a:lnTo>
                  <a:lnTo>
                    <a:pt x="2727959" y="0"/>
                  </a:lnTo>
                  <a:lnTo>
                    <a:pt x="2734055" y="0"/>
                  </a:lnTo>
                  <a:lnTo>
                    <a:pt x="2735580" y="3048"/>
                  </a:lnTo>
                  <a:lnTo>
                    <a:pt x="2735580" y="7619"/>
                  </a:lnTo>
                  <a:lnTo>
                    <a:pt x="2734055" y="10667"/>
                  </a:lnTo>
                  <a:close/>
                </a:path>
                <a:path w="2794000" h="10795">
                  <a:moveTo>
                    <a:pt x="2752343" y="10667"/>
                  </a:moveTo>
                  <a:lnTo>
                    <a:pt x="2747771" y="10667"/>
                  </a:lnTo>
                  <a:lnTo>
                    <a:pt x="2744723" y="7619"/>
                  </a:lnTo>
                  <a:lnTo>
                    <a:pt x="2744723" y="3048"/>
                  </a:lnTo>
                  <a:lnTo>
                    <a:pt x="2747771" y="0"/>
                  </a:lnTo>
                  <a:lnTo>
                    <a:pt x="2752343" y="0"/>
                  </a:lnTo>
                  <a:lnTo>
                    <a:pt x="2753868" y="3048"/>
                  </a:lnTo>
                  <a:lnTo>
                    <a:pt x="2753868" y="7619"/>
                  </a:lnTo>
                  <a:lnTo>
                    <a:pt x="2752343" y="10667"/>
                  </a:lnTo>
                  <a:close/>
                </a:path>
                <a:path w="2794000" h="10795">
                  <a:moveTo>
                    <a:pt x="2772155" y="10667"/>
                  </a:moveTo>
                  <a:lnTo>
                    <a:pt x="2766059" y="10667"/>
                  </a:lnTo>
                  <a:lnTo>
                    <a:pt x="2764535" y="7619"/>
                  </a:lnTo>
                  <a:lnTo>
                    <a:pt x="2764535" y="3048"/>
                  </a:lnTo>
                  <a:lnTo>
                    <a:pt x="2766059" y="0"/>
                  </a:lnTo>
                  <a:lnTo>
                    <a:pt x="2772155" y="0"/>
                  </a:lnTo>
                  <a:lnTo>
                    <a:pt x="2773680" y="3048"/>
                  </a:lnTo>
                  <a:lnTo>
                    <a:pt x="2773680" y="7619"/>
                  </a:lnTo>
                  <a:lnTo>
                    <a:pt x="2772155" y="10667"/>
                  </a:lnTo>
                  <a:close/>
                </a:path>
                <a:path w="2794000" h="10795">
                  <a:moveTo>
                    <a:pt x="2790443" y="10667"/>
                  </a:moveTo>
                  <a:lnTo>
                    <a:pt x="2785871" y="10667"/>
                  </a:lnTo>
                  <a:lnTo>
                    <a:pt x="2782823" y="7619"/>
                  </a:lnTo>
                  <a:lnTo>
                    <a:pt x="2782823" y="3048"/>
                  </a:lnTo>
                  <a:lnTo>
                    <a:pt x="2785871" y="0"/>
                  </a:lnTo>
                  <a:lnTo>
                    <a:pt x="2790443" y="0"/>
                  </a:lnTo>
                  <a:lnTo>
                    <a:pt x="2793491" y="3048"/>
                  </a:lnTo>
                  <a:lnTo>
                    <a:pt x="2793491" y="7619"/>
                  </a:lnTo>
                  <a:lnTo>
                    <a:pt x="2790443" y="10667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164323" y="4026408"/>
              <a:ext cx="0" cy="1172210"/>
            </a:xfrm>
            <a:custGeom>
              <a:avLst/>
              <a:gdLst/>
              <a:ahLst/>
              <a:cxnLst/>
              <a:rect l="l" t="t" r="r" b="b"/>
              <a:pathLst>
                <a:path h="1172210">
                  <a:moveTo>
                    <a:pt x="0" y="0"/>
                  </a:moveTo>
                  <a:lnTo>
                    <a:pt x="0" y="1171956"/>
                  </a:lnTo>
                </a:path>
              </a:pathLst>
            </a:custGeom>
            <a:ln w="9144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168895" y="4008120"/>
              <a:ext cx="20320" cy="1554480"/>
            </a:xfrm>
            <a:custGeom>
              <a:avLst/>
              <a:gdLst/>
              <a:ahLst/>
              <a:cxnLst/>
              <a:rect l="l" t="t" r="r" b="b"/>
              <a:pathLst>
                <a:path w="20320" h="1554479">
                  <a:moveTo>
                    <a:pt x="19812" y="1554480"/>
                  </a:moveTo>
                  <a:lnTo>
                    <a:pt x="10668" y="1554480"/>
                  </a:lnTo>
                  <a:lnTo>
                    <a:pt x="9144" y="1516380"/>
                  </a:lnTo>
                  <a:lnTo>
                    <a:pt x="19812" y="1516380"/>
                  </a:lnTo>
                  <a:lnTo>
                    <a:pt x="19812" y="1554480"/>
                  </a:lnTo>
                  <a:close/>
                </a:path>
                <a:path w="20320" h="1554479">
                  <a:moveTo>
                    <a:pt x="9144" y="1488948"/>
                  </a:moveTo>
                  <a:lnTo>
                    <a:pt x="9144" y="1450848"/>
                  </a:lnTo>
                  <a:lnTo>
                    <a:pt x="18288" y="1449324"/>
                  </a:lnTo>
                  <a:lnTo>
                    <a:pt x="19812" y="1487424"/>
                  </a:lnTo>
                  <a:lnTo>
                    <a:pt x="9144" y="1488948"/>
                  </a:lnTo>
                  <a:close/>
                </a:path>
                <a:path w="20320" h="1554479">
                  <a:moveTo>
                    <a:pt x="18288" y="1421892"/>
                  </a:moveTo>
                  <a:lnTo>
                    <a:pt x="9144" y="1421892"/>
                  </a:lnTo>
                  <a:lnTo>
                    <a:pt x="9144" y="1383792"/>
                  </a:lnTo>
                  <a:lnTo>
                    <a:pt x="18288" y="1383792"/>
                  </a:lnTo>
                  <a:lnTo>
                    <a:pt x="18288" y="1421892"/>
                  </a:lnTo>
                  <a:close/>
                </a:path>
                <a:path w="20320" h="1554479">
                  <a:moveTo>
                    <a:pt x="18288" y="1354836"/>
                  </a:moveTo>
                  <a:lnTo>
                    <a:pt x="9144" y="1354836"/>
                  </a:lnTo>
                  <a:lnTo>
                    <a:pt x="9144" y="1316736"/>
                  </a:lnTo>
                  <a:lnTo>
                    <a:pt x="18288" y="1316736"/>
                  </a:lnTo>
                  <a:lnTo>
                    <a:pt x="18288" y="1354836"/>
                  </a:lnTo>
                  <a:close/>
                </a:path>
                <a:path w="20320" h="1554479">
                  <a:moveTo>
                    <a:pt x="18288" y="1287780"/>
                  </a:moveTo>
                  <a:lnTo>
                    <a:pt x="9144" y="1287780"/>
                  </a:lnTo>
                  <a:lnTo>
                    <a:pt x="7620" y="1249680"/>
                  </a:lnTo>
                  <a:lnTo>
                    <a:pt x="18288" y="1249680"/>
                  </a:lnTo>
                  <a:lnTo>
                    <a:pt x="18288" y="1287780"/>
                  </a:lnTo>
                  <a:close/>
                </a:path>
                <a:path w="20320" h="1554479">
                  <a:moveTo>
                    <a:pt x="7620" y="1222247"/>
                  </a:moveTo>
                  <a:lnTo>
                    <a:pt x="7620" y="1184147"/>
                  </a:lnTo>
                  <a:lnTo>
                    <a:pt x="16764" y="1182623"/>
                  </a:lnTo>
                  <a:lnTo>
                    <a:pt x="18288" y="1220723"/>
                  </a:lnTo>
                  <a:lnTo>
                    <a:pt x="7620" y="1222247"/>
                  </a:lnTo>
                  <a:close/>
                </a:path>
                <a:path w="20320" h="1554479">
                  <a:moveTo>
                    <a:pt x="16764" y="1155192"/>
                  </a:moveTo>
                  <a:lnTo>
                    <a:pt x="7620" y="1155192"/>
                  </a:lnTo>
                  <a:lnTo>
                    <a:pt x="7620" y="1117092"/>
                  </a:lnTo>
                  <a:lnTo>
                    <a:pt x="16764" y="1117092"/>
                  </a:lnTo>
                  <a:lnTo>
                    <a:pt x="16764" y="1155192"/>
                  </a:lnTo>
                  <a:close/>
                </a:path>
                <a:path w="20320" h="1554479">
                  <a:moveTo>
                    <a:pt x="16764" y="1088136"/>
                  </a:moveTo>
                  <a:lnTo>
                    <a:pt x="7620" y="1088136"/>
                  </a:lnTo>
                  <a:lnTo>
                    <a:pt x="7620" y="1050036"/>
                  </a:lnTo>
                  <a:lnTo>
                    <a:pt x="16764" y="1050036"/>
                  </a:lnTo>
                  <a:lnTo>
                    <a:pt x="16764" y="1088136"/>
                  </a:lnTo>
                  <a:close/>
                </a:path>
                <a:path w="20320" h="1554479">
                  <a:moveTo>
                    <a:pt x="16764" y="1021080"/>
                  </a:moveTo>
                  <a:lnTo>
                    <a:pt x="6096" y="1021080"/>
                  </a:lnTo>
                  <a:lnTo>
                    <a:pt x="6096" y="982980"/>
                  </a:lnTo>
                  <a:lnTo>
                    <a:pt x="16764" y="982980"/>
                  </a:lnTo>
                  <a:lnTo>
                    <a:pt x="16764" y="1021080"/>
                  </a:lnTo>
                  <a:close/>
                </a:path>
                <a:path w="20320" h="1554479">
                  <a:moveTo>
                    <a:pt x="6096" y="955547"/>
                  </a:moveTo>
                  <a:lnTo>
                    <a:pt x="6096" y="917448"/>
                  </a:lnTo>
                  <a:lnTo>
                    <a:pt x="15240" y="915923"/>
                  </a:lnTo>
                  <a:lnTo>
                    <a:pt x="15240" y="954023"/>
                  </a:lnTo>
                  <a:lnTo>
                    <a:pt x="6096" y="955547"/>
                  </a:lnTo>
                  <a:close/>
                </a:path>
                <a:path w="20320" h="1554479">
                  <a:moveTo>
                    <a:pt x="15240" y="888492"/>
                  </a:moveTo>
                  <a:lnTo>
                    <a:pt x="6096" y="888492"/>
                  </a:lnTo>
                  <a:lnTo>
                    <a:pt x="6096" y="850392"/>
                  </a:lnTo>
                  <a:lnTo>
                    <a:pt x="15240" y="850392"/>
                  </a:lnTo>
                  <a:lnTo>
                    <a:pt x="15240" y="888492"/>
                  </a:lnTo>
                  <a:close/>
                </a:path>
                <a:path w="20320" h="1554479">
                  <a:moveTo>
                    <a:pt x="15240" y="821436"/>
                  </a:moveTo>
                  <a:lnTo>
                    <a:pt x="6096" y="821436"/>
                  </a:lnTo>
                  <a:lnTo>
                    <a:pt x="4572" y="783336"/>
                  </a:lnTo>
                  <a:lnTo>
                    <a:pt x="15240" y="783336"/>
                  </a:lnTo>
                  <a:lnTo>
                    <a:pt x="15240" y="821436"/>
                  </a:lnTo>
                  <a:close/>
                </a:path>
                <a:path w="20320" h="1554479">
                  <a:moveTo>
                    <a:pt x="15240" y="754379"/>
                  </a:moveTo>
                  <a:lnTo>
                    <a:pt x="4572" y="754379"/>
                  </a:lnTo>
                  <a:lnTo>
                    <a:pt x="4572" y="716279"/>
                  </a:lnTo>
                  <a:lnTo>
                    <a:pt x="13716" y="716279"/>
                  </a:lnTo>
                  <a:lnTo>
                    <a:pt x="15240" y="754379"/>
                  </a:lnTo>
                  <a:close/>
                </a:path>
                <a:path w="20320" h="1554479">
                  <a:moveTo>
                    <a:pt x="13716" y="688848"/>
                  </a:moveTo>
                  <a:lnTo>
                    <a:pt x="4572" y="688848"/>
                  </a:lnTo>
                  <a:lnTo>
                    <a:pt x="4572" y="650748"/>
                  </a:lnTo>
                  <a:lnTo>
                    <a:pt x="13716" y="650748"/>
                  </a:lnTo>
                  <a:lnTo>
                    <a:pt x="13716" y="688848"/>
                  </a:lnTo>
                  <a:close/>
                </a:path>
                <a:path w="20320" h="1554479">
                  <a:moveTo>
                    <a:pt x="13716" y="621792"/>
                  </a:moveTo>
                  <a:lnTo>
                    <a:pt x="4572" y="621792"/>
                  </a:lnTo>
                  <a:lnTo>
                    <a:pt x="4572" y="583692"/>
                  </a:lnTo>
                  <a:lnTo>
                    <a:pt x="13716" y="583692"/>
                  </a:lnTo>
                  <a:lnTo>
                    <a:pt x="13716" y="621792"/>
                  </a:lnTo>
                  <a:close/>
                </a:path>
                <a:path w="20320" h="1554479">
                  <a:moveTo>
                    <a:pt x="13716" y="554735"/>
                  </a:moveTo>
                  <a:lnTo>
                    <a:pt x="4572" y="554735"/>
                  </a:lnTo>
                  <a:lnTo>
                    <a:pt x="3048" y="516635"/>
                  </a:lnTo>
                  <a:lnTo>
                    <a:pt x="13716" y="516635"/>
                  </a:lnTo>
                  <a:lnTo>
                    <a:pt x="13716" y="554735"/>
                  </a:lnTo>
                  <a:close/>
                </a:path>
                <a:path w="20320" h="1554479">
                  <a:moveTo>
                    <a:pt x="13716" y="487679"/>
                  </a:moveTo>
                  <a:lnTo>
                    <a:pt x="3048" y="487679"/>
                  </a:lnTo>
                  <a:lnTo>
                    <a:pt x="3048" y="449579"/>
                  </a:lnTo>
                  <a:lnTo>
                    <a:pt x="12192" y="449579"/>
                  </a:lnTo>
                  <a:lnTo>
                    <a:pt x="13716" y="487679"/>
                  </a:lnTo>
                  <a:close/>
                </a:path>
                <a:path w="20320" h="1554479">
                  <a:moveTo>
                    <a:pt x="12192" y="422148"/>
                  </a:moveTo>
                  <a:lnTo>
                    <a:pt x="3048" y="422148"/>
                  </a:lnTo>
                  <a:lnTo>
                    <a:pt x="3048" y="384048"/>
                  </a:lnTo>
                  <a:lnTo>
                    <a:pt x="12192" y="384048"/>
                  </a:lnTo>
                  <a:lnTo>
                    <a:pt x="12192" y="422148"/>
                  </a:lnTo>
                  <a:close/>
                </a:path>
                <a:path w="20320" h="1554479">
                  <a:moveTo>
                    <a:pt x="12192" y="355092"/>
                  </a:moveTo>
                  <a:lnTo>
                    <a:pt x="3048" y="355092"/>
                  </a:lnTo>
                  <a:lnTo>
                    <a:pt x="3048" y="316991"/>
                  </a:lnTo>
                  <a:lnTo>
                    <a:pt x="12192" y="316991"/>
                  </a:lnTo>
                  <a:lnTo>
                    <a:pt x="12192" y="355092"/>
                  </a:lnTo>
                  <a:close/>
                </a:path>
                <a:path w="20320" h="1554479">
                  <a:moveTo>
                    <a:pt x="12192" y="288035"/>
                  </a:moveTo>
                  <a:lnTo>
                    <a:pt x="1524" y="288035"/>
                  </a:lnTo>
                  <a:lnTo>
                    <a:pt x="1524" y="249935"/>
                  </a:lnTo>
                  <a:lnTo>
                    <a:pt x="12192" y="249935"/>
                  </a:lnTo>
                  <a:lnTo>
                    <a:pt x="12192" y="288035"/>
                  </a:lnTo>
                  <a:close/>
                </a:path>
                <a:path w="20320" h="1554479">
                  <a:moveTo>
                    <a:pt x="10668" y="220979"/>
                  </a:moveTo>
                  <a:lnTo>
                    <a:pt x="1524" y="220979"/>
                  </a:lnTo>
                  <a:lnTo>
                    <a:pt x="1524" y="182879"/>
                  </a:lnTo>
                  <a:lnTo>
                    <a:pt x="10668" y="182879"/>
                  </a:lnTo>
                  <a:lnTo>
                    <a:pt x="10668" y="220979"/>
                  </a:lnTo>
                  <a:close/>
                </a:path>
                <a:path w="20320" h="1554479">
                  <a:moveTo>
                    <a:pt x="10668" y="155447"/>
                  </a:moveTo>
                  <a:lnTo>
                    <a:pt x="1524" y="155447"/>
                  </a:lnTo>
                  <a:lnTo>
                    <a:pt x="1524" y="117347"/>
                  </a:lnTo>
                  <a:lnTo>
                    <a:pt x="10668" y="117347"/>
                  </a:lnTo>
                  <a:lnTo>
                    <a:pt x="10668" y="155447"/>
                  </a:lnTo>
                  <a:close/>
                </a:path>
                <a:path w="20320" h="1554479">
                  <a:moveTo>
                    <a:pt x="10668" y="88391"/>
                  </a:moveTo>
                  <a:lnTo>
                    <a:pt x="1524" y="88391"/>
                  </a:lnTo>
                  <a:lnTo>
                    <a:pt x="1524" y="50291"/>
                  </a:lnTo>
                  <a:lnTo>
                    <a:pt x="10668" y="50291"/>
                  </a:lnTo>
                  <a:lnTo>
                    <a:pt x="10668" y="88391"/>
                  </a:lnTo>
                  <a:close/>
                </a:path>
                <a:path w="20320" h="1554479">
                  <a:moveTo>
                    <a:pt x="10668" y="21335"/>
                  </a:moveTo>
                  <a:lnTo>
                    <a:pt x="0" y="21335"/>
                  </a:lnTo>
                  <a:lnTo>
                    <a:pt x="0" y="0"/>
                  </a:lnTo>
                  <a:lnTo>
                    <a:pt x="10668" y="0"/>
                  </a:lnTo>
                  <a:lnTo>
                    <a:pt x="10668" y="213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168896" y="4003548"/>
              <a:ext cx="10795" cy="2735580"/>
            </a:xfrm>
            <a:custGeom>
              <a:avLst/>
              <a:gdLst/>
              <a:ahLst/>
              <a:cxnLst/>
              <a:rect l="l" t="t" r="r" b="b"/>
              <a:pathLst>
                <a:path w="10795" h="2735579">
                  <a:moveTo>
                    <a:pt x="7619" y="10667"/>
                  </a:moveTo>
                  <a:lnTo>
                    <a:pt x="3048" y="10667"/>
                  </a:lnTo>
                  <a:lnTo>
                    <a:pt x="0" y="7619"/>
                  </a:lnTo>
                  <a:lnTo>
                    <a:pt x="0" y="3048"/>
                  </a:lnTo>
                  <a:lnTo>
                    <a:pt x="3048" y="0"/>
                  </a:lnTo>
                  <a:lnTo>
                    <a:pt x="7619" y="0"/>
                  </a:lnTo>
                  <a:lnTo>
                    <a:pt x="10667" y="3048"/>
                  </a:lnTo>
                  <a:lnTo>
                    <a:pt x="10667" y="7619"/>
                  </a:lnTo>
                  <a:lnTo>
                    <a:pt x="7619" y="10667"/>
                  </a:lnTo>
                  <a:close/>
                </a:path>
                <a:path w="10795" h="2735579">
                  <a:moveTo>
                    <a:pt x="7619" y="28955"/>
                  </a:moveTo>
                  <a:lnTo>
                    <a:pt x="3048" y="28955"/>
                  </a:lnTo>
                  <a:lnTo>
                    <a:pt x="0" y="27432"/>
                  </a:lnTo>
                  <a:lnTo>
                    <a:pt x="0" y="21335"/>
                  </a:lnTo>
                  <a:lnTo>
                    <a:pt x="3048" y="19811"/>
                  </a:lnTo>
                  <a:lnTo>
                    <a:pt x="7619" y="19811"/>
                  </a:lnTo>
                  <a:lnTo>
                    <a:pt x="10667" y="21335"/>
                  </a:lnTo>
                  <a:lnTo>
                    <a:pt x="10667" y="27432"/>
                  </a:lnTo>
                  <a:lnTo>
                    <a:pt x="7619" y="28955"/>
                  </a:lnTo>
                  <a:close/>
                </a:path>
                <a:path w="10795" h="2735579">
                  <a:moveTo>
                    <a:pt x="7619" y="48767"/>
                  </a:moveTo>
                  <a:lnTo>
                    <a:pt x="3048" y="48767"/>
                  </a:lnTo>
                  <a:lnTo>
                    <a:pt x="0" y="45719"/>
                  </a:lnTo>
                  <a:lnTo>
                    <a:pt x="0" y="41148"/>
                  </a:lnTo>
                  <a:lnTo>
                    <a:pt x="3048" y="38100"/>
                  </a:lnTo>
                  <a:lnTo>
                    <a:pt x="7619" y="38100"/>
                  </a:lnTo>
                  <a:lnTo>
                    <a:pt x="10667" y="41148"/>
                  </a:lnTo>
                  <a:lnTo>
                    <a:pt x="10667" y="45719"/>
                  </a:lnTo>
                  <a:lnTo>
                    <a:pt x="7619" y="48767"/>
                  </a:lnTo>
                  <a:close/>
                </a:path>
                <a:path w="10795" h="2735579">
                  <a:moveTo>
                    <a:pt x="7619" y="67055"/>
                  </a:moveTo>
                  <a:lnTo>
                    <a:pt x="3048" y="67055"/>
                  </a:lnTo>
                  <a:lnTo>
                    <a:pt x="0" y="65532"/>
                  </a:lnTo>
                  <a:lnTo>
                    <a:pt x="0" y="59435"/>
                  </a:lnTo>
                  <a:lnTo>
                    <a:pt x="3048" y="57911"/>
                  </a:lnTo>
                  <a:lnTo>
                    <a:pt x="7619" y="57911"/>
                  </a:lnTo>
                  <a:lnTo>
                    <a:pt x="10667" y="59435"/>
                  </a:lnTo>
                  <a:lnTo>
                    <a:pt x="10667" y="65532"/>
                  </a:lnTo>
                  <a:lnTo>
                    <a:pt x="7619" y="67055"/>
                  </a:lnTo>
                  <a:close/>
                </a:path>
                <a:path w="10795" h="2735579">
                  <a:moveTo>
                    <a:pt x="7619" y="86867"/>
                  </a:moveTo>
                  <a:lnTo>
                    <a:pt x="3048" y="86867"/>
                  </a:lnTo>
                  <a:lnTo>
                    <a:pt x="0" y="83819"/>
                  </a:lnTo>
                  <a:lnTo>
                    <a:pt x="0" y="79248"/>
                  </a:lnTo>
                  <a:lnTo>
                    <a:pt x="3048" y="76200"/>
                  </a:lnTo>
                  <a:lnTo>
                    <a:pt x="7619" y="76200"/>
                  </a:lnTo>
                  <a:lnTo>
                    <a:pt x="10667" y="79248"/>
                  </a:lnTo>
                  <a:lnTo>
                    <a:pt x="10667" y="83819"/>
                  </a:lnTo>
                  <a:lnTo>
                    <a:pt x="7619" y="86867"/>
                  </a:lnTo>
                  <a:close/>
                </a:path>
                <a:path w="10795" h="2735579">
                  <a:moveTo>
                    <a:pt x="7619" y="105155"/>
                  </a:moveTo>
                  <a:lnTo>
                    <a:pt x="3048" y="105155"/>
                  </a:lnTo>
                  <a:lnTo>
                    <a:pt x="0" y="103632"/>
                  </a:lnTo>
                  <a:lnTo>
                    <a:pt x="0" y="97535"/>
                  </a:lnTo>
                  <a:lnTo>
                    <a:pt x="3048" y="96011"/>
                  </a:lnTo>
                  <a:lnTo>
                    <a:pt x="7619" y="96011"/>
                  </a:lnTo>
                  <a:lnTo>
                    <a:pt x="10667" y="97535"/>
                  </a:lnTo>
                  <a:lnTo>
                    <a:pt x="10667" y="103632"/>
                  </a:lnTo>
                  <a:lnTo>
                    <a:pt x="7619" y="105155"/>
                  </a:lnTo>
                  <a:close/>
                </a:path>
                <a:path w="10795" h="2735579">
                  <a:moveTo>
                    <a:pt x="7619" y="124967"/>
                  </a:moveTo>
                  <a:lnTo>
                    <a:pt x="3048" y="124967"/>
                  </a:lnTo>
                  <a:lnTo>
                    <a:pt x="0" y="121919"/>
                  </a:lnTo>
                  <a:lnTo>
                    <a:pt x="0" y="117348"/>
                  </a:lnTo>
                  <a:lnTo>
                    <a:pt x="3048" y="114300"/>
                  </a:lnTo>
                  <a:lnTo>
                    <a:pt x="7619" y="114300"/>
                  </a:lnTo>
                  <a:lnTo>
                    <a:pt x="10667" y="117348"/>
                  </a:lnTo>
                  <a:lnTo>
                    <a:pt x="10667" y="121919"/>
                  </a:lnTo>
                  <a:lnTo>
                    <a:pt x="7619" y="124967"/>
                  </a:lnTo>
                  <a:close/>
                </a:path>
                <a:path w="10795" h="2735579">
                  <a:moveTo>
                    <a:pt x="7619" y="143255"/>
                  </a:moveTo>
                  <a:lnTo>
                    <a:pt x="3048" y="143255"/>
                  </a:lnTo>
                  <a:lnTo>
                    <a:pt x="0" y="141732"/>
                  </a:lnTo>
                  <a:lnTo>
                    <a:pt x="0" y="135635"/>
                  </a:lnTo>
                  <a:lnTo>
                    <a:pt x="3048" y="134111"/>
                  </a:lnTo>
                  <a:lnTo>
                    <a:pt x="7619" y="134111"/>
                  </a:lnTo>
                  <a:lnTo>
                    <a:pt x="10667" y="135635"/>
                  </a:lnTo>
                  <a:lnTo>
                    <a:pt x="10667" y="141732"/>
                  </a:lnTo>
                  <a:lnTo>
                    <a:pt x="7619" y="143255"/>
                  </a:lnTo>
                  <a:close/>
                </a:path>
                <a:path w="10795" h="2735579">
                  <a:moveTo>
                    <a:pt x="7619" y="163067"/>
                  </a:moveTo>
                  <a:lnTo>
                    <a:pt x="3048" y="163067"/>
                  </a:lnTo>
                  <a:lnTo>
                    <a:pt x="0" y="160019"/>
                  </a:lnTo>
                  <a:lnTo>
                    <a:pt x="0" y="155448"/>
                  </a:lnTo>
                  <a:lnTo>
                    <a:pt x="3048" y="152400"/>
                  </a:lnTo>
                  <a:lnTo>
                    <a:pt x="7619" y="152400"/>
                  </a:lnTo>
                  <a:lnTo>
                    <a:pt x="10667" y="155448"/>
                  </a:lnTo>
                  <a:lnTo>
                    <a:pt x="10667" y="160019"/>
                  </a:lnTo>
                  <a:lnTo>
                    <a:pt x="7619" y="163067"/>
                  </a:lnTo>
                  <a:close/>
                </a:path>
                <a:path w="10795" h="2735579">
                  <a:moveTo>
                    <a:pt x="7619" y="181355"/>
                  </a:moveTo>
                  <a:lnTo>
                    <a:pt x="3048" y="181355"/>
                  </a:lnTo>
                  <a:lnTo>
                    <a:pt x="0" y="179832"/>
                  </a:lnTo>
                  <a:lnTo>
                    <a:pt x="0" y="173735"/>
                  </a:lnTo>
                  <a:lnTo>
                    <a:pt x="3048" y="172211"/>
                  </a:lnTo>
                  <a:lnTo>
                    <a:pt x="7619" y="172211"/>
                  </a:lnTo>
                  <a:lnTo>
                    <a:pt x="10667" y="173735"/>
                  </a:lnTo>
                  <a:lnTo>
                    <a:pt x="10667" y="179832"/>
                  </a:lnTo>
                  <a:lnTo>
                    <a:pt x="7619" y="181355"/>
                  </a:lnTo>
                  <a:close/>
                </a:path>
                <a:path w="10795" h="2735579">
                  <a:moveTo>
                    <a:pt x="7619" y="201167"/>
                  </a:moveTo>
                  <a:lnTo>
                    <a:pt x="3048" y="201167"/>
                  </a:lnTo>
                  <a:lnTo>
                    <a:pt x="0" y="198119"/>
                  </a:lnTo>
                  <a:lnTo>
                    <a:pt x="0" y="193548"/>
                  </a:lnTo>
                  <a:lnTo>
                    <a:pt x="3048" y="190500"/>
                  </a:lnTo>
                  <a:lnTo>
                    <a:pt x="7619" y="190500"/>
                  </a:lnTo>
                  <a:lnTo>
                    <a:pt x="10667" y="193548"/>
                  </a:lnTo>
                  <a:lnTo>
                    <a:pt x="10667" y="198119"/>
                  </a:lnTo>
                  <a:lnTo>
                    <a:pt x="7619" y="201167"/>
                  </a:lnTo>
                  <a:close/>
                </a:path>
                <a:path w="10795" h="2735579">
                  <a:moveTo>
                    <a:pt x="7619" y="219455"/>
                  </a:moveTo>
                  <a:lnTo>
                    <a:pt x="3048" y="219455"/>
                  </a:lnTo>
                  <a:lnTo>
                    <a:pt x="0" y="217932"/>
                  </a:lnTo>
                  <a:lnTo>
                    <a:pt x="0" y="211835"/>
                  </a:lnTo>
                  <a:lnTo>
                    <a:pt x="3048" y="210311"/>
                  </a:lnTo>
                  <a:lnTo>
                    <a:pt x="7619" y="210311"/>
                  </a:lnTo>
                  <a:lnTo>
                    <a:pt x="10667" y="211835"/>
                  </a:lnTo>
                  <a:lnTo>
                    <a:pt x="10667" y="217932"/>
                  </a:lnTo>
                  <a:lnTo>
                    <a:pt x="7619" y="219455"/>
                  </a:lnTo>
                  <a:close/>
                </a:path>
                <a:path w="10795" h="2735579">
                  <a:moveTo>
                    <a:pt x="7619" y="239267"/>
                  </a:moveTo>
                  <a:lnTo>
                    <a:pt x="3048" y="239267"/>
                  </a:lnTo>
                  <a:lnTo>
                    <a:pt x="0" y="236219"/>
                  </a:lnTo>
                  <a:lnTo>
                    <a:pt x="0" y="231648"/>
                  </a:lnTo>
                  <a:lnTo>
                    <a:pt x="3048" y="228600"/>
                  </a:lnTo>
                  <a:lnTo>
                    <a:pt x="7619" y="228600"/>
                  </a:lnTo>
                  <a:lnTo>
                    <a:pt x="10667" y="231648"/>
                  </a:lnTo>
                  <a:lnTo>
                    <a:pt x="10667" y="236219"/>
                  </a:lnTo>
                  <a:lnTo>
                    <a:pt x="7619" y="239267"/>
                  </a:lnTo>
                  <a:close/>
                </a:path>
                <a:path w="10795" h="2735579">
                  <a:moveTo>
                    <a:pt x="7619" y="257555"/>
                  </a:moveTo>
                  <a:lnTo>
                    <a:pt x="3048" y="257555"/>
                  </a:lnTo>
                  <a:lnTo>
                    <a:pt x="0" y="256032"/>
                  </a:lnTo>
                  <a:lnTo>
                    <a:pt x="0" y="249935"/>
                  </a:lnTo>
                  <a:lnTo>
                    <a:pt x="3048" y="248411"/>
                  </a:lnTo>
                  <a:lnTo>
                    <a:pt x="7619" y="248411"/>
                  </a:lnTo>
                  <a:lnTo>
                    <a:pt x="10667" y="249935"/>
                  </a:lnTo>
                  <a:lnTo>
                    <a:pt x="10667" y="256032"/>
                  </a:lnTo>
                  <a:lnTo>
                    <a:pt x="7619" y="257555"/>
                  </a:lnTo>
                  <a:close/>
                </a:path>
                <a:path w="10795" h="2735579">
                  <a:moveTo>
                    <a:pt x="7619" y="277367"/>
                  </a:moveTo>
                  <a:lnTo>
                    <a:pt x="3048" y="277367"/>
                  </a:lnTo>
                  <a:lnTo>
                    <a:pt x="0" y="274319"/>
                  </a:lnTo>
                  <a:lnTo>
                    <a:pt x="0" y="269748"/>
                  </a:lnTo>
                  <a:lnTo>
                    <a:pt x="3048" y="266700"/>
                  </a:lnTo>
                  <a:lnTo>
                    <a:pt x="7619" y="266700"/>
                  </a:lnTo>
                  <a:lnTo>
                    <a:pt x="10667" y="269748"/>
                  </a:lnTo>
                  <a:lnTo>
                    <a:pt x="10667" y="274319"/>
                  </a:lnTo>
                  <a:lnTo>
                    <a:pt x="7619" y="277367"/>
                  </a:lnTo>
                  <a:close/>
                </a:path>
                <a:path w="10795" h="2735579">
                  <a:moveTo>
                    <a:pt x="7619" y="295655"/>
                  </a:moveTo>
                  <a:lnTo>
                    <a:pt x="3048" y="295655"/>
                  </a:lnTo>
                  <a:lnTo>
                    <a:pt x="0" y="294132"/>
                  </a:lnTo>
                  <a:lnTo>
                    <a:pt x="0" y="288035"/>
                  </a:lnTo>
                  <a:lnTo>
                    <a:pt x="3048" y="286511"/>
                  </a:lnTo>
                  <a:lnTo>
                    <a:pt x="7619" y="286511"/>
                  </a:lnTo>
                  <a:lnTo>
                    <a:pt x="10667" y="288035"/>
                  </a:lnTo>
                  <a:lnTo>
                    <a:pt x="10667" y="294132"/>
                  </a:lnTo>
                  <a:lnTo>
                    <a:pt x="7619" y="295655"/>
                  </a:lnTo>
                  <a:close/>
                </a:path>
                <a:path w="10795" h="2735579">
                  <a:moveTo>
                    <a:pt x="7619" y="315467"/>
                  </a:moveTo>
                  <a:lnTo>
                    <a:pt x="3048" y="315467"/>
                  </a:lnTo>
                  <a:lnTo>
                    <a:pt x="0" y="312419"/>
                  </a:lnTo>
                  <a:lnTo>
                    <a:pt x="0" y="307848"/>
                  </a:lnTo>
                  <a:lnTo>
                    <a:pt x="3048" y="304800"/>
                  </a:lnTo>
                  <a:lnTo>
                    <a:pt x="7619" y="304800"/>
                  </a:lnTo>
                  <a:lnTo>
                    <a:pt x="10667" y="307848"/>
                  </a:lnTo>
                  <a:lnTo>
                    <a:pt x="10667" y="312419"/>
                  </a:lnTo>
                  <a:lnTo>
                    <a:pt x="7619" y="315467"/>
                  </a:lnTo>
                  <a:close/>
                </a:path>
                <a:path w="10795" h="2735579">
                  <a:moveTo>
                    <a:pt x="7619" y="333755"/>
                  </a:moveTo>
                  <a:lnTo>
                    <a:pt x="3048" y="333755"/>
                  </a:lnTo>
                  <a:lnTo>
                    <a:pt x="0" y="332232"/>
                  </a:lnTo>
                  <a:lnTo>
                    <a:pt x="0" y="326135"/>
                  </a:lnTo>
                  <a:lnTo>
                    <a:pt x="3048" y="324611"/>
                  </a:lnTo>
                  <a:lnTo>
                    <a:pt x="7619" y="324611"/>
                  </a:lnTo>
                  <a:lnTo>
                    <a:pt x="10667" y="326135"/>
                  </a:lnTo>
                  <a:lnTo>
                    <a:pt x="10667" y="332232"/>
                  </a:lnTo>
                  <a:lnTo>
                    <a:pt x="7619" y="333755"/>
                  </a:lnTo>
                  <a:close/>
                </a:path>
                <a:path w="10795" h="2735579">
                  <a:moveTo>
                    <a:pt x="7619" y="353567"/>
                  </a:moveTo>
                  <a:lnTo>
                    <a:pt x="3048" y="353567"/>
                  </a:lnTo>
                  <a:lnTo>
                    <a:pt x="0" y="350519"/>
                  </a:lnTo>
                  <a:lnTo>
                    <a:pt x="0" y="345948"/>
                  </a:lnTo>
                  <a:lnTo>
                    <a:pt x="3048" y="342900"/>
                  </a:lnTo>
                  <a:lnTo>
                    <a:pt x="7619" y="342900"/>
                  </a:lnTo>
                  <a:lnTo>
                    <a:pt x="10667" y="345948"/>
                  </a:lnTo>
                  <a:lnTo>
                    <a:pt x="10667" y="350519"/>
                  </a:lnTo>
                  <a:lnTo>
                    <a:pt x="7619" y="353567"/>
                  </a:lnTo>
                  <a:close/>
                </a:path>
                <a:path w="10795" h="2735579">
                  <a:moveTo>
                    <a:pt x="7619" y="371855"/>
                  </a:moveTo>
                  <a:lnTo>
                    <a:pt x="3048" y="371855"/>
                  </a:lnTo>
                  <a:lnTo>
                    <a:pt x="0" y="370332"/>
                  </a:lnTo>
                  <a:lnTo>
                    <a:pt x="0" y="364235"/>
                  </a:lnTo>
                  <a:lnTo>
                    <a:pt x="3048" y="362711"/>
                  </a:lnTo>
                  <a:lnTo>
                    <a:pt x="7619" y="362711"/>
                  </a:lnTo>
                  <a:lnTo>
                    <a:pt x="10667" y="364235"/>
                  </a:lnTo>
                  <a:lnTo>
                    <a:pt x="10667" y="370332"/>
                  </a:lnTo>
                  <a:lnTo>
                    <a:pt x="7619" y="371855"/>
                  </a:lnTo>
                  <a:close/>
                </a:path>
                <a:path w="10795" h="2735579">
                  <a:moveTo>
                    <a:pt x="7619" y="391667"/>
                  </a:moveTo>
                  <a:lnTo>
                    <a:pt x="3048" y="391667"/>
                  </a:lnTo>
                  <a:lnTo>
                    <a:pt x="0" y="388619"/>
                  </a:lnTo>
                  <a:lnTo>
                    <a:pt x="0" y="384048"/>
                  </a:lnTo>
                  <a:lnTo>
                    <a:pt x="3048" y="381000"/>
                  </a:lnTo>
                  <a:lnTo>
                    <a:pt x="7619" y="381000"/>
                  </a:lnTo>
                  <a:lnTo>
                    <a:pt x="10667" y="384048"/>
                  </a:lnTo>
                  <a:lnTo>
                    <a:pt x="10667" y="388619"/>
                  </a:lnTo>
                  <a:lnTo>
                    <a:pt x="7619" y="391667"/>
                  </a:lnTo>
                  <a:close/>
                </a:path>
                <a:path w="10795" h="2735579">
                  <a:moveTo>
                    <a:pt x="7619" y="409955"/>
                  </a:moveTo>
                  <a:lnTo>
                    <a:pt x="3048" y="409955"/>
                  </a:lnTo>
                  <a:lnTo>
                    <a:pt x="0" y="408432"/>
                  </a:lnTo>
                  <a:lnTo>
                    <a:pt x="0" y="402335"/>
                  </a:lnTo>
                  <a:lnTo>
                    <a:pt x="3048" y="400811"/>
                  </a:lnTo>
                  <a:lnTo>
                    <a:pt x="7619" y="400811"/>
                  </a:lnTo>
                  <a:lnTo>
                    <a:pt x="10667" y="402335"/>
                  </a:lnTo>
                  <a:lnTo>
                    <a:pt x="10667" y="408432"/>
                  </a:lnTo>
                  <a:lnTo>
                    <a:pt x="7619" y="409955"/>
                  </a:lnTo>
                  <a:close/>
                </a:path>
                <a:path w="10795" h="2735579">
                  <a:moveTo>
                    <a:pt x="7619" y="429767"/>
                  </a:moveTo>
                  <a:lnTo>
                    <a:pt x="3048" y="429767"/>
                  </a:lnTo>
                  <a:lnTo>
                    <a:pt x="0" y="426719"/>
                  </a:lnTo>
                  <a:lnTo>
                    <a:pt x="0" y="422148"/>
                  </a:lnTo>
                  <a:lnTo>
                    <a:pt x="3048" y="419100"/>
                  </a:lnTo>
                  <a:lnTo>
                    <a:pt x="7619" y="419100"/>
                  </a:lnTo>
                  <a:lnTo>
                    <a:pt x="10667" y="422148"/>
                  </a:lnTo>
                  <a:lnTo>
                    <a:pt x="10667" y="426719"/>
                  </a:lnTo>
                  <a:lnTo>
                    <a:pt x="7619" y="429767"/>
                  </a:lnTo>
                  <a:close/>
                </a:path>
                <a:path w="10795" h="2735579">
                  <a:moveTo>
                    <a:pt x="7619" y="448055"/>
                  </a:moveTo>
                  <a:lnTo>
                    <a:pt x="3048" y="448055"/>
                  </a:lnTo>
                  <a:lnTo>
                    <a:pt x="0" y="446532"/>
                  </a:lnTo>
                  <a:lnTo>
                    <a:pt x="0" y="440435"/>
                  </a:lnTo>
                  <a:lnTo>
                    <a:pt x="3048" y="438911"/>
                  </a:lnTo>
                  <a:lnTo>
                    <a:pt x="7619" y="438911"/>
                  </a:lnTo>
                  <a:lnTo>
                    <a:pt x="10667" y="440435"/>
                  </a:lnTo>
                  <a:lnTo>
                    <a:pt x="10667" y="446532"/>
                  </a:lnTo>
                  <a:lnTo>
                    <a:pt x="7619" y="448055"/>
                  </a:lnTo>
                  <a:close/>
                </a:path>
                <a:path w="10795" h="2735579">
                  <a:moveTo>
                    <a:pt x="7619" y="467867"/>
                  </a:moveTo>
                  <a:lnTo>
                    <a:pt x="3048" y="467867"/>
                  </a:lnTo>
                  <a:lnTo>
                    <a:pt x="0" y="464819"/>
                  </a:lnTo>
                  <a:lnTo>
                    <a:pt x="0" y="460248"/>
                  </a:lnTo>
                  <a:lnTo>
                    <a:pt x="3048" y="457200"/>
                  </a:lnTo>
                  <a:lnTo>
                    <a:pt x="7619" y="457200"/>
                  </a:lnTo>
                  <a:lnTo>
                    <a:pt x="10667" y="460248"/>
                  </a:lnTo>
                  <a:lnTo>
                    <a:pt x="10667" y="464819"/>
                  </a:lnTo>
                  <a:lnTo>
                    <a:pt x="7619" y="467867"/>
                  </a:lnTo>
                  <a:close/>
                </a:path>
                <a:path w="10795" h="2735579">
                  <a:moveTo>
                    <a:pt x="7619" y="486155"/>
                  </a:moveTo>
                  <a:lnTo>
                    <a:pt x="3048" y="486155"/>
                  </a:lnTo>
                  <a:lnTo>
                    <a:pt x="0" y="484632"/>
                  </a:lnTo>
                  <a:lnTo>
                    <a:pt x="0" y="478535"/>
                  </a:lnTo>
                  <a:lnTo>
                    <a:pt x="3048" y="477011"/>
                  </a:lnTo>
                  <a:lnTo>
                    <a:pt x="7619" y="477011"/>
                  </a:lnTo>
                  <a:lnTo>
                    <a:pt x="10667" y="478535"/>
                  </a:lnTo>
                  <a:lnTo>
                    <a:pt x="10667" y="484632"/>
                  </a:lnTo>
                  <a:lnTo>
                    <a:pt x="7619" y="486155"/>
                  </a:lnTo>
                  <a:close/>
                </a:path>
                <a:path w="10795" h="2735579">
                  <a:moveTo>
                    <a:pt x="7619" y="505967"/>
                  </a:moveTo>
                  <a:lnTo>
                    <a:pt x="3048" y="505967"/>
                  </a:lnTo>
                  <a:lnTo>
                    <a:pt x="0" y="502919"/>
                  </a:lnTo>
                  <a:lnTo>
                    <a:pt x="0" y="498348"/>
                  </a:lnTo>
                  <a:lnTo>
                    <a:pt x="3048" y="496824"/>
                  </a:lnTo>
                  <a:lnTo>
                    <a:pt x="7619" y="496824"/>
                  </a:lnTo>
                  <a:lnTo>
                    <a:pt x="10667" y="498348"/>
                  </a:lnTo>
                  <a:lnTo>
                    <a:pt x="10667" y="502919"/>
                  </a:lnTo>
                  <a:lnTo>
                    <a:pt x="7619" y="505967"/>
                  </a:lnTo>
                  <a:close/>
                </a:path>
                <a:path w="10795" h="2735579">
                  <a:moveTo>
                    <a:pt x="7619" y="524255"/>
                  </a:moveTo>
                  <a:lnTo>
                    <a:pt x="3048" y="524255"/>
                  </a:lnTo>
                  <a:lnTo>
                    <a:pt x="0" y="522732"/>
                  </a:lnTo>
                  <a:lnTo>
                    <a:pt x="0" y="516635"/>
                  </a:lnTo>
                  <a:lnTo>
                    <a:pt x="3048" y="515111"/>
                  </a:lnTo>
                  <a:lnTo>
                    <a:pt x="7619" y="515111"/>
                  </a:lnTo>
                  <a:lnTo>
                    <a:pt x="10667" y="516635"/>
                  </a:lnTo>
                  <a:lnTo>
                    <a:pt x="10667" y="522732"/>
                  </a:lnTo>
                  <a:lnTo>
                    <a:pt x="7619" y="524255"/>
                  </a:lnTo>
                  <a:close/>
                </a:path>
                <a:path w="10795" h="2735579">
                  <a:moveTo>
                    <a:pt x="7619" y="544067"/>
                  </a:moveTo>
                  <a:lnTo>
                    <a:pt x="3048" y="544067"/>
                  </a:lnTo>
                  <a:lnTo>
                    <a:pt x="0" y="541019"/>
                  </a:lnTo>
                  <a:lnTo>
                    <a:pt x="0" y="536448"/>
                  </a:lnTo>
                  <a:lnTo>
                    <a:pt x="3048" y="534924"/>
                  </a:lnTo>
                  <a:lnTo>
                    <a:pt x="7619" y="534924"/>
                  </a:lnTo>
                  <a:lnTo>
                    <a:pt x="10667" y="536448"/>
                  </a:lnTo>
                  <a:lnTo>
                    <a:pt x="10667" y="541019"/>
                  </a:lnTo>
                  <a:lnTo>
                    <a:pt x="7619" y="544067"/>
                  </a:lnTo>
                  <a:close/>
                </a:path>
                <a:path w="10795" h="2735579">
                  <a:moveTo>
                    <a:pt x="7619" y="562355"/>
                  </a:moveTo>
                  <a:lnTo>
                    <a:pt x="3048" y="562355"/>
                  </a:lnTo>
                  <a:lnTo>
                    <a:pt x="0" y="560832"/>
                  </a:lnTo>
                  <a:lnTo>
                    <a:pt x="0" y="554735"/>
                  </a:lnTo>
                  <a:lnTo>
                    <a:pt x="3048" y="553211"/>
                  </a:lnTo>
                  <a:lnTo>
                    <a:pt x="7619" y="553211"/>
                  </a:lnTo>
                  <a:lnTo>
                    <a:pt x="10667" y="554735"/>
                  </a:lnTo>
                  <a:lnTo>
                    <a:pt x="10667" y="560832"/>
                  </a:lnTo>
                  <a:lnTo>
                    <a:pt x="7619" y="562355"/>
                  </a:lnTo>
                  <a:close/>
                </a:path>
                <a:path w="10795" h="2735579">
                  <a:moveTo>
                    <a:pt x="7619" y="582167"/>
                  </a:moveTo>
                  <a:lnTo>
                    <a:pt x="3048" y="582167"/>
                  </a:lnTo>
                  <a:lnTo>
                    <a:pt x="0" y="579119"/>
                  </a:lnTo>
                  <a:lnTo>
                    <a:pt x="0" y="574548"/>
                  </a:lnTo>
                  <a:lnTo>
                    <a:pt x="3048" y="573024"/>
                  </a:lnTo>
                  <a:lnTo>
                    <a:pt x="7619" y="573024"/>
                  </a:lnTo>
                  <a:lnTo>
                    <a:pt x="10667" y="574548"/>
                  </a:lnTo>
                  <a:lnTo>
                    <a:pt x="10667" y="579119"/>
                  </a:lnTo>
                  <a:lnTo>
                    <a:pt x="7619" y="582167"/>
                  </a:lnTo>
                  <a:close/>
                </a:path>
                <a:path w="10795" h="2735579">
                  <a:moveTo>
                    <a:pt x="7619" y="600455"/>
                  </a:moveTo>
                  <a:lnTo>
                    <a:pt x="3048" y="600455"/>
                  </a:lnTo>
                  <a:lnTo>
                    <a:pt x="0" y="598932"/>
                  </a:lnTo>
                  <a:lnTo>
                    <a:pt x="0" y="592835"/>
                  </a:lnTo>
                  <a:lnTo>
                    <a:pt x="3048" y="591311"/>
                  </a:lnTo>
                  <a:lnTo>
                    <a:pt x="7619" y="591311"/>
                  </a:lnTo>
                  <a:lnTo>
                    <a:pt x="10667" y="592835"/>
                  </a:lnTo>
                  <a:lnTo>
                    <a:pt x="10667" y="598932"/>
                  </a:lnTo>
                  <a:lnTo>
                    <a:pt x="7619" y="600455"/>
                  </a:lnTo>
                  <a:close/>
                </a:path>
                <a:path w="10795" h="2735579">
                  <a:moveTo>
                    <a:pt x="7619" y="620267"/>
                  </a:moveTo>
                  <a:lnTo>
                    <a:pt x="3048" y="620267"/>
                  </a:lnTo>
                  <a:lnTo>
                    <a:pt x="0" y="617219"/>
                  </a:lnTo>
                  <a:lnTo>
                    <a:pt x="0" y="612648"/>
                  </a:lnTo>
                  <a:lnTo>
                    <a:pt x="3048" y="611124"/>
                  </a:lnTo>
                  <a:lnTo>
                    <a:pt x="7619" y="611124"/>
                  </a:lnTo>
                  <a:lnTo>
                    <a:pt x="10667" y="612648"/>
                  </a:lnTo>
                  <a:lnTo>
                    <a:pt x="10667" y="617219"/>
                  </a:lnTo>
                  <a:lnTo>
                    <a:pt x="7619" y="620267"/>
                  </a:lnTo>
                  <a:close/>
                </a:path>
                <a:path w="10795" h="2735579">
                  <a:moveTo>
                    <a:pt x="7619" y="638555"/>
                  </a:moveTo>
                  <a:lnTo>
                    <a:pt x="3048" y="638555"/>
                  </a:lnTo>
                  <a:lnTo>
                    <a:pt x="0" y="637032"/>
                  </a:lnTo>
                  <a:lnTo>
                    <a:pt x="0" y="630935"/>
                  </a:lnTo>
                  <a:lnTo>
                    <a:pt x="3048" y="629411"/>
                  </a:lnTo>
                  <a:lnTo>
                    <a:pt x="7619" y="629411"/>
                  </a:lnTo>
                  <a:lnTo>
                    <a:pt x="10667" y="630935"/>
                  </a:lnTo>
                  <a:lnTo>
                    <a:pt x="10667" y="637032"/>
                  </a:lnTo>
                  <a:lnTo>
                    <a:pt x="7619" y="638555"/>
                  </a:lnTo>
                  <a:close/>
                </a:path>
                <a:path w="10795" h="2735579">
                  <a:moveTo>
                    <a:pt x="7619" y="658367"/>
                  </a:moveTo>
                  <a:lnTo>
                    <a:pt x="3048" y="658367"/>
                  </a:lnTo>
                  <a:lnTo>
                    <a:pt x="0" y="655319"/>
                  </a:lnTo>
                  <a:lnTo>
                    <a:pt x="0" y="650748"/>
                  </a:lnTo>
                  <a:lnTo>
                    <a:pt x="3048" y="649224"/>
                  </a:lnTo>
                  <a:lnTo>
                    <a:pt x="7619" y="649224"/>
                  </a:lnTo>
                  <a:lnTo>
                    <a:pt x="10667" y="650748"/>
                  </a:lnTo>
                  <a:lnTo>
                    <a:pt x="10667" y="655319"/>
                  </a:lnTo>
                  <a:lnTo>
                    <a:pt x="7619" y="658367"/>
                  </a:lnTo>
                  <a:close/>
                </a:path>
                <a:path w="10795" h="2735579">
                  <a:moveTo>
                    <a:pt x="7619" y="676655"/>
                  </a:moveTo>
                  <a:lnTo>
                    <a:pt x="3048" y="676655"/>
                  </a:lnTo>
                  <a:lnTo>
                    <a:pt x="0" y="675132"/>
                  </a:lnTo>
                  <a:lnTo>
                    <a:pt x="0" y="669035"/>
                  </a:lnTo>
                  <a:lnTo>
                    <a:pt x="3048" y="667511"/>
                  </a:lnTo>
                  <a:lnTo>
                    <a:pt x="7619" y="667511"/>
                  </a:lnTo>
                  <a:lnTo>
                    <a:pt x="10667" y="669035"/>
                  </a:lnTo>
                  <a:lnTo>
                    <a:pt x="10667" y="675132"/>
                  </a:lnTo>
                  <a:lnTo>
                    <a:pt x="7619" y="676655"/>
                  </a:lnTo>
                  <a:close/>
                </a:path>
                <a:path w="10795" h="2735579">
                  <a:moveTo>
                    <a:pt x="7619" y="696467"/>
                  </a:moveTo>
                  <a:lnTo>
                    <a:pt x="3048" y="696467"/>
                  </a:lnTo>
                  <a:lnTo>
                    <a:pt x="0" y="693419"/>
                  </a:lnTo>
                  <a:lnTo>
                    <a:pt x="0" y="688848"/>
                  </a:lnTo>
                  <a:lnTo>
                    <a:pt x="3048" y="687324"/>
                  </a:lnTo>
                  <a:lnTo>
                    <a:pt x="7619" y="687324"/>
                  </a:lnTo>
                  <a:lnTo>
                    <a:pt x="10667" y="688848"/>
                  </a:lnTo>
                  <a:lnTo>
                    <a:pt x="10667" y="693419"/>
                  </a:lnTo>
                  <a:lnTo>
                    <a:pt x="7619" y="696467"/>
                  </a:lnTo>
                  <a:close/>
                </a:path>
                <a:path w="10795" h="2735579">
                  <a:moveTo>
                    <a:pt x="7619" y="714755"/>
                  </a:moveTo>
                  <a:lnTo>
                    <a:pt x="3048" y="714755"/>
                  </a:lnTo>
                  <a:lnTo>
                    <a:pt x="0" y="713232"/>
                  </a:lnTo>
                  <a:lnTo>
                    <a:pt x="0" y="707135"/>
                  </a:lnTo>
                  <a:lnTo>
                    <a:pt x="3048" y="705611"/>
                  </a:lnTo>
                  <a:lnTo>
                    <a:pt x="7619" y="705611"/>
                  </a:lnTo>
                  <a:lnTo>
                    <a:pt x="10667" y="707135"/>
                  </a:lnTo>
                  <a:lnTo>
                    <a:pt x="10667" y="713232"/>
                  </a:lnTo>
                  <a:lnTo>
                    <a:pt x="7619" y="714755"/>
                  </a:lnTo>
                  <a:close/>
                </a:path>
                <a:path w="10795" h="2735579">
                  <a:moveTo>
                    <a:pt x="7619" y="734567"/>
                  </a:moveTo>
                  <a:lnTo>
                    <a:pt x="3048" y="734567"/>
                  </a:lnTo>
                  <a:lnTo>
                    <a:pt x="0" y="731519"/>
                  </a:lnTo>
                  <a:lnTo>
                    <a:pt x="0" y="726948"/>
                  </a:lnTo>
                  <a:lnTo>
                    <a:pt x="3048" y="725424"/>
                  </a:lnTo>
                  <a:lnTo>
                    <a:pt x="7619" y="725424"/>
                  </a:lnTo>
                  <a:lnTo>
                    <a:pt x="10667" y="726948"/>
                  </a:lnTo>
                  <a:lnTo>
                    <a:pt x="10667" y="731519"/>
                  </a:lnTo>
                  <a:lnTo>
                    <a:pt x="7619" y="734567"/>
                  </a:lnTo>
                  <a:close/>
                </a:path>
                <a:path w="10795" h="2735579">
                  <a:moveTo>
                    <a:pt x="7619" y="752855"/>
                  </a:moveTo>
                  <a:lnTo>
                    <a:pt x="3048" y="752855"/>
                  </a:lnTo>
                  <a:lnTo>
                    <a:pt x="0" y="751332"/>
                  </a:lnTo>
                  <a:lnTo>
                    <a:pt x="0" y="745235"/>
                  </a:lnTo>
                  <a:lnTo>
                    <a:pt x="3048" y="743711"/>
                  </a:lnTo>
                  <a:lnTo>
                    <a:pt x="7619" y="743711"/>
                  </a:lnTo>
                  <a:lnTo>
                    <a:pt x="10667" y="745235"/>
                  </a:lnTo>
                  <a:lnTo>
                    <a:pt x="10667" y="751332"/>
                  </a:lnTo>
                  <a:lnTo>
                    <a:pt x="7619" y="752855"/>
                  </a:lnTo>
                  <a:close/>
                </a:path>
                <a:path w="10795" h="2735579">
                  <a:moveTo>
                    <a:pt x="7619" y="772667"/>
                  </a:moveTo>
                  <a:lnTo>
                    <a:pt x="3048" y="772667"/>
                  </a:lnTo>
                  <a:lnTo>
                    <a:pt x="0" y="769619"/>
                  </a:lnTo>
                  <a:lnTo>
                    <a:pt x="0" y="765048"/>
                  </a:lnTo>
                  <a:lnTo>
                    <a:pt x="3048" y="763524"/>
                  </a:lnTo>
                  <a:lnTo>
                    <a:pt x="7619" y="763524"/>
                  </a:lnTo>
                  <a:lnTo>
                    <a:pt x="10667" y="765048"/>
                  </a:lnTo>
                  <a:lnTo>
                    <a:pt x="10667" y="769619"/>
                  </a:lnTo>
                  <a:lnTo>
                    <a:pt x="7619" y="772667"/>
                  </a:lnTo>
                  <a:close/>
                </a:path>
                <a:path w="10795" h="2735579">
                  <a:moveTo>
                    <a:pt x="7619" y="790955"/>
                  </a:moveTo>
                  <a:lnTo>
                    <a:pt x="3048" y="790955"/>
                  </a:lnTo>
                  <a:lnTo>
                    <a:pt x="0" y="789432"/>
                  </a:lnTo>
                  <a:lnTo>
                    <a:pt x="0" y="783335"/>
                  </a:lnTo>
                  <a:lnTo>
                    <a:pt x="3048" y="781811"/>
                  </a:lnTo>
                  <a:lnTo>
                    <a:pt x="7619" y="781811"/>
                  </a:lnTo>
                  <a:lnTo>
                    <a:pt x="10667" y="783335"/>
                  </a:lnTo>
                  <a:lnTo>
                    <a:pt x="10667" y="789432"/>
                  </a:lnTo>
                  <a:lnTo>
                    <a:pt x="7619" y="790955"/>
                  </a:lnTo>
                  <a:close/>
                </a:path>
                <a:path w="10795" h="2735579">
                  <a:moveTo>
                    <a:pt x="7619" y="810767"/>
                  </a:moveTo>
                  <a:lnTo>
                    <a:pt x="3048" y="810767"/>
                  </a:lnTo>
                  <a:lnTo>
                    <a:pt x="0" y="807719"/>
                  </a:lnTo>
                  <a:lnTo>
                    <a:pt x="0" y="803148"/>
                  </a:lnTo>
                  <a:lnTo>
                    <a:pt x="3048" y="801624"/>
                  </a:lnTo>
                  <a:lnTo>
                    <a:pt x="7619" y="801624"/>
                  </a:lnTo>
                  <a:lnTo>
                    <a:pt x="10667" y="803148"/>
                  </a:lnTo>
                  <a:lnTo>
                    <a:pt x="10667" y="807719"/>
                  </a:lnTo>
                  <a:lnTo>
                    <a:pt x="7619" y="810767"/>
                  </a:lnTo>
                  <a:close/>
                </a:path>
                <a:path w="10795" h="2735579">
                  <a:moveTo>
                    <a:pt x="7619" y="829055"/>
                  </a:moveTo>
                  <a:lnTo>
                    <a:pt x="3048" y="829055"/>
                  </a:lnTo>
                  <a:lnTo>
                    <a:pt x="0" y="827532"/>
                  </a:lnTo>
                  <a:lnTo>
                    <a:pt x="0" y="822959"/>
                  </a:lnTo>
                  <a:lnTo>
                    <a:pt x="3048" y="819911"/>
                  </a:lnTo>
                  <a:lnTo>
                    <a:pt x="7619" y="819911"/>
                  </a:lnTo>
                  <a:lnTo>
                    <a:pt x="10667" y="822959"/>
                  </a:lnTo>
                  <a:lnTo>
                    <a:pt x="10667" y="827532"/>
                  </a:lnTo>
                  <a:lnTo>
                    <a:pt x="7619" y="829055"/>
                  </a:lnTo>
                  <a:close/>
                </a:path>
                <a:path w="10795" h="2735579">
                  <a:moveTo>
                    <a:pt x="7619" y="848867"/>
                  </a:moveTo>
                  <a:lnTo>
                    <a:pt x="3048" y="848867"/>
                  </a:lnTo>
                  <a:lnTo>
                    <a:pt x="0" y="845819"/>
                  </a:lnTo>
                  <a:lnTo>
                    <a:pt x="0" y="841248"/>
                  </a:lnTo>
                  <a:lnTo>
                    <a:pt x="3048" y="839724"/>
                  </a:lnTo>
                  <a:lnTo>
                    <a:pt x="7619" y="839724"/>
                  </a:lnTo>
                  <a:lnTo>
                    <a:pt x="10667" y="841248"/>
                  </a:lnTo>
                  <a:lnTo>
                    <a:pt x="10667" y="845819"/>
                  </a:lnTo>
                  <a:lnTo>
                    <a:pt x="7619" y="848867"/>
                  </a:lnTo>
                  <a:close/>
                </a:path>
                <a:path w="10795" h="2735579">
                  <a:moveTo>
                    <a:pt x="7619" y="867155"/>
                  </a:moveTo>
                  <a:lnTo>
                    <a:pt x="3048" y="867155"/>
                  </a:lnTo>
                  <a:lnTo>
                    <a:pt x="0" y="865632"/>
                  </a:lnTo>
                  <a:lnTo>
                    <a:pt x="0" y="861059"/>
                  </a:lnTo>
                  <a:lnTo>
                    <a:pt x="3048" y="858011"/>
                  </a:lnTo>
                  <a:lnTo>
                    <a:pt x="7619" y="858011"/>
                  </a:lnTo>
                  <a:lnTo>
                    <a:pt x="10667" y="861059"/>
                  </a:lnTo>
                  <a:lnTo>
                    <a:pt x="10667" y="865632"/>
                  </a:lnTo>
                  <a:lnTo>
                    <a:pt x="7619" y="867155"/>
                  </a:lnTo>
                  <a:close/>
                </a:path>
                <a:path w="10795" h="2735579">
                  <a:moveTo>
                    <a:pt x="7619" y="886967"/>
                  </a:moveTo>
                  <a:lnTo>
                    <a:pt x="3048" y="886967"/>
                  </a:lnTo>
                  <a:lnTo>
                    <a:pt x="0" y="883919"/>
                  </a:lnTo>
                  <a:lnTo>
                    <a:pt x="0" y="879348"/>
                  </a:lnTo>
                  <a:lnTo>
                    <a:pt x="3048" y="877823"/>
                  </a:lnTo>
                  <a:lnTo>
                    <a:pt x="7619" y="877823"/>
                  </a:lnTo>
                  <a:lnTo>
                    <a:pt x="10667" y="879348"/>
                  </a:lnTo>
                  <a:lnTo>
                    <a:pt x="10667" y="883919"/>
                  </a:lnTo>
                  <a:lnTo>
                    <a:pt x="7619" y="886967"/>
                  </a:lnTo>
                  <a:close/>
                </a:path>
                <a:path w="10795" h="2735579">
                  <a:moveTo>
                    <a:pt x="7619" y="905255"/>
                  </a:moveTo>
                  <a:lnTo>
                    <a:pt x="3048" y="905255"/>
                  </a:lnTo>
                  <a:lnTo>
                    <a:pt x="0" y="903732"/>
                  </a:lnTo>
                  <a:lnTo>
                    <a:pt x="0" y="899159"/>
                  </a:lnTo>
                  <a:lnTo>
                    <a:pt x="3048" y="896112"/>
                  </a:lnTo>
                  <a:lnTo>
                    <a:pt x="7619" y="896112"/>
                  </a:lnTo>
                  <a:lnTo>
                    <a:pt x="10667" y="899159"/>
                  </a:lnTo>
                  <a:lnTo>
                    <a:pt x="10667" y="903732"/>
                  </a:lnTo>
                  <a:lnTo>
                    <a:pt x="7619" y="905255"/>
                  </a:lnTo>
                  <a:close/>
                </a:path>
                <a:path w="10795" h="2735579">
                  <a:moveTo>
                    <a:pt x="7619" y="925067"/>
                  </a:moveTo>
                  <a:lnTo>
                    <a:pt x="3048" y="925067"/>
                  </a:lnTo>
                  <a:lnTo>
                    <a:pt x="0" y="923544"/>
                  </a:lnTo>
                  <a:lnTo>
                    <a:pt x="0" y="917448"/>
                  </a:lnTo>
                  <a:lnTo>
                    <a:pt x="3048" y="915923"/>
                  </a:lnTo>
                  <a:lnTo>
                    <a:pt x="7619" y="915923"/>
                  </a:lnTo>
                  <a:lnTo>
                    <a:pt x="10667" y="917448"/>
                  </a:lnTo>
                  <a:lnTo>
                    <a:pt x="10667" y="923544"/>
                  </a:lnTo>
                  <a:lnTo>
                    <a:pt x="7619" y="925067"/>
                  </a:lnTo>
                  <a:close/>
                </a:path>
                <a:path w="10795" h="2735579">
                  <a:moveTo>
                    <a:pt x="7619" y="943355"/>
                  </a:moveTo>
                  <a:lnTo>
                    <a:pt x="3048" y="943355"/>
                  </a:lnTo>
                  <a:lnTo>
                    <a:pt x="0" y="941832"/>
                  </a:lnTo>
                  <a:lnTo>
                    <a:pt x="0" y="937259"/>
                  </a:lnTo>
                  <a:lnTo>
                    <a:pt x="3048" y="934212"/>
                  </a:lnTo>
                  <a:lnTo>
                    <a:pt x="7619" y="934212"/>
                  </a:lnTo>
                  <a:lnTo>
                    <a:pt x="10667" y="937259"/>
                  </a:lnTo>
                  <a:lnTo>
                    <a:pt x="10667" y="941832"/>
                  </a:lnTo>
                  <a:lnTo>
                    <a:pt x="7619" y="943355"/>
                  </a:lnTo>
                  <a:close/>
                </a:path>
                <a:path w="10795" h="2735579">
                  <a:moveTo>
                    <a:pt x="7619" y="963167"/>
                  </a:moveTo>
                  <a:lnTo>
                    <a:pt x="3048" y="963167"/>
                  </a:lnTo>
                  <a:lnTo>
                    <a:pt x="0" y="961644"/>
                  </a:lnTo>
                  <a:lnTo>
                    <a:pt x="0" y="955548"/>
                  </a:lnTo>
                  <a:lnTo>
                    <a:pt x="3048" y="954023"/>
                  </a:lnTo>
                  <a:lnTo>
                    <a:pt x="7619" y="954023"/>
                  </a:lnTo>
                  <a:lnTo>
                    <a:pt x="10667" y="955548"/>
                  </a:lnTo>
                  <a:lnTo>
                    <a:pt x="10667" y="961644"/>
                  </a:lnTo>
                  <a:lnTo>
                    <a:pt x="7619" y="963167"/>
                  </a:lnTo>
                  <a:close/>
                </a:path>
                <a:path w="10795" h="2735579">
                  <a:moveTo>
                    <a:pt x="7619" y="981455"/>
                  </a:moveTo>
                  <a:lnTo>
                    <a:pt x="3048" y="981455"/>
                  </a:lnTo>
                  <a:lnTo>
                    <a:pt x="0" y="979932"/>
                  </a:lnTo>
                  <a:lnTo>
                    <a:pt x="0" y="975359"/>
                  </a:lnTo>
                  <a:lnTo>
                    <a:pt x="3048" y="972312"/>
                  </a:lnTo>
                  <a:lnTo>
                    <a:pt x="7619" y="972312"/>
                  </a:lnTo>
                  <a:lnTo>
                    <a:pt x="10667" y="975359"/>
                  </a:lnTo>
                  <a:lnTo>
                    <a:pt x="10667" y="979932"/>
                  </a:lnTo>
                  <a:lnTo>
                    <a:pt x="7619" y="981455"/>
                  </a:lnTo>
                  <a:close/>
                </a:path>
                <a:path w="10795" h="2735579">
                  <a:moveTo>
                    <a:pt x="7619" y="1001267"/>
                  </a:moveTo>
                  <a:lnTo>
                    <a:pt x="3048" y="1001267"/>
                  </a:lnTo>
                  <a:lnTo>
                    <a:pt x="0" y="999744"/>
                  </a:lnTo>
                  <a:lnTo>
                    <a:pt x="0" y="993648"/>
                  </a:lnTo>
                  <a:lnTo>
                    <a:pt x="3048" y="992123"/>
                  </a:lnTo>
                  <a:lnTo>
                    <a:pt x="7619" y="992123"/>
                  </a:lnTo>
                  <a:lnTo>
                    <a:pt x="10667" y="993648"/>
                  </a:lnTo>
                  <a:lnTo>
                    <a:pt x="10667" y="999744"/>
                  </a:lnTo>
                  <a:lnTo>
                    <a:pt x="7619" y="1001267"/>
                  </a:lnTo>
                  <a:close/>
                </a:path>
                <a:path w="10795" h="2735579">
                  <a:moveTo>
                    <a:pt x="7619" y="1019555"/>
                  </a:moveTo>
                  <a:lnTo>
                    <a:pt x="3048" y="1019555"/>
                  </a:lnTo>
                  <a:lnTo>
                    <a:pt x="0" y="1018032"/>
                  </a:lnTo>
                  <a:lnTo>
                    <a:pt x="0" y="1013459"/>
                  </a:lnTo>
                  <a:lnTo>
                    <a:pt x="3048" y="1010412"/>
                  </a:lnTo>
                  <a:lnTo>
                    <a:pt x="7619" y="1010412"/>
                  </a:lnTo>
                  <a:lnTo>
                    <a:pt x="10667" y="1013459"/>
                  </a:lnTo>
                  <a:lnTo>
                    <a:pt x="10667" y="1018032"/>
                  </a:lnTo>
                  <a:lnTo>
                    <a:pt x="7619" y="1019555"/>
                  </a:lnTo>
                  <a:close/>
                </a:path>
                <a:path w="10795" h="2735579">
                  <a:moveTo>
                    <a:pt x="7619" y="1039367"/>
                  </a:moveTo>
                  <a:lnTo>
                    <a:pt x="3048" y="1039367"/>
                  </a:lnTo>
                  <a:lnTo>
                    <a:pt x="0" y="1037844"/>
                  </a:lnTo>
                  <a:lnTo>
                    <a:pt x="0" y="1031748"/>
                  </a:lnTo>
                  <a:lnTo>
                    <a:pt x="3048" y="1030223"/>
                  </a:lnTo>
                  <a:lnTo>
                    <a:pt x="7619" y="1030223"/>
                  </a:lnTo>
                  <a:lnTo>
                    <a:pt x="10667" y="1031748"/>
                  </a:lnTo>
                  <a:lnTo>
                    <a:pt x="10667" y="1037844"/>
                  </a:lnTo>
                  <a:lnTo>
                    <a:pt x="7619" y="1039367"/>
                  </a:lnTo>
                  <a:close/>
                </a:path>
                <a:path w="10795" h="2735579">
                  <a:moveTo>
                    <a:pt x="7619" y="1057655"/>
                  </a:moveTo>
                  <a:lnTo>
                    <a:pt x="3048" y="1057655"/>
                  </a:lnTo>
                  <a:lnTo>
                    <a:pt x="0" y="1056132"/>
                  </a:lnTo>
                  <a:lnTo>
                    <a:pt x="0" y="1051559"/>
                  </a:lnTo>
                  <a:lnTo>
                    <a:pt x="3048" y="1048512"/>
                  </a:lnTo>
                  <a:lnTo>
                    <a:pt x="7619" y="1048512"/>
                  </a:lnTo>
                  <a:lnTo>
                    <a:pt x="10667" y="1051559"/>
                  </a:lnTo>
                  <a:lnTo>
                    <a:pt x="10667" y="1056132"/>
                  </a:lnTo>
                  <a:lnTo>
                    <a:pt x="7619" y="1057655"/>
                  </a:lnTo>
                  <a:close/>
                </a:path>
                <a:path w="10795" h="2735579">
                  <a:moveTo>
                    <a:pt x="7619" y="1077467"/>
                  </a:moveTo>
                  <a:lnTo>
                    <a:pt x="3048" y="1077467"/>
                  </a:lnTo>
                  <a:lnTo>
                    <a:pt x="0" y="1075944"/>
                  </a:lnTo>
                  <a:lnTo>
                    <a:pt x="0" y="1069848"/>
                  </a:lnTo>
                  <a:lnTo>
                    <a:pt x="3048" y="1068323"/>
                  </a:lnTo>
                  <a:lnTo>
                    <a:pt x="7619" y="1068323"/>
                  </a:lnTo>
                  <a:lnTo>
                    <a:pt x="10667" y="1069848"/>
                  </a:lnTo>
                  <a:lnTo>
                    <a:pt x="10667" y="1075944"/>
                  </a:lnTo>
                  <a:lnTo>
                    <a:pt x="7619" y="1077467"/>
                  </a:lnTo>
                  <a:close/>
                </a:path>
                <a:path w="10795" h="2735579">
                  <a:moveTo>
                    <a:pt x="7619" y="1095755"/>
                  </a:moveTo>
                  <a:lnTo>
                    <a:pt x="3048" y="1095755"/>
                  </a:lnTo>
                  <a:lnTo>
                    <a:pt x="0" y="1094232"/>
                  </a:lnTo>
                  <a:lnTo>
                    <a:pt x="0" y="1089659"/>
                  </a:lnTo>
                  <a:lnTo>
                    <a:pt x="3048" y="1086612"/>
                  </a:lnTo>
                  <a:lnTo>
                    <a:pt x="7619" y="1086612"/>
                  </a:lnTo>
                  <a:lnTo>
                    <a:pt x="10667" y="1089659"/>
                  </a:lnTo>
                  <a:lnTo>
                    <a:pt x="10667" y="1094232"/>
                  </a:lnTo>
                  <a:lnTo>
                    <a:pt x="7619" y="1095755"/>
                  </a:lnTo>
                  <a:close/>
                </a:path>
                <a:path w="10795" h="2735579">
                  <a:moveTo>
                    <a:pt x="7619" y="1115567"/>
                  </a:moveTo>
                  <a:lnTo>
                    <a:pt x="3048" y="1115567"/>
                  </a:lnTo>
                  <a:lnTo>
                    <a:pt x="0" y="1114044"/>
                  </a:lnTo>
                  <a:lnTo>
                    <a:pt x="0" y="1107948"/>
                  </a:lnTo>
                  <a:lnTo>
                    <a:pt x="3048" y="1106423"/>
                  </a:lnTo>
                  <a:lnTo>
                    <a:pt x="7619" y="1106423"/>
                  </a:lnTo>
                  <a:lnTo>
                    <a:pt x="10667" y="1107948"/>
                  </a:lnTo>
                  <a:lnTo>
                    <a:pt x="10667" y="1114044"/>
                  </a:lnTo>
                  <a:lnTo>
                    <a:pt x="7619" y="1115567"/>
                  </a:lnTo>
                  <a:close/>
                </a:path>
                <a:path w="10795" h="2735579">
                  <a:moveTo>
                    <a:pt x="7619" y="1133855"/>
                  </a:moveTo>
                  <a:lnTo>
                    <a:pt x="3048" y="1133855"/>
                  </a:lnTo>
                  <a:lnTo>
                    <a:pt x="0" y="1132332"/>
                  </a:lnTo>
                  <a:lnTo>
                    <a:pt x="0" y="1127759"/>
                  </a:lnTo>
                  <a:lnTo>
                    <a:pt x="3048" y="1124712"/>
                  </a:lnTo>
                  <a:lnTo>
                    <a:pt x="7619" y="1124712"/>
                  </a:lnTo>
                  <a:lnTo>
                    <a:pt x="10667" y="1127759"/>
                  </a:lnTo>
                  <a:lnTo>
                    <a:pt x="10667" y="1132332"/>
                  </a:lnTo>
                  <a:lnTo>
                    <a:pt x="7619" y="1133855"/>
                  </a:lnTo>
                  <a:close/>
                </a:path>
                <a:path w="10795" h="2735579">
                  <a:moveTo>
                    <a:pt x="7619" y="1153667"/>
                  </a:moveTo>
                  <a:lnTo>
                    <a:pt x="3048" y="1153667"/>
                  </a:lnTo>
                  <a:lnTo>
                    <a:pt x="0" y="1152144"/>
                  </a:lnTo>
                  <a:lnTo>
                    <a:pt x="0" y="1146048"/>
                  </a:lnTo>
                  <a:lnTo>
                    <a:pt x="3048" y="1144523"/>
                  </a:lnTo>
                  <a:lnTo>
                    <a:pt x="7619" y="1144523"/>
                  </a:lnTo>
                  <a:lnTo>
                    <a:pt x="10667" y="1146048"/>
                  </a:lnTo>
                  <a:lnTo>
                    <a:pt x="10667" y="1152144"/>
                  </a:lnTo>
                  <a:lnTo>
                    <a:pt x="7619" y="1153667"/>
                  </a:lnTo>
                  <a:close/>
                </a:path>
                <a:path w="10795" h="2735579">
                  <a:moveTo>
                    <a:pt x="7619" y="1171955"/>
                  </a:moveTo>
                  <a:lnTo>
                    <a:pt x="3048" y="1171955"/>
                  </a:lnTo>
                  <a:lnTo>
                    <a:pt x="0" y="1170432"/>
                  </a:lnTo>
                  <a:lnTo>
                    <a:pt x="0" y="1165859"/>
                  </a:lnTo>
                  <a:lnTo>
                    <a:pt x="3048" y="1162812"/>
                  </a:lnTo>
                  <a:lnTo>
                    <a:pt x="7619" y="1162812"/>
                  </a:lnTo>
                  <a:lnTo>
                    <a:pt x="10667" y="1165859"/>
                  </a:lnTo>
                  <a:lnTo>
                    <a:pt x="10667" y="1170432"/>
                  </a:lnTo>
                  <a:lnTo>
                    <a:pt x="7619" y="1171955"/>
                  </a:lnTo>
                  <a:close/>
                </a:path>
                <a:path w="10795" h="2735579">
                  <a:moveTo>
                    <a:pt x="7619" y="1191767"/>
                  </a:moveTo>
                  <a:lnTo>
                    <a:pt x="3048" y="1191767"/>
                  </a:lnTo>
                  <a:lnTo>
                    <a:pt x="0" y="1190244"/>
                  </a:lnTo>
                  <a:lnTo>
                    <a:pt x="0" y="1184148"/>
                  </a:lnTo>
                  <a:lnTo>
                    <a:pt x="3048" y="1182623"/>
                  </a:lnTo>
                  <a:lnTo>
                    <a:pt x="7619" y="1182623"/>
                  </a:lnTo>
                  <a:lnTo>
                    <a:pt x="10667" y="1184148"/>
                  </a:lnTo>
                  <a:lnTo>
                    <a:pt x="10667" y="1190244"/>
                  </a:lnTo>
                  <a:lnTo>
                    <a:pt x="7619" y="1191767"/>
                  </a:lnTo>
                  <a:close/>
                </a:path>
                <a:path w="10795" h="2735579">
                  <a:moveTo>
                    <a:pt x="7619" y="1210055"/>
                  </a:moveTo>
                  <a:lnTo>
                    <a:pt x="3048" y="1210055"/>
                  </a:lnTo>
                  <a:lnTo>
                    <a:pt x="0" y="1208532"/>
                  </a:lnTo>
                  <a:lnTo>
                    <a:pt x="0" y="1203959"/>
                  </a:lnTo>
                  <a:lnTo>
                    <a:pt x="3048" y="1200912"/>
                  </a:lnTo>
                  <a:lnTo>
                    <a:pt x="7619" y="1200912"/>
                  </a:lnTo>
                  <a:lnTo>
                    <a:pt x="10667" y="1203959"/>
                  </a:lnTo>
                  <a:lnTo>
                    <a:pt x="10667" y="1208532"/>
                  </a:lnTo>
                  <a:lnTo>
                    <a:pt x="7619" y="1210055"/>
                  </a:lnTo>
                  <a:close/>
                </a:path>
                <a:path w="10795" h="2735579">
                  <a:moveTo>
                    <a:pt x="7619" y="1229867"/>
                  </a:moveTo>
                  <a:lnTo>
                    <a:pt x="3048" y="1229867"/>
                  </a:lnTo>
                  <a:lnTo>
                    <a:pt x="0" y="1228344"/>
                  </a:lnTo>
                  <a:lnTo>
                    <a:pt x="0" y="1222248"/>
                  </a:lnTo>
                  <a:lnTo>
                    <a:pt x="3048" y="1220723"/>
                  </a:lnTo>
                  <a:lnTo>
                    <a:pt x="7619" y="1220723"/>
                  </a:lnTo>
                  <a:lnTo>
                    <a:pt x="10667" y="1222248"/>
                  </a:lnTo>
                  <a:lnTo>
                    <a:pt x="10667" y="1228344"/>
                  </a:lnTo>
                  <a:lnTo>
                    <a:pt x="7619" y="1229867"/>
                  </a:lnTo>
                  <a:close/>
                </a:path>
                <a:path w="10795" h="2735579">
                  <a:moveTo>
                    <a:pt x="7619" y="1249680"/>
                  </a:moveTo>
                  <a:lnTo>
                    <a:pt x="3048" y="1249680"/>
                  </a:lnTo>
                  <a:lnTo>
                    <a:pt x="0" y="1246632"/>
                  </a:lnTo>
                  <a:lnTo>
                    <a:pt x="0" y="1242059"/>
                  </a:lnTo>
                  <a:lnTo>
                    <a:pt x="3048" y="1239012"/>
                  </a:lnTo>
                  <a:lnTo>
                    <a:pt x="7619" y="1239012"/>
                  </a:lnTo>
                  <a:lnTo>
                    <a:pt x="10667" y="1242059"/>
                  </a:lnTo>
                  <a:lnTo>
                    <a:pt x="10667" y="1246632"/>
                  </a:lnTo>
                  <a:lnTo>
                    <a:pt x="7619" y="1249680"/>
                  </a:lnTo>
                  <a:close/>
                </a:path>
                <a:path w="10795" h="2735579">
                  <a:moveTo>
                    <a:pt x="7619" y="1267967"/>
                  </a:moveTo>
                  <a:lnTo>
                    <a:pt x="3048" y="1267967"/>
                  </a:lnTo>
                  <a:lnTo>
                    <a:pt x="0" y="1266444"/>
                  </a:lnTo>
                  <a:lnTo>
                    <a:pt x="0" y="1260348"/>
                  </a:lnTo>
                  <a:lnTo>
                    <a:pt x="3048" y="1258823"/>
                  </a:lnTo>
                  <a:lnTo>
                    <a:pt x="7619" y="1258823"/>
                  </a:lnTo>
                  <a:lnTo>
                    <a:pt x="10667" y="1260348"/>
                  </a:lnTo>
                  <a:lnTo>
                    <a:pt x="10667" y="1266444"/>
                  </a:lnTo>
                  <a:lnTo>
                    <a:pt x="7619" y="1267967"/>
                  </a:lnTo>
                  <a:close/>
                </a:path>
                <a:path w="10795" h="2735579">
                  <a:moveTo>
                    <a:pt x="7619" y="1287780"/>
                  </a:moveTo>
                  <a:lnTo>
                    <a:pt x="3048" y="1287780"/>
                  </a:lnTo>
                  <a:lnTo>
                    <a:pt x="0" y="1284732"/>
                  </a:lnTo>
                  <a:lnTo>
                    <a:pt x="0" y="1280159"/>
                  </a:lnTo>
                  <a:lnTo>
                    <a:pt x="3048" y="1277112"/>
                  </a:lnTo>
                  <a:lnTo>
                    <a:pt x="7619" y="1277112"/>
                  </a:lnTo>
                  <a:lnTo>
                    <a:pt x="10667" y="1280159"/>
                  </a:lnTo>
                  <a:lnTo>
                    <a:pt x="10667" y="1284732"/>
                  </a:lnTo>
                  <a:lnTo>
                    <a:pt x="7619" y="1287780"/>
                  </a:lnTo>
                  <a:close/>
                </a:path>
                <a:path w="10795" h="2735579">
                  <a:moveTo>
                    <a:pt x="7619" y="1306067"/>
                  </a:moveTo>
                  <a:lnTo>
                    <a:pt x="3048" y="1306067"/>
                  </a:lnTo>
                  <a:lnTo>
                    <a:pt x="0" y="1304544"/>
                  </a:lnTo>
                  <a:lnTo>
                    <a:pt x="0" y="1298448"/>
                  </a:lnTo>
                  <a:lnTo>
                    <a:pt x="3048" y="1296923"/>
                  </a:lnTo>
                  <a:lnTo>
                    <a:pt x="7619" y="1296923"/>
                  </a:lnTo>
                  <a:lnTo>
                    <a:pt x="10667" y="1298448"/>
                  </a:lnTo>
                  <a:lnTo>
                    <a:pt x="10667" y="1304544"/>
                  </a:lnTo>
                  <a:lnTo>
                    <a:pt x="7619" y="1306067"/>
                  </a:lnTo>
                  <a:close/>
                </a:path>
                <a:path w="10795" h="2735579">
                  <a:moveTo>
                    <a:pt x="7619" y="1325880"/>
                  </a:moveTo>
                  <a:lnTo>
                    <a:pt x="3048" y="1325880"/>
                  </a:lnTo>
                  <a:lnTo>
                    <a:pt x="0" y="1322832"/>
                  </a:lnTo>
                  <a:lnTo>
                    <a:pt x="0" y="1318259"/>
                  </a:lnTo>
                  <a:lnTo>
                    <a:pt x="3048" y="1315212"/>
                  </a:lnTo>
                  <a:lnTo>
                    <a:pt x="7619" y="1315212"/>
                  </a:lnTo>
                  <a:lnTo>
                    <a:pt x="10667" y="1318259"/>
                  </a:lnTo>
                  <a:lnTo>
                    <a:pt x="10667" y="1322832"/>
                  </a:lnTo>
                  <a:lnTo>
                    <a:pt x="7619" y="1325880"/>
                  </a:lnTo>
                  <a:close/>
                </a:path>
                <a:path w="10795" h="2735579">
                  <a:moveTo>
                    <a:pt x="7619" y="1344167"/>
                  </a:moveTo>
                  <a:lnTo>
                    <a:pt x="3048" y="1344167"/>
                  </a:lnTo>
                  <a:lnTo>
                    <a:pt x="0" y="1342644"/>
                  </a:lnTo>
                  <a:lnTo>
                    <a:pt x="0" y="1336548"/>
                  </a:lnTo>
                  <a:lnTo>
                    <a:pt x="3048" y="1335023"/>
                  </a:lnTo>
                  <a:lnTo>
                    <a:pt x="7619" y="1335023"/>
                  </a:lnTo>
                  <a:lnTo>
                    <a:pt x="10667" y="1336548"/>
                  </a:lnTo>
                  <a:lnTo>
                    <a:pt x="10667" y="1342644"/>
                  </a:lnTo>
                  <a:lnTo>
                    <a:pt x="7619" y="1344167"/>
                  </a:lnTo>
                  <a:close/>
                </a:path>
                <a:path w="10795" h="2735579">
                  <a:moveTo>
                    <a:pt x="7619" y="1363980"/>
                  </a:moveTo>
                  <a:lnTo>
                    <a:pt x="3048" y="1363980"/>
                  </a:lnTo>
                  <a:lnTo>
                    <a:pt x="0" y="1360932"/>
                  </a:lnTo>
                  <a:lnTo>
                    <a:pt x="0" y="1356359"/>
                  </a:lnTo>
                  <a:lnTo>
                    <a:pt x="3048" y="1353312"/>
                  </a:lnTo>
                  <a:lnTo>
                    <a:pt x="7619" y="1353312"/>
                  </a:lnTo>
                  <a:lnTo>
                    <a:pt x="10667" y="1356359"/>
                  </a:lnTo>
                  <a:lnTo>
                    <a:pt x="10667" y="1360932"/>
                  </a:lnTo>
                  <a:lnTo>
                    <a:pt x="7619" y="1363980"/>
                  </a:lnTo>
                  <a:close/>
                </a:path>
                <a:path w="10795" h="2735579">
                  <a:moveTo>
                    <a:pt x="7619" y="1382267"/>
                  </a:moveTo>
                  <a:lnTo>
                    <a:pt x="3048" y="1382267"/>
                  </a:lnTo>
                  <a:lnTo>
                    <a:pt x="0" y="1380744"/>
                  </a:lnTo>
                  <a:lnTo>
                    <a:pt x="0" y="1374648"/>
                  </a:lnTo>
                  <a:lnTo>
                    <a:pt x="3048" y="1373123"/>
                  </a:lnTo>
                  <a:lnTo>
                    <a:pt x="7619" y="1373123"/>
                  </a:lnTo>
                  <a:lnTo>
                    <a:pt x="10667" y="1374648"/>
                  </a:lnTo>
                  <a:lnTo>
                    <a:pt x="10667" y="1380744"/>
                  </a:lnTo>
                  <a:lnTo>
                    <a:pt x="7619" y="1382267"/>
                  </a:lnTo>
                  <a:close/>
                </a:path>
                <a:path w="10795" h="2735579">
                  <a:moveTo>
                    <a:pt x="7619" y="1402080"/>
                  </a:moveTo>
                  <a:lnTo>
                    <a:pt x="3048" y="1402080"/>
                  </a:lnTo>
                  <a:lnTo>
                    <a:pt x="0" y="1399032"/>
                  </a:lnTo>
                  <a:lnTo>
                    <a:pt x="0" y="1394459"/>
                  </a:lnTo>
                  <a:lnTo>
                    <a:pt x="3048" y="1391412"/>
                  </a:lnTo>
                  <a:lnTo>
                    <a:pt x="7619" y="1391412"/>
                  </a:lnTo>
                  <a:lnTo>
                    <a:pt x="10667" y="1394459"/>
                  </a:lnTo>
                  <a:lnTo>
                    <a:pt x="10667" y="1399032"/>
                  </a:lnTo>
                  <a:lnTo>
                    <a:pt x="7619" y="1402080"/>
                  </a:lnTo>
                  <a:close/>
                </a:path>
                <a:path w="10795" h="2735579">
                  <a:moveTo>
                    <a:pt x="7619" y="1420367"/>
                  </a:moveTo>
                  <a:lnTo>
                    <a:pt x="3048" y="1420367"/>
                  </a:lnTo>
                  <a:lnTo>
                    <a:pt x="0" y="1418844"/>
                  </a:lnTo>
                  <a:lnTo>
                    <a:pt x="0" y="1412748"/>
                  </a:lnTo>
                  <a:lnTo>
                    <a:pt x="3048" y="1411223"/>
                  </a:lnTo>
                  <a:lnTo>
                    <a:pt x="7619" y="1411223"/>
                  </a:lnTo>
                  <a:lnTo>
                    <a:pt x="10667" y="1412748"/>
                  </a:lnTo>
                  <a:lnTo>
                    <a:pt x="10667" y="1418844"/>
                  </a:lnTo>
                  <a:lnTo>
                    <a:pt x="7619" y="1420367"/>
                  </a:lnTo>
                  <a:close/>
                </a:path>
                <a:path w="10795" h="2735579">
                  <a:moveTo>
                    <a:pt x="7619" y="1440180"/>
                  </a:moveTo>
                  <a:lnTo>
                    <a:pt x="3048" y="1440180"/>
                  </a:lnTo>
                  <a:lnTo>
                    <a:pt x="0" y="1437132"/>
                  </a:lnTo>
                  <a:lnTo>
                    <a:pt x="0" y="1432559"/>
                  </a:lnTo>
                  <a:lnTo>
                    <a:pt x="3048" y="1429512"/>
                  </a:lnTo>
                  <a:lnTo>
                    <a:pt x="7619" y="1429512"/>
                  </a:lnTo>
                  <a:lnTo>
                    <a:pt x="10667" y="1432559"/>
                  </a:lnTo>
                  <a:lnTo>
                    <a:pt x="10667" y="1437132"/>
                  </a:lnTo>
                  <a:lnTo>
                    <a:pt x="7619" y="1440180"/>
                  </a:lnTo>
                  <a:close/>
                </a:path>
                <a:path w="10795" h="2735579">
                  <a:moveTo>
                    <a:pt x="7619" y="1458467"/>
                  </a:moveTo>
                  <a:lnTo>
                    <a:pt x="3048" y="1458467"/>
                  </a:lnTo>
                  <a:lnTo>
                    <a:pt x="0" y="1456944"/>
                  </a:lnTo>
                  <a:lnTo>
                    <a:pt x="0" y="1450848"/>
                  </a:lnTo>
                  <a:lnTo>
                    <a:pt x="3048" y="1449323"/>
                  </a:lnTo>
                  <a:lnTo>
                    <a:pt x="7619" y="1449323"/>
                  </a:lnTo>
                  <a:lnTo>
                    <a:pt x="10667" y="1450848"/>
                  </a:lnTo>
                  <a:lnTo>
                    <a:pt x="10667" y="1456944"/>
                  </a:lnTo>
                  <a:lnTo>
                    <a:pt x="7619" y="1458467"/>
                  </a:lnTo>
                  <a:close/>
                </a:path>
                <a:path w="10795" h="2735579">
                  <a:moveTo>
                    <a:pt x="7619" y="1478280"/>
                  </a:moveTo>
                  <a:lnTo>
                    <a:pt x="3048" y="1478280"/>
                  </a:lnTo>
                  <a:lnTo>
                    <a:pt x="0" y="1475232"/>
                  </a:lnTo>
                  <a:lnTo>
                    <a:pt x="0" y="1470659"/>
                  </a:lnTo>
                  <a:lnTo>
                    <a:pt x="3048" y="1467612"/>
                  </a:lnTo>
                  <a:lnTo>
                    <a:pt x="7619" y="1467612"/>
                  </a:lnTo>
                  <a:lnTo>
                    <a:pt x="10667" y="1470659"/>
                  </a:lnTo>
                  <a:lnTo>
                    <a:pt x="10667" y="1475232"/>
                  </a:lnTo>
                  <a:lnTo>
                    <a:pt x="7619" y="1478280"/>
                  </a:lnTo>
                  <a:close/>
                </a:path>
                <a:path w="10795" h="2735579">
                  <a:moveTo>
                    <a:pt x="7619" y="1496567"/>
                  </a:moveTo>
                  <a:lnTo>
                    <a:pt x="3048" y="1496567"/>
                  </a:lnTo>
                  <a:lnTo>
                    <a:pt x="0" y="1495044"/>
                  </a:lnTo>
                  <a:lnTo>
                    <a:pt x="0" y="1488948"/>
                  </a:lnTo>
                  <a:lnTo>
                    <a:pt x="3048" y="1487423"/>
                  </a:lnTo>
                  <a:lnTo>
                    <a:pt x="7619" y="1487423"/>
                  </a:lnTo>
                  <a:lnTo>
                    <a:pt x="10667" y="1488948"/>
                  </a:lnTo>
                  <a:lnTo>
                    <a:pt x="10667" y="1495044"/>
                  </a:lnTo>
                  <a:lnTo>
                    <a:pt x="7619" y="1496567"/>
                  </a:lnTo>
                  <a:close/>
                </a:path>
                <a:path w="10795" h="2735579">
                  <a:moveTo>
                    <a:pt x="7619" y="1516380"/>
                  </a:moveTo>
                  <a:lnTo>
                    <a:pt x="3048" y="1516380"/>
                  </a:lnTo>
                  <a:lnTo>
                    <a:pt x="0" y="1513332"/>
                  </a:lnTo>
                  <a:lnTo>
                    <a:pt x="0" y="1508759"/>
                  </a:lnTo>
                  <a:lnTo>
                    <a:pt x="3048" y="1505712"/>
                  </a:lnTo>
                  <a:lnTo>
                    <a:pt x="7619" y="1505712"/>
                  </a:lnTo>
                  <a:lnTo>
                    <a:pt x="10667" y="1508759"/>
                  </a:lnTo>
                  <a:lnTo>
                    <a:pt x="10667" y="1513332"/>
                  </a:lnTo>
                  <a:lnTo>
                    <a:pt x="7619" y="1516380"/>
                  </a:lnTo>
                  <a:close/>
                </a:path>
                <a:path w="10795" h="2735579">
                  <a:moveTo>
                    <a:pt x="7619" y="1534667"/>
                  </a:moveTo>
                  <a:lnTo>
                    <a:pt x="3048" y="1534667"/>
                  </a:lnTo>
                  <a:lnTo>
                    <a:pt x="0" y="1533144"/>
                  </a:lnTo>
                  <a:lnTo>
                    <a:pt x="0" y="1527048"/>
                  </a:lnTo>
                  <a:lnTo>
                    <a:pt x="3048" y="1525523"/>
                  </a:lnTo>
                  <a:lnTo>
                    <a:pt x="7619" y="1525523"/>
                  </a:lnTo>
                  <a:lnTo>
                    <a:pt x="10667" y="1527048"/>
                  </a:lnTo>
                  <a:lnTo>
                    <a:pt x="10667" y="1533144"/>
                  </a:lnTo>
                  <a:lnTo>
                    <a:pt x="7619" y="1534667"/>
                  </a:lnTo>
                  <a:close/>
                </a:path>
                <a:path w="10795" h="2735579">
                  <a:moveTo>
                    <a:pt x="7619" y="1554480"/>
                  </a:moveTo>
                  <a:lnTo>
                    <a:pt x="3048" y="1554480"/>
                  </a:lnTo>
                  <a:lnTo>
                    <a:pt x="0" y="1551432"/>
                  </a:lnTo>
                  <a:lnTo>
                    <a:pt x="0" y="1546859"/>
                  </a:lnTo>
                  <a:lnTo>
                    <a:pt x="3048" y="1543812"/>
                  </a:lnTo>
                  <a:lnTo>
                    <a:pt x="7619" y="1543812"/>
                  </a:lnTo>
                  <a:lnTo>
                    <a:pt x="10667" y="1546859"/>
                  </a:lnTo>
                  <a:lnTo>
                    <a:pt x="10667" y="1551432"/>
                  </a:lnTo>
                  <a:lnTo>
                    <a:pt x="7619" y="1554480"/>
                  </a:lnTo>
                  <a:close/>
                </a:path>
                <a:path w="10795" h="2735579">
                  <a:moveTo>
                    <a:pt x="7619" y="1572767"/>
                  </a:moveTo>
                  <a:lnTo>
                    <a:pt x="3048" y="1572767"/>
                  </a:lnTo>
                  <a:lnTo>
                    <a:pt x="0" y="1571244"/>
                  </a:lnTo>
                  <a:lnTo>
                    <a:pt x="0" y="1565148"/>
                  </a:lnTo>
                  <a:lnTo>
                    <a:pt x="3048" y="1563623"/>
                  </a:lnTo>
                  <a:lnTo>
                    <a:pt x="7619" y="1563623"/>
                  </a:lnTo>
                  <a:lnTo>
                    <a:pt x="10667" y="1565148"/>
                  </a:lnTo>
                  <a:lnTo>
                    <a:pt x="10667" y="1571244"/>
                  </a:lnTo>
                  <a:lnTo>
                    <a:pt x="7619" y="1572767"/>
                  </a:lnTo>
                  <a:close/>
                </a:path>
                <a:path w="10795" h="2735579">
                  <a:moveTo>
                    <a:pt x="7619" y="1592580"/>
                  </a:moveTo>
                  <a:lnTo>
                    <a:pt x="3048" y="1592580"/>
                  </a:lnTo>
                  <a:lnTo>
                    <a:pt x="0" y="1589532"/>
                  </a:lnTo>
                  <a:lnTo>
                    <a:pt x="0" y="1584959"/>
                  </a:lnTo>
                  <a:lnTo>
                    <a:pt x="3048" y="1581912"/>
                  </a:lnTo>
                  <a:lnTo>
                    <a:pt x="7619" y="1581912"/>
                  </a:lnTo>
                  <a:lnTo>
                    <a:pt x="10667" y="1584959"/>
                  </a:lnTo>
                  <a:lnTo>
                    <a:pt x="10667" y="1589532"/>
                  </a:lnTo>
                  <a:lnTo>
                    <a:pt x="7619" y="1592580"/>
                  </a:lnTo>
                  <a:close/>
                </a:path>
                <a:path w="10795" h="2735579">
                  <a:moveTo>
                    <a:pt x="7619" y="1610868"/>
                  </a:moveTo>
                  <a:lnTo>
                    <a:pt x="3048" y="1610868"/>
                  </a:lnTo>
                  <a:lnTo>
                    <a:pt x="0" y="1609344"/>
                  </a:lnTo>
                  <a:lnTo>
                    <a:pt x="0" y="1603248"/>
                  </a:lnTo>
                  <a:lnTo>
                    <a:pt x="3048" y="1601723"/>
                  </a:lnTo>
                  <a:lnTo>
                    <a:pt x="7619" y="1601723"/>
                  </a:lnTo>
                  <a:lnTo>
                    <a:pt x="10667" y="1603248"/>
                  </a:lnTo>
                  <a:lnTo>
                    <a:pt x="10667" y="1609344"/>
                  </a:lnTo>
                  <a:lnTo>
                    <a:pt x="7619" y="1610868"/>
                  </a:lnTo>
                  <a:close/>
                </a:path>
                <a:path w="10795" h="2735579">
                  <a:moveTo>
                    <a:pt x="7619" y="1630680"/>
                  </a:moveTo>
                  <a:lnTo>
                    <a:pt x="3048" y="1630680"/>
                  </a:lnTo>
                  <a:lnTo>
                    <a:pt x="0" y="1627632"/>
                  </a:lnTo>
                  <a:lnTo>
                    <a:pt x="0" y="1623059"/>
                  </a:lnTo>
                  <a:lnTo>
                    <a:pt x="3048" y="1620012"/>
                  </a:lnTo>
                  <a:lnTo>
                    <a:pt x="7619" y="1620012"/>
                  </a:lnTo>
                  <a:lnTo>
                    <a:pt x="10667" y="1623059"/>
                  </a:lnTo>
                  <a:lnTo>
                    <a:pt x="10667" y="1627632"/>
                  </a:lnTo>
                  <a:lnTo>
                    <a:pt x="7619" y="1630680"/>
                  </a:lnTo>
                  <a:close/>
                </a:path>
                <a:path w="10795" h="2735579">
                  <a:moveTo>
                    <a:pt x="7619" y="1648968"/>
                  </a:moveTo>
                  <a:lnTo>
                    <a:pt x="3048" y="1648968"/>
                  </a:lnTo>
                  <a:lnTo>
                    <a:pt x="0" y="1647444"/>
                  </a:lnTo>
                  <a:lnTo>
                    <a:pt x="0" y="1641348"/>
                  </a:lnTo>
                  <a:lnTo>
                    <a:pt x="3048" y="1639823"/>
                  </a:lnTo>
                  <a:lnTo>
                    <a:pt x="7619" y="1639823"/>
                  </a:lnTo>
                  <a:lnTo>
                    <a:pt x="10667" y="1641348"/>
                  </a:lnTo>
                  <a:lnTo>
                    <a:pt x="10667" y="1647444"/>
                  </a:lnTo>
                  <a:lnTo>
                    <a:pt x="7619" y="1648968"/>
                  </a:lnTo>
                  <a:close/>
                </a:path>
                <a:path w="10795" h="2735579">
                  <a:moveTo>
                    <a:pt x="7619" y="1668780"/>
                  </a:moveTo>
                  <a:lnTo>
                    <a:pt x="3048" y="1668780"/>
                  </a:lnTo>
                  <a:lnTo>
                    <a:pt x="0" y="1665732"/>
                  </a:lnTo>
                  <a:lnTo>
                    <a:pt x="0" y="1661159"/>
                  </a:lnTo>
                  <a:lnTo>
                    <a:pt x="3048" y="1658112"/>
                  </a:lnTo>
                  <a:lnTo>
                    <a:pt x="7619" y="1658112"/>
                  </a:lnTo>
                  <a:lnTo>
                    <a:pt x="10667" y="1661159"/>
                  </a:lnTo>
                  <a:lnTo>
                    <a:pt x="10667" y="1665732"/>
                  </a:lnTo>
                  <a:lnTo>
                    <a:pt x="7619" y="1668780"/>
                  </a:lnTo>
                  <a:close/>
                </a:path>
                <a:path w="10795" h="2735579">
                  <a:moveTo>
                    <a:pt x="7619" y="1687068"/>
                  </a:moveTo>
                  <a:lnTo>
                    <a:pt x="3048" y="1687068"/>
                  </a:lnTo>
                  <a:lnTo>
                    <a:pt x="0" y="1685544"/>
                  </a:lnTo>
                  <a:lnTo>
                    <a:pt x="0" y="1679448"/>
                  </a:lnTo>
                  <a:lnTo>
                    <a:pt x="3048" y="1677923"/>
                  </a:lnTo>
                  <a:lnTo>
                    <a:pt x="7619" y="1677923"/>
                  </a:lnTo>
                  <a:lnTo>
                    <a:pt x="10667" y="1679448"/>
                  </a:lnTo>
                  <a:lnTo>
                    <a:pt x="10667" y="1685544"/>
                  </a:lnTo>
                  <a:lnTo>
                    <a:pt x="7619" y="1687068"/>
                  </a:lnTo>
                  <a:close/>
                </a:path>
                <a:path w="10795" h="2735579">
                  <a:moveTo>
                    <a:pt x="7619" y="1706880"/>
                  </a:moveTo>
                  <a:lnTo>
                    <a:pt x="3048" y="1706880"/>
                  </a:lnTo>
                  <a:lnTo>
                    <a:pt x="0" y="1703832"/>
                  </a:lnTo>
                  <a:lnTo>
                    <a:pt x="0" y="1699259"/>
                  </a:lnTo>
                  <a:lnTo>
                    <a:pt x="3048" y="1696212"/>
                  </a:lnTo>
                  <a:lnTo>
                    <a:pt x="7619" y="1696212"/>
                  </a:lnTo>
                  <a:lnTo>
                    <a:pt x="10667" y="1699259"/>
                  </a:lnTo>
                  <a:lnTo>
                    <a:pt x="10667" y="1703832"/>
                  </a:lnTo>
                  <a:lnTo>
                    <a:pt x="7619" y="1706880"/>
                  </a:lnTo>
                  <a:close/>
                </a:path>
                <a:path w="10795" h="2735579">
                  <a:moveTo>
                    <a:pt x="7619" y="1725168"/>
                  </a:moveTo>
                  <a:lnTo>
                    <a:pt x="3048" y="1725168"/>
                  </a:lnTo>
                  <a:lnTo>
                    <a:pt x="0" y="1723644"/>
                  </a:lnTo>
                  <a:lnTo>
                    <a:pt x="0" y="1717548"/>
                  </a:lnTo>
                  <a:lnTo>
                    <a:pt x="3048" y="1716023"/>
                  </a:lnTo>
                  <a:lnTo>
                    <a:pt x="7619" y="1716023"/>
                  </a:lnTo>
                  <a:lnTo>
                    <a:pt x="10667" y="1717548"/>
                  </a:lnTo>
                  <a:lnTo>
                    <a:pt x="10667" y="1723644"/>
                  </a:lnTo>
                  <a:lnTo>
                    <a:pt x="7619" y="1725168"/>
                  </a:lnTo>
                  <a:close/>
                </a:path>
                <a:path w="10795" h="2735579">
                  <a:moveTo>
                    <a:pt x="7619" y="1744980"/>
                  </a:moveTo>
                  <a:lnTo>
                    <a:pt x="3048" y="1744980"/>
                  </a:lnTo>
                  <a:lnTo>
                    <a:pt x="0" y="1741932"/>
                  </a:lnTo>
                  <a:lnTo>
                    <a:pt x="0" y="1737359"/>
                  </a:lnTo>
                  <a:lnTo>
                    <a:pt x="3048" y="1734312"/>
                  </a:lnTo>
                  <a:lnTo>
                    <a:pt x="7619" y="1734312"/>
                  </a:lnTo>
                  <a:lnTo>
                    <a:pt x="10667" y="1737359"/>
                  </a:lnTo>
                  <a:lnTo>
                    <a:pt x="10667" y="1741932"/>
                  </a:lnTo>
                  <a:lnTo>
                    <a:pt x="7619" y="1744980"/>
                  </a:lnTo>
                  <a:close/>
                </a:path>
                <a:path w="10795" h="2735579">
                  <a:moveTo>
                    <a:pt x="7619" y="1763268"/>
                  </a:moveTo>
                  <a:lnTo>
                    <a:pt x="3048" y="1763268"/>
                  </a:lnTo>
                  <a:lnTo>
                    <a:pt x="0" y="1761744"/>
                  </a:lnTo>
                  <a:lnTo>
                    <a:pt x="0" y="1755648"/>
                  </a:lnTo>
                  <a:lnTo>
                    <a:pt x="3048" y="1754123"/>
                  </a:lnTo>
                  <a:lnTo>
                    <a:pt x="7619" y="1754123"/>
                  </a:lnTo>
                  <a:lnTo>
                    <a:pt x="10667" y="1755648"/>
                  </a:lnTo>
                  <a:lnTo>
                    <a:pt x="10667" y="1761744"/>
                  </a:lnTo>
                  <a:lnTo>
                    <a:pt x="7619" y="1763268"/>
                  </a:lnTo>
                  <a:close/>
                </a:path>
                <a:path w="10795" h="2735579">
                  <a:moveTo>
                    <a:pt x="7619" y="1783080"/>
                  </a:moveTo>
                  <a:lnTo>
                    <a:pt x="3048" y="1783080"/>
                  </a:lnTo>
                  <a:lnTo>
                    <a:pt x="0" y="1780032"/>
                  </a:lnTo>
                  <a:lnTo>
                    <a:pt x="0" y="1775459"/>
                  </a:lnTo>
                  <a:lnTo>
                    <a:pt x="3048" y="1772412"/>
                  </a:lnTo>
                  <a:lnTo>
                    <a:pt x="7619" y="1772412"/>
                  </a:lnTo>
                  <a:lnTo>
                    <a:pt x="10667" y="1775459"/>
                  </a:lnTo>
                  <a:lnTo>
                    <a:pt x="10667" y="1780032"/>
                  </a:lnTo>
                  <a:lnTo>
                    <a:pt x="7619" y="1783080"/>
                  </a:lnTo>
                  <a:close/>
                </a:path>
                <a:path w="10795" h="2735579">
                  <a:moveTo>
                    <a:pt x="7619" y="1801368"/>
                  </a:moveTo>
                  <a:lnTo>
                    <a:pt x="3048" y="1801368"/>
                  </a:lnTo>
                  <a:lnTo>
                    <a:pt x="0" y="1799844"/>
                  </a:lnTo>
                  <a:lnTo>
                    <a:pt x="0" y="1793748"/>
                  </a:lnTo>
                  <a:lnTo>
                    <a:pt x="3048" y="1792223"/>
                  </a:lnTo>
                  <a:lnTo>
                    <a:pt x="7619" y="1792223"/>
                  </a:lnTo>
                  <a:lnTo>
                    <a:pt x="10667" y="1793748"/>
                  </a:lnTo>
                  <a:lnTo>
                    <a:pt x="10667" y="1799844"/>
                  </a:lnTo>
                  <a:lnTo>
                    <a:pt x="7619" y="1801368"/>
                  </a:lnTo>
                  <a:close/>
                </a:path>
                <a:path w="10795" h="2735579">
                  <a:moveTo>
                    <a:pt x="7619" y="1821180"/>
                  </a:moveTo>
                  <a:lnTo>
                    <a:pt x="3048" y="1821180"/>
                  </a:lnTo>
                  <a:lnTo>
                    <a:pt x="0" y="1818132"/>
                  </a:lnTo>
                  <a:lnTo>
                    <a:pt x="0" y="1813559"/>
                  </a:lnTo>
                  <a:lnTo>
                    <a:pt x="3048" y="1810512"/>
                  </a:lnTo>
                  <a:lnTo>
                    <a:pt x="7619" y="1810512"/>
                  </a:lnTo>
                  <a:lnTo>
                    <a:pt x="10667" y="1813559"/>
                  </a:lnTo>
                  <a:lnTo>
                    <a:pt x="10667" y="1818132"/>
                  </a:lnTo>
                  <a:lnTo>
                    <a:pt x="7619" y="1821180"/>
                  </a:lnTo>
                  <a:close/>
                </a:path>
                <a:path w="10795" h="2735579">
                  <a:moveTo>
                    <a:pt x="7619" y="1839468"/>
                  </a:moveTo>
                  <a:lnTo>
                    <a:pt x="3048" y="1839468"/>
                  </a:lnTo>
                  <a:lnTo>
                    <a:pt x="0" y="1837944"/>
                  </a:lnTo>
                  <a:lnTo>
                    <a:pt x="0" y="1831848"/>
                  </a:lnTo>
                  <a:lnTo>
                    <a:pt x="3048" y="1830323"/>
                  </a:lnTo>
                  <a:lnTo>
                    <a:pt x="7619" y="1830323"/>
                  </a:lnTo>
                  <a:lnTo>
                    <a:pt x="10667" y="1831848"/>
                  </a:lnTo>
                  <a:lnTo>
                    <a:pt x="10667" y="1837944"/>
                  </a:lnTo>
                  <a:lnTo>
                    <a:pt x="7619" y="1839468"/>
                  </a:lnTo>
                  <a:close/>
                </a:path>
                <a:path w="10795" h="2735579">
                  <a:moveTo>
                    <a:pt x="7619" y="1859280"/>
                  </a:moveTo>
                  <a:lnTo>
                    <a:pt x="3048" y="1859280"/>
                  </a:lnTo>
                  <a:lnTo>
                    <a:pt x="0" y="1856232"/>
                  </a:lnTo>
                  <a:lnTo>
                    <a:pt x="0" y="1851659"/>
                  </a:lnTo>
                  <a:lnTo>
                    <a:pt x="3048" y="1848612"/>
                  </a:lnTo>
                  <a:lnTo>
                    <a:pt x="7619" y="1848612"/>
                  </a:lnTo>
                  <a:lnTo>
                    <a:pt x="10667" y="1851659"/>
                  </a:lnTo>
                  <a:lnTo>
                    <a:pt x="10667" y="1856232"/>
                  </a:lnTo>
                  <a:lnTo>
                    <a:pt x="7619" y="1859280"/>
                  </a:lnTo>
                  <a:close/>
                </a:path>
                <a:path w="10795" h="2735579">
                  <a:moveTo>
                    <a:pt x="7619" y="1877568"/>
                  </a:moveTo>
                  <a:lnTo>
                    <a:pt x="3048" y="1877568"/>
                  </a:lnTo>
                  <a:lnTo>
                    <a:pt x="0" y="1876044"/>
                  </a:lnTo>
                  <a:lnTo>
                    <a:pt x="0" y="1869948"/>
                  </a:lnTo>
                  <a:lnTo>
                    <a:pt x="3048" y="1868423"/>
                  </a:lnTo>
                  <a:lnTo>
                    <a:pt x="7619" y="1868423"/>
                  </a:lnTo>
                  <a:lnTo>
                    <a:pt x="10667" y="1869948"/>
                  </a:lnTo>
                  <a:lnTo>
                    <a:pt x="10667" y="1876044"/>
                  </a:lnTo>
                  <a:lnTo>
                    <a:pt x="7619" y="1877568"/>
                  </a:lnTo>
                  <a:close/>
                </a:path>
                <a:path w="10795" h="2735579">
                  <a:moveTo>
                    <a:pt x="7619" y="1897380"/>
                  </a:moveTo>
                  <a:lnTo>
                    <a:pt x="3048" y="1897380"/>
                  </a:lnTo>
                  <a:lnTo>
                    <a:pt x="0" y="1894332"/>
                  </a:lnTo>
                  <a:lnTo>
                    <a:pt x="0" y="1889759"/>
                  </a:lnTo>
                  <a:lnTo>
                    <a:pt x="3048" y="1886712"/>
                  </a:lnTo>
                  <a:lnTo>
                    <a:pt x="7619" y="1886712"/>
                  </a:lnTo>
                  <a:lnTo>
                    <a:pt x="10667" y="1889759"/>
                  </a:lnTo>
                  <a:lnTo>
                    <a:pt x="10667" y="1894332"/>
                  </a:lnTo>
                  <a:lnTo>
                    <a:pt x="7619" y="1897380"/>
                  </a:lnTo>
                  <a:close/>
                </a:path>
                <a:path w="10795" h="2735579">
                  <a:moveTo>
                    <a:pt x="7619" y="1915668"/>
                  </a:moveTo>
                  <a:lnTo>
                    <a:pt x="3048" y="1915668"/>
                  </a:lnTo>
                  <a:lnTo>
                    <a:pt x="0" y="1914144"/>
                  </a:lnTo>
                  <a:lnTo>
                    <a:pt x="0" y="1908048"/>
                  </a:lnTo>
                  <a:lnTo>
                    <a:pt x="3048" y="1906523"/>
                  </a:lnTo>
                  <a:lnTo>
                    <a:pt x="7619" y="1906523"/>
                  </a:lnTo>
                  <a:lnTo>
                    <a:pt x="10667" y="1908048"/>
                  </a:lnTo>
                  <a:lnTo>
                    <a:pt x="10667" y="1914144"/>
                  </a:lnTo>
                  <a:lnTo>
                    <a:pt x="7619" y="1915668"/>
                  </a:lnTo>
                  <a:close/>
                </a:path>
                <a:path w="10795" h="2735579">
                  <a:moveTo>
                    <a:pt x="7619" y="1935480"/>
                  </a:moveTo>
                  <a:lnTo>
                    <a:pt x="3048" y="1935480"/>
                  </a:lnTo>
                  <a:lnTo>
                    <a:pt x="0" y="1932432"/>
                  </a:lnTo>
                  <a:lnTo>
                    <a:pt x="0" y="1927859"/>
                  </a:lnTo>
                  <a:lnTo>
                    <a:pt x="3048" y="1924812"/>
                  </a:lnTo>
                  <a:lnTo>
                    <a:pt x="7619" y="1924812"/>
                  </a:lnTo>
                  <a:lnTo>
                    <a:pt x="10667" y="1927859"/>
                  </a:lnTo>
                  <a:lnTo>
                    <a:pt x="10667" y="1932432"/>
                  </a:lnTo>
                  <a:lnTo>
                    <a:pt x="7619" y="1935480"/>
                  </a:lnTo>
                  <a:close/>
                </a:path>
                <a:path w="10795" h="2735579">
                  <a:moveTo>
                    <a:pt x="7619" y="1953768"/>
                  </a:moveTo>
                  <a:lnTo>
                    <a:pt x="3048" y="1953768"/>
                  </a:lnTo>
                  <a:lnTo>
                    <a:pt x="0" y="1952244"/>
                  </a:lnTo>
                  <a:lnTo>
                    <a:pt x="0" y="1946148"/>
                  </a:lnTo>
                  <a:lnTo>
                    <a:pt x="3048" y="1944623"/>
                  </a:lnTo>
                  <a:lnTo>
                    <a:pt x="7619" y="1944623"/>
                  </a:lnTo>
                  <a:lnTo>
                    <a:pt x="10667" y="1946148"/>
                  </a:lnTo>
                  <a:lnTo>
                    <a:pt x="10667" y="1952244"/>
                  </a:lnTo>
                  <a:lnTo>
                    <a:pt x="7619" y="1953768"/>
                  </a:lnTo>
                  <a:close/>
                </a:path>
                <a:path w="10795" h="2735579">
                  <a:moveTo>
                    <a:pt x="7619" y="1973580"/>
                  </a:moveTo>
                  <a:lnTo>
                    <a:pt x="3048" y="1973580"/>
                  </a:lnTo>
                  <a:lnTo>
                    <a:pt x="0" y="1970532"/>
                  </a:lnTo>
                  <a:lnTo>
                    <a:pt x="0" y="1965959"/>
                  </a:lnTo>
                  <a:lnTo>
                    <a:pt x="3048" y="1962912"/>
                  </a:lnTo>
                  <a:lnTo>
                    <a:pt x="7619" y="1962912"/>
                  </a:lnTo>
                  <a:lnTo>
                    <a:pt x="10667" y="1965959"/>
                  </a:lnTo>
                  <a:lnTo>
                    <a:pt x="10667" y="1970532"/>
                  </a:lnTo>
                  <a:lnTo>
                    <a:pt x="7619" y="1973580"/>
                  </a:lnTo>
                  <a:close/>
                </a:path>
                <a:path w="10795" h="2735579">
                  <a:moveTo>
                    <a:pt x="7619" y="1991868"/>
                  </a:moveTo>
                  <a:lnTo>
                    <a:pt x="3048" y="1991868"/>
                  </a:lnTo>
                  <a:lnTo>
                    <a:pt x="0" y="1990344"/>
                  </a:lnTo>
                  <a:lnTo>
                    <a:pt x="0" y="1984248"/>
                  </a:lnTo>
                  <a:lnTo>
                    <a:pt x="3048" y="1982723"/>
                  </a:lnTo>
                  <a:lnTo>
                    <a:pt x="7619" y="1982723"/>
                  </a:lnTo>
                  <a:lnTo>
                    <a:pt x="10667" y="1984248"/>
                  </a:lnTo>
                  <a:lnTo>
                    <a:pt x="10667" y="1990344"/>
                  </a:lnTo>
                  <a:lnTo>
                    <a:pt x="7619" y="1991868"/>
                  </a:lnTo>
                  <a:close/>
                </a:path>
                <a:path w="10795" h="2735579">
                  <a:moveTo>
                    <a:pt x="7619" y="2011680"/>
                  </a:moveTo>
                  <a:lnTo>
                    <a:pt x="3048" y="2011680"/>
                  </a:lnTo>
                  <a:lnTo>
                    <a:pt x="0" y="2008632"/>
                  </a:lnTo>
                  <a:lnTo>
                    <a:pt x="0" y="2004059"/>
                  </a:lnTo>
                  <a:lnTo>
                    <a:pt x="3048" y="2001012"/>
                  </a:lnTo>
                  <a:lnTo>
                    <a:pt x="7619" y="2001012"/>
                  </a:lnTo>
                  <a:lnTo>
                    <a:pt x="10667" y="2004059"/>
                  </a:lnTo>
                  <a:lnTo>
                    <a:pt x="10667" y="2008632"/>
                  </a:lnTo>
                  <a:lnTo>
                    <a:pt x="7619" y="2011680"/>
                  </a:lnTo>
                  <a:close/>
                </a:path>
                <a:path w="10795" h="2735579">
                  <a:moveTo>
                    <a:pt x="7619" y="2029968"/>
                  </a:moveTo>
                  <a:lnTo>
                    <a:pt x="3048" y="2029968"/>
                  </a:lnTo>
                  <a:lnTo>
                    <a:pt x="0" y="2028444"/>
                  </a:lnTo>
                  <a:lnTo>
                    <a:pt x="0" y="2022348"/>
                  </a:lnTo>
                  <a:lnTo>
                    <a:pt x="3048" y="2020823"/>
                  </a:lnTo>
                  <a:lnTo>
                    <a:pt x="7619" y="2020823"/>
                  </a:lnTo>
                  <a:lnTo>
                    <a:pt x="10667" y="2022348"/>
                  </a:lnTo>
                  <a:lnTo>
                    <a:pt x="10667" y="2028444"/>
                  </a:lnTo>
                  <a:lnTo>
                    <a:pt x="7619" y="2029968"/>
                  </a:lnTo>
                  <a:close/>
                </a:path>
                <a:path w="10795" h="2735579">
                  <a:moveTo>
                    <a:pt x="7619" y="2049780"/>
                  </a:moveTo>
                  <a:lnTo>
                    <a:pt x="3048" y="2049780"/>
                  </a:lnTo>
                  <a:lnTo>
                    <a:pt x="0" y="2046732"/>
                  </a:lnTo>
                  <a:lnTo>
                    <a:pt x="0" y="2042159"/>
                  </a:lnTo>
                  <a:lnTo>
                    <a:pt x="3048" y="2040635"/>
                  </a:lnTo>
                  <a:lnTo>
                    <a:pt x="7619" y="2040635"/>
                  </a:lnTo>
                  <a:lnTo>
                    <a:pt x="10667" y="2042159"/>
                  </a:lnTo>
                  <a:lnTo>
                    <a:pt x="10667" y="2046732"/>
                  </a:lnTo>
                  <a:lnTo>
                    <a:pt x="7619" y="2049780"/>
                  </a:lnTo>
                  <a:close/>
                </a:path>
                <a:path w="10795" h="2735579">
                  <a:moveTo>
                    <a:pt x="7619" y="2068068"/>
                  </a:moveTo>
                  <a:lnTo>
                    <a:pt x="3048" y="2068068"/>
                  </a:lnTo>
                  <a:lnTo>
                    <a:pt x="0" y="2066544"/>
                  </a:lnTo>
                  <a:lnTo>
                    <a:pt x="0" y="2060448"/>
                  </a:lnTo>
                  <a:lnTo>
                    <a:pt x="3048" y="2058923"/>
                  </a:lnTo>
                  <a:lnTo>
                    <a:pt x="7619" y="2058923"/>
                  </a:lnTo>
                  <a:lnTo>
                    <a:pt x="10667" y="2060448"/>
                  </a:lnTo>
                  <a:lnTo>
                    <a:pt x="10667" y="2066544"/>
                  </a:lnTo>
                  <a:lnTo>
                    <a:pt x="7619" y="2068068"/>
                  </a:lnTo>
                  <a:close/>
                </a:path>
                <a:path w="10795" h="2735579">
                  <a:moveTo>
                    <a:pt x="7619" y="2087880"/>
                  </a:moveTo>
                  <a:lnTo>
                    <a:pt x="3048" y="2087880"/>
                  </a:lnTo>
                  <a:lnTo>
                    <a:pt x="0" y="2084832"/>
                  </a:lnTo>
                  <a:lnTo>
                    <a:pt x="0" y="2080259"/>
                  </a:lnTo>
                  <a:lnTo>
                    <a:pt x="3048" y="2078735"/>
                  </a:lnTo>
                  <a:lnTo>
                    <a:pt x="7619" y="2078735"/>
                  </a:lnTo>
                  <a:lnTo>
                    <a:pt x="10667" y="2080259"/>
                  </a:lnTo>
                  <a:lnTo>
                    <a:pt x="10667" y="2084832"/>
                  </a:lnTo>
                  <a:lnTo>
                    <a:pt x="7619" y="2087880"/>
                  </a:lnTo>
                  <a:close/>
                </a:path>
                <a:path w="10795" h="2735579">
                  <a:moveTo>
                    <a:pt x="7619" y="2106168"/>
                  </a:moveTo>
                  <a:lnTo>
                    <a:pt x="3048" y="2106168"/>
                  </a:lnTo>
                  <a:lnTo>
                    <a:pt x="0" y="2104644"/>
                  </a:lnTo>
                  <a:lnTo>
                    <a:pt x="0" y="2098548"/>
                  </a:lnTo>
                  <a:lnTo>
                    <a:pt x="3048" y="2097023"/>
                  </a:lnTo>
                  <a:lnTo>
                    <a:pt x="7619" y="2097023"/>
                  </a:lnTo>
                  <a:lnTo>
                    <a:pt x="10667" y="2098548"/>
                  </a:lnTo>
                  <a:lnTo>
                    <a:pt x="10667" y="2104644"/>
                  </a:lnTo>
                  <a:lnTo>
                    <a:pt x="7619" y="2106168"/>
                  </a:lnTo>
                  <a:close/>
                </a:path>
                <a:path w="10795" h="2735579">
                  <a:moveTo>
                    <a:pt x="7619" y="2125980"/>
                  </a:moveTo>
                  <a:lnTo>
                    <a:pt x="3048" y="2125980"/>
                  </a:lnTo>
                  <a:lnTo>
                    <a:pt x="0" y="2122932"/>
                  </a:lnTo>
                  <a:lnTo>
                    <a:pt x="0" y="2118359"/>
                  </a:lnTo>
                  <a:lnTo>
                    <a:pt x="3048" y="2116835"/>
                  </a:lnTo>
                  <a:lnTo>
                    <a:pt x="7619" y="2116835"/>
                  </a:lnTo>
                  <a:lnTo>
                    <a:pt x="10667" y="2118359"/>
                  </a:lnTo>
                  <a:lnTo>
                    <a:pt x="10667" y="2122932"/>
                  </a:lnTo>
                  <a:lnTo>
                    <a:pt x="7619" y="2125980"/>
                  </a:lnTo>
                  <a:close/>
                </a:path>
                <a:path w="10795" h="2735579">
                  <a:moveTo>
                    <a:pt x="7619" y="2144268"/>
                  </a:moveTo>
                  <a:lnTo>
                    <a:pt x="3048" y="2144268"/>
                  </a:lnTo>
                  <a:lnTo>
                    <a:pt x="0" y="2142744"/>
                  </a:lnTo>
                  <a:lnTo>
                    <a:pt x="0" y="2136648"/>
                  </a:lnTo>
                  <a:lnTo>
                    <a:pt x="3048" y="2135123"/>
                  </a:lnTo>
                  <a:lnTo>
                    <a:pt x="7619" y="2135123"/>
                  </a:lnTo>
                  <a:lnTo>
                    <a:pt x="10667" y="2136648"/>
                  </a:lnTo>
                  <a:lnTo>
                    <a:pt x="10667" y="2142744"/>
                  </a:lnTo>
                  <a:lnTo>
                    <a:pt x="7619" y="2144268"/>
                  </a:lnTo>
                  <a:close/>
                </a:path>
                <a:path w="10795" h="2735579">
                  <a:moveTo>
                    <a:pt x="7619" y="2164080"/>
                  </a:moveTo>
                  <a:lnTo>
                    <a:pt x="3048" y="2164080"/>
                  </a:lnTo>
                  <a:lnTo>
                    <a:pt x="0" y="2161032"/>
                  </a:lnTo>
                  <a:lnTo>
                    <a:pt x="0" y="2156459"/>
                  </a:lnTo>
                  <a:lnTo>
                    <a:pt x="3048" y="2154935"/>
                  </a:lnTo>
                  <a:lnTo>
                    <a:pt x="7619" y="2154935"/>
                  </a:lnTo>
                  <a:lnTo>
                    <a:pt x="10667" y="2156459"/>
                  </a:lnTo>
                  <a:lnTo>
                    <a:pt x="10667" y="2161032"/>
                  </a:lnTo>
                  <a:lnTo>
                    <a:pt x="7619" y="2164080"/>
                  </a:lnTo>
                  <a:close/>
                </a:path>
                <a:path w="10795" h="2735579">
                  <a:moveTo>
                    <a:pt x="7619" y="2182368"/>
                  </a:moveTo>
                  <a:lnTo>
                    <a:pt x="3048" y="2182368"/>
                  </a:lnTo>
                  <a:lnTo>
                    <a:pt x="0" y="2180844"/>
                  </a:lnTo>
                  <a:lnTo>
                    <a:pt x="0" y="2174748"/>
                  </a:lnTo>
                  <a:lnTo>
                    <a:pt x="3048" y="2173223"/>
                  </a:lnTo>
                  <a:lnTo>
                    <a:pt x="7619" y="2173223"/>
                  </a:lnTo>
                  <a:lnTo>
                    <a:pt x="10667" y="2174748"/>
                  </a:lnTo>
                  <a:lnTo>
                    <a:pt x="10667" y="2180844"/>
                  </a:lnTo>
                  <a:lnTo>
                    <a:pt x="7619" y="2182368"/>
                  </a:lnTo>
                  <a:close/>
                </a:path>
                <a:path w="10795" h="2735579">
                  <a:moveTo>
                    <a:pt x="7619" y="2202180"/>
                  </a:moveTo>
                  <a:lnTo>
                    <a:pt x="3048" y="2202180"/>
                  </a:lnTo>
                  <a:lnTo>
                    <a:pt x="0" y="2199132"/>
                  </a:lnTo>
                  <a:lnTo>
                    <a:pt x="0" y="2194559"/>
                  </a:lnTo>
                  <a:lnTo>
                    <a:pt x="3048" y="2193035"/>
                  </a:lnTo>
                  <a:lnTo>
                    <a:pt x="7619" y="2193035"/>
                  </a:lnTo>
                  <a:lnTo>
                    <a:pt x="10667" y="2194559"/>
                  </a:lnTo>
                  <a:lnTo>
                    <a:pt x="10667" y="2199132"/>
                  </a:lnTo>
                  <a:lnTo>
                    <a:pt x="7619" y="2202180"/>
                  </a:lnTo>
                  <a:close/>
                </a:path>
                <a:path w="10795" h="2735579">
                  <a:moveTo>
                    <a:pt x="7619" y="2220468"/>
                  </a:moveTo>
                  <a:lnTo>
                    <a:pt x="3048" y="2220468"/>
                  </a:lnTo>
                  <a:lnTo>
                    <a:pt x="0" y="2218944"/>
                  </a:lnTo>
                  <a:lnTo>
                    <a:pt x="0" y="2212848"/>
                  </a:lnTo>
                  <a:lnTo>
                    <a:pt x="3048" y="2211323"/>
                  </a:lnTo>
                  <a:lnTo>
                    <a:pt x="7619" y="2211323"/>
                  </a:lnTo>
                  <a:lnTo>
                    <a:pt x="10667" y="2212848"/>
                  </a:lnTo>
                  <a:lnTo>
                    <a:pt x="10667" y="2218944"/>
                  </a:lnTo>
                  <a:lnTo>
                    <a:pt x="7619" y="2220468"/>
                  </a:lnTo>
                  <a:close/>
                </a:path>
                <a:path w="10795" h="2735579">
                  <a:moveTo>
                    <a:pt x="7619" y="2240280"/>
                  </a:moveTo>
                  <a:lnTo>
                    <a:pt x="3048" y="2240280"/>
                  </a:lnTo>
                  <a:lnTo>
                    <a:pt x="0" y="2237232"/>
                  </a:lnTo>
                  <a:lnTo>
                    <a:pt x="0" y="2232659"/>
                  </a:lnTo>
                  <a:lnTo>
                    <a:pt x="3048" y="2231135"/>
                  </a:lnTo>
                  <a:lnTo>
                    <a:pt x="7619" y="2231135"/>
                  </a:lnTo>
                  <a:lnTo>
                    <a:pt x="10667" y="2232659"/>
                  </a:lnTo>
                  <a:lnTo>
                    <a:pt x="10667" y="2237232"/>
                  </a:lnTo>
                  <a:lnTo>
                    <a:pt x="7619" y="2240280"/>
                  </a:lnTo>
                  <a:close/>
                </a:path>
                <a:path w="10795" h="2735579">
                  <a:moveTo>
                    <a:pt x="7619" y="2258568"/>
                  </a:moveTo>
                  <a:lnTo>
                    <a:pt x="3048" y="2258568"/>
                  </a:lnTo>
                  <a:lnTo>
                    <a:pt x="0" y="2257044"/>
                  </a:lnTo>
                  <a:lnTo>
                    <a:pt x="0" y="2250948"/>
                  </a:lnTo>
                  <a:lnTo>
                    <a:pt x="3048" y="2249423"/>
                  </a:lnTo>
                  <a:lnTo>
                    <a:pt x="7619" y="2249423"/>
                  </a:lnTo>
                  <a:lnTo>
                    <a:pt x="10667" y="2250948"/>
                  </a:lnTo>
                  <a:lnTo>
                    <a:pt x="10667" y="2257044"/>
                  </a:lnTo>
                  <a:lnTo>
                    <a:pt x="7619" y="2258568"/>
                  </a:lnTo>
                  <a:close/>
                </a:path>
                <a:path w="10795" h="2735579">
                  <a:moveTo>
                    <a:pt x="7619" y="2278380"/>
                  </a:moveTo>
                  <a:lnTo>
                    <a:pt x="3048" y="2278380"/>
                  </a:lnTo>
                  <a:lnTo>
                    <a:pt x="0" y="2275332"/>
                  </a:lnTo>
                  <a:lnTo>
                    <a:pt x="0" y="2270759"/>
                  </a:lnTo>
                  <a:lnTo>
                    <a:pt x="3048" y="2269235"/>
                  </a:lnTo>
                  <a:lnTo>
                    <a:pt x="7619" y="2269235"/>
                  </a:lnTo>
                  <a:lnTo>
                    <a:pt x="10667" y="2270759"/>
                  </a:lnTo>
                  <a:lnTo>
                    <a:pt x="10667" y="2275332"/>
                  </a:lnTo>
                  <a:lnTo>
                    <a:pt x="7619" y="2278380"/>
                  </a:lnTo>
                  <a:close/>
                </a:path>
                <a:path w="10795" h="2735579">
                  <a:moveTo>
                    <a:pt x="7619" y="2296668"/>
                  </a:moveTo>
                  <a:lnTo>
                    <a:pt x="3048" y="2296668"/>
                  </a:lnTo>
                  <a:lnTo>
                    <a:pt x="0" y="2295144"/>
                  </a:lnTo>
                  <a:lnTo>
                    <a:pt x="0" y="2289048"/>
                  </a:lnTo>
                  <a:lnTo>
                    <a:pt x="3048" y="2287523"/>
                  </a:lnTo>
                  <a:lnTo>
                    <a:pt x="7619" y="2287523"/>
                  </a:lnTo>
                  <a:lnTo>
                    <a:pt x="10667" y="2289048"/>
                  </a:lnTo>
                  <a:lnTo>
                    <a:pt x="10667" y="2295144"/>
                  </a:lnTo>
                  <a:lnTo>
                    <a:pt x="7619" y="2296668"/>
                  </a:lnTo>
                  <a:close/>
                </a:path>
                <a:path w="10795" h="2735579">
                  <a:moveTo>
                    <a:pt x="7619" y="2316480"/>
                  </a:moveTo>
                  <a:lnTo>
                    <a:pt x="3048" y="2316480"/>
                  </a:lnTo>
                  <a:lnTo>
                    <a:pt x="0" y="2313432"/>
                  </a:lnTo>
                  <a:lnTo>
                    <a:pt x="0" y="2308859"/>
                  </a:lnTo>
                  <a:lnTo>
                    <a:pt x="3048" y="2307335"/>
                  </a:lnTo>
                  <a:lnTo>
                    <a:pt x="7619" y="2307335"/>
                  </a:lnTo>
                  <a:lnTo>
                    <a:pt x="10667" y="2308859"/>
                  </a:lnTo>
                  <a:lnTo>
                    <a:pt x="10667" y="2313432"/>
                  </a:lnTo>
                  <a:lnTo>
                    <a:pt x="7619" y="2316480"/>
                  </a:lnTo>
                  <a:close/>
                </a:path>
                <a:path w="10795" h="2735579">
                  <a:moveTo>
                    <a:pt x="7619" y="2334768"/>
                  </a:moveTo>
                  <a:lnTo>
                    <a:pt x="3048" y="2334768"/>
                  </a:lnTo>
                  <a:lnTo>
                    <a:pt x="0" y="2333244"/>
                  </a:lnTo>
                  <a:lnTo>
                    <a:pt x="0" y="2328671"/>
                  </a:lnTo>
                  <a:lnTo>
                    <a:pt x="3048" y="2325623"/>
                  </a:lnTo>
                  <a:lnTo>
                    <a:pt x="7619" y="2325623"/>
                  </a:lnTo>
                  <a:lnTo>
                    <a:pt x="10667" y="2328671"/>
                  </a:lnTo>
                  <a:lnTo>
                    <a:pt x="10667" y="2333244"/>
                  </a:lnTo>
                  <a:lnTo>
                    <a:pt x="7619" y="2334768"/>
                  </a:lnTo>
                  <a:close/>
                </a:path>
                <a:path w="10795" h="2735579">
                  <a:moveTo>
                    <a:pt x="7619" y="2354580"/>
                  </a:moveTo>
                  <a:lnTo>
                    <a:pt x="3048" y="2354580"/>
                  </a:lnTo>
                  <a:lnTo>
                    <a:pt x="0" y="2351532"/>
                  </a:lnTo>
                  <a:lnTo>
                    <a:pt x="0" y="2346959"/>
                  </a:lnTo>
                  <a:lnTo>
                    <a:pt x="3048" y="2345435"/>
                  </a:lnTo>
                  <a:lnTo>
                    <a:pt x="7619" y="2345435"/>
                  </a:lnTo>
                  <a:lnTo>
                    <a:pt x="10667" y="2346959"/>
                  </a:lnTo>
                  <a:lnTo>
                    <a:pt x="10667" y="2351532"/>
                  </a:lnTo>
                  <a:lnTo>
                    <a:pt x="7619" y="2354580"/>
                  </a:lnTo>
                  <a:close/>
                </a:path>
                <a:path w="10795" h="2735579">
                  <a:moveTo>
                    <a:pt x="7619" y="2372868"/>
                  </a:moveTo>
                  <a:lnTo>
                    <a:pt x="3048" y="2372868"/>
                  </a:lnTo>
                  <a:lnTo>
                    <a:pt x="0" y="2371344"/>
                  </a:lnTo>
                  <a:lnTo>
                    <a:pt x="0" y="2366771"/>
                  </a:lnTo>
                  <a:lnTo>
                    <a:pt x="3048" y="2363723"/>
                  </a:lnTo>
                  <a:lnTo>
                    <a:pt x="7619" y="2363723"/>
                  </a:lnTo>
                  <a:lnTo>
                    <a:pt x="10667" y="2366771"/>
                  </a:lnTo>
                  <a:lnTo>
                    <a:pt x="10667" y="2371344"/>
                  </a:lnTo>
                  <a:lnTo>
                    <a:pt x="7619" y="2372868"/>
                  </a:lnTo>
                  <a:close/>
                </a:path>
                <a:path w="10795" h="2735579">
                  <a:moveTo>
                    <a:pt x="7619" y="2392680"/>
                  </a:moveTo>
                  <a:lnTo>
                    <a:pt x="3048" y="2392680"/>
                  </a:lnTo>
                  <a:lnTo>
                    <a:pt x="0" y="2389632"/>
                  </a:lnTo>
                  <a:lnTo>
                    <a:pt x="0" y="2385059"/>
                  </a:lnTo>
                  <a:lnTo>
                    <a:pt x="3048" y="2383535"/>
                  </a:lnTo>
                  <a:lnTo>
                    <a:pt x="7619" y="2383535"/>
                  </a:lnTo>
                  <a:lnTo>
                    <a:pt x="10667" y="2385059"/>
                  </a:lnTo>
                  <a:lnTo>
                    <a:pt x="10667" y="2389632"/>
                  </a:lnTo>
                  <a:lnTo>
                    <a:pt x="7619" y="2392680"/>
                  </a:lnTo>
                  <a:close/>
                </a:path>
                <a:path w="10795" h="2735579">
                  <a:moveTo>
                    <a:pt x="7619" y="2410968"/>
                  </a:moveTo>
                  <a:lnTo>
                    <a:pt x="3048" y="2410968"/>
                  </a:lnTo>
                  <a:lnTo>
                    <a:pt x="0" y="2409444"/>
                  </a:lnTo>
                  <a:lnTo>
                    <a:pt x="0" y="2404871"/>
                  </a:lnTo>
                  <a:lnTo>
                    <a:pt x="3048" y="2401823"/>
                  </a:lnTo>
                  <a:lnTo>
                    <a:pt x="7619" y="2401823"/>
                  </a:lnTo>
                  <a:lnTo>
                    <a:pt x="10667" y="2404871"/>
                  </a:lnTo>
                  <a:lnTo>
                    <a:pt x="10667" y="2409444"/>
                  </a:lnTo>
                  <a:lnTo>
                    <a:pt x="7619" y="2410968"/>
                  </a:lnTo>
                  <a:close/>
                </a:path>
                <a:path w="10795" h="2735579">
                  <a:moveTo>
                    <a:pt x="7619" y="2430780"/>
                  </a:moveTo>
                  <a:lnTo>
                    <a:pt x="3048" y="2430780"/>
                  </a:lnTo>
                  <a:lnTo>
                    <a:pt x="0" y="2427732"/>
                  </a:lnTo>
                  <a:lnTo>
                    <a:pt x="0" y="2423159"/>
                  </a:lnTo>
                  <a:lnTo>
                    <a:pt x="3048" y="2421635"/>
                  </a:lnTo>
                  <a:lnTo>
                    <a:pt x="7619" y="2421635"/>
                  </a:lnTo>
                  <a:lnTo>
                    <a:pt x="10667" y="2423159"/>
                  </a:lnTo>
                  <a:lnTo>
                    <a:pt x="10667" y="2427732"/>
                  </a:lnTo>
                  <a:lnTo>
                    <a:pt x="7619" y="2430780"/>
                  </a:lnTo>
                  <a:close/>
                </a:path>
                <a:path w="10795" h="2735579">
                  <a:moveTo>
                    <a:pt x="7619" y="2449068"/>
                  </a:moveTo>
                  <a:lnTo>
                    <a:pt x="3048" y="2449068"/>
                  </a:lnTo>
                  <a:lnTo>
                    <a:pt x="0" y="2447544"/>
                  </a:lnTo>
                  <a:lnTo>
                    <a:pt x="0" y="2442971"/>
                  </a:lnTo>
                  <a:lnTo>
                    <a:pt x="3048" y="2439923"/>
                  </a:lnTo>
                  <a:lnTo>
                    <a:pt x="7619" y="2439923"/>
                  </a:lnTo>
                  <a:lnTo>
                    <a:pt x="10667" y="2442971"/>
                  </a:lnTo>
                  <a:lnTo>
                    <a:pt x="10667" y="2447544"/>
                  </a:lnTo>
                  <a:lnTo>
                    <a:pt x="7619" y="2449068"/>
                  </a:lnTo>
                  <a:close/>
                </a:path>
                <a:path w="10795" h="2735579">
                  <a:moveTo>
                    <a:pt x="7619" y="2468880"/>
                  </a:moveTo>
                  <a:lnTo>
                    <a:pt x="3048" y="2468880"/>
                  </a:lnTo>
                  <a:lnTo>
                    <a:pt x="0" y="2467355"/>
                  </a:lnTo>
                  <a:lnTo>
                    <a:pt x="0" y="2461259"/>
                  </a:lnTo>
                  <a:lnTo>
                    <a:pt x="3048" y="2459735"/>
                  </a:lnTo>
                  <a:lnTo>
                    <a:pt x="7619" y="2459735"/>
                  </a:lnTo>
                  <a:lnTo>
                    <a:pt x="10667" y="2461259"/>
                  </a:lnTo>
                  <a:lnTo>
                    <a:pt x="10667" y="2467355"/>
                  </a:lnTo>
                  <a:lnTo>
                    <a:pt x="7619" y="2468880"/>
                  </a:lnTo>
                  <a:close/>
                </a:path>
                <a:path w="10795" h="2735579">
                  <a:moveTo>
                    <a:pt x="7619" y="2487168"/>
                  </a:moveTo>
                  <a:lnTo>
                    <a:pt x="3048" y="2487168"/>
                  </a:lnTo>
                  <a:lnTo>
                    <a:pt x="0" y="2485644"/>
                  </a:lnTo>
                  <a:lnTo>
                    <a:pt x="0" y="2481071"/>
                  </a:lnTo>
                  <a:lnTo>
                    <a:pt x="3048" y="2478023"/>
                  </a:lnTo>
                  <a:lnTo>
                    <a:pt x="7619" y="2478023"/>
                  </a:lnTo>
                  <a:lnTo>
                    <a:pt x="10667" y="2481071"/>
                  </a:lnTo>
                  <a:lnTo>
                    <a:pt x="10667" y="2485644"/>
                  </a:lnTo>
                  <a:lnTo>
                    <a:pt x="7619" y="2487168"/>
                  </a:lnTo>
                  <a:close/>
                </a:path>
                <a:path w="10795" h="2735579">
                  <a:moveTo>
                    <a:pt x="7619" y="2506980"/>
                  </a:moveTo>
                  <a:lnTo>
                    <a:pt x="3048" y="2506980"/>
                  </a:lnTo>
                  <a:lnTo>
                    <a:pt x="0" y="2505455"/>
                  </a:lnTo>
                  <a:lnTo>
                    <a:pt x="0" y="2499359"/>
                  </a:lnTo>
                  <a:lnTo>
                    <a:pt x="3048" y="2497835"/>
                  </a:lnTo>
                  <a:lnTo>
                    <a:pt x="7619" y="2497835"/>
                  </a:lnTo>
                  <a:lnTo>
                    <a:pt x="10667" y="2499359"/>
                  </a:lnTo>
                  <a:lnTo>
                    <a:pt x="10667" y="2505455"/>
                  </a:lnTo>
                  <a:lnTo>
                    <a:pt x="7619" y="2506980"/>
                  </a:lnTo>
                  <a:close/>
                </a:path>
                <a:path w="10795" h="2735579">
                  <a:moveTo>
                    <a:pt x="7619" y="2525268"/>
                  </a:moveTo>
                  <a:lnTo>
                    <a:pt x="3048" y="2525268"/>
                  </a:lnTo>
                  <a:lnTo>
                    <a:pt x="0" y="2523744"/>
                  </a:lnTo>
                  <a:lnTo>
                    <a:pt x="0" y="2519171"/>
                  </a:lnTo>
                  <a:lnTo>
                    <a:pt x="3048" y="2516123"/>
                  </a:lnTo>
                  <a:lnTo>
                    <a:pt x="7619" y="2516123"/>
                  </a:lnTo>
                  <a:lnTo>
                    <a:pt x="10667" y="2519171"/>
                  </a:lnTo>
                  <a:lnTo>
                    <a:pt x="10667" y="2523744"/>
                  </a:lnTo>
                  <a:lnTo>
                    <a:pt x="7619" y="2525268"/>
                  </a:lnTo>
                  <a:close/>
                </a:path>
                <a:path w="10795" h="2735579">
                  <a:moveTo>
                    <a:pt x="7619" y="2545080"/>
                  </a:moveTo>
                  <a:lnTo>
                    <a:pt x="3048" y="2545080"/>
                  </a:lnTo>
                  <a:lnTo>
                    <a:pt x="0" y="2543555"/>
                  </a:lnTo>
                  <a:lnTo>
                    <a:pt x="0" y="2537459"/>
                  </a:lnTo>
                  <a:lnTo>
                    <a:pt x="3048" y="2535935"/>
                  </a:lnTo>
                  <a:lnTo>
                    <a:pt x="7619" y="2535935"/>
                  </a:lnTo>
                  <a:lnTo>
                    <a:pt x="10667" y="2537459"/>
                  </a:lnTo>
                  <a:lnTo>
                    <a:pt x="10667" y="2543555"/>
                  </a:lnTo>
                  <a:lnTo>
                    <a:pt x="7619" y="2545080"/>
                  </a:lnTo>
                  <a:close/>
                </a:path>
                <a:path w="10795" h="2735579">
                  <a:moveTo>
                    <a:pt x="7619" y="2563368"/>
                  </a:moveTo>
                  <a:lnTo>
                    <a:pt x="3048" y="2563368"/>
                  </a:lnTo>
                  <a:lnTo>
                    <a:pt x="0" y="2561844"/>
                  </a:lnTo>
                  <a:lnTo>
                    <a:pt x="0" y="2557271"/>
                  </a:lnTo>
                  <a:lnTo>
                    <a:pt x="3048" y="2554223"/>
                  </a:lnTo>
                  <a:lnTo>
                    <a:pt x="7619" y="2554223"/>
                  </a:lnTo>
                  <a:lnTo>
                    <a:pt x="10667" y="2557271"/>
                  </a:lnTo>
                  <a:lnTo>
                    <a:pt x="10667" y="2561844"/>
                  </a:lnTo>
                  <a:lnTo>
                    <a:pt x="7619" y="2563368"/>
                  </a:lnTo>
                  <a:close/>
                </a:path>
                <a:path w="10795" h="2735579">
                  <a:moveTo>
                    <a:pt x="7619" y="2583180"/>
                  </a:moveTo>
                  <a:lnTo>
                    <a:pt x="3048" y="2583180"/>
                  </a:lnTo>
                  <a:lnTo>
                    <a:pt x="0" y="2581655"/>
                  </a:lnTo>
                  <a:lnTo>
                    <a:pt x="0" y="2575559"/>
                  </a:lnTo>
                  <a:lnTo>
                    <a:pt x="3048" y="2574035"/>
                  </a:lnTo>
                  <a:lnTo>
                    <a:pt x="7619" y="2574035"/>
                  </a:lnTo>
                  <a:lnTo>
                    <a:pt x="10667" y="2575559"/>
                  </a:lnTo>
                  <a:lnTo>
                    <a:pt x="10667" y="2581655"/>
                  </a:lnTo>
                  <a:lnTo>
                    <a:pt x="7619" y="2583180"/>
                  </a:lnTo>
                  <a:close/>
                </a:path>
                <a:path w="10795" h="2735579">
                  <a:moveTo>
                    <a:pt x="7619" y="2601468"/>
                  </a:moveTo>
                  <a:lnTo>
                    <a:pt x="3048" y="2601468"/>
                  </a:lnTo>
                  <a:lnTo>
                    <a:pt x="0" y="2599944"/>
                  </a:lnTo>
                  <a:lnTo>
                    <a:pt x="0" y="2595371"/>
                  </a:lnTo>
                  <a:lnTo>
                    <a:pt x="3048" y="2592323"/>
                  </a:lnTo>
                  <a:lnTo>
                    <a:pt x="7619" y="2592323"/>
                  </a:lnTo>
                  <a:lnTo>
                    <a:pt x="10667" y="2595371"/>
                  </a:lnTo>
                  <a:lnTo>
                    <a:pt x="10667" y="2599944"/>
                  </a:lnTo>
                  <a:lnTo>
                    <a:pt x="7619" y="2601468"/>
                  </a:lnTo>
                  <a:close/>
                </a:path>
                <a:path w="10795" h="2735579">
                  <a:moveTo>
                    <a:pt x="7619" y="2621280"/>
                  </a:moveTo>
                  <a:lnTo>
                    <a:pt x="3048" y="2621280"/>
                  </a:lnTo>
                  <a:lnTo>
                    <a:pt x="0" y="2619755"/>
                  </a:lnTo>
                  <a:lnTo>
                    <a:pt x="0" y="2613659"/>
                  </a:lnTo>
                  <a:lnTo>
                    <a:pt x="3048" y="2612135"/>
                  </a:lnTo>
                  <a:lnTo>
                    <a:pt x="7619" y="2612135"/>
                  </a:lnTo>
                  <a:lnTo>
                    <a:pt x="10667" y="2613659"/>
                  </a:lnTo>
                  <a:lnTo>
                    <a:pt x="10667" y="2619755"/>
                  </a:lnTo>
                  <a:lnTo>
                    <a:pt x="7619" y="2621280"/>
                  </a:lnTo>
                  <a:close/>
                </a:path>
                <a:path w="10795" h="2735579">
                  <a:moveTo>
                    <a:pt x="7619" y="2639568"/>
                  </a:moveTo>
                  <a:lnTo>
                    <a:pt x="3048" y="2639568"/>
                  </a:lnTo>
                  <a:lnTo>
                    <a:pt x="0" y="2638044"/>
                  </a:lnTo>
                  <a:lnTo>
                    <a:pt x="0" y="2633471"/>
                  </a:lnTo>
                  <a:lnTo>
                    <a:pt x="3048" y="2630423"/>
                  </a:lnTo>
                  <a:lnTo>
                    <a:pt x="7619" y="2630423"/>
                  </a:lnTo>
                  <a:lnTo>
                    <a:pt x="10667" y="2633471"/>
                  </a:lnTo>
                  <a:lnTo>
                    <a:pt x="10667" y="2638044"/>
                  </a:lnTo>
                  <a:lnTo>
                    <a:pt x="7619" y="2639568"/>
                  </a:lnTo>
                  <a:close/>
                </a:path>
                <a:path w="10795" h="2735579">
                  <a:moveTo>
                    <a:pt x="7619" y="2659380"/>
                  </a:moveTo>
                  <a:lnTo>
                    <a:pt x="3048" y="2659380"/>
                  </a:lnTo>
                  <a:lnTo>
                    <a:pt x="0" y="2657855"/>
                  </a:lnTo>
                  <a:lnTo>
                    <a:pt x="0" y="2651759"/>
                  </a:lnTo>
                  <a:lnTo>
                    <a:pt x="3048" y="2650235"/>
                  </a:lnTo>
                  <a:lnTo>
                    <a:pt x="7619" y="2650235"/>
                  </a:lnTo>
                  <a:lnTo>
                    <a:pt x="10667" y="2651759"/>
                  </a:lnTo>
                  <a:lnTo>
                    <a:pt x="10667" y="2657855"/>
                  </a:lnTo>
                  <a:lnTo>
                    <a:pt x="7619" y="2659380"/>
                  </a:lnTo>
                  <a:close/>
                </a:path>
                <a:path w="10795" h="2735579">
                  <a:moveTo>
                    <a:pt x="7619" y="2677668"/>
                  </a:moveTo>
                  <a:lnTo>
                    <a:pt x="3048" y="2677668"/>
                  </a:lnTo>
                  <a:lnTo>
                    <a:pt x="0" y="2676144"/>
                  </a:lnTo>
                  <a:lnTo>
                    <a:pt x="0" y="2671571"/>
                  </a:lnTo>
                  <a:lnTo>
                    <a:pt x="3048" y="2668523"/>
                  </a:lnTo>
                  <a:lnTo>
                    <a:pt x="7619" y="2668523"/>
                  </a:lnTo>
                  <a:lnTo>
                    <a:pt x="10667" y="2671571"/>
                  </a:lnTo>
                  <a:lnTo>
                    <a:pt x="10667" y="2676144"/>
                  </a:lnTo>
                  <a:lnTo>
                    <a:pt x="7619" y="2677668"/>
                  </a:lnTo>
                  <a:close/>
                </a:path>
                <a:path w="10795" h="2735579">
                  <a:moveTo>
                    <a:pt x="7619" y="2697480"/>
                  </a:moveTo>
                  <a:lnTo>
                    <a:pt x="3048" y="2697480"/>
                  </a:lnTo>
                  <a:lnTo>
                    <a:pt x="0" y="2695955"/>
                  </a:lnTo>
                  <a:lnTo>
                    <a:pt x="0" y="2689859"/>
                  </a:lnTo>
                  <a:lnTo>
                    <a:pt x="3048" y="2688335"/>
                  </a:lnTo>
                  <a:lnTo>
                    <a:pt x="7619" y="2688335"/>
                  </a:lnTo>
                  <a:lnTo>
                    <a:pt x="10667" y="2689859"/>
                  </a:lnTo>
                  <a:lnTo>
                    <a:pt x="10667" y="2695955"/>
                  </a:lnTo>
                  <a:lnTo>
                    <a:pt x="7619" y="2697480"/>
                  </a:lnTo>
                  <a:close/>
                </a:path>
                <a:path w="10795" h="2735579">
                  <a:moveTo>
                    <a:pt x="7619" y="2715768"/>
                  </a:moveTo>
                  <a:lnTo>
                    <a:pt x="3048" y="2715768"/>
                  </a:lnTo>
                  <a:lnTo>
                    <a:pt x="0" y="2714244"/>
                  </a:lnTo>
                  <a:lnTo>
                    <a:pt x="0" y="2709671"/>
                  </a:lnTo>
                  <a:lnTo>
                    <a:pt x="3048" y="2706623"/>
                  </a:lnTo>
                  <a:lnTo>
                    <a:pt x="7619" y="2706623"/>
                  </a:lnTo>
                  <a:lnTo>
                    <a:pt x="10667" y="2709671"/>
                  </a:lnTo>
                  <a:lnTo>
                    <a:pt x="10667" y="2714244"/>
                  </a:lnTo>
                  <a:lnTo>
                    <a:pt x="7619" y="2715768"/>
                  </a:lnTo>
                  <a:close/>
                </a:path>
                <a:path w="10795" h="2735579">
                  <a:moveTo>
                    <a:pt x="7619" y="2735580"/>
                  </a:moveTo>
                  <a:lnTo>
                    <a:pt x="3048" y="2735580"/>
                  </a:lnTo>
                  <a:lnTo>
                    <a:pt x="0" y="2734055"/>
                  </a:lnTo>
                  <a:lnTo>
                    <a:pt x="0" y="2727959"/>
                  </a:lnTo>
                  <a:lnTo>
                    <a:pt x="3048" y="2726435"/>
                  </a:lnTo>
                  <a:lnTo>
                    <a:pt x="7619" y="2726435"/>
                  </a:lnTo>
                  <a:lnTo>
                    <a:pt x="10667" y="2727959"/>
                  </a:lnTo>
                  <a:lnTo>
                    <a:pt x="10667" y="2734055"/>
                  </a:lnTo>
                  <a:lnTo>
                    <a:pt x="7619" y="273558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315"/>
              </a:lnSpc>
              <a:spcBef>
                <a:spcPts val="95"/>
              </a:spcBef>
            </a:pPr>
            <a:r>
              <a:rPr spc="-10" dirty="0"/>
              <a:t>17-</a:t>
            </a:r>
            <a:r>
              <a:rPr dirty="0"/>
              <a:t>4 </a:t>
            </a:r>
            <a:r>
              <a:rPr spc="-10" dirty="0"/>
              <a:t>Interference</a:t>
            </a:r>
          </a:p>
          <a:p>
            <a:pPr marL="12700">
              <a:lnSpc>
                <a:spcPts val="2315"/>
              </a:lnSpc>
            </a:pPr>
            <a:r>
              <a:rPr dirty="0">
                <a:solidFill>
                  <a:srgbClr val="E10000"/>
                </a:solidFill>
              </a:rPr>
              <a:t>Checkpoint</a:t>
            </a:r>
            <a:r>
              <a:rPr spc="-95" dirty="0">
                <a:solidFill>
                  <a:srgbClr val="E10000"/>
                </a:solidFill>
              </a:rPr>
              <a:t> </a:t>
            </a:r>
            <a:r>
              <a:rPr spc="-50" dirty="0">
                <a:solidFill>
                  <a:srgbClr val="E10000"/>
                </a:solidFill>
              </a:rPr>
              <a:t>2</a:t>
            </a:r>
          </a:p>
        </p:txBody>
      </p:sp>
      <p:sp>
        <p:nvSpPr>
          <p:cNvPr id="25" name="object 25"/>
          <p:cNvSpPr/>
          <p:nvPr/>
        </p:nvSpPr>
        <p:spPr>
          <a:xfrm>
            <a:off x="792479" y="370331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2852" y="6819900"/>
                </a:moveTo>
                <a:lnTo>
                  <a:pt x="3048" y="6819900"/>
                </a:lnTo>
                <a:lnTo>
                  <a:pt x="0" y="6816851"/>
                </a:lnTo>
                <a:lnTo>
                  <a:pt x="0" y="3048"/>
                </a:lnTo>
                <a:lnTo>
                  <a:pt x="3048" y="0"/>
                </a:lnTo>
                <a:lnTo>
                  <a:pt x="9102852" y="0"/>
                </a:lnTo>
                <a:lnTo>
                  <a:pt x="9105900" y="3048"/>
                </a:lnTo>
                <a:lnTo>
                  <a:pt x="9105900" y="6096"/>
                </a:ln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lnTo>
                  <a:pt x="12192" y="6807708"/>
                </a:lnTo>
                <a:lnTo>
                  <a:pt x="6096" y="6807708"/>
                </a:lnTo>
                <a:lnTo>
                  <a:pt x="12192" y="6813803"/>
                </a:lnTo>
                <a:lnTo>
                  <a:pt x="9105900" y="6813803"/>
                </a:lnTo>
                <a:lnTo>
                  <a:pt x="9105900" y="6816851"/>
                </a:lnTo>
                <a:lnTo>
                  <a:pt x="9102852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close/>
              </a:path>
              <a:path w="9105900" h="6819900">
                <a:moveTo>
                  <a:pt x="9093707" y="12192"/>
                </a:moveTo>
                <a:lnTo>
                  <a:pt x="12192" y="12192"/>
                </a:lnTo>
                <a:lnTo>
                  <a:pt x="12192" y="6096"/>
                </a:lnTo>
                <a:lnTo>
                  <a:pt x="9093707" y="6096"/>
                </a:lnTo>
                <a:lnTo>
                  <a:pt x="9093707" y="12192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9093707" y="6096"/>
                </a:lnTo>
                <a:lnTo>
                  <a:pt x="9099804" y="12192"/>
                </a:lnTo>
                <a:lnTo>
                  <a:pt x="9105900" y="12192"/>
                </a:lnTo>
                <a:lnTo>
                  <a:pt x="9105900" y="6807708"/>
                </a:lnTo>
                <a:lnTo>
                  <a:pt x="9099804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12192"/>
                </a:moveTo>
                <a:lnTo>
                  <a:pt x="9099804" y="12192"/>
                </a:lnTo>
                <a:lnTo>
                  <a:pt x="9093707" y="6096"/>
                </a:lnTo>
                <a:lnTo>
                  <a:pt x="9105900" y="6096"/>
                </a:lnTo>
                <a:lnTo>
                  <a:pt x="9105900" y="12192"/>
                </a:lnTo>
                <a:close/>
              </a:path>
              <a:path w="9105900" h="6819900">
                <a:moveTo>
                  <a:pt x="12192" y="6813803"/>
                </a:moveTo>
                <a:lnTo>
                  <a:pt x="6096" y="6807708"/>
                </a:lnTo>
                <a:lnTo>
                  <a:pt x="12192" y="6807708"/>
                </a:lnTo>
                <a:lnTo>
                  <a:pt x="12192" y="6813803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12192" y="6813803"/>
                </a:lnTo>
                <a:lnTo>
                  <a:pt x="12192" y="6807708"/>
                </a:lnTo>
                <a:lnTo>
                  <a:pt x="9093707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6813803"/>
                </a:moveTo>
                <a:lnTo>
                  <a:pt x="9093707" y="6813803"/>
                </a:lnTo>
                <a:lnTo>
                  <a:pt x="9099804" y="6807708"/>
                </a:lnTo>
                <a:lnTo>
                  <a:pt x="9105900" y="6807708"/>
                </a:lnTo>
                <a:lnTo>
                  <a:pt x="9105900" y="6813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031753" y="2394389"/>
            <a:ext cx="3695065" cy="224726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45"/>
              </a:spcBef>
            </a:pP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Solution</a:t>
            </a:r>
            <a:endParaRPr sz="2000">
              <a:latin typeface="Microsoft Sans Serif"/>
              <a:cs typeface="Microsoft Sans Serif"/>
            </a:endParaRPr>
          </a:p>
          <a:p>
            <a:pPr marL="609600" marR="379730" indent="-457200" algn="just">
              <a:lnSpc>
                <a:spcPct val="100000"/>
              </a:lnSpc>
              <a:spcBef>
                <a:spcPts val="350"/>
              </a:spcBef>
              <a:buFont typeface="Cambria"/>
              <a:buAutoNum type="alphaLcParenBoth"/>
              <a:tabLst>
                <a:tab pos="609600" algn="l"/>
              </a:tabLst>
            </a:pPr>
            <a:r>
              <a:rPr sz="2000" dirty="0">
                <a:latin typeface="Microsoft Sans Serif"/>
                <a:cs typeface="Microsoft Sans Serif"/>
              </a:rPr>
              <a:t>At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point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</a:t>
            </a:r>
            <a:r>
              <a:rPr sz="1950" baseline="-21367" dirty="0">
                <a:latin typeface="Microsoft Sans Serif"/>
                <a:cs typeface="Microsoft Sans Serif"/>
              </a:rPr>
              <a:t>1</a:t>
            </a:r>
            <a:r>
              <a:rPr sz="2000" dirty="0">
                <a:latin typeface="Microsoft Sans Serif"/>
                <a:cs typeface="Microsoft Sans Serif"/>
              </a:rPr>
              <a:t>,</a:t>
            </a:r>
            <a:r>
              <a:rPr sz="2000" spc="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Cambria"/>
                <a:cs typeface="Cambria"/>
              </a:rPr>
              <a:t>∆</a:t>
            </a:r>
            <a:r>
              <a:rPr sz="2000" dirty="0">
                <a:latin typeface="Microsoft Sans Serif"/>
                <a:cs typeface="Microsoft Sans Serif"/>
              </a:rPr>
              <a:t>L=L</a:t>
            </a:r>
            <a:r>
              <a:rPr sz="1950" baseline="-21367" dirty="0">
                <a:latin typeface="Microsoft Sans Serif"/>
                <a:cs typeface="Microsoft Sans Serif"/>
              </a:rPr>
              <a:t>2</a:t>
            </a:r>
            <a:r>
              <a:rPr sz="2000" dirty="0">
                <a:latin typeface="Microsoft Sans Serif"/>
                <a:cs typeface="Microsoft Sans Serif"/>
              </a:rPr>
              <a:t>-</a:t>
            </a:r>
            <a:r>
              <a:rPr sz="2000" spc="-20" dirty="0">
                <a:latin typeface="Microsoft Sans Serif"/>
                <a:cs typeface="Microsoft Sans Serif"/>
              </a:rPr>
              <a:t>L</a:t>
            </a:r>
            <a:r>
              <a:rPr sz="1950" spc="-30" baseline="-21367" dirty="0">
                <a:latin typeface="Microsoft Sans Serif"/>
                <a:cs typeface="Microsoft Sans Serif"/>
              </a:rPr>
              <a:t>1</a:t>
            </a:r>
            <a:r>
              <a:rPr sz="2000" spc="-20" dirty="0">
                <a:latin typeface="Microsoft Sans Serif"/>
                <a:cs typeface="Microsoft Sans Serif"/>
              </a:rPr>
              <a:t>=0.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interference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is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fully </a:t>
            </a:r>
            <a:r>
              <a:rPr sz="2000" dirty="0">
                <a:latin typeface="Microsoft Sans Serif"/>
                <a:cs typeface="Microsoft Sans Serif"/>
              </a:rPr>
              <a:t>constructive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at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P</a:t>
            </a:r>
            <a:r>
              <a:rPr sz="1950" spc="-37" baseline="-21367" dirty="0">
                <a:latin typeface="Microsoft Sans Serif"/>
                <a:cs typeface="Microsoft Sans Serif"/>
              </a:rPr>
              <a:t>1</a:t>
            </a:r>
            <a:r>
              <a:rPr sz="2000" spc="-25" dirty="0">
                <a:latin typeface="Microsoft Sans Serif"/>
                <a:cs typeface="Microsoft Sans Serif"/>
              </a:rPr>
              <a:t>.</a:t>
            </a:r>
            <a:endParaRPr sz="2000">
              <a:latin typeface="Microsoft Sans Serif"/>
              <a:cs typeface="Microsoft Sans Serif"/>
            </a:endParaRPr>
          </a:p>
          <a:p>
            <a:pPr marL="609600" marR="30480" indent="-457200">
              <a:lnSpc>
                <a:spcPct val="100000"/>
              </a:lnSpc>
              <a:buAutoNum type="alphaLcParenBoth"/>
              <a:tabLst>
                <a:tab pos="609600" algn="l"/>
              </a:tabLst>
            </a:pPr>
            <a:r>
              <a:rPr sz="2000" dirty="0">
                <a:latin typeface="Microsoft Sans Serif"/>
                <a:cs typeface="Microsoft Sans Serif"/>
              </a:rPr>
              <a:t>At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point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</a:t>
            </a:r>
            <a:r>
              <a:rPr sz="1950" baseline="-21367" dirty="0">
                <a:latin typeface="Microsoft Sans Serif"/>
                <a:cs typeface="Microsoft Sans Serif"/>
              </a:rPr>
              <a:t>2</a:t>
            </a:r>
            <a:r>
              <a:rPr sz="2000" dirty="0">
                <a:latin typeface="Microsoft Sans Serif"/>
                <a:cs typeface="Microsoft Sans Serif"/>
              </a:rPr>
              <a:t>,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Cambria"/>
                <a:cs typeface="Cambria"/>
              </a:rPr>
              <a:t>∆</a:t>
            </a:r>
            <a:r>
              <a:rPr sz="2000" dirty="0">
                <a:latin typeface="Microsoft Sans Serif"/>
                <a:cs typeface="Microsoft Sans Serif"/>
              </a:rPr>
              <a:t>L=L</a:t>
            </a:r>
            <a:r>
              <a:rPr sz="1950" baseline="-21367" dirty="0">
                <a:latin typeface="Microsoft Sans Serif"/>
                <a:cs typeface="Microsoft Sans Serif"/>
              </a:rPr>
              <a:t>2</a:t>
            </a:r>
            <a:r>
              <a:rPr sz="2000" dirty="0">
                <a:latin typeface="Microsoft Sans Serif"/>
                <a:cs typeface="Microsoft Sans Serif"/>
              </a:rPr>
              <a:t>-</a:t>
            </a:r>
            <a:r>
              <a:rPr sz="2000" spc="-10" dirty="0">
                <a:latin typeface="Microsoft Sans Serif"/>
                <a:cs typeface="Microsoft Sans Serif"/>
              </a:rPr>
              <a:t>L</a:t>
            </a:r>
            <a:r>
              <a:rPr sz="1950" spc="-15" baseline="-21367" dirty="0">
                <a:latin typeface="Microsoft Sans Serif"/>
                <a:cs typeface="Microsoft Sans Serif"/>
              </a:rPr>
              <a:t>1</a:t>
            </a:r>
            <a:r>
              <a:rPr sz="2000" spc="-10" dirty="0">
                <a:latin typeface="Microsoft Sans Serif"/>
                <a:cs typeface="Microsoft Sans Serif"/>
              </a:rPr>
              <a:t>=4.0</a:t>
            </a:r>
            <a:r>
              <a:rPr sz="2000" spc="-10" dirty="0">
                <a:latin typeface="Cambria"/>
                <a:cs typeface="Cambria"/>
              </a:rPr>
              <a:t>λ</a:t>
            </a:r>
            <a:r>
              <a:rPr sz="2000" spc="-10" dirty="0">
                <a:latin typeface="Microsoft Sans Serif"/>
                <a:cs typeface="Microsoft Sans Serif"/>
              </a:rPr>
              <a:t>.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interference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is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fully </a:t>
            </a:r>
            <a:r>
              <a:rPr sz="2000" dirty="0">
                <a:latin typeface="Microsoft Sans Serif"/>
                <a:cs typeface="Microsoft Sans Serif"/>
              </a:rPr>
              <a:t>constructive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at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P</a:t>
            </a:r>
            <a:r>
              <a:rPr sz="1950" spc="-37" baseline="-21367" dirty="0">
                <a:latin typeface="Microsoft Sans Serif"/>
                <a:cs typeface="Microsoft Sans Serif"/>
              </a:rPr>
              <a:t>2</a:t>
            </a:r>
            <a:r>
              <a:rPr sz="2000" spc="-25" dirty="0">
                <a:latin typeface="Microsoft Sans Serif"/>
                <a:cs typeface="Microsoft Sans Serif"/>
              </a:rPr>
              <a:t>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950975" y="2398776"/>
            <a:ext cx="8789035" cy="4057015"/>
          </a:xfrm>
          <a:custGeom>
            <a:avLst/>
            <a:gdLst/>
            <a:ahLst/>
            <a:cxnLst/>
            <a:rect l="l" t="t" r="r" b="b"/>
            <a:pathLst>
              <a:path w="8789035" h="4057015">
                <a:moveTo>
                  <a:pt x="8788907" y="4056888"/>
                </a:moveTo>
                <a:lnTo>
                  <a:pt x="0" y="4056888"/>
                </a:lnTo>
                <a:lnTo>
                  <a:pt x="0" y="0"/>
                </a:lnTo>
                <a:lnTo>
                  <a:pt x="8788907" y="0"/>
                </a:lnTo>
                <a:lnTo>
                  <a:pt x="8788907" y="4572"/>
                </a:lnTo>
                <a:lnTo>
                  <a:pt x="9144" y="4572"/>
                </a:lnTo>
                <a:lnTo>
                  <a:pt x="4572" y="9144"/>
                </a:lnTo>
                <a:lnTo>
                  <a:pt x="9144" y="9144"/>
                </a:lnTo>
                <a:lnTo>
                  <a:pt x="9144" y="4046220"/>
                </a:lnTo>
                <a:lnTo>
                  <a:pt x="4572" y="4046220"/>
                </a:lnTo>
                <a:lnTo>
                  <a:pt x="9144" y="4052316"/>
                </a:lnTo>
                <a:lnTo>
                  <a:pt x="8788907" y="4052316"/>
                </a:lnTo>
                <a:lnTo>
                  <a:pt x="8788907" y="4056888"/>
                </a:lnTo>
                <a:close/>
              </a:path>
              <a:path w="8789035" h="4057015">
                <a:moveTo>
                  <a:pt x="9144" y="9144"/>
                </a:moveTo>
                <a:lnTo>
                  <a:pt x="4572" y="9144"/>
                </a:lnTo>
                <a:lnTo>
                  <a:pt x="9144" y="4572"/>
                </a:lnTo>
                <a:lnTo>
                  <a:pt x="9144" y="9144"/>
                </a:lnTo>
                <a:close/>
              </a:path>
              <a:path w="8789035" h="4057015">
                <a:moveTo>
                  <a:pt x="8779764" y="9144"/>
                </a:moveTo>
                <a:lnTo>
                  <a:pt x="9144" y="9144"/>
                </a:lnTo>
                <a:lnTo>
                  <a:pt x="9144" y="4572"/>
                </a:lnTo>
                <a:lnTo>
                  <a:pt x="8779764" y="4572"/>
                </a:lnTo>
                <a:lnTo>
                  <a:pt x="8779764" y="9144"/>
                </a:lnTo>
                <a:close/>
              </a:path>
              <a:path w="8789035" h="4057015">
                <a:moveTo>
                  <a:pt x="8779764" y="4052316"/>
                </a:moveTo>
                <a:lnTo>
                  <a:pt x="8779764" y="4572"/>
                </a:lnTo>
                <a:lnTo>
                  <a:pt x="8784336" y="9144"/>
                </a:lnTo>
                <a:lnTo>
                  <a:pt x="8788907" y="9144"/>
                </a:lnTo>
                <a:lnTo>
                  <a:pt x="8788907" y="4046220"/>
                </a:lnTo>
                <a:lnTo>
                  <a:pt x="8784336" y="4046220"/>
                </a:lnTo>
                <a:lnTo>
                  <a:pt x="8779764" y="4052316"/>
                </a:lnTo>
                <a:close/>
              </a:path>
              <a:path w="8789035" h="4057015">
                <a:moveTo>
                  <a:pt x="8788907" y="9144"/>
                </a:moveTo>
                <a:lnTo>
                  <a:pt x="8784336" y="9144"/>
                </a:lnTo>
                <a:lnTo>
                  <a:pt x="8779764" y="4572"/>
                </a:lnTo>
                <a:lnTo>
                  <a:pt x="8788907" y="4572"/>
                </a:lnTo>
                <a:lnTo>
                  <a:pt x="8788907" y="9144"/>
                </a:lnTo>
                <a:close/>
              </a:path>
              <a:path w="8789035" h="4057015">
                <a:moveTo>
                  <a:pt x="9144" y="4052316"/>
                </a:moveTo>
                <a:lnTo>
                  <a:pt x="4572" y="4046220"/>
                </a:lnTo>
                <a:lnTo>
                  <a:pt x="9144" y="4046220"/>
                </a:lnTo>
                <a:lnTo>
                  <a:pt x="9144" y="4052316"/>
                </a:lnTo>
                <a:close/>
              </a:path>
              <a:path w="8789035" h="4057015">
                <a:moveTo>
                  <a:pt x="8779764" y="4052316"/>
                </a:moveTo>
                <a:lnTo>
                  <a:pt x="9144" y="4052316"/>
                </a:lnTo>
                <a:lnTo>
                  <a:pt x="9144" y="4046220"/>
                </a:lnTo>
                <a:lnTo>
                  <a:pt x="8779764" y="4046220"/>
                </a:lnTo>
                <a:lnTo>
                  <a:pt x="8779764" y="4052316"/>
                </a:lnTo>
                <a:close/>
              </a:path>
              <a:path w="8789035" h="4057015">
                <a:moveTo>
                  <a:pt x="8788907" y="4052316"/>
                </a:moveTo>
                <a:lnTo>
                  <a:pt x="8779764" y="4052316"/>
                </a:lnTo>
                <a:lnTo>
                  <a:pt x="8784336" y="4046220"/>
                </a:lnTo>
                <a:lnTo>
                  <a:pt x="8788907" y="4046220"/>
                </a:lnTo>
                <a:lnTo>
                  <a:pt x="8788907" y="40523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5065776" y="1810511"/>
            <a:ext cx="4448810" cy="2889885"/>
            <a:chOff x="5065776" y="1810511"/>
            <a:chExt cx="4448810" cy="2889885"/>
          </a:xfrm>
        </p:grpSpPr>
        <p:sp>
          <p:nvSpPr>
            <p:cNvPr id="4" name="object 4"/>
            <p:cNvSpPr/>
            <p:nvPr/>
          </p:nvSpPr>
          <p:spPr>
            <a:xfrm>
              <a:off x="5065776" y="1810511"/>
              <a:ext cx="4448810" cy="2889885"/>
            </a:xfrm>
            <a:custGeom>
              <a:avLst/>
              <a:gdLst/>
              <a:ahLst/>
              <a:cxnLst/>
              <a:rect l="l" t="t" r="r" b="b"/>
              <a:pathLst>
                <a:path w="4448809" h="2889885">
                  <a:moveTo>
                    <a:pt x="4448556" y="2889503"/>
                  </a:moveTo>
                  <a:lnTo>
                    <a:pt x="0" y="2889503"/>
                  </a:lnTo>
                  <a:lnTo>
                    <a:pt x="0" y="0"/>
                  </a:lnTo>
                  <a:lnTo>
                    <a:pt x="4448556" y="0"/>
                  </a:lnTo>
                  <a:lnTo>
                    <a:pt x="4448556" y="4572"/>
                  </a:lnTo>
                  <a:lnTo>
                    <a:pt x="9144" y="4572"/>
                  </a:lnTo>
                  <a:lnTo>
                    <a:pt x="4572" y="9144"/>
                  </a:lnTo>
                  <a:lnTo>
                    <a:pt x="9144" y="9144"/>
                  </a:lnTo>
                  <a:lnTo>
                    <a:pt x="9144" y="2878835"/>
                  </a:lnTo>
                  <a:lnTo>
                    <a:pt x="4572" y="2878835"/>
                  </a:lnTo>
                  <a:lnTo>
                    <a:pt x="9144" y="2883408"/>
                  </a:lnTo>
                  <a:lnTo>
                    <a:pt x="4448556" y="2883408"/>
                  </a:lnTo>
                  <a:lnTo>
                    <a:pt x="4448556" y="2889503"/>
                  </a:lnTo>
                  <a:close/>
                </a:path>
                <a:path w="4448809" h="2889885">
                  <a:moveTo>
                    <a:pt x="9144" y="9144"/>
                  </a:moveTo>
                  <a:lnTo>
                    <a:pt x="4572" y="9144"/>
                  </a:lnTo>
                  <a:lnTo>
                    <a:pt x="9144" y="4572"/>
                  </a:lnTo>
                  <a:lnTo>
                    <a:pt x="9144" y="9144"/>
                  </a:lnTo>
                  <a:close/>
                </a:path>
                <a:path w="4448809" h="2889885">
                  <a:moveTo>
                    <a:pt x="4439412" y="9144"/>
                  </a:moveTo>
                  <a:lnTo>
                    <a:pt x="9144" y="9144"/>
                  </a:lnTo>
                  <a:lnTo>
                    <a:pt x="9144" y="4572"/>
                  </a:lnTo>
                  <a:lnTo>
                    <a:pt x="4439412" y="4572"/>
                  </a:lnTo>
                  <a:lnTo>
                    <a:pt x="4439412" y="9144"/>
                  </a:lnTo>
                  <a:close/>
                </a:path>
                <a:path w="4448809" h="2889885">
                  <a:moveTo>
                    <a:pt x="4439412" y="2883408"/>
                  </a:moveTo>
                  <a:lnTo>
                    <a:pt x="4439412" y="4572"/>
                  </a:lnTo>
                  <a:lnTo>
                    <a:pt x="4443984" y="9144"/>
                  </a:lnTo>
                  <a:lnTo>
                    <a:pt x="4448556" y="9144"/>
                  </a:lnTo>
                  <a:lnTo>
                    <a:pt x="4448556" y="2878835"/>
                  </a:lnTo>
                  <a:lnTo>
                    <a:pt x="4443984" y="2878835"/>
                  </a:lnTo>
                  <a:lnTo>
                    <a:pt x="4439412" y="2883408"/>
                  </a:lnTo>
                  <a:close/>
                </a:path>
                <a:path w="4448809" h="2889885">
                  <a:moveTo>
                    <a:pt x="4448556" y="9144"/>
                  </a:moveTo>
                  <a:lnTo>
                    <a:pt x="4443984" y="9144"/>
                  </a:lnTo>
                  <a:lnTo>
                    <a:pt x="4439412" y="4572"/>
                  </a:lnTo>
                  <a:lnTo>
                    <a:pt x="4448556" y="4572"/>
                  </a:lnTo>
                  <a:lnTo>
                    <a:pt x="4448556" y="9144"/>
                  </a:lnTo>
                  <a:close/>
                </a:path>
                <a:path w="4448809" h="2889885">
                  <a:moveTo>
                    <a:pt x="9144" y="2883408"/>
                  </a:moveTo>
                  <a:lnTo>
                    <a:pt x="4572" y="2878835"/>
                  </a:lnTo>
                  <a:lnTo>
                    <a:pt x="9144" y="2878835"/>
                  </a:lnTo>
                  <a:lnTo>
                    <a:pt x="9144" y="2883408"/>
                  </a:lnTo>
                  <a:close/>
                </a:path>
                <a:path w="4448809" h="2889885">
                  <a:moveTo>
                    <a:pt x="4439412" y="2883408"/>
                  </a:moveTo>
                  <a:lnTo>
                    <a:pt x="9144" y="2883408"/>
                  </a:lnTo>
                  <a:lnTo>
                    <a:pt x="9144" y="2878835"/>
                  </a:lnTo>
                  <a:lnTo>
                    <a:pt x="4439412" y="2878835"/>
                  </a:lnTo>
                  <a:lnTo>
                    <a:pt x="4439412" y="2883408"/>
                  </a:lnTo>
                  <a:close/>
                </a:path>
                <a:path w="4448809" h="2889885">
                  <a:moveTo>
                    <a:pt x="4448556" y="2883408"/>
                  </a:moveTo>
                  <a:lnTo>
                    <a:pt x="4439412" y="2883408"/>
                  </a:lnTo>
                  <a:lnTo>
                    <a:pt x="4443984" y="2878835"/>
                  </a:lnTo>
                  <a:lnTo>
                    <a:pt x="4448556" y="2878835"/>
                  </a:lnTo>
                  <a:lnTo>
                    <a:pt x="4448556" y="28834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180832" y="2606040"/>
              <a:ext cx="457200" cy="867410"/>
            </a:xfrm>
            <a:custGeom>
              <a:avLst/>
              <a:gdLst/>
              <a:ahLst/>
              <a:cxnLst/>
              <a:rect l="l" t="t" r="r" b="b"/>
              <a:pathLst>
                <a:path w="457200" h="867410">
                  <a:moveTo>
                    <a:pt x="457200" y="867156"/>
                  </a:moveTo>
                  <a:lnTo>
                    <a:pt x="0" y="650748"/>
                  </a:lnTo>
                  <a:lnTo>
                    <a:pt x="0" y="0"/>
                  </a:lnTo>
                  <a:lnTo>
                    <a:pt x="457200" y="216408"/>
                  </a:lnTo>
                  <a:lnTo>
                    <a:pt x="457200" y="867156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176260" y="2598419"/>
              <a:ext cx="466725" cy="882650"/>
            </a:xfrm>
            <a:custGeom>
              <a:avLst/>
              <a:gdLst/>
              <a:ahLst/>
              <a:cxnLst/>
              <a:rect l="l" t="t" r="r" b="b"/>
              <a:pathLst>
                <a:path w="466725" h="882650">
                  <a:moveTo>
                    <a:pt x="466344" y="882396"/>
                  </a:moveTo>
                  <a:lnTo>
                    <a:pt x="0" y="661416"/>
                  </a:lnTo>
                  <a:lnTo>
                    <a:pt x="0" y="0"/>
                  </a:lnTo>
                  <a:lnTo>
                    <a:pt x="16080" y="7620"/>
                  </a:lnTo>
                  <a:lnTo>
                    <a:pt x="9143" y="7620"/>
                  </a:lnTo>
                  <a:lnTo>
                    <a:pt x="3048" y="10668"/>
                  </a:lnTo>
                  <a:lnTo>
                    <a:pt x="9143" y="13573"/>
                  </a:lnTo>
                  <a:lnTo>
                    <a:pt x="9143" y="653796"/>
                  </a:lnTo>
                  <a:lnTo>
                    <a:pt x="6095" y="653796"/>
                  </a:lnTo>
                  <a:lnTo>
                    <a:pt x="9143" y="658368"/>
                  </a:lnTo>
                  <a:lnTo>
                    <a:pt x="15687" y="658368"/>
                  </a:lnTo>
                  <a:lnTo>
                    <a:pt x="457200" y="868822"/>
                  </a:lnTo>
                  <a:lnTo>
                    <a:pt x="457200" y="874776"/>
                  </a:lnTo>
                  <a:lnTo>
                    <a:pt x="466344" y="874776"/>
                  </a:lnTo>
                  <a:lnTo>
                    <a:pt x="466344" y="882396"/>
                  </a:lnTo>
                  <a:close/>
                </a:path>
                <a:path w="466725" h="882650">
                  <a:moveTo>
                    <a:pt x="9143" y="13573"/>
                  </a:moveTo>
                  <a:lnTo>
                    <a:pt x="3048" y="10668"/>
                  </a:lnTo>
                  <a:lnTo>
                    <a:pt x="9143" y="7620"/>
                  </a:lnTo>
                  <a:lnTo>
                    <a:pt x="9143" y="13573"/>
                  </a:lnTo>
                  <a:close/>
                </a:path>
                <a:path w="466725" h="882650">
                  <a:moveTo>
                    <a:pt x="457200" y="227147"/>
                  </a:moveTo>
                  <a:lnTo>
                    <a:pt x="9143" y="13573"/>
                  </a:lnTo>
                  <a:lnTo>
                    <a:pt x="9143" y="7620"/>
                  </a:lnTo>
                  <a:lnTo>
                    <a:pt x="16080" y="7620"/>
                  </a:lnTo>
                  <a:lnTo>
                    <a:pt x="466344" y="220979"/>
                  </a:lnTo>
                  <a:lnTo>
                    <a:pt x="466344" y="224027"/>
                  </a:lnTo>
                  <a:lnTo>
                    <a:pt x="457200" y="224027"/>
                  </a:lnTo>
                  <a:lnTo>
                    <a:pt x="457200" y="227147"/>
                  </a:lnTo>
                  <a:close/>
                </a:path>
                <a:path w="466725" h="882650">
                  <a:moveTo>
                    <a:pt x="460248" y="228600"/>
                  </a:moveTo>
                  <a:lnTo>
                    <a:pt x="457200" y="227147"/>
                  </a:lnTo>
                  <a:lnTo>
                    <a:pt x="457200" y="224027"/>
                  </a:lnTo>
                  <a:lnTo>
                    <a:pt x="460248" y="228600"/>
                  </a:lnTo>
                  <a:close/>
                </a:path>
                <a:path w="466725" h="882650">
                  <a:moveTo>
                    <a:pt x="466344" y="228600"/>
                  </a:moveTo>
                  <a:lnTo>
                    <a:pt x="460248" y="228600"/>
                  </a:lnTo>
                  <a:lnTo>
                    <a:pt x="457200" y="224027"/>
                  </a:lnTo>
                  <a:lnTo>
                    <a:pt x="466344" y="224027"/>
                  </a:lnTo>
                  <a:lnTo>
                    <a:pt x="466344" y="228600"/>
                  </a:lnTo>
                  <a:close/>
                </a:path>
                <a:path w="466725" h="882650">
                  <a:moveTo>
                    <a:pt x="466344" y="874776"/>
                  </a:moveTo>
                  <a:lnTo>
                    <a:pt x="457200" y="874776"/>
                  </a:lnTo>
                  <a:lnTo>
                    <a:pt x="463296" y="871728"/>
                  </a:lnTo>
                  <a:lnTo>
                    <a:pt x="457200" y="868822"/>
                  </a:lnTo>
                  <a:lnTo>
                    <a:pt x="457200" y="227147"/>
                  </a:lnTo>
                  <a:lnTo>
                    <a:pt x="460248" y="228600"/>
                  </a:lnTo>
                  <a:lnTo>
                    <a:pt x="466344" y="228600"/>
                  </a:lnTo>
                  <a:lnTo>
                    <a:pt x="466344" y="874776"/>
                  </a:lnTo>
                  <a:close/>
                </a:path>
                <a:path w="466725" h="882650">
                  <a:moveTo>
                    <a:pt x="9143" y="658368"/>
                  </a:moveTo>
                  <a:lnTo>
                    <a:pt x="6095" y="653796"/>
                  </a:lnTo>
                  <a:lnTo>
                    <a:pt x="9143" y="655248"/>
                  </a:lnTo>
                  <a:lnTo>
                    <a:pt x="9143" y="658368"/>
                  </a:lnTo>
                  <a:close/>
                </a:path>
                <a:path w="466725" h="882650">
                  <a:moveTo>
                    <a:pt x="9143" y="655248"/>
                  </a:moveTo>
                  <a:lnTo>
                    <a:pt x="6095" y="653796"/>
                  </a:lnTo>
                  <a:lnTo>
                    <a:pt x="9143" y="653796"/>
                  </a:lnTo>
                  <a:lnTo>
                    <a:pt x="9143" y="655248"/>
                  </a:lnTo>
                  <a:close/>
                </a:path>
                <a:path w="466725" h="882650">
                  <a:moveTo>
                    <a:pt x="15687" y="658368"/>
                  </a:moveTo>
                  <a:lnTo>
                    <a:pt x="9143" y="658368"/>
                  </a:lnTo>
                  <a:lnTo>
                    <a:pt x="9143" y="655248"/>
                  </a:lnTo>
                  <a:lnTo>
                    <a:pt x="15687" y="658368"/>
                  </a:lnTo>
                  <a:close/>
                </a:path>
                <a:path w="466725" h="882650">
                  <a:moveTo>
                    <a:pt x="457200" y="874776"/>
                  </a:moveTo>
                  <a:lnTo>
                    <a:pt x="457200" y="868822"/>
                  </a:lnTo>
                  <a:lnTo>
                    <a:pt x="463296" y="871728"/>
                  </a:lnTo>
                  <a:lnTo>
                    <a:pt x="457200" y="8747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260336" y="3051047"/>
              <a:ext cx="1164590" cy="571500"/>
            </a:xfrm>
            <a:custGeom>
              <a:avLst/>
              <a:gdLst/>
              <a:ahLst/>
              <a:cxnLst/>
              <a:rect l="l" t="t" r="r" b="b"/>
              <a:pathLst>
                <a:path w="1164590" h="571500">
                  <a:moveTo>
                    <a:pt x="1086086" y="33268"/>
                  </a:moveTo>
                  <a:lnTo>
                    <a:pt x="1039368" y="28956"/>
                  </a:lnTo>
                  <a:lnTo>
                    <a:pt x="1031748" y="28956"/>
                  </a:lnTo>
                  <a:lnTo>
                    <a:pt x="1025652" y="21336"/>
                  </a:lnTo>
                  <a:lnTo>
                    <a:pt x="1025652" y="13716"/>
                  </a:lnTo>
                  <a:lnTo>
                    <a:pt x="1027176" y="6096"/>
                  </a:lnTo>
                  <a:lnTo>
                    <a:pt x="1033272" y="0"/>
                  </a:lnTo>
                  <a:lnTo>
                    <a:pt x="1040892" y="1524"/>
                  </a:lnTo>
                  <a:lnTo>
                    <a:pt x="1146701" y="10668"/>
                  </a:lnTo>
                  <a:lnTo>
                    <a:pt x="1133856" y="10668"/>
                  </a:lnTo>
                  <a:lnTo>
                    <a:pt x="1086086" y="33268"/>
                  </a:lnTo>
                  <a:close/>
                </a:path>
                <a:path w="1164590" h="571500">
                  <a:moveTo>
                    <a:pt x="1113663" y="35814"/>
                  </a:moveTo>
                  <a:lnTo>
                    <a:pt x="1086086" y="33268"/>
                  </a:lnTo>
                  <a:lnTo>
                    <a:pt x="1133856" y="10668"/>
                  </a:lnTo>
                  <a:lnTo>
                    <a:pt x="1136007" y="15240"/>
                  </a:lnTo>
                  <a:lnTo>
                    <a:pt x="1127760" y="15240"/>
                  </a:lnTo>
                  <a:lnTo>
                    <a:pt x="1113663" y="35814"/>
                  </a:lnTo>
                  <a:close/>
                </a:path>
                <a:path w="1164590" h="571500">
                  <a:moveTo>
                    <a:pt x="1082040" y="121920"/>
                  </a:moveTo>
                  <a:lnTo>
                    <a:pt x="1074420" y="117348"/>
                  </a:lnTo>
                  <a:lnTo>
                    <a:pt x="1068324" y="112776"/>
                  </a:lnTo>
                  <a:lnTo>
                    <a:pt x="1066800" y="103632"/>
                  </a:lnTo>
                  <a:lnTo>
                    <a:pt x="1071372" y="97536"/>
                  </a:lnTo>
                  <a:lnTo>
                    <a:pt x="1097422" y="59516"/>
                  </a:lnTo>
                  <a:lnTo>
                    <a:pt x="1146048" y="36576"/>
                  </a:lnTo>
                  <a:lnTo>
                    <a:pt x="1133856" y="10668"/>
                  </a:lnTo>
                  <a:lnTo>
                    <a:pt x="1146701" y="10668"/>
                  </a:lnTo>
                  <a:lnTo>
                    <a:pt x="1164336" y="12192"/>
                  </a:lnTo>
                  <a:lnTo>
                    <a:pt x="1094232" y="114300"/>
                  </a:lnTo>
                  <a:lnTo>
                    <a:pt x="1089660" y="120396"/>
                  </a:lnTo>
                  <a:lnTo>
                    <a:pt x="1082040" y="121920"/>
                  </a:lnTo>
                  <a:close/>
                </a:path>
                <a:path w="1164590" h="571500">
                  <a:moveTo>
                    <a:pt x="1138428" y="38100"/>
                  </a:moveTo>
                  <a:lnTo>
                    <a:pt x="1113663" y="35814"/>
                  </a:lnTo>
                  <a:lnTo>
                    <a:pt x="1127760" y="15240"/>
                  </a:lnTo>
                  <a:lnTo>
                    <a:pt x="1138428" y="38100"/>
                  </a:lnTo>
                  <a:close/>
                </a:path>
                <a:path w="1164590" h="571500">
                  <a:moveTo>
                    <a:pt x="1142817" y="38100"/>
                  </a:moveTo>
                  <a:lnTo>
                    <a:pt x="1138428" y="38100"/>
                  </a:lnTo>
                  <a:lnTo>
                    <a:pt x="1127760" y="15240"/>
                  </a:lnTo>
                  <a:lnTo>
                    <a:pt x="1136007" y="15240"/>
                  </a:lnTo>
                  <a:lnTo>
                    <a:pt x="1146048" y="36576"/>
                  </a:lnTo>
                  <a:lnTo>
                    <a:pt x="1142817" y="38100"/>
                  </a:lnTo>
                  <a:close/>
                </a:path>
                <a:path w="1164590" h="571500">
                  <a:moveTo>
                    <a:pt x="12191" y="571500"/>
                  </a:moveTo>
                  <a:lnTo>
                    <a:pt x="0" y="547116"/>
                  </a:lnTo>
                  <a:lnTo>
                    <a:pt x="1086086" y="33268"/>
                  </a:lnTo>
                  <a:lnTo>
                    <a:pt x="1113663" y="35814"/>
                  </a:lnTo>
                  <a:lnTo>
                    <a:pt x="1097422" y="59516"/>
                  </a:lnTo>
                  <a:lnTo>
                    <a:pt x="12191" y="571500"/>
                  </a:lnTo>
                  <a:close/>
                </a:path>
                <a:path w="1164590" h="571500">
                  <a:moveTo>
                    <a:pt x="1097422" y="59516"/>
                  </a:moveTo>
                  <a:lnTo>
                    <a:pt x="1113663" y="35814"/>
                  </a:lnTo>
                  <a:lnTo>
                    <a:pt x="1138428" y="38100"/>
                  </a:lnTo>
                  <a:lnTo>
                    <a:pt x="1142817" y="38100"/>
                  </a:lnTo>
                  <a:lnTo>
                    <a:pt x="1097422" y="59516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846620" y="1807007"/>
            <a:ext cx="128206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Microsoft Sans Serif"/>
                <a:cs typeface="Microsoft Sans Serif"/>
              </a:rPr>
              <a:t>Surface </a:t>
            </a:r>
            <a:r>
              <a:rPr sz="2000" dirty="0">
                <a:latin typeface="Microsoft Sans Serif"/>
                <a:cs typeface="Microsoft Sans Serif"/>
              </a:rPr>
              <a:t>with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area</a:t>
            </a:r>
            <a:r>
              <a:rPr sz="2000" spc="-114" dirty="0">
                <a:latin typeface="Microsoft Sans Serif"/>
                <a:cs typeface="Microsoft Sans Serif"/>
              </a:rPr>
              <a:t> </a:t>
            </a:r>
            <a:r>
              <a:rPr sz="2000" spc="-50" dirty="0">
                <a:latin typeface="Microsoft Sans Serif"/>
                <a:cs typeface="Microsoft Sans Serif"/>
              </a:rPr>
              <a:t>A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05521" y="2629934"/>
            <a:ext cx="1549400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Microsoft Sans Serif"/>
                <a:cs typeface="Microsoft Sans Serif"/>
              </a:rPr>
              <a:t>Energy </a:t>
            </a:r>
            <a:r>
              <a:rPr sz="2000" dirty="0">
                <a:latin typeface="Microsoft Sans Serif"/>
                <a:cs typeface="Microsoft Sans Serif"/>
              </a:rPr>
              <a:t>transmitted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in </a:t>
            </a:r>
            <a:r>
              <a:rPr sz="2000" dirty="0">
                <a:latin typeface="Microsoft Sans Serif"/>
                <a:cs typeface="Microsoft Sans Serif"/>
              </a:rPr>
              <a:t>one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period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433256" y="2744724"/>
            <a:ext cx="499109" cy="0"/>
          </a:xfrm>
          <a:custGeom>
            <a:avLst/>
            <a:gdLst/>
            <a:ahLst/>
            <a:cxnLst/>
            <a:rect l="l" t="t" r="r" b="b"/>
            <a:pathLst>
              <a:path w="499110">
                <a:moveTo>
                  <a:pt x="0" y="0"/>
                </a:moveTo>
                <a:lnTo>
                  <a:pt x="499109" y="0"/>
                </a:lnTo>
              </a:path>
            </a:pathLst>
          </a:custGeom>
          <a:ln w="152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590292" y="2479618"/>
            <a:ext cx="313055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spc="-25" dirty="0">
                <a:latin typeface="Microsoft Sans Serif"/>
                <a:cs typeface="Microsoft Sans Serif"/>
              </a:rPr>
              <a:t>avg</a:t>
            </a:r>
            <a:endParaRPr sz="135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21127" y="2268739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Microsoft Sans Serif"/>
                <a:cs typeface="Microsoft Sans Serif"/>
              </a:rPr>
              <a:t>P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65907" y="2741179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Microsoft Sans Serif"/>
                <a:cs typeface="Microsoft Sans Serif"/>
              </a:rPr>
              <a:t>A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17267" y="2503435"/>
            <a:ext cx="342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Microsoft Sans Serif"/>
                <a:cs typeface="Microsoft Sans Serif"/>
              </a:rPr>
              <a:t>I</a:t>
            </a:r>
            <a:r>
              <a:rPr sz="2400" spc="-130" dirty="0">
                <a:latin typeface="Microsoft Sans Serif"/>
                <a:cs typeface="Microsoft Sans Serif"/>
              </a:rPr>
              <a:t> </a:t>
            </a:r>
            <a:r>
              <a:rPr sz="2400" spc="-50" dirty="0">
                <a:latin typeface="Cambria"/>
                <a:cs typeface="Cambria"/>
              </a:rPr>
              <a:t>=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871686" y="4332541"/>
            <a:ext cx="3399154" cy="0"/>
          </a:xfrm>
          <a:custGeom>
            <a:avLst/>
            <a:gdLst/>
            <a:ahLst/>
            <a:cxnLst/>
            <a:rect l="l" t="t" r="r" b="b"/>
            <a:pathLst>
              <a:path w="3399154">
                <a:moveTo>
                  <a:pt x="0" y="0"/>
                </a:moveTo>
                <a:lnTo>
                  <a:pt x="3399091" y="0"/>
                </a:lnTo>
              </a:path>
            </a:pathLst>
          </a:custGeom>
          <a:ln w="121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339588" y="4305879"/>
            <a:ext cx="25654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25" dirty="0">
                <a:latin typeface="Microsoft Sans Serif"/>
                <a:cs typeface="Microsoft Sans Serif"/>
              </a:rPr>
              <a:t>avg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50455" y="4328216"/>
            <a:ext cx="1244600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00" dirty="0">
                <a:latin typeface="Microsoft Sans Serif"/>
                <a:cs typeface="Microsoft Sans Serif"/>
              </a:rPr>
              <a:t>One</a:t>
            </a:r>
            <a:r>
              <a:rPr sz="1900" spc="125" dirty="0">
                <a:latin typeface="Microsoft Sans Serif"/>
                <a:cs typeface="Microsoft Sans Serif"/>
              </a:rPr>
              <a:t> </a:t>
            </a:r>
            <a:r>
              <a:rPr sz="1900" spc="-10" dirty="0">
                <a:latin typeface="Microsoft Sans Serif"/>
                <a:cs typeface="Microsoft Sans Serif"/>
              </a:rPr>
              <a:t>period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31179" y="3983791"/>
            <a:ext cx="3674745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2850" baseline="-35087" dirty="0">
                <a:latin typeface="Cambria"/>
                <a:cs typeface="Cambria"/>
              </a:rPr>
              <a:t>=</a:t>
            </a:r>
            <a:r>
              <a:rPr sz="2850" spc="232" baseline="-35087" dirty="0">
                <a:latin typeface="Cambria"/>
                <a:cs typeface="Cambria"/>
              </a:rPr>
              <a:t> </a:t>
            </a:r>
            <a:r>
              <a:rPr sz="1900" dirty="0">
                <a:latin typeface="Microsoft Sans Serif"/>
                <a:cs typeface="Microsoft Sans Serif"/>
              </a:rPr>
              <a:t>Energy</a:t>
            </a:r>
            <a:r>
              <a:rPr sz="1900" spc="60" dirty="0">
                <a:latin typeface="Microsoft Sans Serif"/>
                <a:cs typeface="Microsoft Sans Serif"/>
              </a:rPr>
              <a:t> </a:t>
            </a:r>
            <a:r>
              <a:rPr sz="1900" dirty="0">
                <a:latin typeface="Microsoft Sans Serif"/>
                <a:cs typeface="Microsoft Sans Serif"/>
              </a:rPr>
              <a:t>trasferred</a:t>
            </a:r>
            <a:r>
              <a:rPr sz="1900" spc="85" dirty="0">
                <a:latin typeface="Microsoft Sans Serif"/>
                <a:cs typeface="Microsoft Sans Serif"/>
              </a:rPr>
              <a:t> </a:t>
            </a:r>
            <a:r>
              <a:rPr sz="1900" dirty="0">
                <a:latin typeface="Microsoft Sans Serif"/>
                <a:cs typeface="Microsoft Sans Serif"/>
              </a:rPr>
              <a:t>in</a:t>
            </a:r>
            <a:r>
              <a:rPr sz="1900" spc="85" dirty="0">
                <a:latin typeface="Microsoft Sans Serif"/>
                <a:cs typeface="Microsoft Sans Serif"/>
              </a:rPr>
              <a:t> </a:t>
            </a:r>
            <a:r>
              <a:rPr sz="1900" dirty="0">
                <a:latin typeface="Microsoft Sans Serif"/>
                <a:cs typeface="Microsoft Sans Serif"/>
              </a:rPr>
              <a:t>one</a:t>
            </a:r>
            <a:r>
              <a:rPr sz="1900" spc="105" dirty="0">
                <a:latin typeface="Microsoft Sans Serif"/>
                <a:cs typeface="Microsoft Sans Serif"/>
              </a:rPr>
              <a:t> </a:t>
            </a:r>
            <a:r>
              <a:rPr sz="1900" spc="-10" dirty="0">
                <a:latin typeface="Microsoft Sans Serif"/>
                <a:cs typeface="Microsoft Sans Serif"/>
              </a:rPr>
              <a:t>period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74530" y="1930409"/>
            <a:ext cx="96901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Average Power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815083" y="2226563"/>
            <a:ext cx="259079" cy="292735"/>
          </a:xfrm>
          <a:custGeom>
            <a:avLst/>
            <a:gdLst/>
            <a:ahLst/>
            <a:cxnLst/>
            <a:rect l="l" t="t" r="r" b="b"/>
            <a:pathLst>
              <a:path w="259080" h="292735">
                <a:moveTo>
                  <a:pt x="251460" y="292608"/>
                </a:moveTo>
                <a:lnTo>
                  <a:pt x="0" y="6095"/>
                </a:lnTo>
                <a:lnTo>
                  <a:pt x="6095" y="0"/>
                </a:lnTo>
                <a:lnTo>
                  <a:pt x="259079" y="286512"/>
                </a:lnTo>
                <a:lnTo>
                  <a:pt x="251460" y="292608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308554" y="1930409"/>
            <a:ext cx="9721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Intensity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849880" y="2147316"/>
            <a:ext cx="259079" cy="268605"/>
          </a:xfrm>
          <a:custGeom>
            <a:avLst/>
            <a:gdLst/>
            <a:ahLst/>
            <a:cxnLst/>
            <a:rect l="l" t="t" r="r" b="b"/>
            <a:pathLst>
              <a:path w="259080" h="268605">
                <a:moveTo>
                  <a:pt x="6095" y="268224"/>
                </a:moveTo>
                <a:lnTo>
                  <a:pt x="0" y="260604"/>
                </a:lnTo>
                <a:lnTo>
                  <a:pt x="251459" y="0"/>
                </a:lnTo>
                <a:lnTo>
                  <a:pt x="259079" y="6096"/>
                </a:lnTo>
                <a:lnTo>
                  <a:pt x="6095" y="268224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828543" y="3105911"/>
            <a:ext cx="233679" cy="175260"/>
          </a:xfrm>
          <a:custGeom>
            <a:avLst/>
            <a:gdLst/>
            <a:ahLst/>
            <a:cxnLst/>
            <a:rect l="l" t="t" r="r" b="b"/>
            <a:pathLst>
              <a:path w="233680" h="175260">
                <a:moveTo>
                  <a:pt x="228600" y="175260"/>
                </a:moveTo>
                <a:lnTo>
                  <a:pt x="0" y="7620"/>
                </a:lnTo>
                <a:lnTo>
                  <a:pt x="4572" y="0"/>
                </a:lnTo>
                <a:lnTo>
                  <a:pt x="233172" y="167640"/>
                </a:lnTo>
                <a:lnTo>
                  <a:pt x="228600" y="17526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572212" y="3498592"/>
            <a:ext cx="7626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009999"/>
                </a:solidFill>
                <a:latin typeface="Microsoft Sans Serif"/>
                <a:cs typeface="Microsoft Sans Serif"/>
              </a:rPr>
              <a:t>Sound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28886" y="3075397"/>
            <a:ext cx="2522220" cy="1028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200025" indent="1737360">
              <a:lnSpc>
                <a:spcPct val="114500"/>
              </a:lnSpc>
              <a:spcBef>
                <a:spcPts val="100"/>
              </a:spcBef>
            </a:pPr>
            <a:r>
              <a:rPr sz="2000" spc="-20" dirty="0">
                <a:solidFill>
                  <a:srgbClr val="009900"/>
                </a:solidFill>
                <a:latin typeface="Microsoft Sans Serif"/>
                <a:cs typeface="Microsoft Sans Serif"/>
              </a:rPr>
              <a:t>Area </a:t>
            </a:r>
            <a:r>
              <a:rPr sz="2000" dirty="0">
                <a:latin typeface="Microsoft Sans Serif"/>
                <a:cs typeface="Microsoft Sans Serif"/>
              </a:rPr>
              <a:t>Intensity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SI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unit</a:t>
            </a:r>
            <a:r>
              <a:rPr sz="2000" spc="-25" dirty="0">
                <a:latin typeface="Microsoft Sans Serif"/>
                <a:cs typeface="Microsoft Sans Serif"/>
              </a:rPr>
              <a:t> is</a:t>
            </a:r>
            <a:endParaRPr sz="2000">
              <a:latin typeface="Microsoft Sans Serif"/>
              <a:cs typeface="Microsoft Sans Serif"/>
            </a:endParaRPr>
          </a:p>
          <a:p>
            <a:pPr marL="1866900">
              <a:lnSpc>
                <a:spcPct val="100000"/>
              </a:lnSpc>
            </a:pPr>
            <a:r>
              <a:rPr sz="2000" spc="-20" dirty="0">
                <a:solidFill>
                  <a:srgbClr val="FF3300"/>
                </a:solidFill>
                <a:latin typeface="Microsoft Sans Serif"/>
                <a:cs typeface="Microsoft Sans Serif"/>
              </a:rPr>
              <a:t>W/m</a:t>
            </a:r>
            <a:r>
              <a:rPr sz="1950" spc="-30" baseline="25641" dirty="0">
                <a:solidFill>
                  <a:srgbClr val="FF3300"/>
                </a:solidFill>
                <a:latin typeface="Microsoft Sans Serif"/>
                <a:cs typeface="Microsoft Sans Serif"/>
              </a:rPr>
              <a:t>2</a:t>
            </a:r>
            <a:endParaRPr sz="1950" baseline="25641">
              <a:latin typeface="Microsoft Sans Serif"/>
              <a:cs typeface="Microsoft Sans Serif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296382" y="5041106"/>
            <a:ext cx="192405" cy="0"/>
          </a:xfrm>
          <a:custGeom>
            <a:avLst/>
            <a:gdLst/>
            <a:ahLst/>
            <a:cxnLst/>
            <a:rect l="l" t="t" r="r" b="b"/>
            <a:pathLst>
              <a:path w="192405">
                <a:moveTo>
                  <a:pt x="0" y="0"/>
                </a:moveTo>
                <a:lnTo>
                  <a:pt x="192405" y="0"/>
                </a:lnTo>
              </a:path>
            </a:pathLst>
          </a:custGeom>
          <a:ln w="152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314191" y="5010868"/>
            <a:ext cx="172720" cy="237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spc="-50" dirty="0">
                <a:latin typeface="Microsoft Sans Serif"/>
                <a:cs typeface="Microsoft Sans Serif"/>
              </a:rPr>
              <a:t>m</a:t>
            </a:r>
            <a:endParaRPr sz="1350">
              <a:latin typeface="Microsoft Sans Serif"/>
              <a:cs typeface="Microsoft Sans Serif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297683" y="5037651"/>
            <a:ext cx="1955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Microsoft Sans Serif"/>
                <a:cs typeface="Microsoft Sans Serif"/>
              </a:rPr>
              <a:t>2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854707" y="4799907"/>
            <a:ext cx="16141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Microsoft Sans Serif"/>
                <a:cs typeface="Microsoft Sans Serif"/>
              </a:rPr>
              <a:t>I</a:t>
            </a:r>
            <a:r>
              <a:rPr sz="2400" spc="-1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Cambria"/>
                <a:cs typeface="Cambria"/>
              </a:rPr>
              <a:t>=</a:t>
            </a:r>
            <a:r>
              <a:rPr sz="2400" spc="315" dirty="0">
                <a:latin typeface="Cambria"/>
                <a:cs typeface="Cambria"/>
              </a:rPr>
              <a:t> </a:t>
            </a:r>
            <a:r>
              <a:rPr sz="3600" spc="-30" baseline="34722" dirty="0">
                <a:latin typeface="Microsoft Sans Serif"/>
                <a:cs typeface="Microsoft Sans Serif"/>
              </a:rPr>
              <a:t>1</a:t>
            </a:r>
            <a:r>
              <a:rPr sz="3600" spc="-457" baseline="34722" dirty="0">
                <a:latin typeface="Microsoft Sans Serif"/>
                <a:cs typeface="Microsoft Sans Serif"/>
              </a:rPr>
              <a:t> </a:t>
            </a:r>
            <a:r>
              <a:rPr sz="2400" spc="95" dirty="0">
                <a:latin typeface="Cambria"/>
                <a:cs typeface="Cambria"/>
              </a:rPr>
              <a:t>p</a:t>
            </a:r>
            <a:r>
              <a:rPr sz="2400" spc="95" dirty="0">
                <a:latin typeface="Microsoft Sans Serif"/>
                <a:cs typeface="Microsoft Sans Serif"/>
              </a:rPr>
              <a:t>v</a:t>
            </a:r>
            <a:r>
              <a:rPr sz="2400" spc="95" dirty="0">
                <a:latin typeface="Cambria"/>
                <a:cs typeface="Cambria"/>
              </a:rPr>
              <a:t>x</a:t>
            </a:r>
            <a:r>
              <a:rPr sz="2025" spc="142" baseline="45267" dirty="0">
                <a:latin typeface="Microsoft Sans Serif"/>
                <a:cs typeface="Microsoft Sans Serif"/>
              </a:rPr>
              <a:t>2</a:t>
            </a:r>
            <a:r>
              <a:rPr sz="2400" spc="95" dirty="0">
                <a:latin typeface="Microsoft Sans Serif"/>
                <a:cs typeface="Microsoft Sans Serif"/>
              </a:rPr>
              <a:t>s</a:t>
            </a:r>
            <a:r>
              <a:rPr sz="2025" spc="142" baseline="45267" dirty="0">
                <a:latin typeface="Microsoft Sans Serif"/>
                <a:cs typeface="Microsoft Sans Serif"/>
              </a:rPr>
              <a:t>2</a:t>
            </a:r>
            <a:endParaRPr sz="2025" baseline="45267">
              <a:latin typeface="Microsoft Sans Serif"/>
              <a:cs typeface="Microsoft Sans Serif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586483" y="4497323"/>
            <a:ext cx="259079" cy="294640"/>
          </a:xfrm>
          <a:custGeom>
            <a:avLst/>
            <a:gdLst/>
            <a:ahLst/>
            <a:cxnLst/>
            <a:rect l="l" t="t" r="r" b="b"/>
            <a:pathLst>
              <a:path w="259080" h="294639">
                <a:moveTo>
                  <a:pt x="251460" y="294132"/>
                </a:moveTo>
                <a:lnTo>
                  <a:pt x="0" y="6095"/>
                </a:lnTo>
                <a:lnTo>
                  <a:pt x="6095" y="0"/>
                </a:lnTo>
                <a:lnTo>
                  <a:pt x="259079" y="288035"/>
                </a:lnTo>
                <a:lnTo>
                  <a:pt x="251460" y="294132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080019" y="4201223"/>
            <a:ext cx="9721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Intensity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817875" y="5149596"/>
            <a:ext cx="472440" cy="402590"/>
          </a:xfrm>
          <a:custGeom>
            <a:avLst/>
            <a:gdLst/>
            <a:ahLst/>
            <a:cxnLst/>
            <a:rect l="l" t="t" r="r" b="b"/>
            <a:pathLst>
              <a:path w="472439" h="402589">
                <a:moveTo>
                  <a:pt x="466343" y="402335"/>
                </a:moveTo>
                <a:lnTo>
                  <a:pt x="0" y="7619"/>
                </a:lnTo>
                <a:lnTo>
                  <a:pt x="6096" y="0"/>
                </a:lnTo>
                <a:lnTo>
                  <a:pt x="472440" y="396239"/>
                </a:lnTo>
                <a:lnTo>
                  <a:pt x="466343" y="402335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2268676" y="5848567"/>
            <a:ext cx="25539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Density</a:t>
            </a:r>
            <a:r>
              <a:rPr sz="2000" spc="-25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of</a:t>
            </a:r>
            <a:r>
              <a:rPr sz="2000" spc="5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the</a:t>
            </a:r>
            <a:r>
              <a:rPr sz="2000" spc="10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medium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644139" y="5181600"/>
            <a:ext cx="190500" cy="688975"/>
          </a:xfrm>
          <a:custGeom>
            <a:avLst/>
            <a:gdLst/>
            <a:ahLst/>
            <a:cxnLst/>
            <a:rect l="l" t="t" r="r" b="b"/>
            <a:pathLst>
              <a:path w="190500" h="688975">
                <a:moveTo>
                  <a:pt x="181356" y="688848"/>
                </a:moveTo>
                <a:lnTo>
                  <a:pt x="0" y="3048"/>
                </a:lnTo>
                <a:lnTo>
                  <a:pt x="9143" y="0"/>
                </a:lnTo>
                <a:lnTo>
                  <a:pt x="190500" y="685800"/>
                </a:lnTo>
                <a:lnTo>
                  <a:pt x="181356" y="688848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2863067" y="4126484"/>
            <a:ext cx="25285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353310" algn="l"/>
              </a:tabLst>
            </a:pP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Angular</a:t>
            </a:r>
            <a:r>
              <a:rPr sz="2000" spc="-25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frequency</a:t>
            </a: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	</a:t>
            </a:r>
            <a:r>
              <a:rPr sz="1900" spc="-50" dirty="0">
                <a:latin typeface="Microsoft Sans Serif"/>
                <a:cs typeface="Microsoft Sans Serif"/>
              </a:rPr>
              <a:t>P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971800" y="4495800"/>
            <a:ext cx="182880" cy="399415"/>
          </a:xfrm>
          <a:custGeom>
            <a:avLst/>
            <a:gdLst/>
            <a:ahLst/>
            <a:cxnLst/>
            <a:rect l="l" t="t" r="r" b="b"/>
            <a:pathLst>
              <a:path w="182880" h="399414">
                <a:moveTo>
                  <a:pt x="9143" y="399287"/>
                </a:moveTo>
                <a:lnTo>
                  <a:pt x="0" y="394716"/>
                </a:lnTo>
                <a:lnTo>
                  <a:pt x="173735" y="0"/>
                </a:lnTo>
                <a:lnTo>
                  <a:pt x="182880" y="4572"/>
                </a:lnTo>
                <a:lnTo>
                  <a:pt x="9143" y="399287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2998771" y="5222238"/>
            <a:ext cx="356235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82423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Displacement</a:t>
            </a:r>
            <a:r>
              <a:rPr sz="2000" spc="-60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amplitude </a:t>
            </a: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Speed of</a:t>
            </a:r>
            <a:r>
              <a:rPr sz="2000" spc="-20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sound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3422903" y="5225796"/>
            <a:ext cx="370840" cy="190500"/>
          </a:xfrm>
          <a:custGeom>
            <a:avLst/>
            <a:gdLst/>
            <a:ahLst/>
            <a:cxnLst/>
            <a:rect l="l" t="t" r="r" b="b"/>
            <a:pathLst>
              <a:path w="370839" h="190500">
                <a:moveTo>
                  <a:pt x="365760" y="190500"/>
                </a:moveTo>
                <a:lnTo>
                  <a:pt x="0" y="7619"/>
                </a:lnTo>
                <a:lnTo>
                  <a:pt x="3048" y="0"/>
                </a:lnTo>
                <a:lnTo>
                  <a:pt x="370332" y="182880"/>
                </a:lnTo>
                <a:lnTo>
                  <a:pt x="365760" y="1905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065776" y="5788152"/>
            <a:ext cx="4448810" cy="1150620"/>
          </a:xfrm>
          <a:custGeom>
            <a:avLst/>
            <a:gdLst/>
            <a:ahLst/>
            <a:cxnLst/>
            <a:rect l="l" t="t" r="r" b="b"/>
            <a:pathLst>
              <a:path w="4448809" h="1150620">
                <a:moveTo>
                  <a:pt x="4448556" y="1150620"/>
                </a:moveTo>
                <a:lnTo>
                  <a:pt x="0" y="1150620"/>
                </a:lnTo>
                <a:lnTo>
                  <a:pt x="0" y="0"/>
                </a:lnTo>
                <a:lnTo>
                  <a:pt x="4448556" y="0"/>
                </a:lnTo>
                <a:lnTo>
                  <a:pt x="4448556" y="4572"/>
                </a:lnTo>
                <a:lnTo>
                  <a:pt x="9144" y="4572"/>
                </a:lnTo>
                <a:lnTo>
                  <a:pt x="4572" y="9144"/>
                </a:lnTo>
                <a:lnTo>
                  <a:pt x="9144" y="9144"/>
                </a:lnTo>
                <a:lnTo>
                  <a:pt x="9144" y="1141475"/>
                </a:lnTo>
                <a:lnTo>
                  <a:pt x="4572" y="1141475"/>
                </a:lnTo>
                <a:lnTo>
                  <a:pt x="9144" y="1146048"/>
                </a:lnTo>
                <a:lnTo>
                  <a:pt x="4448556" y="1146048"/>
                </a:lnTo>
                <a:lnTo>
                  <a:pt x="4448556" y="1150620"/>
                </a:lnTo>
                <a:close/>
              </a:path>
              <a:path w="4448809" h="1150620">
                <a:moveTo>
                  <a:pt x="9144" y="9144"/>
                </a:moveTo>
                <a:lnTo>
                  <a:pt x="4572" y="9144"/>
                </a:lnTo>
                <a:lnTo>
                  <a:pt x="9144" y="4572"/>
                </a:lnTo>
                <a:lnTo>
                  <a:pt x="9144" y="9144"/>
                </a:lnTo>
                <a:close/>
              </a:path>
              <a:path w="4448809" h="1150620">
                <a:moveTo>
                  <a:pt x="4439412" y="9144"/>
                </a:moveTo>
                <a:lnTo>
                  <a:pt x="9144" y="9144"/>
                </a:lnTo>
                <a:lnTo>
                  <a:pt x="9144" y="4572"/>
                </a:lnTo>
                <a:lnTo>
                  <a:pt x="4439412" y="4572"/>
                </a:lnTo>
                <a:lnTo>
                  <a:pt x="4439412" y="9144"/>
                </a:lnTo>
                <a:close/>
              </a:path>
              <a:path w="4448809" h="1150620">
                <a:moveTo>
                  <a:pt x="4439412" y="1146048"/>
                </a:moveTo>
                <a:lnTo>
                  <a:pt x="4439412" y="4572"/>
                </a:lnTo>
                <a:lnTo>
                  <a:pt x="4443984" y="9144"/>
                </a:lnTo>
                <a:lnTo>
                  <a:pt x="4448556" y="9144"/>
                </a:lnTo>
                <a:lnTo>
                  <a:pt x="4448556" y="1141475"/>
                </a:lnTo>
                <a:lnTo>
                  <a:pt x="4443984" y="1141475"/>
                </a:lnTo>
                <a:lnTo>
                  <a:pt x="4439412" y="1146048"/>
                </a:lnTo>
                <a:close/>
              </a:path>
              <a:path w="4448809" h="1150620">
                <a:moveTo>
                  <a:pt x="4448556" y="9144"/>
                </a:moveTo>
                <a:lnTo>
                  <a:pt x="4443984" y="9144"/>
                </a:lnTo>
                <a:lnTo>
                  <a:pt x="4439412" y="4572"/>
                </a:lnTo>
                <a:lnTo>
                  <a:pt x="4448556" y="4572"/>
                </a:lnTo>
                <a:lnTo>
                  <a:pt x="4448556" y="9144"/>
                </a:lnTo>
                <a:close/>
              </a:path>
              <a:path w="4448809" h="1150620">
                <a:moveTo>
                  <a:pt x="9144" y="1146048"/>
                </a:moveTo>
                <a:lnTo>
                  <a:pt x="4572" y="1141475"/>
                </a:lnTo>
                <a:lnTo>
                  <a:pt x="9144" y="1141475"/>
                </a:lnTo>
                <a:lnTo>
                  <a:pt x="9144" y="1146048"/>
                </a:lnTo>
                <a:close/>
              </a:path>
              <a:path w="4448809" h="1150620">
                <a:moveTo>
                  <a:pt x="4439412" y="1146048"/>
                </a:moveTo>
                <a:lnTo>
                  <a:pt x="9144" y="1146048"/>
                </a:lnTo>
                <a:lnTo>
                  <a:pt x="9144" y="1141475"/>
                </a:lnTo>
                <a:lnTo>
                  <a:pt x="4439412" y="1141475"/>
                </a:lnTo>
                <a:lnTo>
                  <a:pt x="4439412" y="1146048"/>
                </a:lnTo>
                <a:close/>
              </a:path>
              <a:path w="4448809" h="1150620">
                <a:moveTo>
                  <a:pt x="4448556" y="1146048"/>
                </a:moveTo>
                <a:lnTo>
                  <a:pt x="4439412" y="1146048"/>
                </a:lnTo>
                <a:lnTo>
                  <a:pt x="4443984" y="1141475"/>
                </a:lnTo>
                <a:lnTo>
                  <a:pt x="4448556" y="1141475"/>
                </a:lnTo>
                <a:lnTo>
                  <a:pt x="4448556" y="11460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5194774" y="5862360"/>
            <a:ext cx="188848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For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string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waves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7857172" y="6472142"/>
            <a:ext cx="192405" cy="0"/>
          </a:xfrm>
          <a:custGeom>
            <a:avLst/>
            <a:gdLst/>
            <a:ahLst/>
            <a:cxnLst/>
            <a:rect l="l" t="t" r="r" b="b"/>
            <a:pathLst>
              <a:path w="192404">
                <a:moveTo>
                  <a:pt x="0" y="0"/>
                </a:moveTo>
                <a:lnTo>
                  <a:pt x="192404" y="0"/>
                </a:lnTo>
              </a:path>
            </a:pathLst>
          </a:custGeom>
          <a:ln w="152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7186676" y="6441904"/>
            <a:ext cx="316230" cy="237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spc="-25" dirty="0">
                <a:latin typeface="Microsoft Sans Serif"/>
                <a:cs typeface="Microsoft Sans Serif"/>
              </a:rPr>
              <a:t>ave</a:t>
            </a:r>
            <a:endParaRPr sz="1350">
              <a:latin typeface="Microsoft Sans Serif"/>
              <a:cs typeface="Microsoft Sans Serif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900498" y="6441904"/>
            <a:ext cx="172720" cy="237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spc="-50" dirty="0">
                <a:latin typeface="Microsoft Sans Serif"/>
                <a:cs typeface="Microsoft Sans Serif"/>
              </a:rPr>
              <a:t>m</a:t>
            </a:r>
            <a:endParaRPr sz="1350">
              <a:latin typeface="Microsoft Sans Serif"/>
              <a:cs typeface="Microsoft Sans Serif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858759" y="6468686"/>
            <a:ext cx="1955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Microsoft Sans Serif"/>
                <a:cs typeface="Microsoft Sans Serif"/>
              </a:rPr>
              <a:t>2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992111" y="6230943"/>
            <a:ext cx="20745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608965" algn="l"/>
              </a:tabLst>
            </a:pPr>
            <a:r>
              <a:rPr sz="2400" spc="-50" dirty="0">
                <a:latin typeface="Microsoft Sans Serif"/>
                <a:cs typeface="Microsoft Sans Serif"/>
              </a:rPr>
              <a:t>P</a:t>
            </a:r>
            <a:r>
              <a:rPr sz="2400" dirty="0">
                <a:latin typeface="Microsoft Sans Serif"/>
                <a:cs typeface="Microsoft Sans Serif"/>
              </a:rPr>
              <a:t>	</a:t>
            </a:r>
            <a:r>
              <a:rPr sz="2400" dirty="0">
                <a:latin typeface="Cambria"/>
                <a:cs typeface="Cambria"/>
              </a:rPr>
              <a:t>=</a:t>
            </a:r>
            <a:r>
              <a:rPr sz="2400" spc="335" dirty="0">
                <a:latin typeface="Cambria"/>
                <a:cs typeface="Cambria"/>
              </a:rPr>
              <a:t> </a:t>
            </a:r>
            <a:r>
              <a:rPr sz="3600" spc="-30" baseline="34722" dirty="0">
                <a:latin typeface="Microsoft Sans Serif"/>
                <a:cs typeface="Microsoft Sans Serif"/>
              </a:rPr>
              <a:t>1</a:t>
            </a:r>
            <a:r>
              <a:rPr sz="3600" spc="-434" baseline="34722" dirty="0">
                <a:latin typeface="Microsoft Sans Serif"/>
                <a:cs typeface="Microsoft Sans Serif"/>
              </a:rPr>
              <a:t> </a:t>
            </a:r>
            <a:r>
              <a:rPr sz="2400" spc="140" dirty="0">
                <a:latin typeface="Cambria"/>
                <a:cs typeface="Cambria"/>
              </a:rPr>
              <a:t>µ</a:t>
            </a:r>
            <a:r>
              <a:rPr sz="2400" spc="140" dirty="0">
                <a:latin typeface="Microsoft Sans Serif"/>
                <a:cs typeface="Microsoft Sans Serif"/>
              </a:rPr>
              <a:t>v</a:t>
            </a:r>
            <a:r>
              <a:rPr sz="2400" spc="140" dirty="0">
                <a:latin typeface="Cambria"/>
                <a:cs typeface="Cambria"/>
              </a:rPr>
              <a:t>x</a:t>
            </a:r>
            <a:r>
              <a:rPr sz="2025" spc="209" baseline="45267" dirty="0">
                <a:latin typeface="Microsoft Sans Serif"/>
                <a:cs typeface="Microsoft Sans Serif"/>
              </a:rPr>
              <a:t>2</a:t>
            </a:r>
            <a:r>
              <a:rPr sz="2025" spc="-300" baseline="45267" dirty="0">
                <a:latin typeface="Microsoft Sans Serif"/>
                <a:cs typeface="Microsoft Sans Serif"/>
              </a:rPr>
              <a:t> </a:t>
            </a:r>
            <a:r>
              <a:rPr sz="2400" spc="40" dirty="0">
                <a:latin typeface="Microsoft Sans Serif"/>
                <a:cs typeface="Microsoft Sans Serif"/>
              </a:rPr>
              <a:t>y</a:t>
            </a:r>
            <a:r>
              <a:rPr sz="2025" spc="60" baseline="45267" dirty="0">
                <a:latin typeface="Microsoft Sans Serif"/>
                <a:cs typeface="Microsoft Sans Serif"/>
              </a:rPr>
              <a:t>2</a:t>
            </a:r>
            <a:endParaRPr sz="2025" baseline="45267">
              <a:latin typeface="Microsoft Sans Serif"/>
              <a:cs typeface="Microsoft Sans Serif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15346" y="439952"/>
            <a:ext cx="7989570" cy="125793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3861435">
              <a:lnSpc>
                <a:spcPct val="75500"/>
              </a:lnSpc>
              <a:spcBef>
                <a:spcPts val="740"/>
              </a:spcBef>
            </a:pP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17-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5</a:t>
            </a:r>
            <a:r>
              <a:rPr sz="22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Intensity</a:t>
            </a:r>
            <a:r>
              <a:rPr sz="22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and</a:t>
            </a:r>
            <a:r>
              <a:rPr sz="22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Sound</a:t>
            </a:r>
            <a:r>
              <a:rPr sz="22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Level </a:t>
            </a:r>
            <a:r>
              <a:rPr sz="2200" b="1" spc="-10" dirty="0">
                <a:solidFill>
                  <a:srgbClr val="E10000"/>
                </a:solidFill>
                <a:latin typeface="Arial"/>
                <a:cs typeface="Arial"/>
              </a:rPr>
              <a:t>Formula</a:t>
            </a:r>
            <a:endParaRPr sz="2200">
              <a:latin typeface="Arial"/>
              <a:cs typeface="Arial"/>
            </a:endParaRPr>
          </a:p>
          <a:p>
            <a:pPr marL="360045" marR="5080">
              <a:lnSpc>
                <a:spcPct val="100000"/>
              </a:lnSpc>
              <a:spcBef>
                <a:spcPts val="275"/>
              </a:spcBef>
            </a:pP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intensity I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of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sound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wave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at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surface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is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average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rate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per </a:t>
            </a:r>
            <a:r>
              <a:rPr sz="2000" dirty="0">
                <a:latin typeface="Microsoft Sans Serif"/>
                <a:cs typeface="Microsoft Sans Serif"/>
              </a:rPr>
              <a:t>unit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area at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which energy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is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transferred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by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 wave into the </a:t>
            </a:r>
            <a:r>
              <a:rPr sz="2000" spc="-10" dirty="0">
                <a:latin typeface="Microsoft Sans Serif"/>
                <a:cs typeface="Microsoft Sans Serif"/>
              </a:rPr>
              <a:t>surface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792479" y="370331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2852" y="6819900"/>
                </a:moveTo>
                <a:lnTo>
                  <a:pt x="3048" y="6819900"/>
                </a:lnTo>
                <a:lnTo>
                  <a:pt x="0" y="6816851"/>
                </a:lnTo>
                <a:lnTo>
                  <a:pt x="0" y="3048"/>
                </a:lnTo>
                <a:lnTo>
                  <a:pt x="3048" y="0"/>
                </a:lnTo>
                <a:lnTo>
                  <a:pt x="9102852" y="0"/>
                </a:lnTo>
                <a:lnTo>
                  <a:pt x="9105900" y="3048"/>
                </a:lnTo>
                <a:lnTo>
                  <a:pt x="9105900" y="6096"/>
                </a:ln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lnTo>
                  <a:pt x="12192" y="6807708"/>
                </a:lnTo>
                <a:lnTo>
                  <a:pt x="6096" y="6807708"/>
                </a:lnTo>
                <a:lnTo>
                  <a:pt x="12192" y="6813803"/>
                </a:lnTo>
                <a:lnTo>
                  <a:pt x="9105900" y="6813803"/>
                </a:lnTo>
                <a:lnTo>
                  <a:pt x="9105900" y="6816851"/>
                </a:lnTo>
                <a:lnTo>
                  <a:pt x="9102852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close/>
              </a:path>
              <a:path w="9105900" h="6819900">
                <a:moveTo>
                  <a:pt x="9093707" y="12192"/>
                </a:moveTo>
                <a:lnTo>
                  <a:pt x="12192" y="12192"/>
                </a:lnTo>
                <a:lnTo>
                  <a:pt x="12192" y="6096"/>
                </a:lnTo>
                <a:lnTo>
                  <a:pt x="9093707" y="6096"/>
                </a:lnTo>
                <a:lnTo>
                  <a:pt x="9093707" y="12192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9093707" y="6096"/>
                </a:lnTo>
                <a:lnTo>
                  <a:pt x="9099804" y="12192"/>
                </a:lnTo>
                <a:lnTo>
                  <a:pt x="9105900" y="12192"/>
                </a:lnTo>
                <a:lnTo>
                  <a:pt x="9105900" y="6807708"/>
                </a:lnTo>
                <a:lnTo>
                  <a:pt x="9099804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12192"/>
                </a:moveTo>
                <a:lnTo>
                  <a:pt x="9099804" y="12192"/>
                </a:lnTo>
                <a:lnTo>
                  <a:pt x="9093707" y="6096"/>
                </a:lnTo>
                <a:lnTo>
                  <a:pt x="9105900" y="6096"/>
                </a:lnTo>
                <a:lnTo>
                  <a:pt x="9105900" y="12192"/>
                </a:lnTo>
                <a:close/>
              </a:path>
              <a:path w="9105900" h="6819900">
                <a:moveTo>
                  <a:pt x="12192" y="6813803"/>
                </a:moveTo>
                <a:lnTo>
                  <a:pt x="6096" y="6807708"/>
                </a:lnTo>
                <a:lnTo>
                  <a:pt x="12192" y="6807708"/>
                </a:lnTo>
                <a:lnTo>
                  <a:pt x="12192" y="6813803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12192" y="6813803"/>
                </a:lnTo>
                <a:lnTo>
                  <a:pt x="12192" y="6807708"/>
                </a:lnTo>
                <a:lnTo>
                  <a:pt x="9093707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6813803"/>
                </a:moveTo>
                <a:lnTo>
                  <a:pt x="9093707" y="6813803"/>
                </a:lnTo>
                <a:lnTo>
                  <a:pt x="9099804" y="6807708"/>
                </a:lnTo>
                <a:lnTo>
                  <a:pt x="9105900" y="6807708"/>
                </a:lnTo>
                <a:lnTo>
                  <a:pt x="9105900" y="6813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544029" y="4585153"/>
            <a:ext cx="12192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09900"/>
                </a:solidFill>
                <a:latin typeface="Microsoft Sans Serif"/>
                <a:cs typeface="Microsoft Sans Serif"/>
              </a:rPr>
              <a:t>Power</a:t>
            </a:r>
            <a:r>
              <a:rPr sz="1600" spc="15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009900"/>
                </a:solidFill>
                <a:latin typeface="Microsoft Sans Serif"/>
                <a:cs typeface="Microsoft Sans Serif"/>
              </a:rPr>
              <a:t>of</a:t>
            </a:r>
            <a:r>
              <a:rPr sz="1600" spc="15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1600" spc="-25" dirty="0">
                <a:solidFill>
                  <a:srgbClr val="009900"/>
                </a:solidFill>
                <a:latin typeface="Microsoft Sans Serif"/>
                <a:cs typeface="Microsoft Sans Serif"/>
              </a:rPr>
              <a:t>the </a:t>
            </a:r>
            <a:r>
              <a:rPr sz="1600" dirty="0">
                <a:solidFill>
                  <a:srgbClr val="009900"/>
                </a:solidFill>
                <a:latin typeface="Microsoft Sans Serif"/>
                <a:cs typeface="Microsoft Sans Serif"/>
              </a:rPr>
              <a:t>source </a:t>
            </a:r>
            <a:r>
              <a:rPr sz="1600" spc="-25" dirty="0">
                <a:solidFill>
                  <a:srgbClr val="009900"/>
                </a:solidFill>
                <a:latin typeface="Microsoft Sans Serif"/>
                <a:cs typeface="Microsoft Sans Serif"/>
              </a:rPr>
              <a:t>P</a:t>
            </a:r>
            <a:r>
              <a:rPr sz="1575" spc="-37" baseline="-21164" dirty="0">
                <a:solidFill>
                  <a:srgbClr val="009900"/>
                </a:solidFill>
                <a:latin typeface="Microsoft Sans Serif"/>
                <a:cs typeface="Microsoft Sans Serif"/>
              </a:rPr>
              <a:t>S</a:t>
            </a:r>
            <a:endParaRPr sz="1575" baseline="-21164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211823" y="3592067"/>
            <a:ext cx="2750820" cy="2743200"/>
            <a:chOff x="6211823" y="3592067"/>
            <a:chExt cx="2750820" cy="2743200"/>
          </a:xfrm>
        </p:grpSpPr>
        <p:sp>
          <p:nvSpPr>
            <p:cNvPr id="5" name="object 5"/>
            <p:cNvSpPr/>
            <p:nvPr/>
          </p:nvSpPr>
          <p:spPr>
            <a:xfrm>
              <a:off x="7624572" y="4008120"/>
              <a:ext cx="925194" cy="970915"/>
            </a:xfrm>
            <a:custGeom>
              <a:avLst/>
              <a:gdLst/>
              <a:ahLst/>
              <a:cxnLst/>
              <a:rect l="l" t="t" r="r" b="b"/>
              <a:pathLst>
                <a:path w="925195" h="970914">
                  <a:moveTo>
                    <a:pt x="806196" y="64008"/>
                  </a:moveTo>
                  <a:lnTo>
                    <a:pt x="798576" y="60960"/>
                  </a:lnTo>
                  <a:lnTo>
                    <a:pt x="795528" y="53340"/>
                  </a:lnTo>
                  <a:lnTo>
                    <a:pt x="794004" y="45720"/>
                  </a:lnTo>
                  <a:lnTo>
                    <a:pt x="798576" y="36576"/>
                  </a:lnTo>
                  <a:lnTo>
                    <a:pt x="806196" y="35052"/>
                  </a:lnTo>
                  <a:lnTo>
                    <a:pt x="925068" y="0"/>
                  </a:lnTo>
                  <a:lnTo>
                    <a:pt x="922502" y="10668"/>
                  </a:lnTo>
                  <a:lnTo>
                    <a:pt x="894588" y="10668"/>
                  </a:lnTo>
                  <a:lnTo>
                    <a:pt x="857302" y="49858"/>
                  </a:lnTo>
                  <a:lnTo>
                    <a:pt x="813816" y="62484"/>
                  </a:lnTo>
                  <a:lnTo>
                    <a:pt x="806196" y="64008"/>
                  </a:lnTo>
                  <a:close/>
                </a:path>
                <a:path w="925195" h="970914">
                  <a:moveTo>
                    <a:pt x="857302" y="49858"/>
                  </a:moveTo>
                  <a:lnTo>
                    <a:pt x="894588" y="10668"/>
                  </a:lnTo>
                  <a:lnTo>
                    <a:pt x="902794" y="18288"/>
                  </a:lnTo>
                  <a:lnTo>
                    <a:pt x="891540" y="18288"/>
                  </a:lnTo>
                  <a:lnTo>
                    <a:pt x="886007" y="41525"/>
                  </a:lnTo>
                  <a:lnTo>
                    <a:pt x="857302" y="49858"/>
                  </a:lnTo>
                  <a:close/>
                </a:path>
                <a:path w="925195" h="970914">
                  <a:moveTo>
                    <a:pt x="886968" y="134112"/>
                  </a:moveTo>
                  <a:lnTo>
                    <a:pt x="879348" y="131064"/>
                  </a:lnTo>
                  <a:lnTo>
                    <a:pt x="871728" y="129540"/>
                  </a:lnTo>
                  <a:lnTo>
                    <a:pt x="865632" y="121920"/>
                  </a:lnTo>
                  <a:lnTo>
                    <a:pt x="868680" y="114300"/>
                  </a:lnTo>
                  <a:lnTo>
                    <a:pt x="879549" y="68648"/>
                  </a:lnTo>
                  <a:lnTo>
                    <a:pt x="915924" y="30480"/>
                  </a:lnTo>
                  <a:lnTo>
                    <a:pt x="894588" y="10668"/>
                  </a:lnTo>
                  <a:lnTo>
                    <a:pt x="922502" y="10668"/>
                  </a:lnTo>
                  <a:lnTo>
                    <a:pt x="896112" y="120396"/>
                  </a:lnTo>
                  <a:lnTo>
                    <a:pt x="894588" y="128016"/>
                  </a:lnTo>
                  <a:lnTo>
                    <a:pt x="886968" y="134112"/>
                  </a:lnTo>
                  <a:close/>
                </a:path>
                <a:path w="925195" h="970914">
                  <a:moveTo>
                    <a:pt x="886007" y="41525"/>
                  </a:moveTo>
                  <a:lnTo>
                    <a:pt x="891540" y="18288"/>
                  </a:lnTo>
                  <a:lnTo>
                    <a:pt x="908304" y="35052"/>
                  </a:lnTo>
                  <a:lnTo>
                    <a:pt x="886007" y="41525"/>
                  </a:lnTo>
                  <a:close/>
                </a:path>
                <a:path w="925195" h="970914">
                  <a:moveTo>
                    <a:pt x="879549" y="68648"/>
                  </a:moveTo>
                  <a:lnTo>
                    <a:pt x="886007" y="41525"/>
                  </a:lnTo>
                  <a:lnTo>
                    <a:pt x="908304" y="35052"/>
                  </a:lnTo>
                  <a:lnTo>
                    <a:pt x="891540" y="18288"/>
                  </a:lnTo>
                  <a:lnTo>
                    <a:pt x="902794" y="18288"/>
                  </a:lnTo>
                  <a:lnTo>
                    <a:pt x="915924" y="30480"/>
                  </a:lnTo>
                  <a:lnTo>
                    <a:pt x="879549" y="68648"/>
                  </a:lnTo>
                  <a:close/>
                </a:path>
                <a:path w="925195" h="970914">
                  <a:moveTo>
                    <a:pt x="19812" y="970788"/>
                  </a:moveTo>
                  <a:lnTo>
                    <a:pt x="0" y="950976"/>
                  </a:lnTo>
                  <a:lnTo>
                    <a:pt x="857302" y="49858"/>
                  </a:lnTo>
                  <a:lnTo>
                    <a:pt x="886007" y="41525"/>
                  </a:lnTo>
                  <a:lnTo>
                    <a:pt x="879549" y="68648"/>
                  </a:lnTo>
                  <a:lnTo>
                    <a:pt x="19812" y="970788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211823" y="3592067"/>
              <a:ext cx="2750820" cy="2743200"/>
            </a:xfrm>
            <a:custGeom>
              <a:avLst/>
              <a:gdLst/>
              <a:ahLst/>
              <a:cxnLst/>
              <a:rect l="l" t="t" r="r" b="b"/>
              <a:pathLst>
                <a:path w="2750820" h="2743200">
                  <a:moveTo>
                    <a:pt x="1034796" y="50800"/>
                  </a:moveTo>
                  <a:lnTo>
                    <a:pt x="999744" y="50800"/>
                  </a:lnTo>
                  <a:lnTo>
                    <a:pt x="1031748" y="38100"/>
                  </a:lnTo>
                  <a:lnTo>
                    <a:pt x="1165860" y="12700"/>
                  </a:lnTo>
                  <a:lnTo>
                    <a:pt x="1200912" y="0"/>
                  </a:lnTo>
                  <a:lnTo>
                    <a:pt x="1341120" y="0"/>
                  </a:lnTo>
                  <a:lnTo>
                    <a:pt x="1271016" y="12700"/>
                  </a:lnTo>
                  <a:lnTo>
                    <a:pt x="1202436" y="12700"/>
                  </a:lnTo>
                  <a:lnTo>
                    <a:pt x="1167384" y="25400"/>
                  </a:lnTo>
                  <a:lnTo>
                    <a:pt x="1100328" y="38100"/>
                  </a:lnTo>
                  <a:lnTo>
                    <a:pt x="1066800" y="38100"/>
                  </a:lnTo>
                  <a:lnTo>
                    <a:pt x="1034796" y="50800"/>
                  </a:lnTo>
                  <a:close/>
                </a:path>
                <a:path w="2750820" h="2743200">
                  <a:moveTo>
                    <a:pt x="1584960" y="12700"/>
                  </a:moveTo>
                  <a:lnTo>
                    <a:pt x="1481328" y="12700"/>
                  </a:lnTo>
                  <a:lnTo>
                    <a:pt x="1411224" y="0"/>
                  </a:lnTo>
                  <a:lnTo>
                    <a:pt x="1551432" y="0"/>
                  </a:lnTo>
                  <a:lnTo>
                    <a:pt x="1584960" y="12700"/>
                  </a:lnTo>
                  <a:close/>
                </a:path>
                <a:path w="2750820" h="2743200">
                  <a:moveTo>
                    <a:pt x="1653540" y="25400"/>
                  </a:moveTo>
                  <a:lnTo>
                    <a:pt x="1583436" y="25400"/>
                  </a:lnTo>
                  <a:lnTo>
                    <a:pt x="1516380" y="12700"/>
                  </a:lnTo>
                  <a:lnTo>
                    <a:pt x="1620012" y="12700"/>
                  </a:lnTo>
                  <a:lnTo>
                    <a:pt x="1653540" y="25400"/>
                  </a:lnTo>
                  <a:close/>
                </a:path>
                <a:path w="2750820" h="2743200">
                  <a:moveTo>
                    <a:pt x="1584960" y="2730500"/>
                  </a:moveTo>
                  <a:lnTo>
                    <a:pt x="1549908" y="2730500"/>
                  </a:lnTo>
                  <a:lnTo>
                    <a:pt x="1583436" y="2717800"/>
                  </a:lnTo>
                  <a:lnTo>
                    <a:pt x="1781556" y="2679700"/>
                  </a:lnTo>
                  <a:lnTo>
                    <a:pt x="1845564" y="2654300"/>
                  </a:lnTo>
                  <a:lnTo>
                    <a:pt x="1876044" y="2641600"/>
                  </a:lnTo>
                  <a:lnTo>
                    <a:pt x="1908048" y="2628900"/>
                  </a:lnTo>
                  <a:lnTo>
                    <a:pt x="1938528" y="2616200"/>
                  </a:lnTo>
                  <a:lnTo>
                    <a:pt x="1967484" y="2603500"/>
                  </a:lnTo>
                  <a:lnTo>
                    <a:pt x="1997964" y="2590800"/>
                  </a:lnTo>
                  <a:lnTo>
                    <a:pt x="2055876" y="2552700"/>
                  </a:lnTo>
                  <a:lnTo>
                    <a:pt x="2084832" y="2540000"/>
                  </a:lnTo>
                  <a:lnTo>
                    <a:pt x="2167128" y="2489200"/>
                  </a:lnTo>
                  <a:lnTo>
                    <a:pt x="2244852" y="2425700"/>
                  </a:lnTo>
                  <a:lnTo>
                    <a:pt x="2293620" y="2387600"/>
                  </a:lnTo>
                  <a:lnTo>
                    <a:pt x="2342388" y="2336800"/>
                  </a:lnTo>
                  <a:lnTo>
                    <a:pt x="2365248" y="2311400"/>
                  </a:lnTo>
                  <a:lnTo>
                    <a:pt x="2386584" y="2286000"/>
                  </a:lnTo>
                  <a:lnTo>
                    <a:pt x="2409444" y="2260600"/>
                  </a:lnTo>
                  <a:lnTo>
                    <a:pt x="2429256" y="2235200"/>
                  </a:lnTo>
                  <a:lnTo>
                    <a:pt x="2450592" y="2209800"/>
                  </a:lnTo>
                  <a:lnTo>
                    <a:pt x="2490216" y="2159000"/>
                  </a:lnTo>
                  <a:lnTo>
                    <a:pt x="2526792" y="2108200"/>
                  </a:lnTo>
                  <a:lnTo>
                    <a:pt x="2543556" y="2082800"/>
                  </a:lnTo>
                  <a:lnTo>
                    <a:pt x="2577084" y="2019300"/>
                  </a:lnTo>
                  <a:lnTo>
                    <a:pt x="2607564" y="1968500"/>
                  </a:lnTo>
                  <a:lnTo>
                    <a:pt x="2634996" y="1905000"/>
                  </a:lnTo>
                  <a:lnTo>
                    <a:pt x="2647188" y="1866900"/>
                  </a:lnTo>
                  <a:lnTo>
                    <a:pt x="2659380" y="1841500"/>
                  </a:lnTo>
                  <a:lnTo>
                    <a:pt x="2670048" y="1803400"/>
                  </a:lnTo>
                  <a:lnTo>
                    <a:pt x="2680716" y="1778000"/>
                  </a:lnTo>
                  <a:lnTo>
                    <a:pt x="2689860" y="1739900"/>
                  </a:lnTo>
                  <a:lnTo>
                    <a:pt x="2699004" y="1714500"/>
                  </a:lnTo>
                  <a:lnTo>
                    <a:pt x="2706624" y="1676400"/>
                  </a:lnTo>
                  <a:lnTo>
                    <a:pt x="2714244" y="1651000"/>
                  </a:lnTo>
                  <a:lnTo>
                    <a:pt x="2726436" y="1574800"/>
                  </a:lnTo>
                  <a:lnTo>
                    <a:pt x="2731008" y="1549400"/>
                  </a:lnTo>
                  <a:lnTo>
                    <a:pt x="2735580" y="1511300"/>
                  </a:lnTo>
                  <a:lnTo>
                    <a:pt x="2738628" y="1473200"/>
                  </a:lnTo>
                  <a:lnTo>
                    <a:pt x="2741676" y="1409700"/>
                  </a:lnTo>
                  <a:lnTo>
                    <a:pt x="2741676" y="1333500"/>
                  </a:lnTo>
                  <a:lnTo>
                    <a:pt x="2740152" y="1295400"/>
                  </a:lnTo>
                  <a:lnTo>
                    <a:pt x="2734056" y="1231900"/>
                  </a:lnTo>
                  <a:lnTo>
                    <a:pt x="2731008" y="1193800"/>
                  </a:lnTo>
                  <a:lnTo>
                    <a:pt x="2726436" y="1168400"/>
                  </a:lnTo>
                  <a:lnTo>
                    <a:pt x="2714244" y="1092200"/>
                  </a:lnTo>
                  <a:lnTo>
                    <a:pt x="2706624" y="1066800"/>
                  </a:lnTo>
                  <a:lnTo>
                    <a:pt x="2699004" y="1028700"/>
                  </a:lnTo>
                  <a:lnTo>
                    <a:pt x="2680716" y="965200"/>
                  </a:lnTo>
                  <a:lnTo>
                    <a:pt x="2659380" y="901700"/>
                  </a:lnTo>
                  <a:lnTo>
                    <a:pt x="2647188" y="863600"/>
                  </a:lnTo>
                  <a:lnTo>
                    <a:pt x="2634996" y="838200"/>
                  </a:lnTo>
                  <a:lnTo>
                    <a:pt x="2621280" y="812800"/>
                  </a:lnTo>
                  <a:lnTo>
                    <a:pt x="2607564" y="774700"/>
                  </a:lnTo>
                  <a:lnTo>
                    <a:pt x="2577084" y="723900"/>
                  </a:lnTo>
                  <a:lnTo>
                    <a:pt x="2543556" y="660400"/>
                  </a:lnTo>
                  <a:lnTo>
                    <a:pt x="2526792" y="635000"/>
                  </a:lnTo>
                  <a:lnTo>
                    <a:pt x="2490216" y="584200"/>
                  </a:lnTo>
                  <a:lnTo>
                    <a:pt x="2430780" y="495300"/>
                  </a:lnTo>
                  <a:lnTo>
                    <a:pt x="2409444" y="482600"/>
                  </a:lnTo>
                  <a:lnTo>
                    <a:pt x="2386584" y="457200"/>
                  </a:lnTo>
                  <a:lnTo>
                    <a:pt x="2365248" y="431800"/>
                  </a:lnTo>
                  <a:lnTo>
                    <a:pt x="2342388" y="406400"/>
                  </a:lnTo>
                  <a:lnTo>
                    <a:pt x="2318004" y="381000"/>
                  </a:lnTo>
                  <a:lnTo>
                    <a:pt x="2295144" y="355600"/>
                  </a:lnTo>
                  <a:lnTo>
                    <a:pt x="2269236" y="342900"/>
                  </a:lnTo>
                  <a:lnTo>
                    <a:pt x="2244852" y="317500"/>
                  </a:lnTo>
                  <a:lnTo>
                    <a:pt x="2167128" y="254000"/>
                  </a:lnTo>
                  <a:lnTo>
                    <a:pt x="2112264" y="215900"/>
                  </a:lnTo>
                  <a:lnTo>
                    <a:pt x="2084832" y="203200"/>
                  </a:lnTo>
                  <a:lnTo>
                    <a:pt x="2026920" y="165100"/>
                  </a:lnTo>
                  <a:lnTo>
                    <a:pt x="1997964" y="152400"/>
                  </a:lnTo>
                  <a:lnTo>
                    <a:pt x="1967484" y="139700"/>
                  </a:lnTo>
                  <a:lnTo>
                    <a:pt x="1938528" y="127000"/>
                  </a:lnTo>
                  <a:lnTo>
                    <a:pt x="1877568" y="101600"/>
                  </a:lnTo>
                  <a:lnTo>
                    <a:pt x="1781556" y="63500"/>
                  </a:lnTo>
                  <a:lnTo>
                    <a:pt x="1717548" y="50800"/>
                  </a:lnTo>
                  <a:lnTo>
                    <a:pt x="1684020" y="38100"/>
                  </a:lnTo>
                  <a:lnTo>
                    <a:pt x="1652016" y="38100"/>
                  </a:lnTo>
                  <a:lnTo>
                    <a:pt x="1618488" y="25400"/>
                  </a:lnTo>
                  <a:lnTo>
                    <a:pt x="1687068" y="25400"/>
                  </a:lnTo>
                  <a:lnTo>
                    <a:pt x="1719072" y="38100"/>
                  </a:lnTo>
                  <a:lnTo>
                    <a:pt x="1752600" y="50800"/>
                  </a:lnTo>
                  <a:lnTo>
                    <a:pt x="1784604" y="50800"/>
                  </a:lnTo>
                  <a:lnTo>
                    <a:pt x="1880616" y="88900"/>
                  </a:lnTo>
                  <a:lnTo>
                    <a:pt x="2002536" y="139700"/>
                  </a:lnTo>
                  <a:lnTo>
                    <a:pt x="2031492" y="165100"/>
                  </a:lnTo>
                  <a:lnTo>
                    <a:pt x="2089404" y="190500"/>
                  </a:lnTo>
                  <a:lnTo>
                    <a:pt x="2171700" y="254000"/>
                  </a:lnTo>
                  <a:lnTo>
                    <a:pt x="2199132" y="266700"/>
                  </a:lnTo>
                  <a:lnTo>
                    <a:pt x="2225040" y="292100"/>
                  </a:lnTo>
                  <a:lnTo>
                    <a:pt x="2250948" y="304800"/>
                  </a:lnTo>
                  <a:lnTo>
                    <a:pt x="2275332" y="330200"/>
                  </a:lnTo>
                  <a:lnTo>
                    <a:pt x="2301240" y="355600"/>
                  </a:lnTo>
                  <a:lnTo>
                    <a:pt x="2325624" y="381000"/>
                  </a:lnTo>
                  <a:lnTo>
                    <a:pt x="2371344" y="419100"/>
                  </a:lnTo>
                  <a:lnTo>
                    <a:pt x="2394204" y="444500"/>
                  </a:lnTo>
                  <a:lnTo>
                    <a:pt x="2458212" y="520700"/>
                  </a:lnTo>
                  <a:lnTo>
                    <a:pt x="2497836" y="571500"/>
                  </a:lnTo>
                  <a:lnTo>
                    <a:pt x="2516124" y="596900"/>
                  </a:lnTo>
                  <a:lnTo>
                    <a:pt x="2534412" y="635000"/>
                  </a:lnTo>
                  <a:lnTo>
                    <a:pt x="2552700" y="660400"/>
                  </a:lnTo>
                  <a:lnTo>
                    <a:pt x="2569464" y="685800"/>
                  </a:lnTo>
                  <a:lnTo>
                    <a:pt x="2584704" y="711200"/>
                  </a:lnTo>
                  <a:lnTo>
                    <a:pt x="2601468" y="749300"/>
                  </a:lnTo>
                  <a:lnTo>
                    <a:pt x="2615184" y="774700"/>
                  </a:lnTo>
                  <a:lnTo>
                    <a:pt x="2630424" y="800100"/>
                  </a:lnTo>
                  <a:lnTo>
                    <a:pt x="2642616" y="838200"/>
                  </a:lnTo>
                  <a:lnTo>
                    <a:pt x="2656332" y="863600"/>
                  </a:lnTo>
                  <a:lnTo>
                    <a:pt x="2668524" y="901700"/>
                  </a:lnTo>
                  <a:lnTo>
                    <a:pt x="2689860" y="965200"/>
                  </a:lnTo>
                  <a:lnTo>
                    <a:pt x="2708148" y="1028700"/>
                  </a:lnTo>
                  <a:lnTo>
                    <a:pt x="2723388" y="1092200"/>
                  </a:lnTo>
                  <a:lnTo>
                    <a:pt x="2735580" y="1155700"/>
                  </a:lnTo>
                  <a:lnTo>
                    <a:pt x="2747772" y="1257300"/>
                  </a:lnTo>
                  <a:lnTo>
                    <a:pt x="2750820" y="1333500"/>
                  </a:lnTo>
                  <a:lnTo>
                    <a:pt x="2750820" y="1409700"/>
                  </a:lnTo>
                  <a:lnTo>
                    <a:pt x="2749296" y="1447800"/>
                  </a:lnTo>
                  <a:lnTo>
                    <a:pt x="2744724" y="1511300"/>
                  </a:lnTo>
                  <a:lnTo>
                    <a:pt x="2735580" y="1574800"/>
                  </a:lnTo>
                  <a:lnTo>
                    <a:pt x="2723388" y="1651000"/>
                  </a:lnTo>
                  <a:lnTo>
                    <a:pt x="2699004" y="1752600"/>
                  </a:lnTo>
                  <a:lnTo>
                    <a:pt x="2689860" y="1778000"/>
                  </a:lnTo>
                  <a:lnTo>
                    <a:pt x="2679192" y="1816100"/>
                  </a:lnTo>
                  <a:lnTo>
                    <a:pt x="2668524" y="1841500"/>
                  </a:lnTo>
                  <a:lnTo>
                    <a:pt x="2656332" y="1879600"/>
                  </a:lnTo>
                  <a:lnTo>
                    <a:pt x="2644140" y="1905000"/>
                  </a:lnTo>
                  <a:lnTo>
                    <a:pt x="2630424" y="1943100"/>
                  </a:lnTo>
                  <a:lnTo>
                    <a:pt x="2615184" y="1968500"/>
                  </a:lnTo>
                  <a:lnTo>
                    <a:pt x="2601468" y="1993900"/>
                  </a:lnTo>
                  <a:lnTo>
                    <a:pt x="2586228" y="2019300"/>
                  </a:lnTo>
                  <a:lnTo>
                    <a:pt x="2552700" y="2082800"/>
                  </a:lnTo>
                  <a:lnTo>
                    <a:pt x="2534412" y="2108200"/>
                  </a:lnTo>
                  <a:lnTo>
                    <a:pt x="2497836" y="2171700"/>
                  </a:lnTo>
                  <a:lnTo>
                    <a:pt x="2458212" y="2222500"/>
                  </a:lnTo>
                  <a:lnTo>
                    <a:pt x="2394204" y="2298700"/>
                  </a:lnTo>
                  <a:lnTo>
                    <a:pt x="2325624" y="2362200"/>
                  </a:lnTo>
                  <a:lnTo>
                    <a:pt x="2276856" y="2413000"/>
                  </a:lnTo>
                  <a:lnTo>
                    <a:pt x="2250948" y="2438400"/>
                  </a:lnTo>
                  <a:lnTo>
                    <a:pt x="2199132" y="2476500"/>
                  </a:lnTo>
                  <a:lnTo>
                    <a:pt x="2144268" y="2514600"/>
                  </a:lnTo>
                  <a:lnTo>
                    <a:pt x="2116836" y="2527300"/>
                  </a:lnTo>
                  <a:lnTo>
                    <a:pt x="2089404" y="2552700"/>
                  </a:lnTo>
                  <a:lnTo>
                    <a:pt x="2002536" y="2590800"/>
                  </a:lnTo>
                  <a:lnTo>
                    <a:pt x="1972056" y="2616200"/>
                  </a:lnTo>
                  <a:lnTo>
                    <a:pt x="1880616" y="2654300"/>
                  </a:lnTo>
                  <a:lnTo>
                    <a:pt x="1848612" y="2667000"/>
                  </a:lnTo>
                  <a:lnTo>
                    <a:pt x="1784604" y="2679700"/>
                  </a:lnTo>
                  <a:lnTo>
                    <a:pt x="1752600" y="2692400"/>
                  </a:lnTo>
                  <a:lnTo>
                    <a:pt x="1719072" y="2705100"/>
                  </a:lnTo>
                  <a:lnTo>
                    <a:pt x="1687068" y="2705100"/>
                  </a:lnTo>
                  <a:lnTo>
                    <a:pt x="1620012" y="2717800"/>
                  </a:lnTo>
                  <a:lnTo>
                    <a:pt x="1584960" y="2730500"/>
                  </a:lnTo>
                  <a:close/>
                </a:path>
                <a:path w="2750820" h="2743200">
                  <a:moveTo>
                    <a:pt x="1066800" y="2705100"/>
                  </a:moveTo>
                  <a:lnTo>
                    <a:pt x="1031748" y="2705100"/>
                  </a:lnTo>
                  <a:lnTo>
                    <a:pt x="999744" y="2692400"/>
                  </a:lnTo>
                  <a:lnTo>
                    <a:pt x="966216" y="2679700"/>
                  </a:lnTo>
                  <a:lnTo>
                    <a:pt x="934212" y="2667000"/>
                  </a:lnTo>
                  <a:lnTo>
                    <a:pt x="903732" y="2667000"/>
                  </a:lnTo>
                  <a:lnTo>
                    <a:pt x="871728" y="2654300"/>
                  </a:lnTo>
                  <a:lnTo>
                    <a:pt x="841248" y="2641600"/>
                  </a:lnTo>
                  <a:lnTo>
                    <a:pt x="809244" y="2628900"/>
                  </a:lnTo>
                  <a:lnTo>
                    <a:pt x="780288" y="2616200"/>
                  </a:lnTo>
                  <a:lnTo>
                    <a:pt x="749808" y="2590800"/>
                  </a:lnTo>
                  <a:lnTo>
                    <a:pt x="720852" y="2578100"/>
                  </a:lnTo>
                  <a:lnTo>
                    <a:pt x="633983" y="2527300"/>
                  </a:lnTo>
                  <a:lnTo>
                    <a:pt x="606552" y="2514600"/>
                  </a:lnTo>
                  <a:lnTo>
                    <a:pt x="579120" y="2489200"/>
                  </a:lnTo>
                  <a:lnTo>
                    <a:pt x="553212" y="2476500"/>
                  </a:lnTo>
                  <a:lnTo>
                    <a:pt x="527304" y="2451100"/>
                  </a:lnTo>
                  <a:lnTo>
                    <a:pt x="501396" y="2438400"/>
                  </a:lnTo>
                  <a:lnTo>
                    <a:pt x="475488" y="2413000"/>
                  </a:lnTo>
                  <a:lnTo>
                    <a:pt x="426720" y="2362200"/>
                  </a:lnTo>
                  <a:lnTo>
                    <a:pt x="403860" y="2336800"/>
                  </a:lnTo>
                  <a:lnTo>
                    <a:pt x="379476" y="2324100"/>
                  </a:lnTo>
                  <a:lnTo>
                    <a:pt x="358140" y="2298700"/>
                  </a:lnTo>
                  <a:lnTo>
                    <a:pt x="335280" y="2273300"/>
                  </a:lnTo>
                  <a:lnTo>
                    <a:pt x="313944" y="2247900"/>
                  </a:lnTo>
                  <a:lnTo>
                    <a:pt x="254508" y="2171700"/>
                  </a:lnTo>
                  <a:lnTo>
                    <a:pt x="234696" y="2133600"/>
                  </a:lnTo>
                  <a:lnTo>
                    <a:pt x="216408" y="2108200"/>
                  </a:lnTo>
                  <a:lnTo>
                    <a:pt x="166116" y="2019300"/>
                  </a:lnTo>
                  <a:lnTo>
                    <a:pt x="135636" y="1968500"/>
                  </a:lnTo>
                  <a:lnTo>
                    <a:pt x="121920" y="1943100"/>
                  </a:lnTo>
                  <a:lnTo>
                    <a:pt x="108204" y="1905000"/>
                  </a:lnTo>
                  <a:lnTo>
                    <a:pt x="83820" y="1841500"/>
                  </a:lnTo>
                  <a:lnTo>
                    <a:pt x="62483" y="1778000"/>
                  </a:lnTo>
                  <a:lnTo>
                    <a:pt x="51816" y="1752600"/>
                  </a:lnTo>
                  <a:lnTo>
                    <a:pt x="44196" y="1714500"/>
                  </a:lnTo>
                  <a:lnTo>
                    <a:pt x="28956" y="1651000"/>
                  </a:lnTo>
                  <a:lnTo>
                    <a:pt x="21336" y="1612900"/>
                  </a:lnTo>
                  <a:lnTo>
                    <a:pt x="16764" y="1574800"/>
                  </a:lnTo>
                  <a:lnTo>
                    <a:pt x="10668" y="1549400"/>
                  </a:lnTo>
                  <a:lnTo>
                    <a:pt x="4572" y="1473200"/>
                  </a:lnTo>
                  <a:lnTo>
                    <a:pt x="1524" y="1447800"/>
                  </a:lnTo>
                  <a:lnTo>
                    <a:pt x="0" y="1409700"/>
                  </a:lnTo>
                  <a:lnTo>
                    <a:pt x="0" y="1371600"/>
                  </a:lnTo>
                  <a:lnTo>
                    <a:pt x="1524" y="1333500"/>
                  </a:lnTo>
                  <a:lnTo>
                    <a:pt x="1524" y="1295400"/>
                  </a:lnTo>
                  <a:lnTo>
                    <a:pt x="10668" y="1193800"/>
                  </a:lnTo>
                  <a:lnTo>
                    <a:pt x="16764" y="1155700"/>
                  </a:lnTo>
                  <a:lnTo>
                    <a:pt x="21336" y="1130300"/>
                  </a:lnTo>
                  <a:lnTo>
                    <a:pt x="28956" y="1092200"/>
                  </a:lnTo>
                  <a:lnTo>
                    <a:pt x="35052" y="1054100"/>
                  </a:lnTo>
                  <a:lnTo>
                    <a:pt x="44196" y="1028700"/>
                  </a:lnTo>
                  <a:lnTo>
                    <a:pt x="51816" y="990600"/>
                  </a:lnTo>
                  <a:lnTo>
                    <a:pt x="83820" y="901700"/>
                  </a:lnTo>
                  <a:lnTo>
                    <a:pt x="96012" y="863600"/>
                  </a:lnTo>
                  <a:lnTo>
                    <a:pt x="108204" y="838200"/>
                  </a:lnTo>
                  <a:lnTo>
                    <a:pt x="135636" y="774700"/>
                  </a:lnTo>
                  <a:lnTo>
                    <a:pt x="150876" y="749300"/>
                  </a:lnTo>
                  <a:lnTo>
                    <a:pt x="166116" y="711200"/>
                  </a:lnTo>
                  <a:lnTo>
                    <a:pt x="216408" y="635000"/>
                  </a:lnTo>
                  <a:lnTo>
                    <a:pt x="234696" y="596900"/>
                  </a:lnTo>
                  <a:lnTo>
                    <a:pt x="313944" y="495300"/>
                  </a:lnTo>
                  <a:lnTo>
                    <a:pt x="335280" y="469900"/>
                  </a:lnTo>
                  <a:lnTo>
                    <a:pt x="358140" y="444500"/>
                  </a:lnTo>
                  <a:lnTo>
                    <a:pt x="379476" y="419100"/>
                  </a:lnTo>
                  <a:lnTo>
                    <a:pt x="403860" y="393700"/>
                  </a:lnTo>
                  <a:lnTo>
                    <a:pt x="426720" y="381000"/>
                  </a:lnTo>
                  <a:lnTo>
                    <a:pt x="475488" y="330200"/>
                  </a:lnTo>
                  <a:lnTo>
                    <a:pt x="579120" y="254000"/>
                  </a:lnTo>
                  <a:lnTo>
                    <a:pt x="633983" y="215900"/>
                  </a:lnTo>
                  <a:lnTo>
                    <a:pt x="662940" y="190500"/>
                  </a:lnTo>
                  <a:lnTo>
                    <a:pt x="690372" y="177800"/>
                  </a:lnTo>
                  <a:lnTo>
                    <a:pt x="720852" y="165100"/>
                  </a:lnTo>
                  <a:lnTo>
                    <a:pt x="749808" y="139700"/>
                  </a:lnTo>
                  <a:lnTo>
                    <a:pt x="778764" y="127000"/>
                  </a:lnTo>
                  <a:lnTo>
                    <a:pt x="839724" y="101600"/>
                  </a:lnTo>
                  <a:lnTo>
                    <a:pt x="871728" y="88900"/>
                  </a:lnTo>
                  <a:lnTo>
                    <a:pt x="902208" y="76200"/>
                  </a:lnTo>
                  <a:lnTo>
                    <a:pt x="966216" y="50800"/>
                  </a:lnTo>
                  <a:lnTo>
                    <a:pt x="1001268" y="50800"/>
                  </a:lnTo>
                  <a:lnTo>
                    <a:pt x="937260" y="76200"/>
                  </a:lnTo>
                  <a:lnTo>
                    <a:pt x="906780" y="88900"/>
                  </a:lnTo>
                  <a:lnTo>
                    <a:pt x="874776" y="101600"/>
                  </a:lnTo>
                  <a:lnTo>
                    <a:pt x="783336" y="139700"/>
                  </a:lnTo>
                  <a:lnTo>
                    <a:pt x="696468" y="190500"/>
                  </a:lnTo>
                  <a:lnTo>
                    <a:pt x="667512" y="203200"/>
                  </a:lnTo>
                  <a:lnTo>
                    <a:pt x="640080" y="215900"/>
                  </a:lnTo>
                  <a:lnTo>
                    <a:pt x="585216" y="254000"/>
                  </a:lnTo>
                  <a:lnTo>
                    <a:pt x="557783" y="279400"/>
                  </a:lnTo>
                  <a:lnTo>
                    <a:pt x="531876" y="292100"/>
                  </a:lnTo>
                  <a:lnTo>
                    <a:pt x="507492" y="317500"/>
                  </a:lnTo>
                  <a:lnTo>
                    <a:pt x="481583" y="342900"/>
                  </a:lnTo>
                  <a:lnTo>
                    <a:pt x="457200" y="355600"/>
                  </a:lnTo>
                  <a:lnTo>
                    <a:pt x="432816" y="381000"/>
                  </a:lnTo>
                  <a:lnTo>
                    <a:pt x="364236" y="457200"/>
                  </a:lnTo>
                  <a:lnTo>
                    <a:pt x="342900" y="482600"/>
                  </a:lnTo>
                  <a:lnTo>
                    <a:pt x="321564" y="495300"/>
                  </a:lnTo>
                  <a:lnTo>
                    <a:pt x="262128" y="584200"/>
                  </a:lnTo>
                  <a:lnTo>
                    <a:pt x="207264" y="660400"/>
                  </a:lnTo>
                  <a:lnTo>
                    <a:pt x="190500" y="685800"/>
                  </a:lnTo>
                  <a:lnTo>
                    <a:pt x="160020" y="749300"/>
                  </a:lnTo>
                  <a:lnTo>
                    <a:pt x="144780" y="774700"/>
                  </a:lnTo>
                  <a:lnTo>
                    <a:pt x="131064" y="812800"/>
                  </a:lnTo>
                  <a:lnTo>
                    <a:pt x="117348" y="838200"/>
                  </a:lnTo>
                  <a:lnTo>
                    <a:pt x="105156" y="863600"/>
                  </a:lnTo>
                  <a:lnTo>
                    <a:pt x="92964" y="901700"/>
                  </a:lnTo>
                  <a:lnTo>
                    <a:pt x="60960" y="990600"/>
                  </a:lnTo>
                  <a:lnTo>
                    <a:pt x="53340" y="1028700"/>
                  </a:lnTo>
                  <a:lnTo>
                    <a:pt x="38100" y="1092200"/>
                  </a:lnTo>
                  <a:lnTo>
                    <a:pt x="30480" y="1130300"/>
                  </a:lnTo>
                  <a:lnTo>
                    <a:pt x="25908" y="1168400"/>
                  </a:lnTo>
                  <a:lnTo>
                    <a:pt x="21336" y="1193800"/>
                  </a:lnTo>
                  <a:lnTo>
                    <a:pt x="16764" y="1231900"/>
                  </a:lnTo>
                  <a:lnTo>
                    <a:pt x="13716" y="1270000"/>
                  </a:lnTo>
                  <a:lnTo>
                    <a:pt x="9144" y="1371600"/>
                  </a:lnTo>
                  <a:lnTo>
                    <a:pt x="13716" y="1473200"/>
                  </a:lnTo>
                  <a:lnTo>
                    <a:pt x="16764" y="1511300"/>
                  </a:lnTo>
                  <a:lnTo>
                    <a:pt x="21336" y="1549400"/>
                  </a:lnTo>
                  <a:lnTo>
                    <a:pt x="25908" y="1574800"/>
                  </a:lnTo>
                  <a:lnTo>
                    <a:pt x="30480" y="1612900"/>
                  </a:lnTo>
                  <a:lnTo>
                    <a:pt x="38100" y="1651000"/>
                  </a:lnTo>
                  <a:lnTo>
                    <a:pt x="53340" y="1714500"/>
                  </a:lnTo>
                  <a:lnTo>
                    <a:pt x="60960" y="1739900"/>
                  </a:lnTo>
                  <a:lnTo>
                    <a:pt x="71628" y="1778000"/>
                  </a:lnTo>
                  <a:lnTo>
                    <a:pt x="82296" y="1803400"/>
                  </a:lnTo>
                  <a:lnTo>
                    <a:pt x="92964" y="1841500"/>
                  </a:lnTo>
                  <a:lnTo>
                    <a:pt x="105156" y="1866900"/>
                  </a:lnTo>
                  <a:lnTo>
                    <a:pt x="117348" y="1905000"/>
                  </a:lnTo>
                  <a:lnTo>
                    <a:pt x="144780" y="1968500"/>
                  </a:lnTo>
                  <a:lnTo>
                    <a:pt x="158496" y="1993900"/>
                  </a:lnTo>
                  <a:lnTo>
                    <a:pt x="175260" y="2019300"/>
                  </a:lnTo>
                  <a:lnTo>
                    <a:pt x="190500" y="2044700"/>
                  </a:lnTo>
                  <a:lnTo>
                    <a:pt x="207264" y="2082800"/>
                  </a:lnTo>
                  <a:lnTo>
                    <a:pt x="262128" y="2159000"/>
                  </a:lnTo>
                  <a:lnTo>
                    <a:pt x="321564" y="2235200"/>
                  </a:lnTo>
                  <a:lnTo>
                    <a:pt x="364236" y="2286000"/>
                  </a:lnTo>
                  <a:lnTo>
                    <a:pt x="432816" y="2362200"/>
                  </a:lnTo>
                  <a:lnTo>
                    <a:pt x="481583" y="2400300"/>
                  </a:lnTo>
                  <a:lnTo>
                    <a:pt x="507492" y="2425700"/>
                  </a:lnTo>
                  <a:lnTo>
                    <a:pt x="531876" y="2438400"/>
                  </a:lnTo>
                  <a:lnTo>
                    <a:pt x="557783" y="2463800"/>
                  </a:lnTo>
                  <a:lnTo>
                    <a:pt x="585216" y="2489200"/>
                  </a:lnTo>
                  <a:lnTo>
                    <a:pt x="667512" y="2540000"/>
                  </a:lnTo>
                  <a:lnTo>
                    <a:pt x="696468" y="2552700"/>
                  </a:lnTo>
                  <a:lnTo>
                    <a:pt x="783336" y="2603500"/>
                  </a:lnTo>
                  <a:lnTo>
                    <a:pt x="874776" y="2641600"/>
                  </a:lnTo>
                  <a:lnTo>
                    <a:pt x="906780" y="2654300"/>
                  </a:lnTo>
                  <a:lnTo>
                    <a:pt x="937260" y="2667000"/>
                  </a:lnTo>
                  <a:lnTo>
                    <a:pt x="1001268" y="2679700"/>
                  </a:lnTo>
                  <a:lnTo>
                    <a:pt x="1034796" y="2692400"/>
                  </a:lnTo>
                  <a:lnTo>
                    <a:pt x="1066800" y="2705100"/>
                  </a:lnTo>
                  <a:close/>
                </a:path>
                <a:path w="2750820" h="2743200">
                  <a:moveTo>
                    <a:pt x="1202436" y="2730500"/>
                  </a:moveTo>
                  <a:lnTo>
                    <a:pt x="1132332" y="2730500"/>
                  </a:lnTo>
                  <a:lnTo>
                    <a:pt x="1065276" y="2705100"/>
                  </a:lnTo>
                  <a:lnTo>
                    <a:pt x="1100328" y="2705100"/>
                  </a:lnTo>
                  <a:lnTo>
                    <a:pt x="1133856" y="2717800"/>
                  </a:lnTo>
                  <a:lnTo>
                    <a:pt x="1167384" y="2717800"/>
                  </a:lnTo>
                  <a:lnTo>
                    <a:pt x="1202436" y="2730500"/>
                  </a:lnTo>
                  <a:close/>
                </a:path>
                <a:path w="2750820" h="2743200">
                  <a:moveTo>
                    <a:pt x="1516380" y="2743200"/>
                  </a:moveTo>
                  <a:lnTo>
                    <a:pt x="1235964" y="2743200"/>
                  </a:lnTo>
                  <a:lnTo>
                    <a:pt x="1200912" y="2730500"/>
                  </a:lnTo>
                  <a:lnTo>
                    <a:pt x="1551432" y="2730500"/>
                  </a:lnTo>
                  <a:lnTo>
                    <a:pt x="1516380" y="2743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8851" y="4917947"/>
              <a:ext cx="102108" cy="10210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712409" y="4935704"/>
            <a:ext cx="160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Microsoft Sans Serif"/>
                <a:cs typeface="Microsoft Sans Serif"/>
              </a:rPr>
              <a:t>S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663380" y="3186683"/>
            <a:ext cx="499109" cy="0"/>
          </a:xfrm>
          <a:custGeom>
            <a:avLst/>
            <a:gdLst/>
            <a:ahLst/>
            <a:cxnLst/>
            <a:rect l="l" t="t" r="r" b="b"/>
            <a:pathLst>
              <a:path w="499110">
                <a:moveTo>
                  <a:pt x="0" y="0"/>
                </a:moveTo>
                <a:lnTo>
                  <a:pt x="499109" y="0"/>
                </a:lnTo>
              </a:path>
            </a:pathLst>
          </a:custGeom>
          <a:ln w="152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796032" y="3183139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Microsoft Sans Serif"/>
                <a:cs typeface="Microsoft Sans Serif"/>
              </a:rPr>
              <a:t>A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21992" y="2792995"/>
            <a:ext cx="9372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baseline="-27777" dirty="0">
                <a:latin typeface="Microsoft Sans Serif"/>
                <a:cs typeface="Microsoft Sans Serif"/>
              </a:rPr>
              <a:t>I</a:t>
            </a:r>
            <a:r>
              <a:rPr sz="3600" spc="-209" baseline="-27777" dirty="0">
                <a:latin typeface="Microsoft Sans Serif"/>
                <a:cs typeface="Microsoft Sans Serif"/>
              </a:rPr>
              <a:t> </a:t>
            </a:r>
            <a:r>
              <a:rPr sz="3600" baseline="-27777" dirty="0">
                <a:latin typeface="Cambria"/>
                <a:cs typeface="Cambria"/>
              </a:rPr>
              <a:t>=</a:t>
            </a:r>
            <a:r>
              <a:rPr sz="3600" spc="225" baseline="-27777" dirty="0">
                <a:latin typeface="Cambria"/>
                <a:cs typeface="Cambria"/>
              </a:rPr>
              <a:t> </a:t>
            </a:r>
            <a:r>
              <a:rPr sz="3600" spc="-30" baseline="15046" dirty="0">
                <a:latin typeface="Microsoft Sans Serif"/>
                <a:cs typeface="Microsoft Sans Serif"/>
              </a:rPr>
              <a:t>P</a:t>
            </a:r>
            <a:r>
              <a:rPr sz="1350" spc="-20" dirty="0">
                <a:latin typeface="Microsoft Sans Serif"/>
                <a:cs typeface="Microsoft Sans Serif"/>
              </a:rPr>
              <a:t>avg</a:t>
            </a:r>
            <a:endParaRPr sz="135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616136" y="4669059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>
                <a:moveTo>
                  <a:pt x="0" y="0"/>
                </a:moveTo>
                <a:lnTo>
                  <a:pt x="627125" y="0"/>
                </a:lnTo>
              </a:path>
            </a:pathLst>
          </a:custGeom>
          <a:ln w="152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738627" y="4228222"/>
            <a:ext cx="3371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Microsoft Sans Serif"/>
                <a:cs typeface="Microsoft Sans Serif"/>
              </a:rPr>
              <a:t>P</a:t>
            </a:r>
            <a:r>
              <a:rPr sz="2025" spc="-37" baseline="-26748" dirty="0">
                <a:latin typeface="Microsoft Sans Serif"/>
                <a:cs typeface="Microsoft Sans Serif"/>
              </a:rPr>
              <a:t>s</a:t>
            </a:r>
            <a:endParaRPr sz="2025" baseline="-26748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00148" y="4427866"/>
            <a:ext cx="3422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Microsoft Sans Serif"/>
                <a:cs typeface="Microsoft Sans Serif"/>
              </a:rPr>
              <a:t>I</a:t>
            </a:r>
            <a:r>
              <a:rPr sz="2400" spc="-130" dirty="0">
                <a:latin typeface="Microsoft Sans Serif"/>
                <a:cs typeface="Microsoft Sans Serif"/>
              </a:rPr>
              <a:t> </a:t>
            </a:r>
            <a:r>
              <a:rPr sz="2400" spc="-50" dirty="0">
                <a:latin typeface="Cambria"/>
                <a:cs typeface="Cambria"/>
              </a:rPr>
              <a:t>=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96896" y="4665610"/>
            <a:ext cx="6407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Microsoft Sans Serif"/>
                <a:cs typeface="Microsoft Sans Serif"/>
              </a:rPr>
              <a:t>4</a:t>
            </a:r>
            <a:r>
              <a:rPr sz="2400" spc="-20" dirty="0">
                <a:latin typeface="Cambria"/>
                <a:cs typeface="Cambria"/>
              </a:rPr>
              <a:t>π</a:t>
            </a:r>
            <a:r>
              <a:rPr sz="2400" spc="-20" dirty="0">
                <a:latin typeface="Microsoft Sans Serif"/>
                <a:cs typeface="Microsoft Sans Serif"/>
              </a:rPr>
              <a:t>r</a:t>
            </a:r>
            <a:r>
              <a:rPr sz="2025" spc="-30" baseline="43209" dirty="0">
                <a:latin typeface="Microsoft Sans Serif"/>
                <a:cs typeface="Microsoft Sans Serif"/>
              </a:rPr>
              <a:t>2</a:t>
            </a:r>
            <a:endParaRPr sz="2025" baseline="43209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123978" y="4400803"/>
            <a:ext cx="11048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3333CC"/>
                </a:solidFill>
                <a:latin typeface="Microsoft Sans Serif"/>
                <a:cs typeface="Microsoft Sans Serif"/>
              </a:rPr>
              <a:t>r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80019" y="5816629"/>
            <a:ext cx="4445635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The</a:t>
            </a:r>
            <a:r>
              <a:rPr sz="2000" spc="-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intensity of</a:t>
            </a:r>
            <a:r>
              <a:rPr sz="2000" spc="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sound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from</a:t>
            </a:r>
            <a:r>
              <a:rPr sz="2000" spc="-2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isotropic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point source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decreases</a:t>
            </a:r>
            <a:r>
              <a:rPr sz="2000" spc="-2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with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the</a:t>
            </a:r>
            <a:r>
              <a:rPr sz="2000" spc="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square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of</a:t>
            </a:r>
            <a:r>
              <a:rPr sz="2000" spc="-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the</a:t>
            </a:r>
            <a:r>
              <a:rPr sz="2000" spc="1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distance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from</a:t>
            </a:r>
            <a:r>
              <a:rPr sz="2000" spc="-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the</a:t>
            </a:r>
            <a:r>
              <a:rPr sz="2000" spc="1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source.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89164" y="2799067"/>
            <a:ext cx="365379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All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energy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emitted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by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 </a:t>
            </a:r>
            <a:r>
              <a:rPr sz="2000" spc="-10" dirty="0">
                <a:latin typeface="Microsoft Sans Serif"/>
                <a:cs typeface="Microsoft Sans Serif"/>
              </a:rPr>
              <a:t>source </a:t>
            </a:r>
            <a:r>
              <a:rPr sz="2000" dirty="0">
                <a:latin typeface="Microsoft Sans Serif"/>
                <a:cs typeface="Microsoft Sans Serif"/>
              </a:rPr>
              <a:t>must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pass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through the </a:t>
            </a:r>
            <a:r>
              <a:rPr sz="2000" spc="-10" dirty="0">
                <a:latin typeface="Microsoft Sans Serif"/>
                <a:cs typeface="Microsoft Sans Serif"/>
              </a:rPr>
              <a:t>sphere.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950720" y="4142232"/>
            <a:ext cx="259079" cy="294640"/>
          </a:xfrm>
          <a:custGeom>
            <a:avLst/>
            <a:gdLst/>
            <a:ahLst/>
            <a:cxnLst/>
            <a:rect l="l" t="t" r="r" b="b"/>
            <a:pathLst>
              <a:path w="259080" h="294639">
                <a:moveTo>
                  <a:pt x="252983" y="294132"/>
                </a:moveTo>
                <a:lnTo>
                  <a:pt x="0" y="6095"/>
                </a:lnTo>
                <a:lnTo>
                  <a:pt x="7620" y="0"/>
                </a:lnTo>
                <a:lnTo>
                  <a:pt x="259079" y="288035"/>
                </a:lnTo>
                <a:lnTo>
                  <a:pt x="252983" y="294132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445750" y="3850653"/>
            <a:ext cx="9721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Intensity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227307" y="3713457"/>
            <a:ext cx="22847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Power of</a:t>
            </a: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the</a:t>
            </a:r>
            <a:r>
              <a:rPr sz="2000" spc="-5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source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009900" y="4006596"/>
            <a:ext cx="190500" cy="264160"/>
          </a:xfrm>
          <a:custGeom>
            <a:avLst/>
            <a:gdLst/>
            <a:ahLst/>
            <a:cxnLst/>
            <a:rect l="l" t="t" r="r" b="b"/>
            <a:pathLst>
              <a:path w="190500" h="264160">
                <a:moveTo>
                  <a:pt x="7619" y="263651"/>
                </a:moveTo>
                <a:lnTo>
                  <a:pt x="0" y="257555"/>
                </a:lnTo>
                <a:lnTo>
                  <a:pt x="181356" y="0"/>
                </a:lnTo>
                <a:lnTo>
                  <a:pt x="190500" y="4571"/>
                </a:lnTo>
                <a:lnTo>
                  <a:pt x="7619" y="263651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503190" y="4932685"/>
            <a:ext cx="201485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Distance</a:t>
            </a:r>
            <a:r>
              <a:rPr sz="2000" spc="-15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from</a:t>
            </a: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009900"/>
                </a:solidFill>
                <a:latin typeface="Microsoft Sans Serif"/>
                <a:cs typeface="Microsoft Sans Serif"/>
              </a:rPr>
              <a:t>the </a:t>
            </a: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point</a:t>
            </a:r>
            <a:r>
              <a:rPr sz="2000" spc="-5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source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147060" y="4965192"/>
            <a:ext cx="326390" cy="190500"/>
          </a:xfrm>
          <a:custGeom>
            <a:avLst/>
            <a:gdLst/>
            <a:ahLst/>
            <a:cxnLst/>
            <a:rect l="l" t="t" r="r" b="b"/>
            <a:pathLst>
              <a:path w="326389" h="190500">
                <a:moveTo>
                  <a:pt x="321564" y="190500"/>
                </a:moveTo>
                <a:lnTo>
                  <a:pt x="0" y="7619"/>
                </a:lnTo>
                <a:lnTo>
                  <a:pt x="4572" y="0"/>
                </a:lnTo>
                <a:lnTo>
                  <a:pt x="326136" y="182879"/>
                </a:lnTo>
                <a:lnTo>
                  <a:pt x="321564" y="1905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615939" y="2586227"/>
            <a:ext cx="3985260" cy="3895725"/>
          </a:xfrm>
          <a:custGeom>
            <a:avLst/>
            <a:gdLst/>
            <a:ahLst/>
            <a:cxnLst/>
            <a:rect l="l" t="t" r="r" b="b"/>
            <a:pathLst>
              <a:path w="3985259" h="3895725">
                <a:moveTo>
                  <a:pt x="3985260" y="3895344"/>
                </a:moveTo>
                <a:lnTo>
                  <a:pt x="0" y="3895344"/>
                </a:lnTo>
                <a:lnTo>
                  <a:pt x="0" y="0"/>
                </a:lnTo>
                <a:lnTo>
                  <a:pt x="3985260" y="0"/>
                </a:lnTo>
                <a:lnTo>
                  <a:pt x="3985260" y="4572"/>
                </a:lnTo>
                <a:lnTo>
                  <a:pt x="9144" y="4572"/>
                </a:lnTo>
                <a:lnTo>
                  <a:pt x="4572" y="9144"/>
                </a:lnTo>
                <a:lnTo>
                  <a:pt x="9144" y="9144"/>
                </a:lnTo>
                <a:lnTo>
                  <a:pt x="9144" y="3886200"/>
                </a:lnTo>
                <a:lnTo>
                  <a:pt x="4572" y="3886200"/>
                </a:lnTo>
                <a:lnTo>
                  <a:pt x="9144" y="3890772"/>
                </a:lnTo>
                <a:lnTo>
                  <a:pt x="3985260" y="3890772"/>
                </a:lnTo>
                <a:lnTo>
                  <a:pt x="3985260" y="3895344"/>
                </a:lnTo>
                <a:close/>
              </a:path>
              <a:path w="3985259" h="3895725">
                <a:moveTo>
                  <a:pt x="9144" y="9144"/>
                </a:moveTo>
                <a:lnTo>
                  <a:pt x="4572" y="9144"/>
                </a:lnTo>
                <a:lnTo>
                  <a:pt x="9144" y="4572"/>
                </a:lnTo>
                <a:lnTo>
                  <a:pt x="9144" y="9144"/>
                </a:lnTo>
                <a:close/>
              </a:path>
              <a:path w="3985259" h="3895725">
                <a:moveTo>
                  <a:pt x="3976116" y="9144"/>
                </a:moveTo>
                <a:lnTo>
                  <a:pt x="9144" y="9144"/>
                </a:lnTo>
                <a:lnTo>
                  <a:pt x="9144" y="4572"/>
                </a:lnTo>
                <a:lnTo>
                  <a:pt x="3976116" y="4572"/>
                </a:lnTo>
                <a:lnTo>
                  <a:pt x="3976116" y="9144"/>
                </a:lnTo>
                <a:close/>
              </a:path>
              <a:path w="3985259" h="3895725">
                <a:moveTo>
                  <a:pt x="3976116" y="3890772"/>
                </a:moveTo>
                <a:lnTo>
                  <a:pt x="3976116" y="4572"/>
                </a:lnTo>
                <a:lnTo>
                  <a:pt x="3980688" y="9144"/>
                </a:lnTo>
                <a:lnTo>
                  <a:pt x="3985260" y="9144"/>
                </a:lnTo>
                <a:lnTo>
                  <a:pt x="3985260" y="3886200"/>
                </a:lnTo>
                <a:lnTo>
                  <a:pt x="3980688" y="3886200"/>
                </a:lnTo>
                <a:lnTo>
                  <a:pt x="3976116" y="3890772"/>
                </a:lnTo>
                <a:close/>
              </a:path>
              <a:path w="3985259" h="3895725">
                <a:moveTo>
                  <a:pt x="3985260" y="9144"/>
                </a:moveTo>
                <a:lnTo>
                  <a:pt x="3980688" y="9144"/>
                </a:lnTo>
                <a:lnTo>
                  <a:pt x="3976116" y="4572"/>
                </a:lnTo>
                <a:lnTo>
                  <a:pt x="3985260" y="4572"/>
                </a:lnTo>
                <a:lnTo>
                  <a:pt x="3985260" y="9144"/>
                </a:lnTo>
                <a:close/>
              </a:path>
              <a:path w="3985259" h="3895725">
                <a:moveTo>
                  <a:pt x="9144" y="3890772"/>
                </a:moveTo>
                <a:lnTo>
                  <a:pt x="4572" y="3886200"/>
                </a:lnTo>
                <a:lnTo>
                  <a:pt x="9144" y="3886200"/>
                </a:lnTo>
                <a:lnTo>
                  <a:pt x="9144" y="3890772"/>
                </a:lnTo>
                <a:close/>
              </a:path>
              <a:path w="3985259" h="3895725">
                <a:moveTo>
                  <a:pt x="3976116" y="3890772"/>
                </a:moveTo>
                <a:lnTo>
                  <a:pt x="9144" y="3890772"/>
                </a:lnTo>
                <a:lnTo>
                  <a:pt x="9144" y="3886200"/>
                </a:lnTo>
                <a:lnTo>
                  <a:pt x="3976116" y="3886200"/>
                </a:lnTo>
                <a:lnTo>
                  <a:pt x="3976116" y="3890772"/>
                </a:lnTo>
                <a:close/>
              </a:path>
              <a:path w="3985259" h="3895725">
                <a:moveTo>
                  <a:pt x="3985260" y="3890772"/>
                </a:moveTo>
                <a:lnTo>
                  <a:pt x="3976116" y="3890772"/>
                </a:lnTo>
                <a:lnTo>
                  <a:pt x="3980688" y="3886200"/>
                </a:lnTo>
                <a:lnTo>
                  <a:pt x="3985260" y="3886200"/>
                </a:lnTo>
                <a:lnTo>
                  <a:pt x="3985260" y="38907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532253" y="5924811"/>
            <a:ext cx="91757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Imaginary Sphere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15346" y="439952"/>
            <a:ext cx="7834630" cy="224853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3705860">
              <a:lnSpc>
                <a:spcPct val="75500"/>
              </a:lnSpc>
              <a:spcBef>
                <a:spcPts val="740"/>
              </a:spcBef>
            </a:pP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17-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5</a:t>
            </a:r>
            <a:r>
              <a:rPr sz="22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Intensity</a:t>
            </a:r>
            <a:r>
              <a:rPr sz="22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and</a:t>
            </a:r>
            <a:r>
              <a:rPr sz="22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Sound</a:t>
            </a:r>
            <a:r>
              <a:rPr sz="22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Level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Intensity</a:t>
            </a:r>
            <a:r>
              <a:rPr sz="2200" b="1" spc="-3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of</a:t>
            </a:r>
            <a:r>
              <a:rPr sz="2200" b="1" spc="-3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a</a:t>
            </a:r>
            <a:r>
              <a:rPr sz="2200" b="1" spc="-4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point</a:t>
            </a:r>
            <a:r>
              <a:rPr sz="2200" b="1" spc="-4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E10000"/>
                </a:solidFill>
                <a:latin typeface="Arial"/>
                <a:cs typeface="Arial"/>
              </a:rPr>
              <a:t>source</a:t>
            </a:r>
            <a:endParaRPr sz="2200">
              <a:latin typeface="Arial"/>
              <a:cs typeface="Arial"/>
            </a:endParaRPr>
          </a:p>
          <a:p>
            <a:pPr marL="367665" marR="5080" algn="just">
              <a:lnSpc>
                <a:spcPct val="100000"/>
              </a:lnSpc>
              <a:spcBef>
                <a:spcPts val="275"/>
              </a:spcBef>
            </a:pPr>
            <a:r>
              <a:rPr sz="2000" dirty="0">
                <a:latin typeface="Microsoft Sans Serif"/>
                <a:cs typeface="Microsoft Sans Serif"/>
              </a:rPr>
              <a:t>For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 real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source,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intensity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varies,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often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in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complex</a:t>
            </a:r>
            <a:r>
              <a:rPr sz="2000" spc="-10" dirty="0">
                <a:latin typeface="Microsoft Sans Serif"/>
                <a:cs typeface="Microsoft Sans Serif"/>
              </a:rPr>
              <a:t> way,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with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distance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from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source.</a:t>
            </a:r>
            <a:endParaRPr sz="2000">
              <a:latin typeface="Microsoft Sans Serif"/>
              <a:cs typeface="Microsoft Sans Serif"/>
            </a:endParaRPr>
          </a:p>
          <a:p>
            <a:pPr marL="413384" marR="218440" algn="just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For</a:t>
            </a:r>
            <a:r>
              <a:rPr sz="2000" spc="-1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a point source</a:t>
            </a:r>
            <a:r>
              <a:rPr sz="2000" dirty="0">
                <a:latin typeface="Microsoft Sans Serif"/>
                <a:cs typeface="Microsoft Sans Serif"/>
              </a:rPr>
              <a:t>,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sound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is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emitted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isotropically,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that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is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with </a:t>
            </a:r>
            <a:r>
              <a:rPr sz="2000" dirty="0">
                <a:latin typeface="Microsoft Sans Serif"/>
                <a:cs typeface="Microsoft Sans Serif"/>
              </a:rPr>
              <a:t>equal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intensity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in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all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directions.</a:t>
            </a:r>
            <a:r>
              <a:rPr sz="2000" spc="-20" dirty="0">
                <a:latin typeface="Microsoft Sans Serif"/>
                <a:cs typeface="Microsoft Sans Serif"/>
              </a:rPr>
              <a:t>  </a:t>
            </a:r>
            <a:r>
              <a:rPr sz="2000" dirty="0">
                <a:latin typeface="Microsoft Sans Serif"/>
                <a:cs typeface="Microsoft Sans Serif"/>
              </a:rPr>
              <a:t>In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this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case,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intensity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can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be </a:t>
            </a:r>
            <a:r>
              <a:rPr sz="2000" dirty="0">
                <a:latin typeface="Microsoft Sans Serif"/>
                <a:cs typeface="Microsoft Sans Serif"/>
              </a:rPr>
              <a:t>found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easily.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92479" y="370331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2852" y="6819900"/>
                </a:moveTo>
                <a:lnTo>
                  <a:pt x="3048" y="6819900"/>
                </a:lnTo>
                <a:lnTo>
                  <a:pt x="0" y="6816851"/>
                </a:lnTo>
                <a:lnTo>
                  <a:pt x="0" y="3048"/>
                </a:lnTo>
                <a:lnTo>
                  <a:pt x="3048" y="0"/>
                </a:lnTo>
                <a:lnTo>
                  <a:pt x="9102852" y="0"/>
                </a:lnTo>
                <a:lnTo>
                  <a:pt x="9105900" y="3048"/>
                </a:lnTo>
                <a:lnTo>
                  <a:pt x="9105900" y="6096"/>
                </a:ln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lnTo>
                  <a:pt x="12192" y="6807708"/>
                </a:lnTo>
                <a:lnTo>
                  <a:pt x="6096" y="6807708"/>
                </a:lnTo>
                <a:lnTo>
                  <a:pt x="12192" y="6813803"/>
                </a:lnTo>
                <a:lnTo>
                  <a:pt x="9105900" y="6813803"/>
                </a:lnTo>
                <a:lnTo>
                  <a:pt x="9105900" y="6816851"/>
                </a:lnTo>
                <a:lnTo>
                  <a:pt x="9102852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close/>
              </a:path>
              <a:path w="9105900" h="6819900">
                <a:moveTo>
                  <a:pt x="9093707" y="12192"/>
                </a:moveTo>
                <a:lnTo>
                  <a:pt x="12192" y="12192"/>
                </a:lnTo>
                <a:lnTo>
                  <a:pt x="12192" y="6096"/>
                </a:lnTo>
                <a:lnTo>
                  <a:pt x="9093707" y="6096"/>
                </a:lnTo>
                <a:lnTo>
                  <a:pt x="9093707" y="12192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9093707" y="6096"/>
                </a:lnTo>
                <a:lnTo>
                  <a:pt x="9099804" y="12192"/>
                </a:lnTo>
                <a:lnTo>
                  <a:pt x="9105900" y="12192"/>
                </a:lnTo>
                <a:lnTo>
                  <a:pt x="9105900" y="6807708"/>
                </a:lnTo>
                <a:lnTo>
                  <a:pt x="9099804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12192"/>
                </a:moveTo>
                <a:lnTo>
                  <a:pt x="9099804" y="12192"/>
                </a:lnTo>
                <a:lnTo>
                  <a:pt x="9093707" y="6096"/>
                </a:lnTo>
                <a:lnTo>
                  <a:pt x="9105900" y="6096"/>
                </a:lnTo>
                <a:lnTo>
                  <a:pt x="9105900" y="12192"/>
                </a:lnTo>
                <a:close/>
              </a:path>
              <a:path w="9105900" h="6819900">
                <a:moveTo>
                  <a:pt x="12192" y="6813803"/>
                </a:moveTo>
                <a:lnTo>
                  <a:pt x="6096" y="6807708"/>
                </a:lnTo>
                <a:lnTo>
                  <a:pt x="12192" y="6807708"/>
                </a:lnTo>
                <a:lnTo>
                  <a:pt x="12192" y="6813803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12192" y="6813803"/>
                </a:lnTo>
                <a:lnTo>
                  <a:pt x="12192" y="6807708"/>
                </a:lnTo>
                <a:lnTo>
                  <a:pt x="9093707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6813803"/>
                </a:moveTo>
                <a:lnTo>
                  <a:pt x="9093707" y="6813803"/>
                </a:lnTo>
                <a:lnTo>
                  <a:pt x="9099804" y="6807708"/>
                </a:lnTo>
                <a:lnTo>
                  <a:pt x="9105900" y="6807708"/>
                </a:lnTo>
                <a:lnTo>
                  <a:pt x="9105900" y="6813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950975" y="1109472"/>
            <a:ext cx="8789035" cy="3089275"/>
            <a:chOff x="950975" y="1109472"/>
            <a:chExt cx="8789035" cy="30892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80375" y="2543556"/>
              <a:ext cx="102108" cy="10210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256020" y="1217675"/>
              <a:ext cx="2750820" cy="2743200"/>
            </a:xfrm>
            <a:custGeom>
              <a:avLst/>
              <a:gdLst/>
              <a:ahLst/>
              <a:cxnLst/>
              <a:rect l="l" t="t" r="r" b="b"/>
              <a:pathLst>
                <a:path w="2750820" h="2743200">
                  <a:moveTo>
                    <a:pt x="1351775" y="2286000"/>
                  </a:moveTo>
                  <a:lnTo>
                    <a:pt x="1328928" y="2273300"/>
                  </a:lnTo>
                  <a:lnTo>
                    <a:pt x="1235964" y="2273300"/>
                  </a:lnTo>
                  <a:lnTo>
                    <a:pt x="1147572" y="2247900"/>
                  </a:lnTo>
                  <a:lnTo>
                    <a:pt x="1062228" y="2222500"/>
                  </a:lnTo>
                  <a:lnTo>
                    <a:pt x="1021080" y="2209800"/>
                  </a:lnTo>
                  <a:lnTo>
                    <a:pt x="981456" y="2184400"/>
                  </a:lnTo>
                  <a:lnTo>
                    <a:pt x="941832" y="2171700"/>
                  </a:lnTo>
                  <a:lnTo>
                    <a:pt x="903732" y="2146300"/>
                  </a:lnTo>
                  <a:lnTo>
                    <a:pt x="830580" y="2095500"/>
                  </a:lnTo>
                  <a:lnTo>
                    <a:pt x="763524" y="2044700"/>
                  </a:lnTo>
                  <a:lnTo>
                    <a:pt x="731507" y="2019300"/>
                  </a:lnTo>
                  <a:lnTo>
                    <a:pt x="673608" y="1943100"/>
                  </a:lnTo>
                  <a:lnTo>
                    <a:pt x="646176" y="1917700"/>
                  </a:lnTo>
                  <a:lnTo>
                    <a:pt x="597408" y="1841500"/>
                  </a:lnTo>
                  <a:lnTo>
                    <a:pt x="554723" y="1765300"/>
                  </a:lnTo>
                  <a:lnTo>
                    <a:pt x="536448" y="1727200"/>
                  </a:lnTo>
                  <a:lnTo>
                    <a:pt x="505968" y="1638300"/>
                  </a:lnTo>
                  <a:lnTo>
                    <a:pt x="493776" y="1600200"/>
                  </a:lnTo>
                  <a:lnTo>
                    <a:pt x="475475" y="1511300"/>
                  </a:lnTo>
                  <a:lnTo>
                    <a:pt x="470916" y="1460500"/>
                  </a:lnTo>
                  <a:lnTo>
                    <a:pt x="466344" y="1422400"/>
                  </a:lnTo>
                  <a:lnTo>
                    <a:pt x="466344" y="1320800"/>
                  </a:lnTo>
                  <a:lnTo>
                    <a:pt x="467868" y="1295400"/>
                  </a:lnTo>
                  <a:lnTo>
                    <a:pt x="477012" y="1231900"/>
                  </a:lnTo>
                  <a:lnTo>
                    <a:pt x="484632" y="1181100"/>
                  </a:lnTo>
                  <a:lnTo>
                    <a:pt x="493776" y="1143000"/>
                  </a:lnTo>
                  <a:lnTo>
                    <a:pt x="505968" y="1104900"/>
                  </a:lnTo>
                  <a:lnTo>
                    <a:pt x="521208" y="1054100"/>
                  </a:lnTo>
                  <a:lnTo>
                    <a:pt x="537972" y="1016000"/>
                  </a:lnTo>
                  <a:lnTo>
                    <a:pt x="556260" y="977900"/>
                  </a:lnTo>
                  <a:lnTo>
                    <a:pt x="576072" y="939800"/>
                  </a:lnTo>
                  <a:lnTo>
                    <a:pt x="597408" y="901700"/>
                  </a:lnTo>
                  <a:lnTo>
                    <a:pt x="646176" y="825500"/>
                  </a:lnTo>
                  <a:lnTo>
                    <a:pt x="673608" y="787400"/>
                  </a:lnTo>
                  <a:lnTo>
                    <a:pt x="702564" y="762000"/>
                  </a:lnTo>
                  <a:lnTo>
                    <a:pt x="731507" y="723900"/>
                  </a:lnTo>
                  <a:lnTo>
                    <a:pt x="763524" y="698500"/>
                  </a:lnTo>
                  <a:lnTo>
                    <a:pt x="830580" y="647700"/>
                  </a:lnTo>
                  <a:lnTo>
                    <a:pt x="867156" y="609600"/>
                  </a:lnTo>
                  <a:lnTo>
                    <a:pt x="903732" y="596900"/>
                  </a:lnTo>
                  <a:lnTo>
                    <a:pt x="941832" y="571500"/>
                  </a:lnTo>
                  <a:lnTo>
                    <a:pt x="981456" y="546100"/>
                  </a:lnTo>
                  <a:lnTo>
                    <a:pt x="1021080" y="533400"/>
                  </a:lnTo>
                  <a:lnTo>
                    <a:pt x="1062228" y="520700"/>
                  </a:lnTo>
                  <a:lnTo>
                    <a:pt x="1104900" y="495300"/>
                  </a:lnTo>
                  <a:lnTo>
                    <a:pt x="1147572" y="495300"/>
                  </a:lnTo>
                  <a:lnTo>
                    <a:pt x="1235964" y="469900"/>
                  </a:lnTo>
                  <a:lnTo>
                    <a:pt x="1281684" y="469900"/>
                  </a:lnTo>
                  <a:lnTo>
                    <a:pt x="1304544" y="457200"/>
                  </a:lnTo>
                  <a:lnTo>
                    <a:pt x="1234440" y="457200"/>
                  </a:lnTo>
                  <a:lnTo>
                    <a:pt x="1101852" y="495300"/>
                  </a:lnTo>
                  <a:lnTo>
                    <a:pt x="1059180" y="508000"/>
                  </a:lnTo>
                  <a:lnTo>
                    <a:pt x="1018032" y="520700"/>
                  </a:lnTo>
                  <a:lnTo>
                    <a:pt x="976884" y="546100"/>
                  </a:lnTo>
                  <a:lnTo>
                    <a:pt x="937260" y="558800"/>
                  </a:lnTo>
                  <a:lnTo>
                    <a:pt x="861060" y="609600"/>
                  </a:lnTo>
                  <a:lnTo>
                    <a:pt x="790956" y="660400"/>
                  </a:lnTo>
                  <a:lnTo>
                    <a:pt x="757428" y="685800"/>
                  </a:lnTo>
                  <a:lnTo>
                    <a:pt x="725424" y="723900"/>
                  </a:lnTo>
                  <a:lnTo>
                    <a:pt x="694944" y="749300"/>
                  </a:lnTo>
                  <a:lnTo>
                    <a:pt x="665975" y="787400"/>
                  </a:lnTo>
                  <a:lnTo>
                    <a:pt x="638556" y="825500"/>
                  </a:lnTo>
                  <a:lnTo>
                    <a:pt x="612648" y="850900"/>
                  </a:lnTo>
                  <a:lnTo>
                    <a:pt x="566928" y="927100"/>
                  </a:lnTo>
                  <a:lnTo>
                    <a:pt x="547116" y="977900"/>
                  </a:lnTo>
                  <a:lnTo>
                    <a:pt x="528828" y="1016000"/>
                  </a:lnTo>
                  <a:lnTo>
                    <a:pt x="512064" y="1054100"/>
                  </a:lnTo>
                  <a:lnTo>
                    <a:pt x="496824" y="1092200"/>
                  </a:lnTo>
                  <a:lnTo>
                    <a:pt x="475475" y="1181100"/>
                  </a:lnTo>
                  <a:lnTo>
                    <a:pt x="466344" y="1231900"/>
                  </a:lnTo>
                  <a:lnTo>
                    <a:pt x="460248" y="1282700"/>
                  </a:lnTo>
                  <a:lnTo>
                    <a:pt x="457200" y="1320800"/>
                  </a:lnTo>
                  <a:lnTo>
                    <a:pt x="457200" y="1346200"/>
                  </a:lnTo>
                  <a:lnTo>
                    <a:pt x="455676" y="1371600"/>
                  </a:lnTo>
                  <a:lnTo>
                    <a:pt x="455676" y="1397000"/>
                  </a:lnTo>
                  <a:lnTo>
                    <a:pt x="458724" y="1447800"/>
                  </a:lnTo>
                  <a:lnTo>
                    <a:pt x="466344" y="1511300"/>
                  </a:lnTo>
                  <a:lnTo>
                    <a:pt x="475475" y="1562100"/>
                  </a:lnTo>
                  <a:lnTo>
                    <a:pt x="484632" y="1600200"/>
                  </a:lnTo>
                  <a:lnTo>
                    <a:pt x="496824" y="1638300"/>
                  </a:lnTo>
                  <a:lnTo>
                    <a:pt x="512064" y="1689100"/>
                  </a:lnTo>
                  <a:lnTo>
                    <a:pt x="528828" y="1727200"/>
                  </a:lnTo>
                  <a:lnTo>
                    <a:pt x="547116" y="1765300"/>
                  </a:lnTo>
                  <a:lnTo>
                    <a:pt x="566928" y="1803400"/>
                  </a:lnTo>
                  <a:lnTo>
                    <a:pt x="612648" y="1879600"/>
                  </a:lnTo>
                  <a:lnTo>
                    <a:pt x="638556" y="1917700"/>
                  </a:lnTo>
                  <a:lnTo>
                    <a:pt x="665975" y="1955800"/>
                  </a:lnTo>
                  <a:lnTo>
                    <a:pt x="694944" y="1993900"/>
                  </a:lnTo>
                  <a:lnTo>
                    <a:pt x="725424" y="2019300"/>
                  </a:lnTo>
                  <a:lnTo>
                    <a:pt x="757428" y="2057400"/>
                  </a:lnTo>
                  <a:lnTo>
                    <a:pt x="790956" y="2082800"/>
                  </a:lnTo>
                  <a:lnTo>
                    <a:pt x="861060" y="2133600"/>
                  </a:lnTo>
                  <a:lnTo>
                    <a:pt x="937260" y="2184400"/>
                  </a:lnTo>
                  <a:lnTo>
                    <a:pt x="976884" y="2197100"/>
                  </a:lnTo>
                  <a:lnTo>
                    <a:pt x="1018032" y="2222500"/>
                  </a:lnTo>
                  <a:lnTo>
                    <a:pt x="1059180" y="2235200"/>
                  </a:lnTo>
                  <a:lnTo>
                    <a:pt x="1101852" y="2247900"/>
                  </a:lnTo>
                  <a:lnTo>
                    <a:pt x="1235964" y="2286000"/>
                  </a:lnTo>
                  <a:lnTo>
                    <a:pt x="1351775" y="2286000"/>
                  </a:lnTo>
                  <a:close/>
                </a:path>
                <a:path w="2750820" h="2743200">
                  <a:moveTo>
                    <a:pt x="2293620" y="1320800"/>
                  </a:moveTo>
                  <a:lnTo>
                    <a:pt x="2284476" y="1231900"/>
                  </a:lnTo>
                  <a:lnTo>
                    <a:pt x="2275332" y="1181100"/>
                  </a:lnTo>
                  <a:lnTo>
                    <a:pt x="2266175" y="1143000"/>
                  </a:lnTo>
                  <a:lnTo>
                    <a:pt x="2238756" y="1054100"/>
                  </a:lnTo>
                  <a:lnTo>
                    <a:pt x="2221992" y="1016000"/>
                  </a:lnTo>
                  <a:lnTo>
                    <a:pt x="2203691" y="977900"/>
                  </a:lnTo>
                  <a:lnTo>
                    <a:pt x="2183892" y="927100"/>
                  </a:lnTo>
                  <a:lnTo>
                    <a:pt x="2138172" y="850900"/>
                  </a:lnTo>
                  <a:lnTo>
                    <a:pt x="2112264" y="825500"/>
                  </a:lnTo>
                  <a:lnTo>
                    <a:pt x="2084832" y="787400"/>
                  </a:lnTo>
                  <a:lnTo>
                    <a:pt x="2055876" y="749300"/>
                  </a:lnTo>
                  <a:lnTo>
                    <a:pt x="2025396" y="723900"/>
                  </a:lnTo>
                  <a:lnTo>
                    <a:pt x="1993392" y="685800"/>
                  </a:lnTo>
                  <a:lnTo>
                    <a:pt x="1959864" y="660400"/>
                  </a:lnTo>
                  <a:lnTo>
                    <a:pt x="1889760" y="609600"/>
                  </a:lnTo>
                  <a:lnTo>
                    <a:pt x="1813560" y="558800"/>
                  </a:lnTo>
                  <a:lnTo>
                    <a:pt x="1773936" y="546100"/>
                  </a:lnTo>
                  <a:lnTo>
                    <a:pt x="1732775" y="520700"/>
                  </a:lnTo>
                  <a:lnTo>
                    <a:pt x="1691640" y="508000"/>
                  </a:lnTo>
                  <a:lnTo>
                    <a:pt x="1648968" y="495300"/>
                  </a:lnTo>
                  <a:lnTo>
                    <a:pt x="1514856" y="457200"/>
                  </a:lnTo>
                  <a:lnTo>
                    <a:pt x="1444752" y="457200"/>
                  </a:lnTo>
                  <a:lnTo>
                    <a:pt x="1469136" y="469900"/>
                  </a:lnTo>
                  <a:lnTo>
                    <a:pt x="1513332" y="469900"/>
                  </a:lnTo>
                  <a:lnTo>
                    <a:pt x="1603248" y="495300"/>
                  </a:lnTo>
                  <a:lnTo>
                    <a:pt x="1645920" y="495300"/>
                  </a:lnTo>
                  <a:lnTo>
                    <a:pt x="1688592" y="520700"/>
                  </a:lnTo>
                  <a:lnTo>
                    <a:pt x="1729740" y="533400"/>
                  </a:lnTo>
                  <a:lnTo>
                    <a:pt x="1769364" y="546100"/>
                  </a:lnTo>
                  <a:lnTo>
                    <a:pt x="1808975" y="571500"/>
                  </a:lnTo>
                  <a:lnTo>
                    <a:pt x="1847075" y="596900"/>
                  </a:lnTo>
                  <a:lnTo>
                    <a:pt x="1883664" y="609600"/>
                  </a:lnTo>
                  <a:lnTo>
                    <a:pt x="1920240" y="647700"/>
                  </a:lnTo>
                  <a:lnTo>
                    <a:pt x="1987296" y="698500"/>
                  </a:lnTo>
                  <a:lnTo>
                    <a:pt x="2019300" y="723900"/>
                  </a:lnTo>
                  <a:lnTo>
                    <a:pt x="2048256" y="762000"/>
                  </a:lnTo>
                  <a:lnTo>
                    <a:pt x="2077212" y="787400"/>
                  </a:lnTo>
                  <a:lnTo>
                    <a:pt x="2104644" y="825500"/>
                  </a:lnTo>
                  <a:lnTo>
                    <a:pt x="2153412" y="901700"/>
                  </a:lnTo>
                  <a:lnTo>
                    <a:pt x="2174748" y="939800"/>
                  </a:lnTo>
                  <a:lnTo>
                    <a:pt x="2194560" y="977900"/>
                  </a:lnTo>
                  <a:lnTo>
                    <a:pt x="2212848" y="1016000"/>
                  </a:lnTo>
                  <a:lnTo>
                    <a:pt x="2229612" y="1054100"/>
                  </a:lnTo>
                  <a:lnTo>
                    <a:pt x="2257044" y="1143000"/>
                  </a:lnTo>
                  <a:lnTo>
                    <a:pt x="2266175" y="1181100"/>
                  </a:lnTo>
                  <a:lnTo>
                    <a:pt x="2273808" y="1231900"/>
                  </a:lnTo>
                  <a:lnTo>
                    <a:pt x="2279891" y="1282700"/>
                  </a:lnTo>
                  <a:lnTo>
                    <a:pt x="2282952" y="1320800"/>
                  </a:lnTo>
                  <a:lnTo>
                    <a:pt x="2284476" y="1346200"/>
                  </a:lnTo>
                  <a:lnTo>
                    <a:pt x="2284476" y="1422400"/>
                  </a:lnTo>
                  <a:lnTo>
                    <a:pt x="2273808" y="1511300"/>
                  </a:lnTo>
                  <a:lnTo>
                    <a:pt x="2266175" y="1549400"/>
                  </a:lnTo>
                  <a:lnTo>
                    <a:pt x="2257044" y="1600200"/>
                  </a:lnTo>
                  <a:lnTo>
                    <a:pt x="2229612" y="1689100"/>
                  </a:lnTo>
                  <a:lnTo>
                    <a:pt x="2212848" y="1727200"/>
                  </a:lnTo>
                  <a:lnTo>
                    <a:pt x="2194560" y="1765300"/>
                  </a:lnTo>
                  <a:lnTo>
                    <a:pt x="2174748" y="1803400"/>
                  </a:lnTo>
                  <a:lnTo>
                    <a:pt x="2153412" y="1841500"/>
                  </a:lnTo>
                  <a:lnTo>
                    <a:pt x="2104644" y="1917700"/>
                  </a:lnTo>
                  <a:lnTo>
                    <a:pt x="2077212" y="1943100"/>
                  </a:lnTo>
                  <a:lnTo>
                    <a:pt x="2048256" y="1981200"/>
                  </a:lnTo>
                  <a:lnTo>
                    <a:pt x="1987296" y="2044700"/>
                  </a:lnTo>
                  <a:lnTo>
                    <a:pt x="1953768" y="2070100"/>
                  </a:lnTo>
                  <a:lnTo>
                    <a:pt x="1883664" y="2120900"/>
                  </a:lnTo>
                  <a:lnTo>
                    <a:pt x="1847075" y="2146300"/>
                  </a:lnTo>
                  <a:lnTo>
                    <a:pt x="1808975" y="2171700"/>
                  </a:lnTo>
                  <a:lnTo>
                    <a:pt x="1769364" y="2184400"/>
                  </a:lnTo>
                  <a:lnTo>
                    <a:pt x="1729740" y="2209800"/>
                  </a:lnTo>
                  <a:lnTo>
                    <a:pt x="1688592" y="2222500"/>
                  </a:lnTo>
                  <a:lnTo>
                    <a:pt x="1645920" y="2235200"/>
                  </a:lnTo>
                  <a:lnTo>
                    <a:pt x="1601724" y="2247900"/>
                  </a:lnTo>
                  <a:lnTo>
                    <a:pt x="1559052" y="2260600"/>
                  </a:lnTo>
                  <a:lnTo>
                    <a:pt x="1513332" y="2273300"/>
                  </a:lnTo>
                  <a:lnTo>
                    <a:pt x="1467612" y="2273300"/>
                  </a:lnTo>
                  <a:lnTo>
                    <a:pt x="1399032" y="2286000"/>
                  </a:lnTo>
                  <a:lnTo>
                    <a:pt x="1446276" y="2286000"/>
                  </a:lnTo>
                  <a:lnTo>
                    <a:pt x="1514856" y="2273300"/>
                  </a:lnTo>
                  <a:lnTo>
                    <a:pt x="1560576" y="2273300"/>
                  </a:lnTo>
                  <a:lnTo>
                    <a:pt x="1648968" y="2247900"/>
                  </a:lnTo>
                  <a:lnTo>
                    <a:pt x="1691640" y="2235200"/>
                  </a:lnTo>
                  <a:lnTo>
                    <a:pt x="1732775" y="2222500"/>
                  </a:lnTo>
                  <a:lnTo>
                    <a:pt x="1773936" y="2197100"/>
                  </a:lnTo>
                  <a:lnTo>
                    <a:pt x="1813560" y="2184400"/>
                  </a:lnTo>
                  <a:lnTo>
                    <a:pt x="1889760" y="2133600"/>
                  </a:lnTo>
                  <a:lnTo>
                    <a:pt x="1959864" y="2082800"/>
                  </a:lnTo>
                  <a:lnTo>
                    <a:pt x="1993392" y="2057400"/>
                  </a:lnTo>
                  <a:lnTo>
                    <a:pt x="2025396" y="2019300"/>
                  </a:lnTo>
                  <a:lnTo>
                    <a:pt x="2055876" y="1993900"/>
                  </a:lnTo>
                  <a:lnTo>
                    <a:pt x="2084832" y="1955800"/>
                  </a:lnTo>
                  <a:lnTo>
                    <a:pt x="2112264" y="1917700"/>
                  </a:lnTo>
                  <a:lnTo>
                    <a:pt x="2138172" y="1879600"/>
                  </a:lnTo>
                  <a:lnTo>
                    <a:pt x="2183892" y="1803400"/>
                  </a:lnTo>
                  <a:lnTo>
                    <a:pt x="2203691" y="1765300"/>
                  </a:lnTo>
                  <a:lnTo>
                    <a:pt x="2221992" y="1727200"/>
                  </a:lnTo>
                  <a:lnTo>
                    <a:pt x="2238756" y="1689100"/>
                  </a:lnTo>
                  <a:lnTo>
                    <a:pt x="2252472" y="1638300"/>
                  </a:lnTo>
                  <a:lnTo>
                    <a:pt x="2266175" y="1600200"/>
                  </a:lnTo>
                  <a:lnTo>
                    <a:pt x="2275332" y="1562100"/>
                  </a:lnTo>
                  <a:lnTo>
                    <a:pt x="2284476" y="1511300"/>
                  </a:lnTo>
                  <a:lnTo>
                    <a:pt x="2289048" y="1460500"/>
                  </a:lnTo>
                  <a:lnTo>
                    <a:pt x="2292096" y="1447800"/>
                  </a:lnTo>
                  <a:lnTo>
                    <a:pt x="2293620" y="1422400"/>
                  </a:lnTo>
                  <a:lnTo>
                    <a:pt x="2293620" y="1320800"/>
                  </a:lnTo>
                  <a:close/>
                </a:path>
                <a:path w="2750820" h="2743200">
                  <a:moveTo>
                    <a:pt x="2750820" y="1333500"/>
                  </a:moveTo>
                  <a:lnTo>
                    <a:pt x="2747772" y="1257300"/>
                  </a:lnTo>
                  <a:lnTo>
                    <a:pt x="2735580" y="1155700"/>
                  </a:lnTo>
                  <a:lnTo>
                    <a:pt x="2723375" y="1092200"/>
                  </a:lnTo>
                  <a:lnTo>
                    <a:pt x="2699004" y="990600"/>
                  </a:lnTo>
                  <a:lnTo>
                    <a:pt x="2689860" y="965200"/>
                  </a:lnTo>
                  <a:lnTo>
                    <a:pt x="2668524" y="901700"/>
                  </a:lnTo>
                  <a:lnTo>
                    <a:pt x="2656332" y="863600"/>
                  </a:lnTo>
                  <a:lnTo>
                    <a:pt x="2644140" y="838200"/>
                  </a:lnTo>
                  <a:lnTo>
                    <a:pt x="2630424" y="800100"/>
                  </a:lnTo>
                  <a:lnTo>
                    <a:pt x="2615184" y="774700"/>
                  </a:lnTo>
                  <a:lnTo>
                    <a:pt x="2601468" y="749300"/>
                  </a:lnTo>
                  <a:lnTo>
                    <a:pt x="2586228" y="711200"/>
                  </a:lnTo>
                  <a:lnTo>
                    <a:pt x="2552700" y="660400"/>
                  </a:lnTo>
                  <a:lnTo>
                    <a:pt x="2534412" y="622300"/>
                  </a:lnTo>
                  <a:lnTo>
                    <a:pt x="2497836" y="571500"/>
                  </a:lnTo>
                  <a:lnTo>
                    <a:pt x="2458212" y="520700"/>
                  </a:lnTo>
                  <a:lnTo>
                    <a:pt x="2394204" y="444500"/>
                  </a:lnTo>
                  <a:lnTo>
                    <a:pt x="2325624" y="368300"/>
                  </a:lnTo>
                  <a:lnTo>
                    <a:pt x="2301240" y="355600"/>
                  </a:lnTo>
                  <a:lnTo>
                    <a:pt x="2276856" y="330200"/>
                  </a:lnTo>
                  <a:lnTo>
                    <a:pt x="2250948" y="304800"/>
                  </a:lnTo>
                  <a:lnTo>
                    <a:pt x="2199132" y="266700"/>
                  </a:lnTo>
                  <a:lnTo>
                    <a:pt x="2171700" y="254000"/>
                  </a:lnTo>
                  <a:lnTo>
                    <a:pt x="2145792" y="228600"/>
                  </a:lnTo>
                  <a:lnTo>
                    <a:pt x="2116836" y="215900"/>
                  </a:lnTo>
                  <a:lnTo>
                    <a:pt x="2089391" y="190500"/>
                  </a:lnTo>
                  <a:lnTo>
                    <a:pt x="2031492" y="165100"/>
                  </a:lnTo>
                  <a:lnTo>
                    <a:pt x="2002536" y="139700"/>
                  </a:lnTo>
                  <a:lnTo>
                    <a:pt x="1880616" y="88900"/>
                  </a:lnTo>
                  <a:lnTo>
                    <a:pt x="1848612" y="76200"/>
                  </a:lnTo>
                  <a:lnTo>
                    <a:pt x="1752600" y="50800"/>
                  </a:lnTo>
                  <a:lnTo>
                    <a:pt x="1720596" y="38100"/>
                  </a:lnTo>
                  <a:lnTo>
                    <a:pt x="1687068" y="25400"/>
                  </a:lnTo>
                  <a:lnTo>
                    <a:pt x="1653540" y="25400"/>
                  </a:lnTo>
                  <a:lnTo>
                    <a:pt x="1620012" y="12700"/>
                  </a:lnTo>
                  <a:lnTo>
                    <a:pt x="1584960" y="12700"/>
                  </a:lnTo>
                  <a:lnTo>
                    <a:pt x="1551432" y="0"/>
                  </a:lnTo>
                  <a:lnTo>
                    <a:pt x="1376172" y="0"/>
                  </a:lnTo>
                  <a:lnTo>
                    <a:pt x="1481328" y="12700"/>
                  </a:lnTo>
                  <a:lnTo>
                    <a:pt x="1549908" y="12700"/>
                  </a:lnTo>
                  <a:lnTo>
                    <a:pt x="1584960" y="25400"/>
                  </a:lnTo>
                  <a:lnTo>
                    <a:pt x="1618475" y="25400"/>
                  </a:lnTo>
                  <a:lnTo>
                    <a:pt x="1652016" y="38100"/>
                  </a:lnTo>
                  <a:lnTo>
                    <a:pt x="1684020" y="38100"/>
                  </a:lnTo>
                  <a:lnTo>
                    <a:pt x="1717548" y="50800"/>
                  </a:lnTo>
                  <a:lnTo>
                    <a:pt x="1749552" y="50800"/>
                  </a:lnTo>
                  <a:lnTo>
                    <a:pt x="1783080" y="63500"/>
                  </a:lnTo>
                  <a:lnTo>
                    <a:pt x="1815084" y="76200"/>
                  </a:lnTo>
                  <a:lnTo>
                    <a:pt x="1845564" y="88900"/>
                  </a:lnTo>
                  <a:lnTo>
                    <a:pt x="1877568" y="101600"/>
                  </a:lnTo>
                  <a:lnTo>
                    <a:pt x="1969008" y="139700"/>
                  </a:lnTo>
                  <a:lnTo>
                    <a:pt x="2055876" y="190500"/>
                  </a:lnTo>
                  <a:lnTo>
                    <a:pt x="2084832" y="203200"/>
                  </a:lnTo>
                  <a:lnTo>
                    <a:pt x="2167128" y="254000"/>
                  </a:lnTo>
                  <a:lnTo>
                    <a:pt x="2244852" y="317500"/>
                  </a:lnTo>
                  <a:lnTo>
                    <a:pt x="2270760" y="342900"/>
                  </a:lnTo>
                  <a:lnTo>
                    <a:pt x="2295144" y="355600"/>
                  </a:lnTo>
                  <a:lnTo>
                    <a:pt x="2317991" y="381000"/>
                  </a:lnTo>
                  <a:lnTo>
                    <a:pt x="2342375" y="406400"/>
                  </a:lnTo>
                  <a:lnTo>
                    <a:pt x="2365248" y="431800"/>
                  </a:lnTo>
                  <a:lnTo>
                    <a:pt x="2386584" y="457200"/>
                  </a:lnTo>
                  <a:lnTo>
                    <a:pt x="2409444" y="469900"/>
                  </a:lnTo>
                  <a:lnTo>
                    <a:pt x="2430780" y="495300"/>
                  </a:lnTo>
                  <a:lnTo>
                    <a:pt x="2450592" y="520700"/>
                  </a:lnTo>
                  <a:lnTo>
                    <a:pt x="2470404" y="558800"/>
                  </a:lnTo>
                  <a:lnTo>
                    <a:pt x="2490216" y="584200"/>
                  </a:lnTo>
                  <a:lnTo>
                    <a:pt x="2545080" y="660400"/>
                  </a:lnTo>
                  <a:lnTo>
                    <a:pt x="2561844" y="685800"/>
                  </a:lnTo>
                  <a:lnTo>
                    <a:pt x="2607564" y="774700"/>
                  </a:lnTo>
                  <a:lnTo>
                    <a:pt x="2634996" y="838200"/>
                  </a:lnTo>
                  <a:lnTo>
                    <a:pt x="2647175" y="863600"/>
                  </a:lnTo>
                  <a:lnTo>
                    <a:pt x="2659380" y="901700"/>
                  </a:lnTo>
                  <a:lnTo>
                    <a:pt x="2670048" y="927100"/>
                  </a:lnTo>
                  <a:lnTo>
                    <a:pt x="2680716" y="965200"/>
                  </a:lnTo>
                  <a:lnTo>
                    <a:pt x="2689860" y="990600"/>
                  </a:lnTo>
                  <a:lnTo>
                    <a:pt x="2699004" y="1028700"/>
                  </a:lnTo>
                  <a:lnTo>
                    <a:pt x="2706624" y="1066800"/>
                  </a:lnTo>
                  <a:lnTo>
                    <a:pt x="2714244" y="1092200"/>
                  </a:lnTo>
                  <a:lnTo>
                    <a:pt x="2726436" y="1155700"/>
                  </a:lnTo>
                  <a:lnTo>
                    <a:pt x="2735580" y="1231900"/>
                  </a:lnTo>
                  <a:lnTo>
                    <a:pt x="2738628" y="1270000"/>
                  </a:lnTo>
                  <a:lnTo>
                    <a:pt x="2741676" y="1333500"/>
                  </a:lnTo>
                  <a:lnTo>
                    <a:pt x="2741676" y="1409700"/>
                  </a:lnTo>
                  <a:lnTo>
                    <a:pt x="2738628" y="1473200"/>
                  </a:lnTo>
                  <a:lnTo>
                    <a:pt x="2735580" y="1511300"/>
                  </a:lnTo>
                  <a:lnTo>
                    <a:pt x="2726436" y="1574800"/>
                  </a:lnTo>
                  <a:lnTo>
                    <a:pt x="2714244" y="1651000"/>
                  </a:lnTo>
                  <a:lnTo>
                    <a:pt x="2706624" y="1676400"/>
                  </a:lnTo>
                  <a:lnTo>
                    <a:pt x="2699004" y="1714500"/>
                  </a:lnTo>
                  <a:lnTo>
                    <a:pt x="2680716" y="1778000"/>
                  </a:lnTo>
                  <a:lnTo>
                    <a:pt x="2659380" y="1841500"/>
                  </a:lnTo>
                  <a:lnTo>
                    <a:pt x="2647175" y="1866900"/>
                  </a:lnTo>
                  <a:lnTo>
                    <a:pt x="2634996" y="1905000"/>
                  </a:lnTo>
                  <a:lnTo>
                    <a:pt x="2607564" y="1955800"/>
                  </a:lnTo>
                  <a:lnTo>
                    <a:pt x="2592324" y="1993900"/>
                  </a:lnTo>
                  <a:lnTo>
                    <a:pt x="2561844" y="2044700"/>
                  </a:lnTo>
                  <a:lnTo>
                    <a:pt x="2545080" y="2082800"/>
                  </a:lnTo>
                  <a:lnTo>
                    <a:pt x="2490216" y="2159000"/>
                  </a:lnTo>
                  <a:lnTo>
                    <a:pt x="2430780" y="2235200"/>
                  </a:lnTo>
                  <a:lnTo>
                    <a:pt x="2386584" y="2286000"/>
                  </a:lnTo>
                  <a:lnTo>
                    <a:pt x="2365248" y="2311400"/>
                  </a:lnTo>
                  <a:lnTo>
                    <a:pt x="2342375" y="2336800"/>
                  </a:lnTo>
                  <a:lnTo>
                    <a:pt x="2317991" y="2362200"/>
                  </a:lnTo>
                  <a:lnTo>
                    <a:pt x="2295144" y="2374900"/>
                  </a:lnTo>
                  <a:lnTo>
                    <a:pt x="2270760" y="2400300"/>
                  </a:lnTo>
                  <a:lnTo>
                    <a:pt x="2244852" y="2425700"/>
                  </a:lnTo>
                  <a:lnTo>
                    <a:pt x="2167128" y="2489200"/>
                  </a:lnTo>
                  <a:lnTo>
                    <a:pt x="2112264" y="2514600"/>
                  </a:lnTo>
                  <a:lnTo>
                    <a:pt x="2084832" y="2540000"/>
                  </a:lnTo>
                  <a:lnTo>
                    <a:pt x="2026920" y="2565400"/>
                  </a:lnTo>
                  <a:lnTo>
                    <a:pt x="1969008" y="2603500"/>
                  </a:lnTo>
                  <a:lnTo>
                    <a:pt x="1877568" y="2641600"/>
                  </a:lnTo>
                  <a:lnTo>
                    <a:pt x="1781556" y="2679700"/>
                  </a:lnTo>
                  <a:lnTo>
                    <a:pt x="1717548" y="2692400"/>
                  </a:lnTo>
                  <a:lnTo>
                    <a:pt x="1684020" y="2705100"/>
                  </a:lnTo>
                  <a:lnTo>
                    <a:pt x="1652016" y="2705100"/>
                  </a:lnTo>
                  <a:lnTo>
                    <a:pt x="1618475" y="2717800"/>
                  </a:lnTo>
                  <a:lnTo>
                    <a:pt x="1583436" y="2717800"/>
                  </a:lnTo>
                  <a:lnTo>
                    <a:pt x="1549908" y="2730500"/>
                  </a:lnTo>
                  <a:lnTo>
                    <a:pt x="1202436" y="2730500"/>
                  </a:lnTo>
                  <a:lnTo>
                    <a:pt x="1167384" y="2717800"/>
                  </a:lnTo>
                  <a:lnTo>
                    <a:pt x="1100328" y="2705100"/>
                  </a:lnTo>
                  <a:lnTo>
                    <a:pt x="1068324" y="2705100"/>
                  </a:lnTo>
                  <a:lnTo>
                    <a:pt x="1034796" y="2692400"/>
                  </a:lnTo>
                  <a:lnTo>
                    <a:pt x="1002792" y="2679700"/>
                  </a:lnTo>
                  <a:lnTo>
                    <a:pt x="969264" y="2679700"/>
                  </a:lnTo>
                  <a:lnTo>
                    <a:pt x="937260" y="2667000"/>
                  </a:lnTo>
                  <a:lnTo>
                    <a:pt x="906780" y="2654300"/>
                  </a:lnTo>
                  <a:lnTo>
                    <a:pt x="874776" y="2641600"/>
                  </a:lnTo>
                  <a:lnTo>
                    <a:pt x="783336" y="2603500"/>
                  </a:lnTo>
                  <a:lnTo>
                    <a:pt x="725424" y="2565400"/>
                  </a:lnTo>
                  <a:lnTo>
                    <a:pt x="667512" y="2540000"/>
                  </a:lnTo>
                  <a:lnTo>
                    <a:pt x="640080" y="2514600"/>
                  </a:lnTo>
                  <a:lnTo>
                    <a:pt x="585216" y="2489200"/>
                  </a:lnTo>
                  <a:lnTo>
                    <a:pt x="533400" y="2438400"/>
                  </a:lnTo>
                  <a:lnTo>
                    <a:pt x="507492" y="2425700"/>
                  </a:lnTo>
                  <a:lnTo>
                    <a:pt x="481584" y="2400300"/>
                  </a:lnTo>
                  <a:lnTo>
                    <a:pt x="457200" y="2374900"/>
                  </a:lnTo>
                  <a:lnTo>
                    <a:pt x="434340" y="2362200"/>
                  </a:lnTo>
                  <a:lnTo>
                    <a:pt x="364223" y="2286000"/>
                  </a:lnTo>
                  <a:lnTo>
                    <a:pt x="321564" y="2235200"/>
                  </a:lnTo>
                  <a:lnTo>
                    <a:pt x="262128" y="2159000"/>
                  </a:lnTo>
                  <a:lnTo>
                    <a:pt x="207264" y="2082800"/>
                  </a:lnTo>
                  <a:lnTo>
                    <a:pt x="190500" y="2044700"/>
                  </a:lnTo>
                  <a:lnTo>
                    <a:pt x="160007" y="1993900"/>
                  </a:lnTo>
                  <a:lnTo>
                    <a:pt x="144780" y="1955800"/>
                  </a:lnTo>
                  <a:lnTo>
                    <a:pt x="117348" y="1905000"/>
                  </a:lnTo>
                  <a:lnTo>
                    <a:pt x="105156" y="1866900"/>
                  </a:lnTo>
                  <a:lnTo>
                    <a:pt x="71628" y="1778000"/>
                  </a:lnTo>
                  <a:lnTo>
                    <a:pt x="53340" y="1714500"/>
                  </a:lnTo>
                  <a:lnTo>
                    <a:pt x="38100" y="1638300"/>
                  </a:lnTo>
                  <a:lnTo>
                    <a:pt x="25908" y="1574800"/>
                  </a:lnTo>
                  <a:lnTo>
                    <a:pt x="16764" y="1511300"/>
                  </a:lnTo>
                  <a:lnTo>
                    <a:pt x="13716" y="1473200"/>
                  </a:lnTo>
                  <a:lnTo>
                    <a:pt x="10668" y="1409700"/>
                  </a:lnTo>
                  <a:lnTo>
                    <a:pt x="10668" y="1371600"/>
                  </a:lnTo>
                  <a:lnTo>
                    <a:pt x="10668" y="1358900"/>
                  </a:lnTo>
                  <a:lnTo>
                    <a:pt x="10668" y="1333500"/>
                  </a:lnTo>
                  <a:lnTo>
                    <a:pt x="13716" y="1270000"/>
                  </a:lnTo>
                  <a:lnTo>
                    <a:pt x="16764" y="1231900"/>
                  </a:lnTo>
                  <a:lnTo>
                    <a:pt x="25908" y="1155700"/>
                  </a:lnTo>
                  <a:lnTo>
                    <a:pt x="38100" y="1092200"/>
                  </a:lnTo>
                  <a:lnTo>
                    <a:pt x="45707" y="1066800"/>
                  </a:lnTo>
                  <a:lnTo>
                    <a:pt x="53340" y="1028700"/>
                  </a:lnTo>
                  <a:lnTo>
                    <a:pt x="62484" y="990600"/>
                  </a:lnTo>
                  <a:lnTo>
                    <a:pt x="71628" y="965200"/>
                  </a:lnTo>
                  <a:lnTo>
                    <a:pt x="82296" y="927100"/>
                  </a:lnTo>
                  <a:lnTo>
                    <a:pt x="92964" y="901700"/>
                  </a:lnTo>
                  <a:lnTo>
                    <a:pt x="105156" y="863600"/>
                  </a:lnTo>
                  <a:lnTo>
                    <a:pt x="117348" y="838200"/>
                  </a:lnTo>
                  <a:lnTo>
                    <a:pt x="144780" y="774700"/>
                  </a:lnTo>
                  <a:lnTo>
                    <a:pt x="190500" y="685800"/>
                  </a:lnTo>
                  <a:lnTo>
                    <a:pt x="207264" y="660400"/>
                  </a:lnTo>
                  <a:lnTo>
                    <a:pt x="262128" y="584200"/>
                  </a:lnTo>
                  <a:lnTo>
                    <a:pt x="281940" y="546100"/>
                  </a:lnTo>
                  <a:lnTo>
                    <a:pt x="321564" y="495300"/>
                  </a:lnTo>
                  <a:lnTo>
                    <a:pt x="342900" y="469900"/>
                  </a:lnTo>
                  <a:lnTo>
                    <a:pt x="365760" y="457200"/>
                  </a:lnTo>
                  <a:lnTo>
                    <a:pt x="387096" y="431800"/>
                  </a:lnTo>
                  <a:lnTo>
                    <a:pt x="409956" y="406400"/>
                  </a:lnTo>
                  <a:lnTo>
                    <a:pt x="434340" y="381000"/>
                  </a:lnTo>
                  <a:lnTo>
                    <a:pt x="457200" y="355600"/>
                  </a:lnTo>
                  <a:lnTo>
                    <a:pt x="481584" y="342900"/>
                  </a:lnTo>
                  <a:lnTo>
                    <a:pt x="507492" y="317500"/>
                  </a:lnTo>
                  <a:lnTo>
                    <a:pt x="585216" y="254000"/>
                  </a:lnTo>
                  <a:lnTo>
                    <a:pt x="667512" y="203200"/>
                  </a:lnTo>
                  <a:lnTo>
                    <a:pt x="696468" y="190500"/>
                  </a:lnTo>
                  <a:lnTo>
                    <a:pt x="725424" y="165100"/>
                  </a:lnTo>
                  <a:lnTo>
                    <a:pt x="783336" y="139700"/>
                  </a:lnTo>
                  <a:lnTo>
                    <a:pt x="874776" y="101600"/>
                  </a:lnTo>
                  <a:lnTo>
                    <a:pt x="906780" y="88900"/>
                  </a:lnTo>
                  <a:lnTo>
                    <a:pt x="937260" y="76200"/>
                  </a:lnTo>
                  <a:lnTo>
                    <a:pt x="969264" y="63500"/>
                  </a:lnTo>
                  <a:lnTo>
                    <a:pt x="1002792" y="50800"/>
                  </a:lnTo>
                  <a:lnTo>
                    <a:pt x="1034796" y="50800"/>
                  </a:lnTo>
                  <a:lnTo>
                    <a:pt x="1066800" y="38100"/>
                  </a:lnTo>
                  <a:lnTo>
                    <a:pt x="1100328" y="38100"/>
                  </a:lnTo>
                  <a:lnTo>
                    <a:pt x="1133856" y="25400"/>
                  </a:lnTo>
                  <a:lnTo>
                    <a:pt x="1167384" y="25400"/>
                  </a:lnTo>
                  <a:lnTo>
                    <a:pt x="1202436" y="12700"/>
                  </a:lnTo>
                  <a:lnTo>
                    <a:pt x="1271016" y="12700"/>
                  </a:lnTo>
                  <a:lnTo>
                    <a:pt x="1376172" y="0"/>
                  </a:lnTo>
                  <a:lnTo>
                    <a:pt x="1200912" y="0"/>
                  </a:lnTo>
                  <a:lnTo>
                    <a:pt x="1165860" y="12700"/>
                  </a:lnTo>
                  <a:lnTo>
                    <a:pt x="1132332" y="12700"/>
                  </a:lnTo>
                  <a:lnTo>
                    <a:pt x="1098791" y="25400"/>
                  </a:lnTo>
                  <a:lnTo>
                    <a:pt x="1065276" y="25400"/>
                  </a:lnTo>
                  <a:lnTo>
                    <a:pt x="1031748" y="38100"/>
                  </a:lnTo>
                  <a:lnTo>
                    <a:pt x="999744" y="50800"/>
                  </a:lnTo>
                  <a:lnTo>
                    <a:pt x="966216" y="50800"/>
                  </a:lnTo>
                  <a:lnTo>
                    <a:pt x="934212" y="63500"/>
                  </a:lnTo>
                  <a:lnTo>
                    <a:pt x="903732" y="76200"/>
                  </a:lnTo>
                  <a:lnTo>
                    <a:pt x="871728" y="88900"/>
                  </a:lnTo>
                  <a:lnTo>
                    <a:pt x="841248" y="101600"/>
                  </a:lnTo>
                  <a:lnTo>
                    <a:pt x="809244" y="114300"/>
                  </a:lnTo>
                  <a:lnTo>
                    <a:pt x="780275" y="127000"/>
                  </a:lnTo>
                  <a:lnTo>
                    <a:pt x="749808" y="139700"/>
                  </a:lnTo>
                  <a:lnTo>
                    <a:pt x="720852" y="165100"/>
                  </a:lnTo>
                  <a:lnTo>
                    <a:pt x="633984" y="215900"/>
                  </a:lnTo>
                  <a:lnTo>
                    <a:pt x="606552" y="228600"/>
                  </a:lnTo>
                  <a:lnTo>
                    <a:pt x="579107" y="254000"/>
                  </a:lnTo>
                  <a:lnTo>
                    <a:pt x="501396" y="304800"/>
                  </a:lnTo>
                  <a:lnTo>
                    <a:pt x="475475" y="330200"/>
                  </a:lnTo>
                  <a:lnTo>
                    <a:pt x="451091" y="355600"/>
                  </a:lnTo>
                  <a:lnTo>
                    <a:pt x="426707" y="368300"/>
                  </a:lnTo>
                  <a:lnTo>
                    <a:pt x="335280" y="469900"/>
                  </a:lnTo>
                  <a:lnTo>
                    <a:pt x="254508" y="571500"/>
                  </a:lnTo>
                  <a:lnTo>
                    <a:pt x="217932" y="622300"/>
                  </a:lnTo>
                  <a:lnTo>
                    <a:pt x="199644" y="660400"/>
                  </a:lnTo>
                  <a:lnTo>
                    <a:pt x="166116" y="711200"/>
                  </a:lnTo>
                  <a:lnTo>
                    <a:pt x="150876" y="749300"/>
                  </a:lnTo>
                  <a:lnTo>
                    <a:pt x="135623" y="774700"/>
                  </a:lnTo>
                  <a:lnTo>
                    <a:pt x="121907" y="800100"/>
                  </a:lnTo>
                  <a:lnTo>
                    <a:pt x="108191" y="838200"/>
                  </a:lnTo>
                  <a:lnTo>
                    <a:pt x="96012" y="863600"/>
                  </a:lnTo>
                  <a:lnTo>
                    <a:pt x="83807" y="901700"/>
                  </a:lnTo>
                  <a:lnTo>
                    <a:pt x="73139" y="927100"/>
                  </a:lnTo>
                  <a:lnTo>
                    <a:pt x="62484" y="965200"/>
                  </a:lnTo>
                  <a:lnTo>
                    <a:pt x="53340" y="990600"/>
                  </a:lnTo>
                  <a:lnTo>
                    <a:pt x="44196" y="1028700"/>
                  </a:lnTo>
                  <a:lnTo>
                    <a:pt x="21323" y="1130300"/>
                  </a:lnTo>
                  <a:lnTo>
                    <a:pt x="4572" y="1257300"/>
                  </a:lnTo>
                  <a:lnTo>
                    <a:pt x="0" y="1371600"/>
                  </a:lnTo>
                  <a:lnTo>
                    <a:pt x="1524" y="1409700"/>
                  </a:lnTo>
                  <a:lnTo>
                    <a:pt x="1524" y="1435100"/>
                  </a:lnTo>
                  <a:lnTo>
                    <a:pt x="7607" y="1511300"/>
                  </a:lnTo>
                  <a:lnTo>
                    <a:pt x="12192" y="1549400"/>
                  </a:lnTo>
                  <a:lnTo>
                    <a:pt x="16764" y="1574800"/>
                  </a:lnTo>
                  <a:lnTo>
                    <a:pt x="21323" y="1612900"/>
                  </a:lnTo>
                  <a:lnTo>
                    <a:pt x="28956" y="1651000"/>
                  </a:lnTo>
                  <a:lnTo>
                    <a:pt x="53340" y="1752600"/>
                  </a:lnTo>
                  <a:lnTo>
                    <a:pt x="62484" y="1778000"/>
                  </a:lnTo>
                  <a:lnTo>
                    <a:pt x="83807" y="1841500"/>
                  </a:lnTo>
                  <a:lnTo>
                    <a:pt x="96012" y="1879600"/>
                  </a:lnTo>
                  <a:lnTo>
                    <a:pt x="108191" y="1905000"/>
                  </a:lnTo>
                  <a:lnTo>
                    <a:pt x="135623" y="1968500"/>
                  </a:lnTo>
                  <a:lnTo>
                    <a:pt x="166116" y="2019300"/>
                  </a:lnTo>
                  <a:lnTo>
                    <a:pt x="199644" y="2082800"/>
                  </a:lnTo>
                  <a:lnTo>
                    <a:pt x="254508" y="2171700"/>
                  </a:lnTo>
                  <a:lnTo>
                    <a:pt x="313944" y="2247900"/>
                  </a:lnTo>
                  <a:lnTo>
                    <a:pt x="335280" y="2273300"/>
                  </a:lnTo>
                  <a:lnTo>
                    <a:pt x="381000" y="2324100"/>
                  </a:lnTo>
                  <a:lnTo>
                    <a:pt x="426707" y="2362200"/>
                  </a:lnTo>
                  <a:lnTo>
                    <a:pt x="475475" y="2413000"/>
                  </a:lnTo>
                  <a:lnTo>
                    <a:pt x="527291" y="2451100"/>
                  </a:lnTo>
                  <a:lnTo>
                    <a:pt x="553212" y="2476500"/>
                  </a:lnTo>
                  <a:lnTo>
                    <a:pt x="580644" y="2489200"/>
                  </a:lnTo>
                  <a:lnTo>
                    <a:pt x="606552" y="2514600"/>
                  </a:lnTo>
                  <a:lnTo>
                    <a:pt x="635508" y="2527300"/>
                  </a:lnTo>
                  <a:lnTo>
                    <a:pt x="662940" y="2552700"/>
                  </a:lnTo>
                  <a:lnTo>
                    <a:pt x="749808" y="2590800"/>
                  </a:lnTo>
                  <a:lnTo>
                    <a:pt x="780275" y="2603500"/>
                  </a:lnTo>
                  <a:lnTo>
                    <a:pt x="810768" y="2628900"/>
                  </a:lnTo>
                  <a:lnTo>
                    <a:pt x="871728" y="2654300"/>
                  </a:lnTo>
                  <a:lnTo>
                    <a:pt x="903732" y="2667000"/>
                  </a:lnTo>
                  <a:lnTo>
                    <a:pt x="967740" y="2679700"/>
                  </a:lnTo>
                  <a:lnTo>
                    <a:pt x="1031748" y="2705100"/>
                  </a:lnTo>
                  <a:lnTo>
                    <a:pt x="1098791" y="2717800"/>
                  </a:lnTo>
                  <a:lnTo>
                    <a:pt x="1132332" y="2717800"/>
                  </a:lnTo>
                  <a:lnTo>
                    <a:pt x="1167384" y="2730500"/>
                  </a:lnTo>
                  <a:lnTo>
                    <a:pt x="1200912" y="2730500"/>
                  </a:lnTo>
                  <a:lnTo>
                    <a:pt x="1235964" y="2743200"/>
                  </a:lnTo>
                  <a:lnTo>
                    <a:pt x="1516380" y="2743200"/>
                  </a:lnTo>
                  <a:lnTo>
                    <a:pt x="1551432" y="2730500"/>
                  </a:lnTo>
                  <a:lnTo>
                    <a:pt x="1584960" y="2730500"/>
                  </a:lnTo>
                  <a:lnTo>
                    <a:pt x="1620012" y="2717800"/>
                  </a:lnTo>
                  <a:lnTo>
                    <a:pt x="1653540" y="2717800"/>
                  </a:lnTo>
                  <a:lnTo>
                    <a:pt x="1720596" y="2705100"/>
                  </a:lnTo>
                  <a:lnTo>
                    <a:pt x="1784591" y="2679700"/>
                  </a:lnTo>
                  <a:lnTo>
                    <a:pt x="1848612" y="2667000"/>
                  </a:lnTo>
                  <a:lnTo>
                    <a:pt x="1880616" y="2654300"/>
                  </a:lnTo>
                  <a:lnTo>
                    <a:pt x="1941576" y="2628900"/>
                  </a:lnTo>
                  <a:lnTo>
                    <a:pt x="1972056" y="2603500"/>
                  </a:lnTo>
                  <a:lnTo>
                    <a:pt x="2002536" y="2590800"/>
                  </a:lnTo>
                  <a:lnTo>
                    <a:pt x="2089391" y="2552700"/>
                  </a:lnTo>
                  <a:lnTo>
                    <a:pt x="2118360" y="2527300"/>
                  </a:lnTo>
                  <a:lnTo>
                    <a:pt x="2173224" y="2489200"/>
                  </a:lnTo>
                  <a:lnTo>
                    <a:pt x="2276856" y="2413000"/>
                  </a:lnTo>
                  <a:lnTo>
                    <a:pt x="2325624" y="2362200"/>
                  </a:lnTo>
                  <a:lnTo>
                    <a:pt x="2371344" y="2324100"/>
                  </a:lnTo>
                  <a:lnTo>
                    <a:pt x="2417064" y="2273300"/>
                  </a:lnTo>
                  <a:lnTo>
                    <a:pt x="2497836" y="2171700"/>
                  </a:lnTo>
                  <a:lnTo>
                    <a:pt x="2552700" y="2082800"/>
                  </a:lnTo>
                  <a:lnTo>
                    <a:pt x="2586228" y="2019300"/>
                  </a:lnTo>
                  <a:lnTo>
                    <a:pt x="2616708" y="1968500"/>
                  </a:lnTo>
                  <a:lnTo>
                    <a:pt x="2644140" y="1905000"/>
                  </a:lnTo>
                  <a:lnTo>
                    <a:pt x="2656332" y="1879600"/>
                  </a:lnTo>
                  <a:lnTo>
                    <a:pt x="2668524" y="1841500"/>
                  </a:lnTo>
                  <a:lnTo>
                    <a:pt x="2689860" y="1778000"/>
                  </a:lnTo>
                  <a:lnTo>
                    <a:pt x="2699004" y="1752600"/>
                  </a:lnTo>
                  <a:lnTo>
                    <a:pt x="2723375" y="1651000"/>
                  </a:lnTo>
                  <a:lnTo>
                    <a:pt x="2731008" y="1612900"/>
                  </a:lnTo>
                  <a:lnTo>
                    <a:pt x="2735580" y="1574800"/>
                  </a:lnTo>
                  <a:lnTo>
                    <a:pt x="2740152" y="1549400"/>
                  </a:lnTo>
                  <a:lnTo>
                    <a:pt x="2744724" y="1511300"/>
                  </a:lnTo>
                  <a:lnTo>
                    <a:pt x="2747772" y="1473200"/>
                  </a:lnTo>
                  <a:lnTo>
                    <a:pt x="2750820" y="1409700"/>
                  </a:lnTo>
                  <a:lnTo>
                    <a:pt x="2750820" y="133350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50963" y="1109471"/>
              <a:ext cx="8789035" cy="3089275"/>
            </a:xfrm>
            <a:custGeom>
              <a:avLst/>
              <a:gdLst/>
              <a:ahLst/>
              <a:cxnLst/>
              <a:rect l="l" t="t" r="r" b="b"/>
              <a:pathLst>
                <a:path w="8789035" h="3089275">
                  <a:moveTo>
                    <a:pt x="5960364" y="310896"/>
                  </a:moveTo>
                  <a:lnTo>
                    <a:pt x="5935980" y="281940"/>
                  </a:lnTo>
                  <a:lnTo>
                    <a:pt x="5617464" y="556260"/>
                  </a:lnTo>
                  <a:lnTo>
                    <a:pt x="5641848" y="585216"/>
                  </a:lnTo>
                  <a:lnTo>
                    <a:pt x="5960364" y="310896"/>
                  </a:lnTo>
                  <a:close/>
                </a:path>
                <a:path w="8789035" h="3089275">
                  <a:moveTo>
                    <a:pt x="6281928" y="2292096"/>
                  </a:moveTo>
                  <a:lnTo>
                    <a:pt x="6006096" y="2063496"/>
                  </a:lnTo>
                  <a:lnTo>
                    <a:pt x="5981712" y="2093976"/>
                  </a:lnTo>
                  <a:lnTo>
                    <a:pt x="6257544" y="2322576"/>
                  </a:lnTo>
                  <a:lnTo>
                    <a:pt x="6281928" y="2292096"/>
                  </a:lnTo>
                  <a:close/>
                </a:path>
                <a:path w="8789035" h="3089275">
                  <a:moveTo>
                    <a:pt x="7565149" y="1815084"/>
                  </a:moveTo>
                  <a:lnTo>
                    <a:pt x="7533132" y="1793748"/>
                  </a:lnTo>
                  <a:lnTo>
                    <a:pt x="7350265" y="2068068"/>
                  </a:lnTo>
                  <a:lnTo>
                    <a:pt x="7382269" y="2089404"/>
                  </a:lnTo>
                  <a:lnTo>
                    <a:pt x="7565149" y="1815084"/>
                  </a:lnTo>
                  <a:close/>
                </a:path>
                <a:path w="8789035" h="3089275">
                  <a:moveTo>
                    <a:pt x="8788908" y="0"/>
                  </a:moveTo>
                  <a:lnTo>
                    <a:pt x="8779777" y="0"/>
                  </a:lnTo>
                  <a:lnTo>
                    <a:pt x="8779777" y="10668"/>
                  </a:lnTo>
                  <a:lnTo>
                    <a:pt x="8779777" y="3080004"/>
                  </a:lnTo>
                  <a:lnTo>
                    <a:pt x="9144" y="3080004"/>
                  </a:lnTo>
                  <a:lnTo>
                    <a:pt x="9144" y="10668"/>
                  </a:lnTo>
                  <a:lnTo>
                    <a:pt x="8779777" y="10668"/>
                  </a:lnTo>
                  <a:lnTo>
                    <a:pt x="8779777" y="0"/>
                  </a:lnTo>
                  <a:lnTo>
                    <a:pt x="0" y="0"/>
                  </a:lnTo>
                  <a:lnTo>
                    <a:pt x="0" y="3089160"/>
                  </a:lnTo>
                  <a:lnTo>
                    <a:pt x="8788908" y="3089160"/>
                  </a:lnTo>
                  <a:lnTo>
                    <a:pt x="8788908" y="3084576"/>
                  </a:lnTo>
                  <a:lnTo>
                    <a:pt x="8788908" y="3080004"/>
                  </a:lnTo>
                  <a:lnTo>
                    <a:pt x="8788908" y="10668"/>
                  </a:lnTo>
                  <a:lnTo>
                    <a:pt x="8788908" y="6096"/>
                  </a:lnTo>
                  <a:lnTo>
                    <a:pt x="8788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011970" y="4771132"/>
            <a:ext cx="1436370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8125" marR="876935" indent="-226060">
              <a:lnSpc>
                <a:spcPct val="100000"/>
              </a:lnSpc>
              <a:spcBef>
                <a:spcPts val="105"/>
              </a:spcBef>
            </a:pPr>
            <a:r>
              <a:rPr sz="2000" spc="-20" dirty="0">
                <a:latin typeface="Microsoft Sans Serif"/>
                <a:cs typeface="Microsoft Sans Serif"/>
              </a:rPr>
              <a:t>Area </a:t>
            </a:r>
            <a:r>
              <a:rPr sz="2000" spc="-50" dirty="0">
                <a:latin typeface="Microsoft Sans Serif"/>
                <a:cs typeface="Microsoft Sans Serif"/>
              </a:rPr>
              <a:t>3</a:t>
            </a:r>
            <a:endParaRPr sz="2000">
              <a:latin typeface="Microsoft Sans Serif"/>
              <a:cs typeface="Microsoft Sans Serif"/>
            </a:endParaRPr>
          </a:p>
          <a:p>
            <a:pPr marL="238125">
              <a:lnSpc>
                <a:spcPct val="100000"/>
              </a:lnSpc>
            </a:pPr>
            <a:r>
              <a:rPr sz="2000" dirty="0">
                <a:latin typeface="Microsoft Sans Serif"/>
                <a:cs typeface="Microsoft Sans Serif"/>
              </a:rPr>
              <a:t>1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and 2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tie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42388" y="6231159"/>
            <a:ext cx="628015" cy="0"/>
          </a:xfrm>
          <a:custGeom>
            <a:avLst/>
            <a:gdLst/>
            <a:ahLst/>
            <a:cxnLst/>
            <a:rect l="l" t="t" r="r" b="b"/>
            <a:pathLst>
              <a:path w="628014">
                <a:moveTo>
                  <a:pt x="0" y="0"/>
                </a:moveTo>
                <a:lnTo>
                  <a:pt x="627983" y="0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925827" y="5989966"/>
            <a:ext cx="3422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Microsoft Sans Serif"/>
                <a:cs typeface="Microsoft Sans Serif"/>
              </a:rPr>
              <a:t>I</a:t>
            </a:r>
            <a:r>
              <a:rPr sz="2400" spc="-130" dirty="0">
                <a:latin typeface="Microsoft Sans Serif"/>
                <a:cs typeface="Microsoft Sans Serif"/>
              </a:rPr>
              <a:t> </a:t>
            </a:r>
            <a:r>
              <a:rPr sz="2400" spc="-50" dirty="0">
                <a:latin typeface="Cambria"/>
                <a:cs typeface="Cambria"/>
              </a:rPr>
              <a:t>=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24100" y="5719138"/>
            <a:ext cx="640715" cy="900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 indent="139700">
              <a:lnSpc>
                <a:spcPct val="119600"/>
              </a:lnSpc>
              <a:spcBef>
                <a:spcPts val="95"/>
              </a:spcBef>
            </a:pPr>
            <a:r>
              <a:rPr sz="2400" spc="-25" dirty="0">
                <a:latin typeface="Microsoft Sans Serif"/>
                <a:cs typeface="Microsoft Sans Serif"/>
              </a:rPr>
              <a:t>P</a:t>
            </a:r>
            <a:r>
              <a:rPr sz="2025" spc="-37" baseline="-26748" dirty="0">
                <a:latin typeface="Microsoft Sans Serif"/>
                <a:cs typeface="Microsoft Sans Serif"/>
              </a:rPr>
              <a:t>s </a:t>
            </a:r>
            <a:r>
              <a:rPr sz="2400" spc="-20" dirty="0">
                <a:latin typeface="Microsoft Sans Serif"/>
                <a:cs typeface="Microsoft Sans Serif"/>
              </a:rPr>
              <a:t>4</a:t>
            </a:r>
            <a:r>
              <a:rPr sz="2400" spc="-20" dirty="0">
                <a:latin typeface="Cambria"/>
                <a:cs typeface="Cambria"/>
              </a:rPr>
              <a:t>π</a:t>
            </a:r>
            <a:r>
              <a:rPr sz="2400" spc="-20" dirty="0">
                <a:latin typeface="Microsoft Sans Serif"/>
                <a:cs typeface="Microsoft Sans Serif"/>
              </a:rPr>
              <a:t>r</a:t>
            </a:r>
            <a:r>
              <a:rPr sz="2025" spc="-30" baseline="43209" dirty="0">
                <a:latin typeface="Microsoft Sans Serif"/>
                <a:cs typeface="Microsoft Sans Serif"/>
              </a:rPr>
              <a:t>2</a:t>
            </a:r>
            <a:endParaRPr sz="2025" baseline="43209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497163" y="6210300"/>
            <a:ext cx="500380" cy="0"/>
          </a:xfrm>
          <a:custGeom>
            <a:avLst/>
            <a:gdLst/>
            <a:ahLst/>
            <a:cxnLst/>
            <a:rect l="l" t="t" r="r" b="b"/>
            <a:pathLst>
              <a:path w="500379">
                <a:moveTo>
                  <a:pt x="0" y="0"/>
                </a:moveTo>
                <a:lnTo>
                  <a:pt x="499871" y="0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630671" y="6206755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Microsoft Sans Serif"/>
                <a:cs typeface="Microsoft Sans Serif"/>
              </a:rPr>
              <a:t>A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55107" y="5816611"/>
            <a:ext cx="9385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baseline="-27777" dirty="0">
                <a:latin typeface="Microsoft Sans Serif"/>
                <a:cs typeface="Microsoft Sans Serif"/>
              </a:rPr>
              <a:t>I</a:t>
            </a:r>
            <a:r>
              <a:rPr sz="3600" spc="-209" baseline="-27777" dirty="0">
                <a:latin typeface="Microsoft Sans Serif"/>
                <a:cs typeface="Microsoft Sans Serif"/>
              </a:rPr>
              <a:t> </a:t>
            </a:r>
            <a:r>
              <a:rPr sz="3600" baseline="-27777" dirty="0">
                <a:latin typeface="Cambria"/>
                <a:cs typeface="Cambria"/>
              </a:rPr>
              <a:t>=</a:t>
            </a:r>
            <a:r>
              <a:rPr sz="3600" spc="225" baseline="-27777" dirty="0">
                <a:latin typeface="Cambria"/>
                <a:cs typeface="Cambria"/>
              </a:rPr>
              <a:t> </a:t>
            </a:r>
            <a:r>
              <a:rPr sz="3600" spc="-30" baseline="15046" dirty="0">
                <a:latin typeface="Microsoft Sans Serif"/>
                <a:cs typeface="Microsoft Sans Serif"/>
              </a:rPr>
              <a:t>P</a:t>
            </a:r>
            <a:r>
              <a:rPr sz="1350" spc="-20" dirty="0">
                <a:latin typeface="Microsoft Sans Serif"/>
                <a:cs typeface="Microsoft Sans Serif"/>
              </a:rPr>
              <a:t>avg</a:t>
            </a:r>
            <a:endParaRPr sz="135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5346" y="439952"/>
            <a:ext cx="8534400" cy="3621404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4406265">
              <a:lnSpc>
                <a:spcPct val="75500"/>
              </a:lnSpc>
              <a:spcBef>
                <a:spcPts val="740"/>
              </a:spcBef>
            </a:pP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17-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5</a:t>
            </a:r>
            <a:r>
              <a:rPr sz="22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Intensity</a:t>
            </a:r>
            <a:r>
              <a:rPr sz="22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and</a:t>
            </a:r>
            <a:r>
              <a:rPr sz="22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Sound</a:t>
            </a:r>
            <a:r>
              <a:rPr sz="22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Level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Checkpoint</a:t>
            </a:r>
            <a:r>
              <a:rPr sz="2200" b="1" spc="-9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spc="-50" dirty="0">
                <a:solidFill>
                  <a:srgbClr val="E10000"/>
                </a:solidFill>
                <a:latin typeface="Arial"/>
                <a:cs typeface="Arial"/>
              </a:rPr>
              <a:t>3</a:t>
            </a:r>
            <a:endParaRPr sz="2200">
              <a:latin typeface="Arial"/>
              <a:cs typeface="Arial"/>
            </a:endParaRPr>
          </a:p>
          <a:p>
            <a:pPr marL="268605">
              <a:lnSpc>
                <a:spcPts val="2370"/>
              </a:lnSpc>
              <a:spcBef>
                <a:spcPts val="1905"/>
              </a:spcBef>
              <a:tabLst>
                <a:tab pos="5663565" algn="l"/>
              </a:tabLst>
            </a:pPr>
            <a:r>
              <a:rPr sz="3000" baseline="1388" dirty="0">
                <a:latin typeface="Microsoft Sans Serif"/>
                <a:cs typeface="Microsoft Sans Serif"/>
              </a:rPr>
              <a:t>The</a:t>
            </a:r>
            <a:r>
              <a:rPr sz="3000" spc="-22" baseline="1388" dirty="0">
                <a:latin typeface="Microsoft Sans Serif"/>
                <a:cs typeface="Microsoft Sans Serif"/>
              </a:rPr>
              <a:t> </a:t>
            </a:r>
            <a:r>
              <a:rPr sz="3000" baseline="1388" dirty="0">
                <a:latin typeface="Microsoft Sans Serif"/>
                <a:cs typeface="Microsoft Sans Serif"/>
              </a:rPr>
              <a:t>three</a:t>
            </a:r>
            <a:r>
              <a:rPr sz="3000" spc="-22" baseline="1388" dirty="0">
                <a:latin typeface="Microsoft Sans Serif"/>
                <a:cs typeface="Microsoft Sans Serif"/>
              </a:rPr>
              <a:t> </a:t>
            </a:r>
            <a:r>
              <a:rPr sz="3000" baseline="1388" dirty="0">
                <a:latin typeface="Microsoft Sans Serif"/>
                <a:cs typeface="Microsoft Sans Serif"/>
              </a:rPr>
              <a:t>patches receive</a:t>
            </a:r>
            <a:r>
              <a:rPr sz="3000" spc="-22" baseline="1388" dirty="0">
                <a:latin typeface="Microsoft Sans Serif"/>
                <a:cs typeface="Microsoft Sans Serif"/>
              </a:rPr>
              <a:t> </a:t>
            </a:r>
            <a:r>
              <a:rPr sz="3000" baseline="1388" dirty="0">
                <a:latin typeface="Microsoft Sans Serif"/>
                <a:cs typeface="Microsoft Sans Serif"/>
              </a:rPr>
              <a:t>the</a:t>
            </a:r>
            <a:r>
              <a:rPr sz="3000" spc="7" baseline="1388" dirty="0">
                <a:latin typeface="Microsoft Sans Serif"/>
                <a:cs typeface="Microsoft Sans Serif"/>
              </a:rPr>
              <a:t> </a:t>
            </a:r>
            <a:r>
              <a:rPr sz="3000" baseline="1388" dirty="0">
                <a:latin typeface="Microsoft Sans Serif"/>
                <a:cs typeface="Microsoft Sans Serif"/>
              </a:rPr>
              <a:t>same</a:t>
            </a:r>
            <a:r>
              <a:rPr sz="3000" spc="-15" baseline="1388" dirty="0">
                <a:latin typeface="Microsoft Sans Serif"/>
                <a:cs typeface="Microsoft Sans Serif"/>
              </a:rPr>
              <a:t> energy.</a:t>
            </a:r>
            <a:r>
              <a:rPr sz="3000" baseline="1388" dirty="0">
                <a:latin typeface="Microsoft Sans Serif"/>
                <a:cs typeface="Microsoft Sans Serif"/>
              </a:rPr>
              <a:t>	</a:t>
            </a:r>
            <a:r>
              <a:rPr sz="1800" spc="-50" dirty="0">
                <a:solidFill>
                  <a:srgbClr val="3333CC"/>
                </a:solidFill>
                <a:latin typeface="Microsoft Sans Serif"/>
                <a:cs typeface="Microsoft Sans Serif"/>
              </a:rPr>
              <a:t>3</a:t>
            </a:r>
            <a:endParaRPr sz="1800">
              <a:latin typeface="Microsoft Sans Serif"/>
              <a:cs typeface="Microsoft Sans Serif"/>
            </a:endParaRPr>
          </a:p>
          <a:p>
            <a:pPr marL="268605">
              <a:lnSpc>
                <a:spcPts val="2370"/>
              </a:lnSpc>
            </a:pPr>
            <a:r>
              <a:rPr sz="2000" dirty="0">
                <a:latin typeface="Microsoft Sans Serif"/>
                <a:cs typeface="Microsoft Sans Serif"/>
              </a:rPr>
              <a:t>Rank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them,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greatest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first,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according</a:t>
            </a:r>
            <a:r>
              <a:rPr sz="2000" spc="-25" dirty="0">
                <a:latin typeface="Microsoft Sans Serif"/>
                <a:cs typeface="Microsoft Sans Serif"/>
              </a:rPr>
              <a:t> to</a:t>
            </a:r>
            <a:endParaRPr sz="2000">
              <a:latin typeface="Microsoft Sans Serif"/>
              <a:cs typeface="Microsoft Sans Serif"/>
            </a:endParaRPr>
          </a:p>
          <a:p>
            <a:pPr marL="1358900" indent="-457834">
              <a:lnSpc>
                <a:spcPct val="100000"/>
              </a:lnSpc>
              <a:buAutoNum type="alphaLcParenBoth"/>
              <a:tabLst>
                <a:tab pos="1358900" algn="l"/>
              </a:tabLst>
            </a:pP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intensity of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sound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on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them,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and</a:t>
            </a:r>
            <a:endParaRPr sz="2000">
              <a:latin typeface="Microsoft Sans Serif"/>
              <a:cs typeface="Microsoft Sans Serif"/>
            </a:endParaRPr>
          </a:p>
          <a:p>
            <a:pPr marL="1358900" indent="-457834">
              <a:lnSpc>
                <a:spcPct val="100000"/>
              </a:lnSpc>
              <a:buAutoNum type="alphaLcParenBoth"/>
              <a:tabLst>
                <a:tab pos="1358900" algn="l"/>
              </a:tabLst>
            </a:pPr>
            <a:r>
              <a:rPr sz="2000" dirty="0">
                <a:latin typeface="Microsoft Sans Serif"/>
                <a:cs typeface="Microsoft Sans Serif"/>
              </a:rPr>
              <a:t>their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area.</a:t>
            </a:r>
            <a:endParaRPr sz="2000">
              <a:latin typeface="Microsoft Sans Serif"/>
              <a:cs typeface="Microsoft Sans Serif"/>
            </a:endParaRPr>
          </a:p>
          <a:p>
            <a:pPr marR="1581150" algn="r">
              <a:lnSpc>
                <a:spcPct val="100000"/>
              </a:lnSpc>
              <a:spcBef>
                <a:spcPts val="615"/>
              </a:spcBef>
            </a:pPr>
            <a:r>
              <a:rPr sz="1600" spc="-50" dirty="0">
                <a:latin typeface="Microsoft Sans Serif"/>
                <a:cs typeface="Microsoft Sans Serif"/>
              </a:rPr>
              <a:t>S</a:t>
            </a:r>
            <a:endParaRPr sz="1600">
              <a:latin typeface="Microsoft Sans Serif"/>
              <a:cs typeface="Microsoft Sans Serif"/>
            </a:endParaRPr>
          </a:p>
          <a:p>
            <a:pPr marL="7538084">
              <a:lnSpc>
                <a:spcPct val="100000"/>
              </a:lnSpc>
              <a:spcBef>
                <a:spcPts val="1435"/>
              </a:spcBef>
            </a:pPr>
            <a:r>
              <a:rPr sz="1800" spc="-50" dirty="0">
                <a:solidFill>
                  <a:srgbClr val="3333CC"/>
                </a:solidFill>
                <a:latin typeface="Microsoft Sans Serif"/>
                <a:cs typeface="Microsoft Sans Serif"/>
              </a:rPr>
              <a:t>2</a:t>
            </a:r>
            <a:endParaRPr sz="1800">
              <a:latin typeface="Microsoft Sans Serif"/>
              <a:cs typeface="Microsoft Sans Serif"/>
            </a:endParaRPr>
          </a:p>
          <a:p>
            <a:pPr marL="5983605">
              <a:lnSpc>
                <a:spcPct val="100000"/>
              </a:lnSpc>
            </a:pPr>
            <a:r>
              <a:rPr sz="1800" spc="-50" dirty="0">
                <a:solidFill>
                  <a:srgbClr val="3333CC"/>
                </a:solidFill>
                <a:latin typeface="Microsoft Sans Serif"/>
                <a:cs typeface="Microsoft Sans Serif"/>
              </a:rPr>
              <a:t>1</a:t>
            </a:r>
            <a:endParaRPr sz="1800">
              <a:latin typeface="Microsoft Sans Serif"/>
              <a:cs typeface="Microsoft Sans Serif"/>
            </a:endParaRPr>
          </a:p>
          <a:p>
            <a:pPr marL="7629525" marR="5080">
              <a:lnSpc>
                <a:spcPct val="100000"/>
              </a:lnSpc>
              <a:spcBef>
                <a:spcPts val="114"/>
              </a:spcBef>
            </a:pPr>
            <a:r>
              <a:rPr sz="16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Imaginary Spheres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92479" y="370331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2852" y="6819900"/>
                </a:moveTo>
                <a:lnTo>
                  <a:pt x="3048" y="6819900"/>
                </a:lnTo>
                <a:lnTo>
                  <a:pt x="0" y="6816851"/>
                </a:lnTo>
                <a:lnTo>
                  <a:pt x="0" y="3048"/>
                </a:lnTo>
                <a:lnTo>
                  <a:pt x="3048" y="0"/>
                </a:lnTo>
                <a:lnTo>
                  <a:pt x="9102852" y="0"/>
                </a:lnTo>
                <a:lnTo>
                  <a:pt x="9105900" y="3048"/>
                </a:lnTo>
                <a:lnTo>
                  <a:pt x="9105900" y="6096"/>
                </a:ln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lnTo>
                  <a:pt x="12192" y="6807708"/>
                </a:lnTo>
                <a:lnTo>
                  <a:pt x="6096" y="6807708"/>
                </a:lnTo>
                <a:lnTo>
                  <a:pt x="12192" y="6813803"/>
                </a:lnTo>
                <a:lnTo>
                  <a:pt x="9105900" y="6813803"/>
                </a:lnTo>
                <a:lnTo>
                  <a:pt x="9105900" y="6816851"/>
                </a:lnTo>
                <a:lnTo>
                  <a:pt x="9102852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close/>
              </a:path>
              <a:path w="9105900" h="6819900">
                <a:moveTo>
                  <a:pt x="9093707" y="12192"/>
                </a:moveTo>
                <a:lnTo>
                  <a:pt x="12192" y="12192"/>
                </a:lnTo>
                <a:lnTo>
                  <a:pt x="12192" y="6096"/>
                </a:lnTo>
                <a:lnTo>
                  <a:pt x="9093707" y="6096"/>
                </a:lnTo>
                <a:lnTo>
                  <a:pt x="9093707" y="12192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9093707" y="6096"/>
                </a:lnTo>
                <a:lnTo>
                  <a:pt x="9099804" y="12192"/>
                </a:lnTo>
                <a:lnTo>
                  <a:pt x="9105900" y="12192"/>
                </a:lnTo>
                <a:lnTo>
                  <a:pt x="9105900" y="6807708"/>
                </a:lnTo>
                <a:lnTo>
                  <a:pt x="9099804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12192"/>
                </a:moveTo>
                <a:lnTo>
                  <a:pt x="9099804" y="12192"/>
                </a:lnTo>
                <a:lnTo>
                  <a:pt x="9093707" y="6096"/>
                </a:lnTo>
                <a:lnTo>
                  <a:pt x="9105900" y="6096"/>
                </a:lnTo>
                <a:lnTo>
                  <a:pt x="9105900" y="12192"/>
                </a:lnTo>
                <a:close/>
              </a:path>
              <a:path w="9105900" h="6819900">
                <a:moveTo>
                  <a:pt x="12192" y="6813803"/>
                </a:moveTo>
                <a:lnTo>
                  <a:pt x="6096" y="6807708"/>
                </a:lnTo>
                <a:lnTo>
                  <a:pt x="12192" y="6807708"/>
                </a:lnTo>
                <a:lnTo>
                  <a:pt x="12192" y="6813803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12192" y="6813803"/>
                </a:lnTo>
                <a:lnTo>
                  <a:pt x="12192" y="6807708"/>
                </a:lnTo>
                <a:lnTo>
                  <a:pt x="9093707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6813803"/>
                </a:moveTo>
                <a:lnTo>
                  <a:pt x="9093707" y="6813803"/>
                </a:lnTo>
                <a:lnTo>
                  <a:pt x="9099804" y="6807708"/>
                </a:lnTo>
                <a:lnTo>
                  <a:pt x="9105900" y="6807708"/>
                </a:lnTo>
                <a:lnTo>
                  <a:pt x="9105900" y="6813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049573" y="4155939"/>
            <a:ext cx="2106930" cy="1555750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Solution</a:t>
            </a:r>
            <a:endParaRPr sz="2000">
              <a:latin typeface="Microsoft Sans Serif"/>
              <a:cs typeface="Microsoft Sans Serif"/>
            </a:endParaRPr>
          </a:p>
          <a:p>
            <a:pPr marL="683260">
              <a:lnSpc>
                <a:spcPct val="100000"/>
              </a:lnSpc>
              <a:spcBef>
                <a:spcPts val="1225"/>
              </a:spcBef>
            </a:pPr>
            <a:r>
              <a:rPr sz="2000" spc="-10" dirty="0">
                <a:latin typeface="Microsoft Sans Serif"/>
                <a:cs typeface="Microsoft Sans Serif"/>
              </a:rPr>
              <a:t>Intensity</a:t>
            </a:r>
            <a:endParaRPr sz="2000">
              <a:latin typeface="Microsoft Sans Serif"/>
              <a:cs typeface="Microsoft Sans Serif"/>
            </a:endParaRPr>
          </a:p>
          <a:p>
            <a:pPr marL="908685">
              <a:lnSpc>
                <a:spcPct val="100000"/>
              </a:lnSpc>
            </a:pPr>
            <a:r>
              <a:rPr sz="2000" dirty="0">
                <a:latin typeface="Microsoft Sans Serif"/>
                <a:cs typeface="Microsoft Sans Serif"/>
              </a:rPr>
              <a:t>1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and 2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tie</a:t>
            </a:r>
            <a:endParaRPr sz="2000">
              <a:latin typeface="Microsoft Sans Serif"/>
              <a:cs typeface="Microsoft Sans Serif"/>
            </a:endParaRPr>
          </a:p>
          <a:p>
            <a:pPr marL="908685">
              <a:lnSpc>
                <a:spcPct val="100000"/>
              </a:lnSpc>
            </a:pPr>
            <a:r>
              <a:rPr sz="2000" spc="-50" dirty="0">
                <a:latin typeface="Microsoft Sans Serif"/>
                <a:cs typeface="Microsoft Sans Serif"/>
              </a:rPr>
              <a:t>3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50975" y="4282440"/>
            <a:ext cx="8789035" cy="2540635"/>
          </a:xfrm>
          <a:custGeom>
            <a:avLst/>
            <a:gdLst/>
            <a:ahLst/>
            <a:cxnLst/>
            <a:rect l="l" t="t" r="r" b="b"/>
            <a:pathLst>
              <a:path w="8789035" h="2540634">
                <a:moveTo>
                  <a:pt x="8788907" y="2540508"/>
                </a:moveTo>
                <a:lnTo>
                  <a:pt x="0" y="2540508"/>
                </a:lnTo>
                <a:lnTo>
                  <a:pt x="0" y="0"/>
                </a:lnTo>
                <a:lnTo>
                  <a:pt x="8788907" y="0"/>
                </a:lnTo>
                <a:lnTo>
                  <a:pt x="8788907" y="4572"/>
                </a:lnTo>
                <a:lnTo>
                  <a:pt x="9144" y="4572"/>
                </a:lnTo>
                <a:lnTo>
                  <a:pt x="4572" y="9144"/>
                </a:lnTo>
                <a:lnTo>
                  <a:pt x="9144" y="9144"/>
                </a:lnTo>
                <a:lnTo>
                  <a:pt x="9144" y="2531364"/>
                </a:lnTo>
                <a:lnTo>
                  <a:pt x="4572" y="2531364"/>
                </a:lnTo>
                <a:lnTo>
                  <a:pt x="9144" y="2535935"/>
                </a:lnTo>
                <a:lnTo>
                  <a:pt x="8788907" y="2535935"/>
                </a:lnTo>
                <a:lnTo>
                  <a:pt x="8788907" y="2540508"/>
                </a:lnTo>
                <a:close/>
              </a:path>
              <a:path w="8789035" h="2540634">
                <a:moveTo>
                  <a:pt x="9144" y="9144"/>
                </a:moveTo>
                <a:lnTo>
                  <a:pt x="4572" y="9144"/>
                </a:lnTo>
                <a:lnTo>
                  <a:pt x="9144" y="4572"/>
                </a:lnTo>
                <a:lnTo>
                  <a:pt x="9144" y="9144"/>
                </a:lnTo>
                <a:close/>
              </a:path>
              <a:path w="8789035" h="2540634">
                <a:moveTo>
                  <a:pt x="8779764" y="9144"/>
                </a:moveTo>
                <a:lnTo>
                  <a:pt x="9144" y="9144"/>
                </a:lnTo>
                <a:lnTo>
                  <a:pt x="9144" y="4572"/>
                </a:lnTo>
                <a:lnTo>
                  <a:pt x="8779764" y="4572"/>
                </a:lnTo>
                <a:lnTo>
                  <a:pt x="8779764" y="9144"/>
                </a:lnTo>
                <a:close/>
              </a:path>
              <a:path w="8789035" h="2540634">
                <a:moveTo>
                  <a:pt x="8779764" y="2535935"/>
                </a:moveTo>
                <a:lnTo>
                  <a:pt x="8779764" y="4572"/>
                </a:lnTo>
                <a:lnTo>
                  <a:pt x="8784336" y="9144"/>
                </a:lnTo>
                <a:lnTo>
                  <a:pt x="8788907" y="9144"/>
                </a:lnTo>
                <a:lnTo>
                  <a:pt x="8788907" y="2531364"/>
                </a:lnTo>
                <a:lnTo>
                  <a:pt x="8784336" y="2531364"/>
                </a:lnTo>
                <a:lnTo>
                  <a:pt x="8779764" y="2535935"/>
                </a:lnTo>
                <a:close/>
              </a:path>
              <a:path w="8789035" h="2540634">
                <a:moveTo>
                  <a:pt x="8788907" y="9144"/>
                </a:moveTo>
                <a:lnTo>
                  <a:pt x="8784336" y="9144"/>
                </a:lnTo>
                <a:lnTo>
                  <a:pt x="8779764" y="4572"/>
                </a:lnTo>
                <a:lnTo>
                  <a:pt x="8788907" y="4572"/>
                </a:lnTo>
                <a:lnTo>
                  <a:pt x="8788907" y="9144"/>
                </a:lnTo>
                <a:close/>
              </a:path>
              <a:path w="8789035" h="2540634">
                <a:moveTo>
                  <a:pt x="9144" y="2535935"/>
                </a:moveTo>
                <a:lnTo>
                  <a:pt x="4572" y="2531364"/>
                </a:lnTo>
                <a:lnTo>
                  <a:pt x="9144" y="2531364"/>
                </a:lnTo>
                <a:lnTo>
                  <a:pt x="9144" y="2535935"/>
                </a:lnTo>
                <a:close/>
              </a:path>
              <a:path w="8789035" h="2540634">
                <a:moveTo>
                  <a:pt x="8779764" y="2535935"/>
                </a:moveTo>
                <a:lnTo>
                  <a:pt x="9144" y="2535935"/>
                </a:lnTo>
                <a:lnTo>
                  <a:pt x="9144" y="2531364"/>
                </a:lnTo>
                <a:lnTo>
                  <a:pt x="8779764" y="2531364"/>
                </a:lnTo>
                <a:lnTo>
                  <a:pt x="8779764" y="2535935"/>
                </a:lnTo>
                <a:close/>
              </a:path>
              <a:path w="8789035" h="2540634">
                <a:moveTo>
                  <a:pt x="8788907" y="2535935"/>
                </a:moveTo>
                <a:lnTo>
                  <a:pt x="8779764" y="2535935"/>
                </a:lnTo>
                <a:lnTo>
                  <a:pt x="8784336" y="2531364"/>
                </a:lnTo>
                <a:lnTo>
                  <a:pt x="8788907" y="2531364"/>
                </a:lnTo>
                <a:lnTo>
                  <a:pt x="8788907" y="25359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405890" y="3855720"/>
          <a:ext cx="7818753" cy="24314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1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8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66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44880">
                <a:tc>
                  <a:txBody>
                    <a:bodyPr/>
                    <a:lstStyle/>
                    <a:p>
                      <a:pPr marL="90805" marR="3575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At</a:t>
                      </a:r>
                      <a:r>
                        <a:rPr sz="160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1000</a:t>
                      </a:r>
                      <a:r>
                        <a:rPr sz="160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Hz</a:t>
                      </a:r>
                      <a:r>
                        <a:rPr sz="16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and</a:t>
                      </a:r>
                      <a:r>
                        <a:rPr sz="160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at 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room</a:t>
                      </a:r>
                      <a:r>
                        <a:rPr sz="16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temperature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400" spc="-25" dirty="0">
                          <a:solidFill>
                            <a:srgbClr val="FF3300"/>
                          </a:solidFill>
                          <a:latin typeface="Cambria"/>
                          <a:cs typeface="Cambria"/>
                        </a:rPr>
                        <a:t>∆</a:t>
                      </a:r>
                      <a:r>
                        <a:rPr sz="2400" spc="-25" dirty="0">
                          <a:solidFill>
                            <a:srgbClr val="FF3300"/>
                          </a:solidFill>
                          <a:latin typeface="Microsoft Sans Serif"/>
                          <a:cs typeface="Microsoft Sans Serif"/>
                        </a:rPr>
                        <a:t>p</a:t>
                      </a:r>
                      <a:r>
                        <a:rPr sz="2400" spc="-37" baseline="-20833" dirty="0">
                          <a:solidFill>
                            <a:srgbClr val="FF3300"/>
                          </a:solidFill>
                          <a:latin typeface="Microsoft Sans Serif"/>
                          <a:cs typeface="Microsoft Sans Serif"/>
                        </a:rPr>
                        <a:t>m</a:t>
                      </a:r>
                      <a:endParaRPr sz="2400" baseline="-20833">
                        <a:latin typeface="Microsoft Sans Serif"/>
                        <a:cs typeface="Microsoft Sans Serif"/>
                      </a:endParaRPr>
                    </a:p>
                    <a:p>
                      <a:pPr marL="380365" marR="376555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600" spc="-10" dirty="0">
                          <a:solidFill>
                            <a:srgbClr val="FF3300"/>
                          </a:solidFill>
                          <a:latin typeface="Microsoft Sans Serif"/>
                          <a:cs typeface="Microsoft Sans Serif"/>
                        </a:rPr>
                        <a:t>Pressure Amplitude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400" spc="-25" dirty="0">
                          <a:solidFill>
                            <a:srgbClr val="FF3300"/>
                          </a:solidFill>
                          <a:latin typeface="Microsoft Sans Serif"/>
                          <a:cs typeface="Microsoft Sans Serif"/>
                        </a:rPr>
                        <a:t>s</a:t>
                      </a:r>
                      <a:r>
                        <a:rPr sz="2400" spc="-37" baseline="-20833" dirty="0">
                          <a:solidFill>
                            <a:srgbClr val="FF3300"/>
                          </a:solidFill>
                          <a:latin typeface="Microsoft Sans Serif"/>
                          <a:cs typeface="Microsoft Sans Serif"/>
                        </a:rPr>
                        <a:t>m</a:t>
                      </a:r>
                      <a:endParaRPr sz="2400" baseline="-20833">
                        <a:latin typeface="Microsoft Sans Serif"/>
                        <a:cs typeface="Microsoft Sans Serif"/>
                      </a:endParaRPr>
                    </a:p>
                    <a:p>
                      <a:pPr marL="90805" marR="86360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600" spc="-10" dirty="0">
                          <a:solidFill>
                            <a:srgbClr val="FF3300"/>
                          </a:solidFill>
                          <a:latin typeface="Microsoft Sans Serif"/>
                          <a:cs typeface="Microsoft Sans Serif"/>
                        </a:rPr>
                        <a:t>Displacement Amplitude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400" spc="-50" dirty="0">
                          <a:solidFill>
                            <a:srgbClr val="FF3300"/>
                          </a:solidFill>
                          <a:latin typeface="Microsoft Sans Serif"/>
                          <a:cs typeface="Microsoft Sans Serif"/>
                        </a:rPr>
                        <a:t>I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600" spc="-10" dirty="0">
                          <a:solidFill>
                            <a:srgbClr val="FF3300"/>
                          </a:solidFill>
                          <a:latin typeface="Microsoft Sans Serif"/>
                          <a:cs typeface="Microsoft Sans Serif"/>
                        </a:rPr>
                        <a:t>Intensity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95"/>
                        </a:lnSpc>
                        <a:spcBef>
                          <a:spcPts val="320"/>
                        </a:spcBef>
                      </a:pPr>
                      <a:r>
                        <a:rPr sz="2000" spc="-50" dirty="0">
                          <a:solidFill>
                            <a:srgbClr val="FF3300"/>
                          </a:solidFill>
                          <a:latin typeface="Cambria"/>
                          <a:cs typeface="Cambria"/>
                        </a:rPr>
                        <a:t>β</a:t>
                      </a:r>
                      <a:endParaRPr sz="2000">
                        <a:latin typeface="Cambria"/>
                        <a:cs typeface="Cambria"/>
                      </a:endParaRPr>
                    </a:p>
                    <a:p>
                      <a:pPr marL="254000" marR="247015" algn="ctr">
                        <a:lnSpc>
                          <a:spcPts val="1920"/>
                        </a:lnSpc>
                        <a:spcBef>
                          <a:spcPts val="60"/>
                        </a:spcBef>
                      </a:pPr>
                      <a:r>
                        <a:rPr sz="1600" spc="-10" dirty="0">
                          <a:solidFill>
                            <a:srgbClr val="FF3300"/>
                          </a:solidFill>
                          <a:latin typeface="Microsoft Sans Serif"/>
                          <a:cs typeface="Microsoft Sans Serif"/>
                        </a:rPr>
                        <a:t>Sound level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765">
                <a:tc>
                  <a:txBody>
                    <a:bodyPr/>
                    <a:lstStyle/>
                    <a:p>
                      <a:pPr marL="90805" marR="17653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solidFill>
                            <a:srgbClr val="FF3300"/>
                          </a:solidFill>
                          <a:latin typeface="Microsoft Sans Serif"/>
                          <a:cs typeface="Microsoft Sans Serif"/>
                        </a:rPr>
                        <a:t>Loudest </a:t>
                      </a:r>
                      <a:r>
                        <a:rPr sz="2000" spc="-20" dirty="0">
                          <a:solidFill>
                            <a:srgbClr val="FF3300"/>
                          </a:solidFill>
                          <a:latin typeface="Microsoft Sans Serif"/>
                          <a:cs typeface="Microsoft Sans Serif"/>
                        </a:rPr>
                        <a:t>sound </a:t>
                      </a:r>
                      <a:r>
                        <a:rPr sz="2000" dirty="0">
                          <a:solidFill>
                            <a:srgbClr val="FF3300"/>
                          </a:solidFill>
                          <a:latin typeface="Microsoft Sans Serif"/>
                          <a:cs typeface="Microsoft Sans Serif"/>
                        </a:rPr>
                        <a:t>you</a:t>
                      </a:r>
                      <a:r>
                        <a:rPr sz="2000" spc="25" dirty="0">
                          <a:solidFill>
                            <a:srgbClr val="FF330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dirty="0">
                          <a:solidFill>
                            <a:srgbClr val="FF3300"/>
                          </a:solidFill>
                          <a:latin typeface="Microsoft Sans Serif"/>
                          <a:cs typeface="Microsoft Sans Serif"/>
                        </a:rPr>
                        <a:t>can</a:t>
                      </a:r>
                      <a:r>
                        <a:rPr sz="2000" spc="-5" dirty="0">
                          <a:solidFill>
                            <a:srgbClr val="FF330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10" dirty="0">
                          <a:solidFill>
                            <a:srgbClr val="FF3300"/>
                          </a:solidFill>
                          <a:latin typeface="Microsoft Sans Serif"/>
                          <a:cs typeface="Microsoft Sans Serif"/>
                        </a:rPr>
                        <a:t>tolerate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30 </a:t>
                      </a:r>
                      <a:r>
                        <a:rPr sz="2000" spc="-25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Pa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10</a:t>
                      </a:r>
                      <a:r>
                        <a:rPr sz="2000" spc="5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25" dirty="0">
                          <a:solidFill>
                            <a:srgbClr val="3333CC"/>
                          </a:solidFill>
                          <a:latin typeface="Cambria"/>
                          <a:cs typeface="Cambria"/>
                        </a:rPr>
                        <a:t>µ</a:t>
                      </a:r>
                      <a:r>
                        <a:rPr sz="2000" spc="-25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m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sz="2000" spc="15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20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W/m</a:t>
                      </a:r>
                      <a:r>
                        <a:rPr sz="1950" spc="-30" baseline="25641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2</a:t>
                      </a:r>
                      <a:endParaRPr sz="1950" baseline="25641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120</a:t>
                      </a:r>
                      <a:r>
                        <a:rPr sz="2000" spc="5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25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dB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9770">
                <a:tc>
                  <a:txBody>
                    <a:bodyPr/>
                    <a:lstStyle/>
                    <a:p>
                      <a:pPr marL="90805" marR="31369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dirty="0">
                          <a:solidFill>
                            <a:srgbClr val="FF3300"/>
                          </a:solidFill>
                          <a:latin typeface="Microsoft Sans Serif"/>
                          <a:cs typeface="Microsoft Sans Serif"/>
                        </a:rPr>
                        <a:t>Faintest</a:t>
                      </a:r>
                      <a:r>
                        <a:rPr sz="2000" spc="-20" dirty="0">
                          <a:solidFill>
                            <a:srgbClr val="FF3300"/>
                          </a:solidFill>
                          <a:latin typeface="Microsoft Sans Serif"/>
                          <a:cs typeface="Microsoft Sans Serif"/>
                        </a:rPr>
                        <a:t> sound </a:t>
                      </a:r>
                      <a:r>
                        <a:rPr sz="2000" dirty="0">
                          <a:solidFill>
                            <a:srgbClr val="FF3300"/>
                          </a:solidFill>
                          <a:latin typeface="Microsoft Sans Serif"/>
                          <a:cs typeface="Microsoft Sans Serif"/>
                        </a:rPr>
                        <a:t>you</a:t>
                      </a:r>
                      <a:r>
                        <a:rPr sz="2000" spc="15" dirty="0">
                          <a:solidFill>
                            <a:srgbClr val="FF330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dirty="0">
                          <a:solidFill>
                            <a:srgbClr val="FF3300"/>
                          </a:solidFill>
                          <a:latin typeface="Microsoft Sans Serif"/>
                          <a:cs typeface="Microsoft Sans Serif"/>
                        </a:rPr>
                        <a:t>can</a:t>
                      </a:r>
                      <a:r>
                        <a:rPr sz="2000" spc="-5" dirty="0">
                          <a:solidFill>
                            <a:srgbClr val="FF330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20" dirty="0">
                          <a:solidFill>
                            <a:srgbClr val="FF3300"/>
                          </a:solidFill>
                          <a:latin typeface="Microsoft Sans Serif"/>
                          <a:cs typeface="Microsoft Sans Serif"/>
                        </a:rPr>
                        <a:t>hear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30</a:t>
                      </a:r>
                      <a:r>
                        <a:rPr sz="2000" spc="5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25" dirty="0">
                          <a:solidFill>
                            <a:srgbClr val="3333CC"/>
                          </a:solidFill>
                          <a:latin typeface="Cambria"/>
                          <a:cs typeface="Cambria"/>
                        </a:rPr>
                        <a:t>µ</a:t>
                      </a:r>
                      <a:r>
                        <a:rPr sz="2000" spc="-25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Pa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10 </a:t>
                      </a:r>
                      <a:r>
                        <a:rPr sz="2000" spc="-25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pm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10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10</a:t>
                      </a:r>
                      <a:r>
                        <a:rPr sz="1950" spc="-15" baseline="25641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sz="1950" baseline="25641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12</a:t>
                      </a:r>
                      <a:r>
                        <a:rPr sz="1950" spc="390" baseline="25641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20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W/m</a:t>
                      </a:r>
                      <a:r>
                        <a:rPr sz="1950" spc="-30" baseline="25641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2</a:t>
                      </a:r>
                      <a:endParaRPr sz="1950" baseline="25641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0</a:t>
                      </a:r>
                      <a:r>
                        <a:rPr sz="2000" spc="5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35" dirty="0">
                          <a:solidFill>
                            <a:srgbClr val="3333CC"/>
                          </a:solidFill>
                          <a:latin typeface="Microsoft Sans Serif"/>
                          <a:cs typeface="Microsoft Sans Serif"/>
                        </a:rPr>
                        <a:t>dB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5964650" y="1851374"/>
            <a:ext cx="213360" cy="0"/>
          </a:xfrm>
          <a:custGeom>
            <a:avLst/>
            <a:gdLst/>
            <a:ahLst/>
            <a:cxnLst/>
            <a:rect l="l" t="t" r="r" b="b"/>
            <a:pathLst>
              <a:path w="213360">
                <a:moveTo>
                  <a:pt x="0" y="0"/>
                </a:moveTo>
                <a:lnTo>
                  <a:pt x="213264" y="0"/>
                </a:lnTo>
              </a:path>
            </a:pathLst>
          </a:custGeom>
          <a:ln w="152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741420" y="1345691"/>
            <a:ext cx="259079" cy="292735"/>
          </a:xfrm>
          <a:custGeom>
            <a:avLst/>
            <a:gdLst/>
            <a:ahLst/>
            <a:cxnLst/>
            <a:rect l="l" t="t" r="r" b="b"/>
            <a:pathLst>
              <a:path w="259079" h="292735">
                <a:moveTo>
                  <a:pt x="252983" y="292608"/>
                </a:moveTo>
                <a:lnTo>
                  <a:pt x="0" y="6095"/>
                </a:lnTo>
                <a:lnTo>
                  <a:pt x="7620" y="0"/>
                </a:lnTo>
                <a:lnTo>
                  <a:pt x="259080" y="286512"/>
                </a:lnTo>
                <a:lnTo>
                  <a:pt x="252983" y="292608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383556" y="932136"/>
            <a:ext cx="9721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Intensity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163055" y="1162812"/>
            <a:ext cx="190500" cy="264160"/>
          </a:xfrm>
          <a:custGeom>
            <a:avLst/>
            <a:gdLst/>
            <a:ahLst/>
            <a:cxnLst/>
            <a:rect l="l" t="t" r="r" b="b"/>
            <a:pathLst>
              <a:path w="190500" h="264159">
                <a:moveTo>
                  <a:pt x="9144" y="263651"/>
                </a:moveTo>
                <a:lnTo>
                  <a:pt x="0" y="259079"/>
                </a:lnTo>
                <a:lnTo>
                  <a:pt x="182880" y="0"/>
                </a:lnTo>
                <a:lnTo>
                  <a:pt x="190500" y="6095"/>
                </a:lnTo>
                <a:lnTo>
                  <a:pt x="9144" y="263651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540958" y="2104141"/>
            <a:ext cx="16014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I</a:t>
            </a:r>
            <a:r>
              <a:rPr sz="2000" spc="250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=10</a:t>
            </a:r>
            <a:r>
              <a:rPr sz="1950" spc="-15" baseline="25641" dirty="0">
                <a:solidFill>
                  <a:srgbClr val="009900"/>
                </a:solidFill>
                <a:latin typeface="Microsoft Sans Serif"/>
                <a:cs typeface="Microsoft Sans Serif"/>
              </a:rPr>
              <a:t>-</a:t>
            </a:r>
            <a:r>
              <a:rPr sz="1950" baseline="25641" dirty="0">
                <a:solidFill>
                  <a:srgbClr val="009900"/>
                </a:solidFill>
                <a:latin typeface="Microsoft Sans Serif"/>
                <a:cs typeface="Microsoft Sans Serif"/>
              </a:rPr>
              <a:t>12</a:t>
            </a:r>
            <a:r>
              <a:rPr sz="1950" spc="315" baseline="25641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009900"/>
                </a:solidFill>
                <a:latin typeface="Microsoft Sans Serif"/>
                <a:cs typeface="Microsoft Sans Serif"/>
              </a:rPr>
              <a:t>W/m</a:t>
            </a:r>
            <a:r>
              <a:rPr sz="1950" spc="-30" baseline="25641" dirty="0">
                <a:solidFill>
                  <a:srgbClr val="009900"/>
                </a:solidFill>
                <a:latin typeface="Microsoft Sans Serif"/>
                <a:cs typeface="Microsoft Sans Serif"/>
              </a:rPr>
              <a:t>2</a:t>
            </a:r>
            <a:endParaRPr sz="1950" baseline="25641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66358" y="2251924"/>
            <a:ext cx="2454275" cy="7931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82550">
              <a:lnSpc>
                <a:spcPts val="1385"/>
              </a:lnSpc>
              <a:spcBef>
                <a:spcPts val="130"/>
              </a:spcBef>
            </a:pPr>
            <a:r>
              <a:rPr sz="1300" spc="-50" dirty="0">
                <a:solidFill>
                  <a:srgbClr val="009900"/>
                </a:solidFill>
                <a:latin typeface="Microsoft Sans Serif"/>
                <a:cs typeface="Microsoft Sans Serif"/>
              </a:rPr>
              <a:t>0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ts val="2225"/>
              </a:lnSpc>
            </a:pPr>
            <a:r>
              <a:rPr sz="2000" dirty="0">
                <a:latin typeface="Microsoft Sans Serif"/>
                <a:cs typeface="Microsoft Sans Serif"/>
              </a:rPr>
              <a:t>Reference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intensity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Microsoft Sans Serif"/>
                <a:cs typeface="Microsoft Sans Serif"/>
              </a:rPr>
              <a:t>(lowest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you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can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hear)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211823" y="2075688"/>
            <a:ext cx="325120" cy="190500"/>
          </a:xfrm>
          <a:custGeom>
            <a:avLst/>
            <a:gdLst/>
            <a:ahLst/>
            <a:cxnLst/>
            <a:rect l="l" t="t" r="r" b="b"/>
            <a:pathLst>
              <a:path w="325120" h="190500">
                <a:moveTo>
                  <a:pt x="320040" y="190500"/>
                </a:moveTo>
                <a:lnTo>
                  <a:pt x="0" y="9144"/>
                </a:lnTo>
                <a:lnTo>
                  <a:pt x="4572" y="0"/>
                </a:lnTo>
                <a:lnTo>
                  <a:pt x="324612" y="182879"/>
                </a:lnTo>
                <a:lnTo>
                  <a:pt x="320040" y="1905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577591" y="1610192"/>
            <a:ext cx="3579495" cy="1358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0190">
              <a:lnSpc>
                <a:spcPts val="2375"/>
              </a:lnSpc>
              <a:spcBef>
                <a:spcPts val="100"/>
              </a:spcBef>
            </a:pPr>
            <a:r>
              <a:rPr sz="2400" dirty="0">
                <a:latin typeface="Cambria"/>
                <a:cs typeface="Cambria"/>
              </a:rPr>
              <a:t>β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=</a:t>
            </a:r>
            <a:r>
              <a:rPr sz="2400" spc="25" dirty="0">
                <a:latin typeface="Cambria"/>
                <a:cs typeface="Cambria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(10dB)log</a:t>
            </a:r>
            <a:r>
              <a:rPr sz="2400" spc="180" dirty="0">
                <a:latin typeface="Microsoft Sans Serif"/>
                <a:cs typeface="Microsoft Sans Serif"/>
              </a:rPr>
              <a:t> </a:t>
            </a:r>
            <a:r>
              <a:rPr sz="3600" spc="-75" baseline="34722" dirty="0">
                <a:latin typeface="Microsoft Sans Serif"/>
                <a:cs typeface="Microsoft Sans Serif"/>
              </a:rPr>
              <a:t>I</a:t>
            </a:r>
            <a:endParaRPr sz="3600" baseline="34722">
              <a:latin typeface="Microsoft Sans Serif"/>
              <a:cs typeface="Microsoft Sans Serif"/>
            </a:endParaRPr>
          </a:p>
          <a:p>
            <a:pPr marR="17780" algn="r">
              <a:lnSpc>
                <a:spcPts val="2375"/>
              </a:lnSpc>
            </a:pPr>
            <a:r>
              <a:rPr sz="2400" spc="-25" dirty="0">
                <a:latin typeface="Microsoft Sans Serif"/>
                <a:cs typeface="Microsoft Sans Serif"/>
              </a:rPr>
              <a:t>I</a:t>
            </a:r>
            <a:r>
              <a:rPr sz="2025" spc="-37" baseline="-26748" dirty="0">
                <a:latin typeface="Microsoft Sans Serif"/>
                <a:cs typeface="Microsoft Sans Serif"/>
              </a:rPr>
              <a:t>0</a:t>
            </a:r>
            <a:endParaRPr sz="2025" baseline="-26748">
              <a:latin typeface="Microsoft Sans Serif"/>
              <a:cs typeface="Microsoft Sans Serif"/>
            </a:endParaRPr>
          </a:p>
          <a:p>
            <a:pPr marL="25400" marR="400050">
              <a:lnSpc>
                <a:spcPct val="100000"/>
              </a:lnSpc>
              <a:spcBef>
                <a:spcPts val="940"/>
              </a:spcBef>
            </a:pP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Unit to</a:t>
            </a:r>
            <a:r>
              <a:rPr sz="2000" spc="10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measure</a:t>
            </a:r>
            <a:r>
              <a:rPr sz="2000" spc="-35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sound</a:t>
            </a:r>
            <a:r>
              <a:rPr sz="2000" spc="10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009900"/>
                </a:solidFill>
                <a:latin typeface="Microsoft Sans Serif"/>
                <a:cs typeface="Microsoft Sans Serif"/>
              </a:rPr>
              <a:t>level </a:t>
            </a:r>
            <a:r>
              <a:rPr sz="2000" dirty="0">
                <a:latin typeface="Microsoft Sans Serif"/>
                <a:cs typeface="Microsoft Sans Serif"/>
              </a:rPr>
              <a:t>dB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=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decibell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90291" y="2942352"/>
            <a:ext cx="53530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20" dirty="0">
                <a:latin typeface="Microsoft Sans Serif"/>
                <a:cs typeface="Microsoft Sans Serif"/>
              </a:rPr>
              <a:t>Deci Bell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91250" y="2942352"/>
            <a:ext cx="265049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2794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related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to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10</a:t>
            </a:r>
            <a:r>
              <a:rPr sz="2000" spc="50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Alexander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Graham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Bell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565903" y="2029967"/>
            <a:ext cx="599440" cy="337185"/>
          </a:xfrm>
          <a:custGeom>
            <a:avLst/>
            <a:gdLst/>
            <a:ahLst/>
            <a:cxnLst/>
            <a:rect l="l" t="t" r="r" b="b"/>
            <a:pathLst>
              <a:path w="599439" h="337185">
                <a:moveTo>
                  <a:pt x="4572" y="336804"/>
                </a:moveTo>
                <a:lnTo>
                  <a:pt x="0" y="329183"/>
                </a:lnTo>
                <a:lnTo>
                  <a:pt x="594360" y="0"/>
                </a:lnTo>
                <a:lnTo>
                  <a:pt x="598932" y="7620"/>
                </a:lnTo>
                <a:lnTo>
                  <a:pt x="4572" y="336804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147060" y="6614160"/>
            <a:ext cx="4486910" cy="410209"/>
          </a:xfrm>
          <a:custGeom>
            <a:avLst/>
            <a:gdLst/>
            <a:ahLst/>
            <a:cxnLst/>
            <a:rect l="l" t="t" r="r" b="b"/>
            <a:pathLst>
              <a:path w="4486909" h="410209">
                <a:moveTo>
                  <a:pt x="4486656" y="409956"/>
                </a:moveTo>
                <a:lnTo>
                  <a:pt x="0" y="409956"/>
                </a:lnTo>
                <a:lnTo>
                  <a:pt x="0" y="0"/>
                </a:lnTo>
                <a:lnTo>
                  <a:pt x="4486656" y="0"/>
                </a:lnTo>
                <a:lnTo>
                  <a:pt x="4486656" y="4572"/>
                </a:lnTo>
                <a:lnTo>
                  <a:pt x="9144" y="4572"/>
                </a:lnTo>
                <a:lnTo>
                  <a:pt x="4572" y="9144"/>
                </a:lnTo>
                <a:lnTo>
                  <a:pt x="9144" y="9144"/>
                </a:lnTo>
                <a:lnTo>
                  <a:pt x="9144" y="399287"/>
                </a:lnTo>
                <a:lnTo>
                  <a:pt x="4572" y="399287"/>
                </a:lnTo>
                <a:lnTo>
                  <a:pt x="9144" y="403860"/>
                </a:lnTo>
                <a:lnTo>
                  <a:pt x="4486656" y="403860"/>
                </a:lnTo>
                <a:lnTo>
                  <a:pt x="4486656" y="409956"/>
                </a:lnTo>
                <a:close/>
              </a:path>
              <a:path w="4486909" h="410209">
                <a:moveTo>
                  <a:pt x="9144" y="9144"/>
                </a:moveTo>
                <a:lnTo>
                  <a:pt x="4572" y="9144"/>
                </a:lnTo>
                <a:lnTo>
                  <a:pt x="9144" y="4572"/>
                </a:lnTo>
                <a:lnTo>
                  <a:pt x="9144" y="9144"/>
                </a:lnTo>
                <a:close/>
              </a:path>
              <a:path w="4486909" h="410209">
                <a:moveTo>
                  <a:pt x="4475988" y="9144"/>
                </a:moveTo>
                <a:lnTo>
                  <a:pt x="9144" y="9144"/>
                </a:lnTo>
                <a:lnTo>
                  <a:pt x="9144" y="4572"/>
                </a:lnTo>
                <a:lnTo>
                  <a:pt x="4475988" y="4572"/>
                </a:lnTo>
                <a:lnTo>
                  <a:pt x="4475988" y="9144"/>
                </a:lnTo>
                <a:close/>
              </a:path>
              <a:path w="4486909" h="410209">
                <a:moveTo>
                  <a:pt x="4475988" y="403860"/>
                </a:moveTo>
                <a:lnTo>
                  <a:pt x="4475988" y="4572"/>
                </a:lnTo>
                <a:lnTo>
                  <a:pt x="4480560" y="9144"/>
                </a:lnTo>
                <a:lnTo>
                  <a:pt x="4486656" y="9144"/>
                </a:lnTo>
                <a:lnTo>
                  <a:pt x="4486656" y="399287"/>
                </a:lnTo>
                <a:lnTo>
                  <a:pt x="4480560" y="399287"/>
                </a:lnTo>
                <a:lnTo>
                  <a:pt x="4475988" y="403860"/>
                </a:lnTo>
                <a:close/>
              </a:path>
              <a:path w="4486909" h="410209">
                <a:moveTo>
                  <a:pt x="4486656" y="9144"/>
                </a:moveTo>
                <a:lnTo>
                  <a:pt x="4480560" y="9144"/>
                </a:lnTo>
                <a:lnTo>
                  <a:pt x="4475988" y="4572"/>
                </a:lnTo>
                <a:lnTo>
                  <a:pt x="4486656" y="4572"/>
                </a:lnTo>
                <a:lnTo>
                  <a:pt x="4486656" y="9144"/>
                </a:lnTo>
                <a:close/>
              </a:path>
              <a:path w="4486909" h="410209">
                <a:moveTo>
                  <a:pt x="9144" y="403860"/>
                </a:moveTo>
                <a:lnTo>
                  <a:pt x="4572" y="399287"/>
                </a:lnTo>
                <a:lnTo>
                  <a:pt x="9144" y="399287"/>
                </a:lnTo>
                <a:lnTo>
                  <a:pt x="9144" y="403860"/>
                </a:lnTo>
                <a:close/>
              </a:path>
              <a:path w="4486909" h="410209">
                <a:moveTo>
                  <a:pt x="4475988" y="403860"/>
                </a:moveTo>
                <a:lnTo>
                  <a:pt x="9144" y="403860"/>
                </a:lnTo>
                <a:lnTo>
                  <a:pt x="9144" y="399287"/>
                </a:lnTo>
                <a:lnTo>
                  <a:pt x="4475988" y="399287"/>
                </a:lnTo>
                <a:lnTo>
                  <a:pt x="4475988" y="403860"/>
                </a:lnTo>
                <a:close/>
              </a:path>
              <a:path w="4486909" h="410209">
                <a:moveTo>
                  <a:pt x="4486656" y="403860"/>
                </a:moveTo>
                <a:lnTo>
                  <a:pt x="4475988" y="403860"/>
                </a:lnTo>
                <a:lnTo>
                  <a:pt x="4480560" y="399287"/>
                </a:lnTo>
                <a:lnTo>
                  <a:pt x="4486656" y="399287"/>
                </a:lnTo>
                <a:lnTo>
                  <a:pt x="4486656" y="40386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228798" y="6644153"/>
            <a:ext cx="42773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3333CC"/>
                </a:solidFill>
                <a:latin typeface="Cambria"/>
                <a:cs typeface="Cambria"/>
              </a:rPr>
              <a:t>β</a:t>
            </a:r>
            <a:r>
              <a:rPr sz="2000" spc="40" dirty="0">
                <a:solidFill>
                  <a:srgbClr val="3333CC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is</a:t>
            </a:r>
            <a:r>
              <a:rPr sz="2000" spc="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a simpler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way</a:t>
            </a:r>
            <a:r>
              <a:rPr sz="2000" spc="1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to express</a:t>
            </a:r>
            <a:r>
              <a:rPr sz="2000" spc="-2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intensity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915346" y="439952"/>
            <a:ext cx="4133215" cy="86741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pc="-10" dirty="0"/>
              <a:t>17-</a:t>
            </a:r>
            <a:r>
              <a:rPr dirty="0"/>
              <a:t>5</a:t>
            </a:r>
            <a:r>
              <a:rPr spc="-45" dirty="0"/>
              <a:t> </a:t>
            </a:r>
            <a:r>
              <a:rPr dirty="0"/>
              <a:t>Intensity</a:t>
            </a:r>
            <a:r>
              <a:rPr spc="-3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Sound</a:t>
            </a:r>
            <a:r>
              <a:rPr spc="-35" dirty="0"/>
              <a:t> </a:t>
            </a:r>
            <a:r>
              <a:rPr spc="-10" dirty="0"/>
              <a:t>Level </a:t>
            </a:r>
            <a:r>
              <a:rPr dirty="0">
                <a:solidFill>
                  <a:srgbClr val="E10000"/>
                </a:solidFill>
              </a:rPr>
              <a:t>Sound</a:t>
            </a:r>
            <a:r>
              <a:rPr spc="-45" dirty="0">
                <a:solidFill>
                  <a:srgbClr val="E10000"/>
                </a:solidFill>
              </a:rPr>
              <a:t> </a:t>
            </a:r>
            <a:r>
              <a:rPr spc="-20" dirty="0">
                <a:solidFill>
                  <a:srgbClr val="E10000"/>
                </a:solidFill>
              </a:rPr>
              <a:t>level</a:t>
            </a:r>
          </a:p>
          <a:p>
            <a:pPr marL="471170" algn="ctr">
              <a:lnSpc>
                <a:spcPts val="2000"/>
              </a:lnSpc>
            </a:pPr>
            <a:r>
              <a:rPr sz="2000" b="0" dirty="0">
                <a:solidFill>
                  <a:srgbClr val="3333CC"/>
                </a:solidFill>
                <a:latin typeface="Microsoft Sans Serif"/>
                <a:cs typeface="Microsoft Sans Serif"/>
              </a:rPr>
              <a:t>Sound</a:t>
            </a:r>
            <a:r>
              <a:rPr sz="2000" b="0" spc="-20" dirty="0">
                <a:solidFill>
                  <a:srgbClr val="3333CC"/>
                </a:solidFill>
                <a:latin typeface="Microsoft Sans Serif"/>
                <a:cs typeface="Microsoft Sans Serif"/>
              </a:rPr>
              <a:t> level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92479" y="370331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2852" y="6819900"/>
                </a:moveTo>
                <a:lnTo>
                  <a:pt x="3048" y="6819900"/>
                </a:lnTo>
                <a:lnTo>
                  <a:pt x="0" y="6816851"/>
                </a:lnTo>
                <a:lnTo>
                  <a:pt x="0" y="3048"/>
                </a:lnTo>
                <a:lnTo>
                  <a:pt x="3048" y="0"/>
                </a:lnTo>
                <a:lnTo>
                  <a:pt x="9102852" y="0"/>
                </a:lnTo>
                <a:lnTo>
                  <a:pt x="9105900" y="3048"/>
                </a:lnTo>
                <a:lnTo>
                  <a:pt x="9105900" y="6096"/>
                </a:ln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lnTo>
                  <a:pt x="12192" y="6807708"/>
                </a:lnTo>
                <a:lnTo>
                  <a:pt x="6096" y="6807708"/>
                </a:lnTo>
                <a:lnTo>
                  <a:pt x="12192" y="6813803"/>
                </a:lnTo>
                <a:lnTo>
                  <a:pt x="9105900" y="6813803"/>
                </a:lnTo>
                <a:lnTo>
                  <a:pt x="9105900" y="6816851"/>
                </a:lnTo>
                <a:lnTo>
                  <a:pt x="9102852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close/>
              </a:path>
              <a:path w="9105900" h="6819900">
                <a:moveTo>
                  <a:pt x="9093707" y="12192"/>
                </a:moveTo>
                <a:lnTo>
                  <a:pt x="12192" y="12192"/>
                </a:lnTo>
                <a:lnTo>
                  <a:pt x="12192" y="6096"/>
                </a:lnTo>
                <a:lnTo>
                  <a:pt x="9093707" y="6096"/>
                </a:lnTo>
                <a:lnTo>
                  <a:pt x="9093707" y="12192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9093707" y="6096"/>
                </a:lnTo>
                <a:lnTo>
                  <a:pt x="9099804" y="12192"/>
                </a:lnTo>
                <a:lnTo>
                  <a:pt x="9105900" y="12192"/>
                </a:lnTo>
                <a:lnTo>
                  <a:pt x="9105900" y="6807708"/>
                </a:lnTo>
                <a:lnTo>
                  <a:pt x="9099804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12192"/>
                </a:moveTo>
                <a:lnTo>
                  <a:pt x="9099804" y="12192"/>
                </a:lnTo>
                <a:lnTo>
                  <a:pt x="9093707" y="6096"/>
                </a:lnTo>
                <a:lnTo>
                  <a:pt x="9105900" y="6096"/>
                </a:lnTo>
                <a:lnTo>
                  <a:pt x="9105900" y="12192"/>
                </a:lnTo>
                <a:close/>
              </a:path>
              <a:path w="9105900" h="6819900">
                <a:moveTo>
                  <a:pt x="12192" y="6813803"/>
                </a:moveTo>
                <a:lnTo>
                  <a:pt x="6096" y="6807708"/>
                </a:lnTo>
                <a:lnTo>
                  <a:pt x="12192" y="6807708"/>
                </a:lnTo>
                <a:lnTo>
                  <a:pt x="12192" y="6813803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12192" y="6813803"/>
                </a:lnTo>
                <a:lnTo>
                  <a:pt x="12192" y="6807708"/>
                </a:lnTo>
                <a:lnTo>
                  <a:pt x="9093707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6813803"/>
                </a:moveTo>
                <a:lnTo>
                  <a:pt x="9093707" y="6813803"/>
                </a:lnTo>
                <a:lnTo>
                  <a:pt x="9099804" y="6807708"/>
                </a:lnTo>
                <a:lnTo>
                  <a:pt x="9105900" y="6807708"/>
                </a:lnTo>
                <a:lnTo>
                  <a:pt x="9105900" y="6813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950975" y="1077468"/>
            <a:ext cx="8789035" cy="2063750"/>
          </a:xfrm>
          <a:custGeom>
            <a:avLst/>
            <a:gdLst/>
            <a:ahLst/>
            <a:cxnLst/>
            <a:rect l="l" t="t" r="r" b="b"/>
            <a:pathLst>
              <a:path w="8789035" h="2063750">
                <a:moveTo>
                  <a:pt x="8788907" y="2063496"/>
                </a:moveTo>
                <a:lnTo>
                  <a:pt x="0" y="2063496"/>
                </a:lnTo>
                <a:lnTo>
                  <a:pt x="0" y="0"/>
                </a:lnTo>
                <a:lnTo>
                  <a:pt x="8788907" y="0"/>
                </a:lnTo>
                <a:lnTo>
                  <a:pt x="8788907" y="4572"/>
                </a:lnTo>
                <a:lnTo>
                  <a:pt x="9144" y="4572"/>
                </a:lnTo>
                <a:lnTo>
                  <a:pt x="4572" y="9144"/>
                </a:lnTo>
                <a:lnTo>
                  <a:pt x="9144" y="9144"/>
                </a:lnTo>
                <a:lnTo>
                  <a:pt x="9144" y="2052828"/>
                </a:lnTo>
                <a:lnTo>
                  <a:pt x="4572" y="2052828"/>
                </a:lnTo>
                <a:lnTo>
                  <a:pt x="9144" y="2058924"/>
                </a:lnTo>
                <a:lnTo>
                  <a:pt x="8788907" y="2058924"/>
                </a:lnTo>
                <a:lnTo>
                  <a:pt x="8788907" y="2063496"/>
                </a:lnTo>
                <a:close/>
              </a:path>
              <a:path w="8789035" h="2063750">
                <a:moveTo>
                  <a:pt x="9144" y="9144"/>
                </a:moveTo>
                <a:lnTo>
                  <a:pt x="4572" y="9144"/>
                </a:lnTo>
                <a:lnTo>
                  <a:pt x="9144" y="4572"/>
                </a:lnTo>
                <a:lnTo>
                  <a:pt x="9144" y="9144"/>
                </a:lnTo>
                <a:close/>
              </a:path>
              <a:path w="8789035" h="2063750">
                <a:moveTo>
                  <a:pt x="8779764" y="9144"/>
                </a:moveTo>
                <a:lnTo>
                  <a:pt x="9144" y="9144"/>
                </a:lnTo>
                <a:lnTo>
                  <a:pt x="9144" y="4572"/>
                </a:lnTo>
                <a:lnTo>
                  <a:pt x="8779764" y="4572"/>
                </a:lnTo>
                <a:lnTo>
                  <a:pt x="8779764" y="9144"/>
                </a:lnTo>
                <a:close/>
              </a:path>
              <a:path w="8789035" h="2063750">
                <a:moveTo>
                  <a:pt x="8779764" y="2058924"/>
                </a:moveTo>
                <a:lnTo>
                  <a:pt x="8779764" y="4572"/>
                </a:lnTo>
                <a:lnTo>
                  <a:pt x="8784336" y="9144"/>
                </a:lnTo>
                <a:lnTo>
                  <a:pt x="8788907" y="9144"/>
                </a:lnTo>
                <a:lnTo>
                  <a:pt x="8788907" y="2052828"/>
                </a:lnTo>
                <a:lnTo>
                  <a:pt x="8784336" y="2052828"/>
                </a:lnTo>
                <a:lnTo>
                  <a:pt x="8779764" y="2058924"/>
                </a:lnTo>
                <a:close/>
              </a:path>
              <a:path w="8789035" h="2063750">
                <a:moveTo>
                  <a:pt x="8788907" y="9144"/>
                </a:moveTo>
                <a:lnTo>
                  <a:pt x="8784336" y="9144"/>
                </a:lnTo>
                <a:lnTo>
                  <a:pt x="8779764" y="4572"/>
                </a:lnTo>
                <a:lnTo>
                  <a:pt x="8788907" y="4572"/>
                </a:lnTo>
                <a:lnTo>
                  <a:pt x="8788907" y="9144"/>
                </a:lnTo>
                <a:close/>
              </a:path>
              <a:path w="8789035" h="2063750">
                <a:moveTo>
                  <a:pt x="9144" y="2058924"/>
                </a:moveTo>
                <a:lnTo>
                  <a:pt x="4572" y="2052828"/>
                </a:lnTo>
                <a:lnTo>
                  <a:pt x="9144" y="2052828"/>
                </a:lnTo>
                <a:lnTo>
                  <a:pt x="9144" y="2058924"/>
                </a:lnTo>
                <a:close/>
              </a:path>
              <a:path w="8789035" h="2063750">
                <a:moveTo>
                  <a:pt x="8779764" y="2058924"/>
                </a:moveTo>
                <a:lnTo>
                  <a:pt x="9144" y="2058924"/>
                </a:lnTo>
                <a:lnTo>
                  <a:pt x="9144" y="2052828"/>
                </a:lnTo>
                <a:lnTo>
                  <a:pt x="8779764" y="2052828"/>
                </a:lnTo>
                <a:lnTo>
                  <a:pt x="8779764" y="2058924"/>
                </a:lnTo>
                <a:close/>
              </a:path>
              <a:path w="8789035" h="2063750">
                <a:moveTo>
                  <a:pt x="8788907" y="2058924"/>
                </a:moveTo>
                <a:lnTo>
                  <a:pt x="8779764" y="2058924"/>
                </a:lnTo>
                <a:lnTo>
                  <a:pt x="8784336" y="2052828"/>
                </a:lnTo>
                <a:lnTo>
                  <a:pt x="8788907" y="2052828"/>
                </a:lnTo>
                <a:lnTo>
                  <a:pt x="8788907" y="20589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24173" y="1144019"/>
            <a:ext cx="8580120" cy="1854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An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electric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spark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of length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L</a:t>
            </a:r>
            <a:r>
              <a:rPr sz="2000" spc="-5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=</a:t>
            </a:r>
            <a:r>
              <a:rPr sz="2000" spc="-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10</a:t>
            </a:r>
            <a:r>
              <a:rPr sz="2000" spc="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m</a:t>
            </a:r>
            <a:r>
              <a:rPr sz="2000" spc="-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emits a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pulse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of sound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radially</a:t>
            </a:r>
            <a:r>
              <a:rPr sz="2000" spc="5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outward.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power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of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emission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is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P</a:t>
            </a:r>
            <a:r>
              <a:rPr sz="1950" baseline="-21367" dirty="0">
                <a:solidFill>
                  <a:srgbClr val="3333CC"/>
                </a:solidFill>
                <a:latin typeface="Microsoft Sans Serif"/>
                <a:cs typeface="Microsoft Sans Serif"/>
              </a:rPr>
              <a:t>s</a:t>
            </a:r>
            <a:r>
              <a:rPr sz="1950" spc="300" baseline="-21367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=</a:t>
            </a:r>
            <a:r>
              <a:rPr sz="2000" spc="1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1.6</a:t>
            </a:r>
            <a:r>
              <a:rPr sz="2000" spc="1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x 10</a:t>
            </a:r>
            <a:r>
              <a:rPr sz="1950" baseline="25641" dirty="0">
                <a:solidFill>
                  <a:srgbClr val="3333CC"/>
                </a:solidFill>
                <a:latin typeface="Microsoft Sans Serif"/>
                <a:cs typeface="Microsoft Sans Serif"/>
              </a:rPr>
              <a:t>4</a:t>
            </a:r>
            <a:r>
              <a:rPr sz="1950" spc="292" baseline="25641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3333CC"/>
                </a:solidFill>
                <a:latin typeface="Microsoft Sans Serif"/>
                <a:cs typeface="Microsoft Sans Serif"/>
              </a:rPr>
              <a:t>W</a:t>
            </a:r>
            <a:r>
              <a:rPr sz="2000" spc="-25" dirty="0">
                <a:latin typeface="Microsoft Sans Serif"/>
                <a:cs typeface="Microsoft Sans Serif"/>
              </a:rPr>
              <a:t>.</a:t>
            </a:r>
            <a:endParaRPr sz="2000">
              <a:latin typeface="Microsoft Sans Serif"/>
              <a:cs typeface="Microsoft Sans Serif"/>
            </a:endParaRPr>
          </a:p>
          <a:p>
            <a:pPr marL="1127125" marR="195580" indent="-457200">
              <a:lnSpc>
                <a:spcPct val="100000"/>
              </a:lnSpc>
              <a:buAutoNum type="alphaLcParenBoth"/>
              <a:tabLst>
                <a:tab pos="1127125" algn="l"/>
                <a:tab pos="1128395" algn="l"/>
              </a:tabLst>
            </a:pPr>
            <a:r>
              <a:rPr sz="2000" dirty="0">
                <a:latin typeface="Microsoft Sans Serif"/>
                <a:cs typeface="Microsoft Sans Serif"/>
              </a:rPr>
              <a:t>	What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is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intensity of</a:t>
            </a:r>
            <a:r>
              <a:rPr sz="2000" spc="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sound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at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distance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r</a:t>
            </a:r>
            <a:r>
              <a:rPr sz="2000" spc="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= 12</a:t>
            </a:r>
            <a:r>
              <a:rPr sz="2000" spc="-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m</a:t>
            </a:r>
            <a:r>
              <a:rPr sz="2000" spc="2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from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the </a:t>
            </a:r>
            <a:r>
              <a:rPr sz="2000" spc="-10" dirty="0">
                <a:latin typeface="Microsoft Sans Serif"/>
                <a:cs typeface="Microsoft Sans Serif"/>
              </a:rPr>
              <a:t>spark?</a:t>
            </a:r>
            <a:endParaRPr sz="2000">
              <a:latin typeface="Microsoft Sans Serif"/>
              <a:cs typeface="Microsoft Sans Serif"/>
            </a:endParaRPr>
          </a:p>
          <a:p>
            <a:pPr marL="1127125" marR="174625" indent="-457200">
              <a:lnSpc>
                <a:spcPct val="100000"/>
              </a:lnSpc>
              <a:buAutoNum type="alphaLcParenBoth"/>
              <a:tabLst>
                <a:tab pos="1127125" algn="l"/>
                <a:tab pos="1128395" algn="l"/>
                <a:tab pos="2672715" algn="l"/>
              </a:tabLst>
            </a:pPr>
            <a:r>
              <a:rPr sz="2000" dirty="0">
                <a:latin typeface="Microsoft Sans Serif"/>
                <a:cs typeface="Microsoft Sans Serif"/>
              </a:rPr>
              <a:t>	At what rate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</a:t>
            </a:r>
            <a:r>
              <a:rPr sz="1950" baseline="-21367" dirty="0">
                <a:latin typeface="Microsoft Sans Serif"/>
                <a:cs typeface="Microsoft Sans Serif"/>
              </a:rPr>
              <a:t>d</a:t>
            </a:r>
            <a:r>
              <a:rPr sz="1950" spc="307" baseline="-21367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is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sound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energy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intercepted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by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detector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of </a:t>
            </a:r>
            <a:r>
              <a:rPr sz="2000" spc="-20" dirty="0">
                <a:latin typeface="Microsoft Sans Serif"/>
                <a:cs typeface="Microsoft Sans Serif"/>
              </a:rPr>
              <a:t>area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1950" baseline="-21367" dirty="0">
                <a:latin typeface="Microsoft Sans Serif"/>
                <a:cs typeface="Microsoft Sans Serif"/>
              </a:rPr>
              <a:t>d</a:t>
            </a:r>
            <a:r>
              <a:rPr sz="1950" spc="315" baseline="-21367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=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2.0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cm</a:t>
            </a:r>
            <a:r>
              <a:rPr sz="1950" spc="-37" baseline="25641" dirty="0">
                <a:latin typeface="Microsoft Sans Serif"/>
                <a:cs typeface="Microsoft Sans Serif"/>
              </a:rPr>
              <a:t>2</a:t>
            </a:r>
            <a:r>
              <a:rPr sz="1950" baseline="25641" dirty="0">
                <a:latin typeface="Microsoft Sans Serif"/>
                <a:cs typeface="Microsoft Sans Serif"/>
              </a:rPr>
              <a:t>	</a:t>
            </a:r>
            <a:r>
              <a:rPr sz="2000" dirty="0">
                <a:latin typeface="Microsoft Sans Serif"/>
                <a:cs typeface="Microsoft Sans Serif"/>
              </a:rPr>
              <a:t>and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located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at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r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= 12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m?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511796" y="4366260"/>
            <a:ext cx="1309370" cy="1953895"/>
            <a:chOff x="7511796" y="4366260"/>
            <a:chExt cx="1309370" cy="1953895"/>
          </a:xfrm>
        </p:grpSpPr>
        <p:sp>
          <p:nvSpPr>
            <p:cNvPr id="6" name="object 6"/>
            <p:cNvSpPr/>
            <p:nvPr/>
          </p:nvSpPr>
          <p:spPr>
            <a:xfrm>
              <a:off x="8138160" y="4515612"/>
              <a:ext cx="56515" cy="1727200"/>
            </a:xfrm>
            <a:custGeom>
              <a:avLst/>
              <a:gdLst/>
              <a:ahLst/>
              <a:cxnLst/>
              <a:rect l="l" t="t" r="r" b="b"/>
              <a:pathLst>
                <a:path w="56515" h="1727200">
                  <a:moveTo>
                    <a:pt x="56387" y="1726691"/>
                  </a:moveTo>
                  <a:lnTo>
                    <a:pt x="0" y="1726691"/>
                  </a:lnTo>
                  <a:lnTo>
                    <a:pt x="0" y="0"/>
                  </a:lnTo>
                  <a:lnTo>
                    <a:pt x="56387" y="0"/>
                  </a:lnTo>
                  <a:lnTo>
                    <a:pt x="56387" y="1726691"/>
                  </a:lnTo>
                  <a:close/>
                </a:path>
              </a:pathLst>
            </a:custGeom>
            <a:solidFill>
              <a:srgbClr val="FF5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11796" y="4366260"/>
              <a:ext cx="1309370" cy="1953895"/>
            </a:xfrm>
            <a:custGeom>
              <a:avLst/>
              <a:gdLst/>
              <a:ahLst/>
              <a:cxnLst/>
              <a:rect l="l" t="t" r="r" b="b"/>
              <a:pathLst>
                <a:path w="1309370" h="1953895">
                  <a:moveTo>
                    <a:pt x="1307592" y="111252"/>
                  </a:moveTo>
                  <a:lnTo>
                    <a:pt x="1306068" y="106692"/>
                  </a:lnTo>
                  <a:lnTo>
                    <a:pt x="1306068" y="105168"/>
                  </a:lnTo>
                  <a:lnTo>
                    <a:pt x="1303020" y="99060"/>
                  </a:lnTo>
                  <a:lnTo>
                    <a:pt x="1298448" y="92976"/>
                  </a:lnTo>
                  <a:lnTo>
                    <a:pt x="1296924" y="91452"/>
                  </a:lnTo>
                  <a:lnTo>
                    <a:pt x="1296924" y="108216"/>
                  </a:lnTo>
                  <a:lnTo>
                    <a:pt x="1296924" y="115836"/>
                  </a:lnTo>
                  <a:lnTo>
                    <a:pt x="1293876" y="121932"/>
                  </a:lnTo>
                  <a:lnTo>
                    <a:pt x="1295400" y="120408"/>
                  </a:lnTo>
                  <a:lnTo>
                    <a:pt x="1290828" y="126492"/>
                  </a:lnTo>
                  <a:lnTo>
                    <a:pt x="1286256" y="131076"/>
                  </a:lnTo>
                  <a:lnTo>
                    <a:pt x="1271016" y="140208"/>
                  </a:lnTo>
                  <a:lnTo>
                    <a:pt x="1260348" y="144792"/>
                  </a:lnTo>
                  <a:lnTo>
                    <a:pt x="1249680" y="150876"/>
                  </a:lnTo>
                  <a:lnTo>
                    <a:pt x="1237488" y="155460"/>
                  </a:lnTo>
                  <a:lnTo>
                    <a:pt x="1207008" y="164592"/>
                  </a:lnTo>
                  <a:lnTo>
                    <a:pt x="1190244" y="167652"/>
                  </a:lnTo>
                  <a:lnTo>
                    <a:pt x="1153668" y="176784"/>
                  </a:lnTo>
                  <a:lnTo>
                    <a:pt x="1132332" y="179844"/>
                  </a:lnTo>
                  <a:lnTo>
                    <a:pt x="1110996" y="184416"/>
                  </a:lnTo>
                  <a:lnTo>
                    <a:pt x="1089660" y="187452"/>
                  </a:lnTo>
                  <a:lnTo>
                    <a:pt x="1016508" y="196608"/>
                  </a:lnTo>
                  <a:lnTo>
                    <a:pt x="934199" y="205752"/>
                  </a:lnTo>
                  <a:lnTo>
                    <a:pt x="784860" y="213360"/>
                  </a:lnTo>
                  <a:lnTo>
                    <a:pt x="653796" y="216420"/>
                  </a:lnTo>
                  <a:lnTo>
                    <a:pt x="522732" y="213360"/>
                  </a:lnTo>
                  <a:lnTo>
                    <a:pt x="373380" y="205752"/>
                  </a:lnTo>
                  <a:lnTo>
                    <a:pt x="291084" y="196608"/>
                  </a:lnTo>
                  <a:lnTo>
                    <a:pt x="217932" y="187452"/>
                  </a:lnTo>
                  <a:lnTo>
                    <a:pt x="175260" y="179844"/>
                  </a:lnTo>
                  <a:lnTo>
                    <a:pt x="153924" y="176784"/>
                  </a:lnTo>
                  <a:lnTo>
                    <a:pt x="117348" y="167652"/>
                  </a:lnTo>
                  <a:lnTo>
                    <a:pt x="100584" y="164592"/>
                  </a:lnTo>
                  <a:lnTo>
                    <a:pt x="70104" y="155460"/>
                  </a:lnTo>
                  <a:lnTo>
                    <a:pt x="57899" y="149352"/>
                  </a:lnTo>
                  <a:lnTo>
                    <a:pt x="45720" y="144792"/>
                  </a:lnTo>
                  <a:lnTo>
                    <a:pt x="27432" y="135648"/>
                  </a:lnTo>
                  <a:lnTo>
                    <a:pt x="21336" y="131076"/>
                  </a:lnTo>
                  <a:lnTo>
                    <a:pt x="15240" y="124968"/>
                  </a:lnTo>
                  <a:lnTo>
                    <a:pt x="16764" y="126492"/>
                  </a:lnTo>
                  <a:lnTo>
                    <a:pt x="15621" y="124968"/>
                  </a:lnTo>
                  <a:lnTo>
                    <a:pt x="12192" y="120408"/>
                  </a:lnTo>
                  <a:lnTo>
                    <a:pt x="13716" y="121932"/>
                  </a:lnTo>
                  <a:lnTo>
                    <a:pt x="12954" y="120408"/>
                  </a:lnTo>
                  <a:lnTo>
                    <a:pt x="11430" y="117360"/>
                  </a:lnTo>
                  <a:lnTo>
                    <a:pt x="10668" y="115836"/>
                  </a:lnTo>
                  <a:lnTo>
                    <a:pt x="10668" y="108216"/>
                  </a:lnTo>
                  <a:lnTo>
                    <a:pt x="13716" y="103644"/>
                  </a:lnTo>
                  <a:lnTo>
                    <a:pt x="12192" y="103644"/>
                  </a:lnTo>
                  <a:lnTo>
                    <a:pt x="16764" y="99060"/>
                  </a:lnTo>
                  <a:lnTo>
                    <a:pt x="15240" y="99060"/>
                  </a:lnTo>
                  <a:lnTo>
                    <a:pt x="21336" y="94500"/>
                  </a:lnTo>
                  <a:lnTo>
                    <a:pt x="28956" y="89928"/>
                  </a:lnTo>
                  <a:lnTo>
                    <a:pt x="36576" y="83832"/>
                  </a:lnTo>
                  <a:lnTo>
                    <a:pt x="85331" y="65544"/>
                  </a:lnTo>
                  <a:lnTo>
                    <a:pt x="135636" y="53352"/>
                  </a:lnTo>
                  <a:lnTo>
                    <a:pt x="153924" y="48768"/>
                  </a:lnTo>
                  <a:lnTo>
                    <a:pt x="175260" y="44208"/>
                  </a:lnTo>
                  <a:lnTo>
                    <a:pt x="196596" y="41160"/>
                  </a:lnTo>
                  <a:lnTo>
                    <a:pt x="217932" y="36576"/>
                  </a:lnTo>
                  <a:lnTo>
                    <a:pt x="291084" y="27444"/>
                  </a:lnTo>
                  <a:lnTo>
                    <a:pt x="318516" y="24384"/>
                  </a:lnTo>
                  <a:lnTo>
                    <a:pt x="345948" y="22860"/>
                  </a:lnTo>
                  <a:lnTo>
                    <a:pt x="373380" y="19824"/>
                  </a:lnTo>
                  <a:lnTo>
                    <a:pt x="402336" y="18300"/>
                  </a:lnTo>
                  <a:lnTo>
                    <a:pt x="431292" y="15252"/>
                  </a:lnTo>
                  <a:lnTo>
                    <a:pt x="492252" y="12192"/>
                  </a:lnTo>
                  <a:lnTo>
                    <a:pt x="522732" y="12192"/>
                  </a:lnTo>
                  <a:lnTo>
                    <a:pt x="588264" y="9144"/>
                  </a:lnTo>
                  <a:lnTo>
                    <a:pt x="720852" y="9144"/>
                  </a:lnTo>
                  <a:lnTo>
                    <a:pt x="784860" y="12192"/>
                  </a:lnTo>
                  <a:lnTo>
                    <a:pt x="815340" y="12192"/>
                  </a:lnTo>
                  <a:lnTo>
                    <a:pt x="876300" y="15252"/>
                  </a:lnTo>
                  <a:lnTo>
                    <a:pt x="905256" y="18300"/>
                  </a:lnTo>
                  <a:lnTo>
                    <a:pt x="934199" y="19824"/>
                  </a:lnTo>
                  <a:lnTo>
                    <a:pt x="963168" y="22860"/>
                  </a:lnTo>
                  <a:lnTo>
                    <a:pt x="989076" y="24384"/>
                  </a:lnTo>
                  <a:lnTo>
                    <a:pt x="1016508" y="27444"/>
                  </a:lnTo>
                  <a:lnTo>
                    <a:pt x="1089660" y="36576"/>
                  </a:lnTo>
                  <a:lnTo>
                    <a:pt x="1110996" y="41160"/>
                  </a:lnTo>
                  <a:lnTo>
                    <a:pt x="1132332" y="44208"/>
                  </a:lnTo>
                  <a:lnTo>
                    <a:pt x="1153668" y="48768"/>
                  </a:lnTo>
                  <a:lnTo>
                    <a:pt x="1171956" y="53352"/>
                  </a:lnTo>
                  <a:lnTo>
                    <a:pt x="1190244" y="56400"/>
                  </a:lnTo>
                  <a:lnTo>
                    <a:pt x="1207008" y="60960"/>
                  </a:lnTo>
                  <a:lnTo>
                    <a:pt x="1237488" y="70116"/>
                  </a:lnTo>
                  <a:lnTo>
                    <a:pt x="1261872" y="79260"/>
                  </a:lnTo>
                  <a:lnTo>
                    <a:pt x="1271016" y="85344"/>
                  </a:lnTo>
                  <a:lnTo>
                    <a:pt x="1280160" y="89928"/>
                  </a:lnTo>
                  <a:lnTo>
                    <a:pt x="1292352" y="99060"/>
                  </a:lnTo>
                  <a:lnTo>
                    <a:pt x="1290828" y="99060"/>
                  </a:lnTo>
                  <a:lnTo>
                    <a:pt x="1295400" y="103644"/>
                  </a:lnTo>
                  <a:lnTo>
                    <a:pt x="1293876" y="103644"/>
                  </a:lnTo>
                  <a:lnTo>
                    <a:pt x="1296924" y="108216"/>
                  </a:lnTo>
                  <a:lnTo>
                    <a:pt x="1296924" y="91452"/>
                  </a:lnTo>
                  <a:lnTo>
                    <a:pt x="1292352" y="86868"/>
                  </a:lnTo>
                  <a:lnTo>
                    <a:pt x="1284732" y="80784"/>
                  </a:lnTo>
                  <a:lnTo>
                    <a:pt x="1275588" y="76200"/>
                  </a:lnTo>
                  <a:lnTo>
                    <a:pt x="1264920" y="71640"/>
                  </a:lnTo>
                  <a:lnTo>
                    <a:pt x="1252728" y="65544"/>
                  </a:lnTo>
                  <a:lnTo>
                    <a:pt x="1210056" y="51828"/>
                  </a:lnTo>
                  <a:lnTo>
                    <a:pt x="1155192" y="39636"/>
                  </a:lnTo>
                  <a:lnTo>
                    <a:pt x="1135380" y="35052"/>
                  </a:lnTo>
                  <a:lnTo>
                    <a:pt x="1112520" y="32016"/>
                  </a:lnTo>
                  <a:lnTo>
                    <a:pt x="1091184" y="27444"/>
                  </a:lnTo>
                  <a:lnTo>
                    <a:pt x="963168" y="12192"/>
                  </a:lnTo>
                  <a:lnTo>
                    <a:pt x="935736" y="10668"/>
                  </a:lnTo>
                  <a:lnTo>
                    <a:pt x="921245" y="9144"/>
                  </a:lnTo>
                  <a:lnTo>
                    <a:pt x="906780" y="7632"/>
                  </a:lnTo>
                  <a:lnTo>
                    <a:pt x="784860" y="1536"/>
                  </a:lnTo>
                  <a:lnTo>
                    <a:pt x="720852" y="0"/>
                  </a:lnTo>
                  <a:lnTo>
                    <a:pt x="586740" y="0"/>
                  </a:lnTo>
                  <a:lnTo>
                    <a:pt x="522732" y="1536"/>
                  </a:lnTo>
                  <a:lnTo>
                    <a:pt x="400799" y="7632"/>
                  </a:lnTo>
                  <a:lnTo>
                    <a:pt x="371856" y="10668"/>
                  </a:lnTo>
                  <a:lnTo>
                    <a:pt x="344424" y="12192"/>
                  </a:lnTo>
                  <a:lnTo>
                    <a:pt x="216408" y="27444"/>
                  </a:lnTo>
                  <a:lnTo>
                    <a:pt x="195072" y="32016"/>
                  </a:lnTo>
                  <a:lnTo>
                    <a:pt x="172199" y="35052"/>
                  </a:lnTo>
                  <a:lnTo>
                    <a:pt x="152400" y="39636"/>
                  </a:lnTo>
                  <a:lnTo>
                    <a:pt x="132588" y="42684"/>
                  </a:lnTo>
                  <a:lnTo>
                    <a:pt x="114300" y="47244"/>
                  </a:lnTo>
                  <a:lnTo>
                    <a:pt x="97536" y="51828"/>
                  </a:lnTo>
                  <a:lnTo>
                    <a:pt x="67056" y="60960"/>
                  </a:lnTo>
                  <a:lnTo>
                    <a:pt x="54864" y="65544"/>
                  </a:lnTo>
                  <a:lnTo>
                    <a:pt x="42672" y="71640"/>
                  </a:lnTo>
                  <a:lnTo>
                    <a:pt x="32004" y="76200"/>
                  </a:lnTo>
                  <a:lnTo>
                    <a:pt x="22860" y="82308"/>
                  </a:lnTo>
                  <a:lnTo>
                    <a:pt x="15240" y="86868"/>
                  </a:lnTo>
                  <a:lnTo>
                    <a:pt x="9131" y="92976"/>
                  </a:lnTo>
                  <a:lnTo>
                    <a:pt x="4572" y="99060"/>
                  </a:lnTo>
                  <a:lnTo>
                    <a:pt x="1524" y="105168"/>
                  </a:lnTo>
                  <a:lnTo>
                    <a:pt x="1524" y="106692"/>
                  </a:lnTo>
                  <a:lnTo>
                    <a:pt x="0" y="111252"/>
                  </a:lnTo>
                  <a:lnTo>
                    <a:pt x="0" y="112776"/>
                  </a:lnTo>
                  <a:lnTo>
                    <a:pt x="1524" y="118884"/>
                  </a:lnTo>
                  <a:lnTo>
                    <a:pt x="1524" y="120408"/>
                  </a:lnTo>
                  <a:lnTo>
                    <a:pt x="4572" y="124968"/>
                  </a:lnTo>
                  <a:lnTo>
                    <a:pt x="4572" y="126492"/>
                  </a:lnTo>
                  <a:lnTo>
                    <a:pt x="9131" y="132600"/>
                  </a:lnTo>
                  <a:lnTo>
                    <a:pt x="15240" y="138684"/>
                  </a:lnTo>
                  <a:lnTo>
                    <a:pt x="22860" y="143268"/>
                  </a:lnTo>
                  <a:lnTo>
                    <a:pt x="32004" y="149352"/>
                  </a:lnTo>
                  <a:lnTo>
                    <a:pt x="42672" y="153936"/>
                  </a:lnTo>
                  <a:lnTo>
                    <a:pt x="54864" y="158508"/>
                  </a:lnTo>
                  <a:lnTo>
                    <a:pt x="67056" y="164592"/>
                  </a:lnTo>
                  <a:lnTo>
                    <a:pt x="97536" y="173748"/>
                  </a:lnTo>
                  <a:lnTo>
                    <a:pt x="114300" y="178308"/>
                  </a:lnTo>
                  <a:lnTo>
                    <a:pt x="132588" y="181368"/>
                  </a:lnTo>
                  <a:lnTo>
                    <a:pt x="172199" y="190500"/>
                  </a:lnTo>
                  <a:lnTo>
                    <a:pt x="216408" y="196608"/>
                  </a:lnTo>
                  <a:lnTo>
                    <a:pt x="240792" y="201168"/>
                  </a:lnTo>
                  <a:lnTo>
                    <a:pt x="316992" y="210324"/>
                  </a:lnTo>
                  <a:lnTo>
                    <a:pt x="344424" y="211848"/>
                  </a:lnTo>
                  <a:lnTo>
                    <a:pt x="371856" y="214884"/>
                  </a:lnTo>
                  <a:lnTo>
                    <a:pt x="431292" y="217944"/>
                  </a:lnTo>
                  <a:lnTo>
                    <a:pt x="460248" y="220992"/>
                  </a:lnTo>
                  <a:lnTo>
                    <a:pt x="492252" y="222516"/>
                  </a:lnTo>
                  <a:lnTo>
                    <a:pt x="522732" y="222516"/>
                  </a:lnTo>
                  <a:lnTo>
                    <a:pt x="653796" y="225552"/>
                  </a:lnTo>
                  <a:lnTo>
                    <a:pt x="784860" y="222516"/>
                  </a:lnTo>
                  <a:lnTo>
                    <a:pt x="815340" y="222516"/>
                  </a:lnTo>
                  <a:lnTo>
                    <a:pt x="847344" y="220992"/>
                  </a:lnTo>
                  <a:lnTo>
                    <a:pt x="877824" y="217944"/>
                  </a:lnTo>
                  <a:lnTo>
                    <a:pt x="906780" y="216420"/>
                  </a:lnTo>
                  <a:lnTo>
                    <a:pt x="935736" y="214884"/>
                  </a:lnTo>
                  <a:lnTo>
                    <a:pt x="963168" y="211848"/>
                  </a:lnTo>
                  <a:lnTo>
                    <a:pt x="990600" y="210324"/>
                  </a:lnTo>
                  <a:lnTo>
                    <a:pt x="1066800" y="201168"/>
                  </a:lnTo>
                  <a:lnTo>
                    <a:pt x="1091184" y="196608"/>
                  </a:lnTo>
                  <a:lnTo>
                    <a:pt x="1135380" y="190500"/>
                  </a:lnTo>
                  <a:lnTo>
                    <a:pt x="1175004" y="181368"/>
                  </a:lnTo>
                  <a:lnTo>
                    <a:pt x="1193292" y="176784"/>
                  </a:lnTo>
                  <a:lnTo>
                    <a:pt x="1210056" y="173748"/>
                  </a:lnTo>
                  <a:lnTo>
                    <a:pt x="1225296" y="169176"/>
                  </a:lnTo>
                  <a:lnTo>
                    <a:pt x="1240536" y="163068"/>
                  </a:lnTo>
                  <a:lnTo>
                    <a:pt x="1264920" y="153936"/>
                  </a:lnTo>
                  <a:lnTo>
                    <a:pt x="1275588" y="149352"/>
                  </a:lnTo>
                  <a:lnTo>
                    <a:pt x="1284732" y="143268"/>
                  </a:lnTo>
                  <a:lnTo>
                    <a:pt x="1292352" y="137160"/>
                  </a:lnTo>
                  <a:lnTo>
                    <a:pt x="1298448" y="132600"/>
                  </a:lnTo>
                  <a:lnTo>
                    <a:pt x="1303020" y="126492"/>
                  </a:lnTo>
                  <a:lnTo>
                    <a:pt x="1303020" y="124968"/>
                  </a:lnTo>
                  <a:lnTo>
                    <a:pt x="1306068" y="120408"/>
                  </a:lnTo>
                  <a:lnTo>
                    <a:pt x="1306068" y="118884"/>
                  </a:lnTo>
                  <a:lnTo>
                    <a:pt x="1306449" y="117360"/>
                  </a:lnTo>
                  <a:lnTo>
                    <a:pt x="1307592" y="112776"/>
                  </a:lnTo>
                  <a:lnTo>
                    <a:pt x="1307592" y="111252"/>
                  </a:lnTo>
                  <a:close/>
                </a:path>
                <a:path w="1309370" h="1953895">
                  <a:moveTo>
                    <a:pt x="1309116" y="1841004"/>
                  </a:moveTo>
                  <a:lnTo>
                    <a:pt x="1307973" y="1836432"/>
                  </a:lnTo>
                  <a:lnTo>
                    <a:pt x="1307592" y="1834896"/>
                  </a:lnTo>
                  <a:lnTo>
                    <a:pt x="1307592" y="1833384"/>
                  </a:lnTo>
                  <a:lnTo>
                    <a:pt x="1307592" y="149352"/>
                  </a:lnTo>
                  <a:lnTo>
                    <a:pt x="1296924" y="149352"/>
                  </a:lnTo>
                  <a:lnTo>
                    <a:pt x="1296924" y="1818144"/>
                  </a:lnTo>
                  <a:lnTo>
                    <a:pt x="1296924" y="1833384"/>
                  </a:lnTo>
                  <a:lnTo>
                    <a:pt x="1296924" y="1850148"/>
                  </a:lnTo>
                  <a:lnTo>
                    <a:pt x="1292352" y="1854720"/>
                  </a:lnTo>
                  <a:lnTo>
                    <a:pt x="1293876" y="1854720"/>
                  </a:lnTo>
                  <a:lnTo>
                    <a:pt x="1287780" y="1859280"/>
                  </a:lnTo>
                  <a:lnTo>
                    <a:pt x="1280160" y="1863864"/>
                  </a:lnTo>
                  <a:lnTo>
                    <a:pt x="1272540" y="1869948"/>
                  </a:lnTo>
                  <a:lnTo>
                    <a:pt x="1208532" y="1892820"/>
                  </a:lnTo>
                  <a:lnTo>
                    <a:pt x="1155192" y="1905012"/>
                  </a:lnTo>
                  <a:lnTo>
                    <a:pt x="1133856" y="1909584"/>
                  </a:lnTo>
                  <a:lnTo>
                    <a:pt x="1112520" y="1912632"/>
                  </a:lnTo>
                  <a:lnTo>
                    <a:pt x="1091184" y="1917204"/>
                  </a:lnTo>
                  <a:lnTo>
                    <a:pt x="1018032" y="1926348"/>
                  </a:lnTo>
                  <a:lnTo>
                    <a:pt x="990600" y="1929396"/>
                  </a:lnTo>
                  <a:lnTo>
                    <a:pt x="964692" y="1930920"/>
                  </a:lnTo>
                  <a:lnTo>
                    <a:pt x="935736" y="1933968"/>
                  </a:lnTo>
                  <a:lnTo>
                    <a:pt x="906780" y="1935480"/>
                  </a:lnTo>
                  <a:lnTo>
                    <a:pt x="877824" y="1938528"/>
                  </a:lnTo>
                  <a:lnTo>
                    <a:pt x="816864" y="1941588"/>
                  </a:lnTo>
                  <a:lnTo>
                    <a:pt x="786384" y="1941588"/>
                  </a:lnTo>
                  <a:lnTo>
                    <a:pt x="720852" y="1944636"/>
                  </a:lnTo>
                  <a:lnTo>
                    <a:pt x="589788" y="1944636"/>
                  </a:lnTo>
                  <a:lnTo>
                    <a:pt x="524256" y="1941588"/>
                  </a:lnTo>
                  <a:lnTo>
                    <a:pt x="493776" y="1941588"/>
                  </a:lnTo>
                  <a:lnTo>
                    <a:pt x="432816" y="1938528"/>
                  </a:lnTo>
                  <a:lnTo>
                    <a:pt x="403860" y="1935480"/>
                  </a:lnTo>
                  <a:lnTo>
                    <a:pt x="374904" y="1933968"/>
                  </a:lnTo>
                  <a:lnTo>
                    <a:pt x="347472" y="1930920"/>
                  </a:lnTo>
                  <a:lnTo>
                    <a:pt x="320040" y="1929396"/>
                  </a:lnTo>
                  <a:lnTo>
                    <a:pt x="292608" y="1926348"/>
                  </a:lnTo>
                  <a:lnTo>
                    <a:pt x="219456" y="1917204"/>
                  </a:lnTo>
                  <a:lnTo>
                    <a:pt x="198120" y="1912632"/>
                  </a:lnTo>
                  <a:lnTo>
                    <a:pt x="176784" y="1909584"/>
                  </a:lnTo>
                  <a:lnTo>
                    <a:pt x="155448" y="1905012"/>
                  </a:lnTo>
                  <a:lnTo>
                    <a:pt x="137160" y="1901964"/>
                  </a:lnTo>
                  <a:lnTo>
                    <a:pt x="118872" y="1897380"/>
                  </a:lnTo>
                  <a:lnTo>
                    <a:pt x="71615" y="1883664"/>
                  </a:lnTo>
                  <a:lnTo>
                    <a:pt x="38100" y="1868436"/>
                  </a:lnTo>
                  <a:lnTo>
                    <a:pt x="28956" y="1863864"/>
                  </a:lnTo>
                  <a:lnTo>
                    <a:pt x="16764" y="1854720"/>
                  </a:lnTo>
                  <a:lnTo>
                    <a:pt x="18288" y="1854720"/>
                  </a:lnTo>
                  <a:lnTo>
                    <a:pt x="13716" y="1850148"/>
                  </a:lnTo>
                  <a:lnTo>
                    <a:pt x="15240" y="1850148"/>
                  </a:lnTo>
                  <a:lnTo>
                    <a:pt x="12192" y="1845564"/>
                  </a:lnTo>
                  <a:lnTo>
                    <a:pt x="12192" y="1837944"/>
                  </a:lnTo>
                  <a:lnTo>
                    <a:pt x="12941" y="1836432"/>
                  </a:lnTo>
                  <a:lnTo>
                    <a:pt x="14465" y="1833384"/>
                  </a:lnTo>
                  <a:lnTo>
                    <a:pt x="15240" y="1831848"/>
                  </a:lnTo>
                  <a:lnTo>
                    <a:pt x="13716" y="1833384"/>
                  </a:lnTo>
                  <a:lnTo>
                    <a:pt x="17145" y="1828812"/>
                  </a:lnTo>
                  <a:lnTo>
                    <a:pt x="18288" y="1827288"/>
                  </a:lnTo>
                  <a:lnTo>
                    <a:pt x="22860" y="1822716"/>
                  </a:lnTo>
                  <a:lnTo>
                    <a:pt x="38100" y="1813560"/>
                  </a:lnTo>
                  <a:lnTo>
                    <a:pt x="59436" y="1804428"/>
                  </a:lnTo>
                  <a:lnTo>
                    <a:pt x="73152" y="1798332"/>
                  </a:lnTo>
                  <a:lnTo>
                    <a:pt x="86868" y="1793748"/>
                  </a:lnTo>
                  <a:lnTo>
                    <a:pt x="102108" y="1789176"/>
                  </a:lnTo>
                  <a:lnTo>
                    <a:pt x="118872" y="1786128"/>
                  </a:lnTo>
                  <a:lnTo>
                    <a:pt x="155448" y="1776996"/>
                  </a:lnTo>
                  <a:lnTo>
                    <a:pt x="176784" y="1773948"/>
                  </a:lnTo>
                  <a:lnTo>
                    <a:pt x="198120" y="1769364"/>
                  </a:lnTo>
                  <a:lnTo>
                    <a:pt x="219456" y="1766328"/>
                  </a:lnTo>
                  <a:lnTo>
                    <a:pt x="292608" y="1757184"/>
                  </a:lnTo>
                  <a:lnTo>
                    <a:pt x="374904" y="1748028"/>
                  </a:lnTo>
                  <a:lnTo>
                    <a:pt x="524256" y="1740420"/>
                  </a:lnTo>
                  <a:lnTo>
                    <a:pt x="655320" y="1737360"/>
                  </a:lnTo>
                  <a:lnTo>
                    <a:pt x="786384" y="1740420"/>
                  </a:lnTo>
                  <a:lnTo>
                    <a:pt x="935736" y="1748028"/>
                  </a:lnTo>
                  <a:lnTo>
                    <a:pt x="1018032" y="1757184"/>
                  </a:lnTo>
                  <a:lnTo>
                    <a:pt x="1091184" y="1766328"/>
                  </a:lnTo>
                  <a:lnTo>
                    <a:pt x="1133856" y="1773948"/>
                  </a:lnTo>
                  <a:lnTo>
                    <a:pt x="1155192" y="1776996"/>
                  </a:lnTo>
                  <a:lnTo>
                    <a:pt x="1191768" y="1786128"/>
                  </a:lnTo>
                  <a:lnTo>
                    <a:pt x="1208532" y="1789176"/>
                  </a:lnTo>
                  <a:lnTo>
                    <a:pt x="1238999" y="1798332"/>
                  </a:lnTo>
                  <a:lnTo>
                    <a:pt x="1251204" y="1804428"/>
                  </a:lnTo>
                  <a:lnTo>
                    <a:pt x="1263396" y="1809000"/>
                  </a:lnTo>
                  <a:lnTo>
                    <a:pt x="1281684" y="1818144"/>
                  </a:lnTo>
                  <a:lnTo>
                    <a:pt x="1287780" y="1824228"/>
                  </a:lnTo>
                  <a:lnTo>
                    <a:pt x="1292999" y="1828152"/>
                  </a:lnTo>
                  <a:lnTo>
                    <a:pt x="1296924" y="1833384"/>
                  </a:lnTo>
                  <a:lnTo>
                    <a:pt x="1296924" y="1818144"/>
                  </a:lnTo>
                  <a:lnTo>
                    <a:pt x="1293876" y="1815096"/>
                  </a:lnTo>
                  <a:lnTo>
                    <a:pt x="1286256" y="1810512"/>
                  </a:lnTo>
                  <a:lnTo>
                    <a:pt x="1277099" y="1804428"/>
                  </a:lnTo>
                  <a:lnTo>
                    <a:pt x="1266444" y="1799844"/>
                  </a:lnTo>
                  <a:lnTo>
                    <a:pt x="1254252" y="1795284"/>
                  </a:lnTo>
                  <a:lnTo>
                    <a:pt x="1242060" y="1789176"/>
                  </a:lnTo>
                  <a:lnTo>
                    <a:pt x="1211580" y="1780044"/>
                  </a:lnTo>
                  <a:lnTo>
                    <a:pt x="1194816" y="1776996"/>
                  </a:lnTo>
                  <a:lnTo>
                    <a:pt x="1176528" y="1772412"/>
                  </a:lnTo>
                  <a:lnTo>
                    <a:pt x="1156716" y="1767852"/>
                  </a:lnTo>
                  <a:lnTo>
                    <a:pt x="1136904" y="1764804"/>
                  </a:lnTo>
                  <a:lnTo>
                    <a:pt x="1114044" y="1760232"/>
                  </a:lnTo>
                  <a:lnTo>
                    <a:pt x="1092708" y="1757184"/>
                  </a:lnTo>
                  <a:lnTo>
                    <a:pt x="1068324" y="1752612"/>
                  </a:lnTo>
                  <a:lnTo>
                    <a:pt x="992124" y="1743468"/>
                  </a:lnTo>
                  <a:lnTo>
                    <a:pt x="964692" y="1741944"/>
                  </a:lnTo>
                  <a:lnTo>
                    <a:pt x="937260" y="1738896"/>
                  </a:lnTo>
                  <a:lnTo>
                    <a:pt x="908291" y="1737360"/>
                  </a:lnTo>
                  <a:lnTo>
                    <a:pt x="879348" y="1735848"/>
                  </a:lnTo>
                  <a:lnTo>
                    <a:pt x="848868" y="1732800"/>
                  </a:lnTo>
                  <a:lnTo>
                    <a:pt x="818388" y="1731264"/>
                  </a:lnTo>
                  <a:lnTo>
                    <a:pt x="786384" y="1731264"/>
                  </a:lnTo>
                  <a:lnTo>
                    <a:pt x="655320" y="1728228"/>
                  </a:lnTo>
                  <a:lnTo>
                    <a:pt x="524256" y="1731264"/>
                  </a:lnTo>
                  <a:lnTo>
                    <a:pt x="493776" y="1731264"/>
                  </a:lnTo>
                  <a:lnTo>
                    <a:pt x="461772" y="1732800"/>
                  </a:lnTo>
                  <a:lnTo>
                    <a:pt x="432816" y="1735848"/>
                  </a:lnTo>
                  <a:lnTo>
                    <a:pt x="373380" y="1738896"/>
                  </a:lnTo>
                  <a:lnTo>
                    <a:pt x="345948" y="1741944"/>
                  </a:lnTo>
                  <a:lnTo>
                    <a:pt x="318516" y="1743468"/>
                  </a:lnTo>
                  <a:lnTo>
                    <a:pt x="242316" y="1752612"/>
                  </a:lnTo>
                  <a:lnTo>
                    <a:pt x="217932" y="1757184"/>
                  </a:lnTo>
                  <a:lnTo>
                    <a:pt x="196596" y="1760232"/>
                  </a:lnTo>
                  <a:lnTo>
                    <a:pt x="173736" y="1764804"/>
                  </a:lnTo>
                  <a:lnTo>
                    <a:pt x="153924" y="1767852"/>
                  </a:lnTo>
                  <a:lnTo>
                    <a:pt x="134099" y="1772412"/>
                  </a:lnTo>
                  <a:lnTo>
                    <a:pt x="115824" y="1776996"/>
                  </a:lnTo>
                  <a:lnTo>
                    <a:pt x="99060" y="1780044"/>
                  </a:lnTo>
                  <a:lnTo>
                    <a:pt x="83820" y="1784616"/>
                  </a:lnTo>
                  <a:lnTo>
                    <a:pt x="68580" y="1790712"/>
                  </a:lnTo>
                  <a:lnTo>
                    <a:pt x="44196" y="1799844"/>
                  </a:lnTo>
                  <a:lnTo>
                    <a:pt x="33515" y="1804428"/>
                  </a:lnTo>
                  <a:lnTo>
                    <a:pt x="24384" y="1810512"/>
                  </a:lnTo>
                  <a:lnTo>
                    <a:pt x="16764" y="1816620"/>
                  </a:lnTo>
                  <a:lnTo>
                    <a:pt x="12192" y="1820049"/>
                  </a:lnTo>
                  <a:lnTo>
                    <a:pt x="12192" y="149352"/>
                  </a:lnTo>
                  <a:lnTo>
                    <a:pt x="1524" y="149352"/>
                  </a:lnTo>
                  <a:lnTo>
                    <a:pt x="1524" y="1841004"/>
                  </a:lnTo>
                  <a:lnTo>
                    <a:pt x="1524" y="1842528"/>
                  </a:lnTo>
                  <a:lnTo>
                    <a:pt x="1524" y="1876044"/>
                  </a:lnTo>
                  <a:lnTo>
                    <a:pt x="12192" y="1876044"/>
                  </a:lnTo>
                  <a:lnTo>
                    <a:pt x="12192" y="1862340"/>
                  </a:lnTo>
                  <a:lnTo>
                    <a:pt x="16764" y="1866912"/>
                  </a:lnTo>
                  <a:lnTo>
                    <a:pt x="24384" y="1872996"/>
                  </a:lnTo>
                  <a:lnTo>
                    <a:pt x="33515" y="1877580"/>
                  </a:lnTo>
                  <a:lnTo>
                    <a:pt x="44196" y="1882152"/>
                  </a:lnTo>
                  <a:lnTo>
                    <a:pt x="56388" y="1888248"/>
                  </a:lnTo>
                  <a:lnTo>
                    <a:pt x="99060" y="1901964"/>
                  </a:lnTo>
                  <a:lnTo>
                    <a:pt x="153924" y="1914144"/>
                  </a:lnTo>
                  <a:lnTo>
                    <a:pt x="175260" y="1918728"/>
                  </a:lnTo>
                  <a:lnTo>
                    <a:pt x="196596" y="1921764"/>
                  </a:lnTo>
                  <a:lnTo>
                    <a:pt x="219456" y="1926348"/>
                  </a:lnTo>
                  <a:lnTo>
                    <a:pt x="266700" y="1932444"/>
                  </a:lnTo>
                  <a:lnTo>
                    <a:pt x="345948" y="1941588"/>
                  </a:lnTo>
                  <a:lnTo>
                    <a:pt x="373380" y="1943112"/>
                  </a:lnTo>
                  <a:lnTo>
                    <a:pt x="402336" y="1946148"/>
                  </a:lnTo>
                  <a:lnTo>
                    <a:pt x="524256" y="1952244"/>
                  </a:lnTo>
                  <a:lnTo>
                    <a:pt x="589788" y="1953780"/>
                  </a:lnTo>
                  <a:lnTo>
                    <a:pt x="722376" y="1953780"/>
                  </a:lnTo>
                  <a:lnTo>
                    <a:pt x="786384" y="1952244"/>
                  </a:lnTo>
                  <a:lnTo>
                    <a:pt x="908304" y="1946148"/>
                  </a:lnTo>
                  <a:lnTo>
                    <a:pt x="922782" y="1944636"/>
                  </a:lnTo>
                  <a:lnTo>
                    <a:pt x="937260" y="1943112"/>
                  </a:lnTo>
                  <a:lnTo>
                    <a:pt x="964692" y="1941588"/>
                  </a:lnTo>
                  <a:lnTo>
                    <a:pt x="992124" y="1938528"/>
                  </a:lnTo>
                  <a:lnTo>
                    <a:pt x="1092708" y="1926348"/>
                  </a:lnTo>
                  <a:lnTo>
                    <a:pt x="1114044" y="1921764"/>
                  </a:lnTo>
                  <a:lnTo>
                    <a:pt x="1136904" y="1918728"/>
                  </a:lnTo>
                  <a:lnTo>
                    <a:pt x="1156716" y="1914144"/>
                  </a:lnTo>
                  <a:lnTo>
                    <a:pt x="1176528" y="1911096"/>
                  </a:lnTo>
                  <a:lnTo>
                    <a:pt x="1194816" y="1906536"/>
                  </a:lnTo>
                  <a:lnTo>
                    <a:pt x="1211580" y="1901964"/>
                  </a:lnTo>
                  <a:lnTo>
                    <a:pt x="1242060" y="1892820"/>
                  </a:lnTo>
                  <a:lnTo>
                    <a:pt x="1254252" y="1888248"/>
                  </a:lnTo>
                  <a:lnTo>
                    <a:pt x="1266444" y="1882152"/>
                  </a:lnTo>
                  <a:lnTo>
                    <a:pt x="1277099" y="1877580"/>
                  </a:lnTo>
                  <a:lnTo>
                    <a:pt x="1286256" y="1871484"/>
                  </a:lnTo>
                  <a:lnTo>
                    <a:pt x="1293876" y="1866912"/>
                  </a:lnTo>
                  <a:lnTo>
                    <a:pt x="1296924" y="1863864"/>
                  </a:lnTo>
                  <a:lnTo>
                    <a:pt x="1296924" y="1876044"/>
                  </a:lnTo>
                  <a:lnTo>
                    <a:pt x="1307592" y="1876044"/>
                  </a:lnTo>
                  <a:lnTo>
                    <a:pt x="1307592" y="1848612"/>
                  </a:lnTo>
                  <a:lnTo>
                    <a:pt x="1307592" y="1847100"/>
                  </a:lnTo>
                  <a:lnTo>
                    <a:pt x="1309116" y="1842528"/>
                  </a:lnTo>
                  <a:lnTo>
                    <a:pt x="1309116" y="18410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791707" y="3347726"/>
            <a:ext cx="1650364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7747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5050"/>
                </a:solidFill>
                <a:latin typeface="Microsoft Sans Serif"/>
                <a:cs typeface="Microsoft Sans Serif"/>
              </a:rPr>
              <a:t>Linear</a:t>
            </a:r>
            <a:r>
              <a:rPr sz="2000" spc="-15" dirty="0">
                <a:solidFill>
                  <a:srgbClr val="FF5050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FF5050"/>
                </a:solidFill>
                <a:latin typeface="Microsoft Sans Serif"/>
                <a:cs typeface="Microsoft Sans Serif"/>
              </a:rPr>
              <a:t>sound </a:t>
            </a:r>
            <a:r>
              <a:rPr sz="2000" dirty="0">
                <a:solidFill>
                  <a:srgbClr val="FF5050"/>
                </a:solidFill>
                <a:latin typeface="Microsoft Sans Serif"/>
                <a:cs typeface="Microsoft Sans Serif"/>
              </a:rPr>
              <a:t>source</a:t>
            </a:r>
            <a:r>
              <a:rPr sz="2000" spc="-5" dirty="0">
                <a:solidFill>
                  <a:srgbClr val="FF505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5050"/>
                </a:solidFill>
                <a:latin typeface="Microsoft Sans Serif"/>
                <a:cs typeface="Microsoft Sans Serif"/>
              </a:rPr>
              <a:t>(spark)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141464" y="4442459"/>
            <a:ext cx="1744980" cy="2083435"/>
            <a:chOff x="7141464" y="4442459"/>
            <a:chExt cx="1744980" cy="2083435"/>
          </a:xfrm>
        </p:grpSpPr>
        <p:sp>
          <p:nvSpPr>
            <p:cNvPr id="10" name="object 10"/>
            <p:cNvSpPr/>
            <p:nvPr/>
          </p:nvSpPr>
          <p:spPr>
            <a:xfrm>
              <a:off x="7229843" y="4442460"/>
              <a:ext cx="1656714" cy="2083435"/>
            </a:xfrm>
            <a:custGeom>
              <a:avLst/>
              <a:gdLst/>
              <a:ahLst/>
              <a:cxnLst/>
              <a:rect l="l" t="t" r="r" b="b"/>
              <a:pathLst>
                <a:path w="1656715" h="2083434">
                  <a:moveTo>
                    <a:pt x="132588" y="112776"/>
                  </a:moveTo>
                  <a:lnTo>
                    <a:pt x="129540" y="106680"/>
                  </a:lnTo>
                  <a:lnTo>
                    <a:pt x="83134" y="27432"/>
                  </a:lnTo>
                  <a:lnTo>
                    <a:pt x="67056" y="0"/>
                  </a:lnTo>
                  <a:lnTo>
                    <a:pt x="4572" y="106680"/>
                  </a:lnTo>
                  <a:lnTo>
                    <a:pt x="0" y="112776"/>
                  </a:lnTo>
                  <a:lnTo>
                    <a:pt x="3048" y="121920"/>
                  </a:lnTo>
                  <a:lnTo>
                    <a:pt x="9144" y="126492"/>
                  </a:lnTo>
                  <a:lnTo>
                    <a:pt x="16764" y="129540"/>
                  </a:lnTo>
                  <a:lnTo>
                    <a:pt x="24384" y="128016"/>
                  </a:lnTo>
                  <a:lnTo>
                    <a:pt x="28956" y="120396"/>
                  </a:lnTo>
                  <a:lnTo>
                    <a:pt x="51816" y="81610"/>
                  </a:lnTo>
                  <a:lnTo>
                    <a:pt x="51816" y="1718246"/>
                  </a:lnTo>
                  <a:lnTo>
                    <a:pt x="28956" y="1679448"/>
                  </a:lnTo>
                  <a:lnTo>
                    <a:pt x="24384" y="1671828"/>
                  </a:lnTo>
                  <a:lnTo>
                    <a:pt x="16764" y="1670304"/>
                  </a:lnTo>
                  <a:lnTo>
                    <a:pt x="9144" y="1673352"/>
                  </a:lnTo>
                  <a:lnTo>
                    <a:pt x="3048" y="1677924"/>
                  </a:lnTo>
                  <a:lnTo>
                    <a:pt x="0" y="1687068"/>
                  </a:lnTo>
                  <a:lnTo>
                    <a:pt x="4572" y="1693164"/>
                  </a:lnTo>
                  <a:lnTo>
                    <a:pt x="67056" y="1799844"/>
                  </a:lnTo>
                  <a:lnTo>
                    <a:pt x="83134" y="1772412"/>
                  </a:lnTo>
                  <a:lnTo>
                    <a:pt x="129540" y="1693164"/>
                  </a:lnTo>
                  <a:lnTo>
                    <a:pt x="132588" y="1687068"/>
                  </a:lnTo>
                  <a:lnTo>
                    <a:pt x="131064" y="1677924"/>
                  </a:lnTo>
                  <a:lnTo>
                    <a:pt x="123444" y="1673352"/>
                  </a:lnTo>
                  <a:lnTo>
                    <a:pt x="117348" y="1670304"/>
                  </a:lnTo>
                  <a:lnTo>
                    <a:pt x="108204" y="1671828"/>
                  </a:lnTo>
                  <a:lnTo>
                    <a:pt x="103632" y="1679448"/>
                  </a:lnTo>
                  <a:lnTo>
                    <a:pt x="80772" y="1719453"/>
                  </a:lnTo>
                  <a:lnTo>
                    <a:pt x="80772" y="80391"/>
                  </a:lnTo>
                  <a:lnTo>
                    <a:pt x="103632" y="120396"/>
                  </a:lnTo>
                  <a:lnTo>
                    <a:pt x="108204" y="128016"/>
                  </a:lnTo>
                  <a:lnTo>
                    <a:pt x="117348" y="129540"/>
                  </a:lnTo>
                  <a:lnTo>
                    <a:pt x="123444" y="126492"/>
                  </a:lnTo>
                  <a:lnTo>
                    <a:pt x="131064" y="121920"/>
                  </a:lnTo>
                  <a:lnTo>
                    <a:pt x="132588" y="112776"/>
                  </a:lnTo>
                  <a:close/>
                </a:path>
                <a:path w="1656715" h="2083434">
                  <a:moveTo>
                    <a:pt x="1656600" y="2017776"/>
                  </a:moveTo>
                  <a:lnTo>
                    <a:pt x="1630578" y="2002536"/>
                  </a:lnTo>
                  <a:lnTo>
                    <a:pt x="1549908" y="1955292"/>
                  </a:lnTo>
                  <a:lnTo>
                    <a:pt x="1543824" y="1950720"/>
                  </a:lnTo>
                  <a:lnTo>
                    <a:pt x="1534680" y="1953768"/>
                  </a:lnTo>
                  <a:lnTo>
                    <a:pt x="1531632" y="1959864"/>
                  </a:lnTo>
                  <a:lnTo>
                    <a:pt x="1527060" y="1967484"/>
                  </a:lnTo>
                  <a:lnTo>
                    <a:pt x="1528584" y="1975104"/>
                  </a:lnTo>
                  <a:lnTo>
                    <a:pt x="1536204" y="1979676"/>
                  </a:lnTo>
                  <a:lnTo>
                    <a:pt x="1574990" y="2002536"/>
                  </a:lnTo>
                  <a:lnTo>
                    <a:pt x="1092022" y="2002536"/>
                  </a:lnTo>
                  <a:lnTo>
                    <a:pt x="1130820" y="1979676"/>
                  </a:lnTo>
                  <a:lnTo>
                    <a:pt x="1136916" y="1975104"/>
                  </a:lnTo>
                  <a:lnTo>
                    <a:pt x="1139964" y="1967484"/>
                  </a:lnTo>
                  <a:lnTo>
                    <a:pt x="1135392" y="1959864"/>
                  </a:lnTo>
                  <a:lnTo>
                    <a:pt x="1132344" y="1953768"/>
                  </a:lnTo>
                  <a:lnTo>
                    <a:pt x="1123200" y="1950720"/>
                  </a:lnTo>
                  <a:lnTo>
                    <a:pt x="1117104" y="1955292"/>
                  </a:lnTo>
                  <a:lnTo>
                    <a:pt x="1008888" y="2017776"/>
                  </a:lnTo>
                  <a:lnTo>
                    <a:pt x="1117104" y="2080260"/>
                  </a:lnTo>
                  <a:lnTo>
                    <a:pt x="1123200" y="2083308"/>
                  </a:lnTo>
                  <a:lnTo>
                    <a:pt x="1132344" y="2081784"/>
                  </a:lnTo>
                  <a:lnTo>
                    <a:pt x="1135392" y="2074164"/>
                  </a:lnTo>
                  <a:lnTo>
                    <a:pt x="1139964" y="2068068"/>
                  </a:lnTo>
                  <a:lnTo>
                    <a:pt x="1136916" y="2058924"/>
                  </a:lnTo>
                  <a:lnTo>
                    <a:pt x="1130820" y="2055876"/>
                  </a:lnTo>
                  <a:lnTo>
                    <a:pt x="1089431" y="2031492"/>
                  </a:lnTo>
                  <a:lnTo>
                    <a:pt x="1577568" y="2031492"/>
                  </a:lnTo>
                  <a:lnTo>
                    <a:pt x="1536204" y="2055876"/>
                  </a:lnTo>
                  <a:lnTo>
                    <a:pt x="1528584" y="2058924"/>
                  </a:lnTo>
                  <a:lnTo>
                    <a:pt x="1527060" y="2068068"/>
                  </a:lnTo>
                  <a:lnTo>
                    <a:pt x="1531632" y="2074164"/>
                  </a:lnTo>
                  <a:lnTo>
                    <a:pt x="1534680" y="2081784"/>
                  </a:lnTo>
                  <a:lnTo>
                    <a:pt x="1543824" y="2083308"/>
                  </a:lnTo>
                  <a:lnTo>
                    <a:pt x="1549908" y="2080260"/>
                  </a:lnTo>
                  <a:lnTo>
                    <a:pt x="1633181" y="2031492"/>
                  </a:lnTo>
                  <a:lnTo>
                    <a:pt x="1656600" y="20177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141464" y="5141976"/>
              <a:ext cx="326390" cy="401320"/>
            </a:xfrm>
            <a:custGeom>
              <a:avLst/>
              <a:gdLst/>
              <a:ahLst/>
              <a:cxnLst/>
              <a:rect l="l" t="t" r="r" b="b"/>
              <a:pathLst>
                <a:path w="326390" h="401320">
                  <a:moveTo>
                    <a:pt x="326135" y="400811"/>
                  </a:moveTo>
                  <a:lnTo>
                    <a:pt x="0" y="400811"/>
                  </a:lnTo>
                  <a:lnTo>
                    <a:pt x="0" y="0"/>
                  </a:lnTo>
                  <a:lnTo>
                    <a:pt x="326135" y="0"/>
                  </a:lnTo>
                  <a:lnTo>
                    <a:pt x="326135" y="4008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218660" y="5167434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latin typeface="Microsoft Sans Serif"/>
                <a:cs typeface="Microsoft Sans Serif"/>
              </a:rPr>
              <a:t>L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521647" y="6458243"/>
            <a:ext cx="11048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latin typeface="Microsoft Sans Serif"/>
                <a:cs typeface="Microsoft Sans Serif"/>
              </a:rPr>
              <a:t>r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000503" y="3905980"/>
            <a:ext cx="6644005" cy="527685"/>
            <a:chOff x="2000503" y="3905980"/>
            <a:chExt cx="6644005" cy="527685"/>
          </a:xfrm>
        </p:grpSpPr>
        <p:sp>
          <p:nvSpPr>
            <p:cNvPr id="15" name="object 15"/>
            <p:cNvSpPr/>
            <p:nvPr/>
          </p:nvSpPr>
          <p:spPr>
            <a:xfrm>
              <a:off x="8226551" y="3959351"/>
              <a:ext cx="417830" cy="474345"/>
            </a:xfrm>
            <a:custGeom>
              <a:avLst/>
              <a:gdLst/>
              <a:ahLst/>
              <a:cxnLst/>
              <a:rect l="l" t="t" r="r" b="b"/>
              <a:pathLst>
                <a:path w="417829" h="474345">
                  <a:moveTo>
                    <a:pt x="7619" y="473964"/>
                  </a:moveTo>
                  <a:lnTo>
                    <a:pt x="0" y="466344"/>
                  </a:lnTo>
                  <a:lnTo>
                    <a:pt x="411480" y="0"/>
                  </a:lnTo>
                  <a:lnTo>
                    <a:pt x="417576" y="6096"/>
                  </a:lnTo>
                  <a:lnTo>
                    <a:pt x="7619" y="473964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007488" y="3912965"/>
              <a:ext cx="229870" cy="0"/>
            </a:xfrm>
            <a:custGeom>
              <a:avLst/>
              <a:gdLst/>
              <a:ahLst/>
              <a:cxnLst/>
              <a:rect l="l" t="t" r="r" b="b"/>
              <a:pathLst>
                <a:path w="229869">
                  <a:moveTo>
                    <a:pt x="0" y="0"/>
                  </a:moveTo>
                  <a:lnTo>
                    <a:pt x="229743" y="0"/>
                  </a:lnTo>
                </a:path>
              </a:pathLst>
            </a:custGeom>
            <a:ln w="137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600515" y="3914584"/>
              <a:ext cx="577215" cy="0"/>
            </a:xfrm>
            <a:custGeom>
              <a:avLst/>
              <a:gdLst/>
              <a:ahLst/>
              <a:cxnLst/>
              <a:rect l="l" t="t" r="r" b="b"/>
              <a:pathLst>
                <a:path w="577214">
                  <a:moveTo>
                    <a:pt x="0" y="0"/>
                  </a:moveTo>
                  <a:lnTo>
                    <a:pt x="576833" y="0"/>
                  </a:lnTo>
                </a:path>
              </a:pathLst>
            </a:custGeom>
            <a:ln w="137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990344" y="3451760"/>
            <a:ext cx="1223645" cy="81534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760095">
              <a:lnSpc>
                <a:spcPct val="100000"/>
              </a:lnSpc>
              <a:spcBef>
                <a:spcPts val="620"/>
              </a:spcBef>
            </a:pPr>
            <a:r>
              <a:rPr sz="2150" spc="-25" dirty="0">
                <a:latin typeface="Microsoft Sans Serif"/>
                <a:cs typeface="Microsoft Sans Serif"/>
              </a:rPr>
              <a:t>P</a:t>
            </a:r>
            <a:r>
              <a:rPr sz="1875" spc="-37" baseline="-26666" dirty="0">
                <a:latin typeface="Microsoft Sans Serif"/>
                <a:cs typeface="Microsoft Sans Serif"/>
              </a:rPr>
              <a:t>s</a:t>
            </a:r>
            <a:endParaRPr sz="1875" baseline="-26666">
              <a:latin typeface="Microsoft Sans Serif"/>
              <a:cs typeface="Microsoft Sans Serif"/>
            </a:endParaRPr>
          </a:p>
          <a:p>
            <a:pPr marL="38100">
              <a:lnSpc>
                <a:spcPct val="100000"/>
              </a:lnSpc>
              <a:spcBef>
                <a:spcPts val="530"/>
              </a:spcBef>
              <a:tabLst>
                <a:tab pos="622935" algn="l"/>
              </a:tabLst>
            </a:pPr>
            <a:r>
              <a:rPr sz="2150" spc="-50" dirty="0">
                <a:latin typeface="Microsoft Sans Serif"/>
                <a:cs typeface="Microsoft Sans Serif"/>
              </a:rPr>
              <a:t>A</a:t>
            </a:r>
            <a:r>
              <a:rPr sz="2150" dirty="0">
                <a:latin typeface="Microsoft Sans Serif"/>
                <a:cs typeface="Microsoft Sans Serif"/>
              </a:rPr>
              <a:t>	</a:t>
            </a:r>
            <a:r>
              <a:rPr sz="2150" spc="-20" dirty="0">
                <a:latin typeface="Microsoft Sans Serif"/>
                <a:cs typeface="Microsoft Sans Serif"/>
              </a:rPr>
              <a:t>2</a:t>
            </a:r>
            <a:r>
              <a:rPr sz="2150" spc="-20" dirty="0">
                <a:latin typeface="Cambria"/>
                <a:cs typeface="Cambria"/>
              </a:rPr>
              <a:t>π</a:t>
            </a:r>
            <a:r>
              <a:rPr sz="2150" spc="-20" dirty="0">
                <a:latin typeface="Microsoft Sans Serif"/>
                <a:cs typeface="Microsoft Sans Serif"/>
              </a:rPr>
              <a:t>rL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40314" y="3486389"/>
            <a:ext cx="38474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All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energy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emitted by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source</a:t>
            </a:r>
            <a:r>
              <a:rPr sz="1800" spc="-20" dirty="0">
                <a:latin typeface="Microsoft Sans Serif"/>
                <a:cs typeface="Microsoft Sans Serif"/>
              </a:rPr>
              <a:t> must </a:t>
            </a:r>
            <a:r>
              <a:rPr sz="1800" dirty="0">
                <a:latin typeface="Microsoft Sans Serif"/>
                <a:cs typeface="Microsoft Sans Serif"/>
              </a:rPr>
              <a:t>pass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009900"/>
                </a:solidFill>
                <a:latin typeface="Microsoft Sans Serif"/>
                <a:cs typeface="Microsoft Sans Serif"/>
              </a:rPr>
              <a:t>radially</a:t>
            </a:r>
            <a:r>
              <a:rPr sz="1800" spc="15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through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cylinder.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675000" y="4713827"/>
            <a:ext cx="1786255" cy="0"/>
          </a:xfrm>
          <a:custGeom>
            <a:avLst/>
            <a:gdLst/>
            <a:ahLst/>
            <a:cxnLst/>
            <a:rect l="l" t="t" r="r" b="b"/>
            <a:pathLst>
              <a:path w="1786254">
                <a:moveTo>
                  <a:pt x="0" y="0"/>
                </a:moveTo>
                <a:lnTo>
                  <a:pt x="1785937" y="0"/>
                </a:lnTo>
              </a:path>
            </a:pathLst>
          </a:custGeom>
          <a:ln w="137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787644" y="4486374"/>
            <a:ext cx="114300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spc="-50" dirty="0">
                <a:latin typeface="Microsoft Sans Serif"/>
                <a:cs typeface="Microsoft Sans Serif"/>
              </a:rPr>
              <a:t>2</a:t>
            </a:r>
            <a:endParaRPr sz="125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39211" y="4319476"/>
            <a:ext cx="1413510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latin typeface="Microsoft Sans Serif"/>
                <a:cs typeface="Microsoft Sans Serif"/>
              </a:rPr>
              <a:t>1.6</a:t>
            </a:r>
            <a:r>
              <a:rPr sz="2150" spc="-270" dirty="0">
                <a:latin typeface="Microsoft Sans Serif"/>
                <a:cs typeface="Microsoft Sans Serif"/>
              </a:rPr>
              <a:t> </a:t>
            </a:r>
            <a:r>
              <a:rPr sz="2150" spc="60" dirty="0">
                <a:latin typeface="Cambria"/>
                <a:cs typeface="Cambria"/>
              </a:rPr>
              <a:t>×</a:t>
            </a:r>
            <a:r>
              <a:rPr sz="2150" spc="60" dirty="0">
                <a:latin typeface="Microsoft Sans Serif"/>
                <a:cs typeface="Microsoft Sans Serif"/>
              </a:rPr>
              <a:t>10</a:t>
            </a:r>
            <a:r>
              <a:rPr sz="1875" spc="89" baseline="42222" dirty="0">
                <a:latin typeface="Microsoft Sans Serif"/>
                <a:cs typeface="Microsoft Sans Serif"/>
              </a:rPr>
              <a:t>4</a:t>
            </a:r>
            <a:r>
              <a:rPr sz="1875" spc="375" baseline="42222" dirty="0">
                <a:latin typeface="Microsoft Sans Serif"/>
                <a:cs typeface="Microsoft Sans Serif"/>
              </a:rPr>
              <a:t> </a:t>
            </a:r>
            <a:r>
              <a:rPr sz="2150" spc="-50" dirty="0">
                <a:latin typeface="Microsoft Sans Serif"/>
                <a:cs typeface="Microsoft Sans Serif"/>
              </a:rPr>
              <a:t>W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433319" y="4493212"/>
            <a:ext cx="177165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spc="-50" dirty="0">
                <a:latin typeface="Cambria"/>
                <a:cs typeface="Cambria"/>
              </a:rPr>
              <a:t>=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31190" y="4493212"/>
            <a:ext cx="1277620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latin typeface="Cambria"/>
                <a:cs typeface="Cambria"/>
              </a:rPr>
              <a:t>=</a:t>
            </a:r>
            <a:r>
              <a:rPr sz="2150" spc="80" dirty="0">
                <a:latin typeface="Cambria"/>
                <a:cs typeface="Cambria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21</a:t>
            </a:r>
            <a:r>
              <a:rPr sz="2150" spc="-14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W</a:t>
            </a:r>
            <a:r>
              <a:rPr sz="2150" spc="-4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/</a:t>
            </a:r>
            <a:r>
              <a:rPr sz="2150" spc="-300" dirty="0">
                <a:latin typeface="Microsoft Sans Serif"/>
                <a:cs typeface="Microsoft Sans Serif"/>
              </a:rPr>
              <a:t> </a:t>
            </a:r>
            <a:r>
              <a:rPr sz="2150" spc="-50" dirty="0">
                <a:latin typeface="Microsoft Sans Serif"/>
                <a:cs typeface="Microsoft Sans Serif"/>
              </a:rPr>
              <a:t>m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675635" y="4709620"/>
            <a:ext cx="1795145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spc="-25" dirty="0">
                <a:latin typeface="Microsoft Sans Serif"/>
                <a:cs typeface="Microsoft Sans Serif"/>
              </a:rPr>
              <a:t>2</a:t>
            </a:r>
            <a:r>
              <a:rPr sz="2150" spc="-25" dirty="0">
                <a:latin typeface="Cambria"/>
                <a:cs typeface="Cambria"/>
              </a:rPr>
              <a:t>π</a:t>
            </a:r>
            <a:r>
              <a:rPr sz="2150" spc="-25" dirty="0">
                <a:latin typeface="Microsoft Sans Serif"/>
                <a:cs typeface="Microsoft Sans Serif"/>
              </a:rPr>
              <a:t>(12m)(10</a:t>
            </a:r>
            <a:r>
              <a:rPr sz="2150" spc="-300" dirty="0">
                <a:latin typeface="Microsoft Sans Serif"/>
                <a:cs typeface="Microsoft Sans Serif"/>
              </a:rPr>
              <a:t> </a:t>
            </a:r>
            <a:r>
              <a:rPr sz="2150" spc="-35" dirty="0">
                <a:latin typeface="Microsoft Sans Serif"/>
                <a:cs typeface="Microsoft Sans Serif"/>
              </a:rPr>
              <a:t>m)</a:t>
            </a:r>
            <a:endParaRPr sz="2150">
              <a:latin typeface="Microsoft Sans Serif"/>
              <a:cs typeface="Microsoft Sans Serif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8497823" y="5239511"/>
            <a:ext cx="226060" cy="299085"/>
            <a:chOff x="8497823" y="5239511"/>
            <a:chExt cx="226060" cy="299085"/>
          </a:xfrm>
        </p:grpSpPr>
        <p:sp>
          <p:nvSpPr>
            <p:cNvPr id="27" name="object 27"/>
            <p:cNvSpPr/>
            <p:nvPr/>
          </p:nvSpPr>
          <p:spPr>
            <a:xfrm>
              <a:off x="8502396" y="5244083"/>
              <a:ext cx="216535" cy="288290"/>
            </a:xfrm>
            <a:custGeom>
              <a:avLst/>
              <a:gdLst/>
              <a:ahLst/>
              <a:cxnLst/>
              <a:rect l="l" t="t" r="r" b="b"/>
              <a:pathLst>
                <a:path w="216534" h="288289">
                  <a:moveTo>
                    <a:pt x="108204" y="288035"/>
                  </a:moveTo>
                  <a:lnTo>
                    <a:pt x="66222" y="276796"/>
                  </a:lnTo>
                  <a:lnTo>
                    <a:pt x="31813" y="246125"/>
                  </a:lnTo>
                  <a:lnTo>
                    <a:pt x="8548" y="200596"/>
                  </a:lnTo>
                  <a:lnTo>
                    <a:pt x="0" y="144779"/>
                  </a:lnTo>
                  <a:lnTo>
                    <a:pt x="8548" y="88082"/>
                  </a:lnTo>
                  <a:lnTo>
                    <a:pt x="31813" y="42100"/>
                  </a:lnTo>
                  <a:lnTo>
                    <a:pt x="66222" y="11263"/>
                  </a:lnTo>
                  <a:lnTo>
                    <a:pt x="108204" y="0"/>
                  </a:lnTo>
                  <a:lnTo>
                    <a:pt x="150185" y="11263"/>
                  </a:lnTo>
                  <a:lnTo>
                    <a:pt x="184594" y="42100"/>
                  </a:lnTo>
                  <a:lnTo>
                    <a:pt x="207859" y="88082"/>
                  </a:lnTo>
                  <a:lnTo>
                    <a:pt x="216407" y="144779"/>
                  </a:lnTo>
                  <a:lnTo>
                    <a:pt x="207859" y="200596"/>
                  </a:lnTo>
                  <a:lnTo>
                    <a:pt x="184594" y="246125"/>
                  </a:lnTo>
                  <a:lnTo>
                    <a:pt x="150185" y="276796"/>
                  </a:lnTo>
                  <a:lnTo>
                    <a:pt x="108204" y="28803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497823" y="5239511"/>
              <a:ext cx="226060" cy="299085"/>
            </a:xfrm>
            <a:custGeom>
              <a:avLst/>
              <a:gdLst/>
              <a:ahLst/>
              <a:cxnLst/>
              <a:rect l="l" t="t" r="r" b="b"/>
              <a:pathLst>
                <a:path w="226059" h="299085">
                  <a:moveTo>
                    <a:pt x="112776" y="298704"/>
                  </a:moveTo>
                  <a:lnTo>
                    <a:pt x="102108" y="297180"/>
                  </a:lnTo>
                  <a:lnTo>
                    <a:pt x="89916" y="295656"/>
                  </a:lnTo>
                  <a:lnTo>
                    <a:pt x="68580" y="286512"/>
                  </a:lnTo>
                  <a:lnTo>
                    <a:pt x="33528" y="254508"/>
                  </a:lnTo>
                  <a:lnTo>
                    <a:pt x="13716" y="219456"/>
                  </a:lnTo>
                  <a:lnTo>
                    <a:pt x="3048" y="178308"/>
                  </a:lnTo>
                  <a:lnTo>
                    <a:pt x="0" y="149352"/>
                  </a:lnTo>
                  <a:lnTo>
                    <a:pt x="3048" y="118872"/>
                  </a:lnTo>
                  <a:lnTo>
                    <a:pt x="13716" y="77724"/>
                  </a:lnTo>
                  <a:lnTo>
                    <a:pt x="33528" y="44196"/>
                  </a:lnTo>
                  <a:lnTo>
                    <a:pt x="68580" y="12192"/>
                  </a:lnTo>
                  <a:lnTo>
                    <a:pt x="100584" y="0"/>
                  </a:lnTo>
                  <a:lnTo>
                    <a:pt x="124968" y="0"/>
                  </a:lnTo>
                  <a:lnTo>
                    <a:pt x="146304" y="6096"/>
                  </a:lnTo>
                  <a:lnTo>
                    <a:pt x="151638" y="9144"/>
                  </a:lnTo>
                  <a:lnTo>
                    <a:pt x="103632" y="9144"/>
                  </a:lnTo>
                  <a:lnTo>
                    <a:pt x="92964" y="12192"/>
                  </a:lnTo>
                  <a:lnTo>
                    <a:pt x="56388" y="32004"/>
                  </a:lnTo>
                  <a:lnTo>
                    <a:pt x="48768" y="41148"/>
                  </a:lnTo>
                  <a:lnTo>
                    <a:pt x="41148" y="48768"/>
                  </a:lnTo>
                  <a:lnTo>
                    <a:pt x="18288" y="94488"/>
                  </a:lnTo>
                  <a:lnTo>
                    <a:pt x="10668" y="134112"/>
                  </a:lnTo>
                  <a:lnTo>
                    <a:pt x="9144" y="149352"/>
                  </a:lnTo>
                  <a:lnTo>
                    <a:pt x="12192" y="176784"/>
                  </a:lnTo>
                  <a:lnTo>
                    <a:pt x="22860" y="216408"/>
                  </a:lnTo>
                  <a:lnTo>
                    <a:pt x="41148" y="248412"/>
                  </a:lnTo>
                  <a:lnTo>
                    <a:pt x="47244" y="257556"/>
                  </a:lnTo>
                  <a:lnTo>
                    <a:pt x="82296" y="281940"/>
                  </a:lnTo>
                  <a:lnTo>
                    <a:pt x="102108" y="288036"/>
                  </a:lnTo>
                  <a:lnTo>
                    <a:pt x="153924" y="288036"/>
                  </a:lnTo>
                  <a:lnTo>
                    <a:pt x="147828" y="291084"/>
                  </a:lnTo>
                  <a:lnTo>
                    <a:pt x="135636" y="295656"/>
                  </a:lnTo>
                  <a:lnTo>
                    <a:pt x="124968" y="297180"/>
                  </a:lnTo>
                  <a:lnTo>
                    <a:pt x="112776" y="298704"/>
                  </a:lnTo>
                  <a:close/>
                </a:path>
                <a:path w="226059" h="299085">
                  <a:moveTo>
                    <a:pt x="153924" y="288036"/>
                  </a:moveTo>
                  <a:lnTo>
                    <a:pt x="123444" y="288036"/>
                  </a:lnTo>
                  <a:lnTo>
                    <a:pt x="132588" y="286512"/>
                  </a:lnTo>
                  <a:lnTo>
                    <a:pt x="143256" y="281940"/>
                  </a:lnTo>
                  <a:lnTo>
                    <a:pt x="178307" y="257556"/>
                  </a:lnTo>
                  <a:lnTo>
                    <a:pt x="204216" y="216408"/>
                  </a:lnTo>
                  <a:lnTo>
                    <a:pt x="207264" y="204216"/>
                  </a:lnTo>
                  <a:lnTo>
                    <a:pt x="211836" y="190500"/>
                  </a:lnTo>
                  <a:lnTo>
                    <a:pt x="213360" y="176784"/>
                  </a:lnTo>
                  <a:lnTo>
                    <a:pt x="216407" y="163068"/>
                  </a:lnTo>
                  <a:lnTo>
                    <a:pt x="216407" y="134112"/>
                  </a:lnTo>
                  <a:lnTo>
                    <a:pt x="208788" y="94488"/>
                  </a:lnTo>
                  <a:lnTo>
                    <a:pt x="192024" y="59436"/>
                  </a:lnTo>
                  <a:lnTo>
                    <a:pt x="161543" y="25908"/>
                  </a:lnTo>
                  <a:lnTo>
                    <a:pt x="112776" y="9144"/>
                  </a:lnTo>
                  <a:lnTo>
                    <a:pt x="151638" y="9144"/>
                  </a:lnTo>
                  <a:lnTo>
                    <a:pt x="167640" y="18288"/>
                  </a:lnTo>
                  <a:lnTo>
                    <a:pt x="185928" y="33528"/>
                  </a:lnTo>
                  <a:lnTo>
                    <a:pt x="193548" y="44196"/>
                  </a:lnTo>
                  <a:lnTo>
                    <a:pt x="199643" y="54864"/>
                  </a:lnTo>
                  <a:lnTo>
                    <a:pt x="207264" y="65532"/>
                  </a:lnTo>
                  <a:lnTo>
                    <a:pt x="211836" y="77724"/>
                  </a:lnTo>
                  <a:lnTo>
                    <a:pt x="220980" y="105156"/>
                  </a:lnTo>
                  <a:lnTo>
                    <a:pt x="224028" y="118872"/>
                  </a:lnTo>
                  <a:lnTo>
                    <a:pt x="225552" y="134112"/>
                  </a:lnTo>
                  <a:lnTo>
                    <a:pt x="225552" y="164592"/>
                  </a:lnTo>
                  <a:lnTo>
                    <a:pt x="211836" y="219456"/>
                  </a:lnTo>
                  <a:lnTo>
                    <a:pt x="193548" y="254508"/>
                  </a:lnTo>
                  <a:lnTo>
                    <a:pt x="156972" y="286512"/>
                  </a:lnTo>
                  <a:lnTo>
                    <a:pt x="153924" y="2880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8837660" y="5133843"/>
            <a:ext cx="84328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Detector </a:t>
            </a:r>
            <a:r>
              <a:rPr sz="1600" dirty="0">
                <a:solidFill>
                  <a:srgbClr val="FF5050"/>
                </a:solidFill>
                <a:latin typeface="Microsoft Sans Serif"/>
                <a:cs typeface="Microsoft Sans Serif"/>
              </a:rPr>
              <a:t>Area</a:t>
            </a:r>
            <a:r>
              <a:rPr sz="1600" spc="-85" dirty="0">
                <a:solidFill>
                  <a:srgbClr val="FF5050"/>
                </a:solidFill>
                <a:latin typeface="Microsoft Sans Serif"/>
                <a:cs typeface="Microsoft Sans Serif"/>
              </a:rPr>
              <a:t> </a:t>
            </a:r>
            <a:r>
              <a:rPr sz="1600" spc="-25" dirty="0">
                <a:solidFill>
                  <a:srgbClr val="FF5050"/>
                </a:solidFill>
                <a:latin typeface="Microsoft Sans Serif"/>
                <a:cs typeface="Microsoft Sans Serif"/>
              </a:rPr>
              <a:t>A</a:t>
            </a:r>
            <a:r>
              <a:rPr sz="1575" spc="-37" baseline="-21164" dirty="0">
                <a:solidFill>
                  <a:srgbClr val="FF5050"/>
                </a:solidFill>
                <a:latin typeface="Microsoft Sans Serif"/>
                <a:cs typeface="Microsoft Sans Serif"/>
              </a:rPr>
              <a:t>d</a:t>
            </a:r>
            <a:endParaRPr sz="1575" baseline="-21164">
              <a:latin typeface="Microsoft Sans Serif"/>
              <a:cs typeface="Microsoft Sans Serif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049272" y="5235922"/>
            <a:ext cx="209550" cy="356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150" spc="-50" dirty="0">
                <a:latin typeface="Microsoft Sans Serif"/>
                <a:cs typeface="Microsoft Sans Serif"/>
              </a:rPr>
              <a:t>P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623059" y="5309074"/>
            <a:ext cx="793115" cy="67818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ts val="2555"/>
              </a:lnSpc>
              <a:spcBef>
                <a:spcPts val="120"/>
              </a:spcBef>
              <a:tabLst>
                <a:tab pos="593725" algn="l"/>
              </a:tabLst>
            </a:pPr>
            <a:r>
              <a:rPr sz="3225" baseline="-21963" dirty="0">
                <a:latin typeface="Microsoft Sans Serif"/>
                <a:cs typeface="Microsoft Sans Serif"/>
              </a:rPr>
              <a:t>I </a:t>
            </a:r>
            <a:r>
              <a:rPr sz="3225" baseline="-21963" dirty="0">
                <a:latin typeface="Cambria"/>
                <a:cs typeface="Cambria"/>
              </a:rPr>
              <a:t>=</a:t>
            </a:r>
            <a:r>
              <a:rPr sz="3225" spc="209" baseline="-21963" dirty="0">
                <a:latin typeface="Cambria"/>
                <a:cs typeface="Cambria"/>
              </a:rPr>
              <a:t> </a:t>
            </a:r>
            <a:r>
              <a:rPr sz="1250" u="sng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	</a:t>
            </a:r>
            <a:r>
              <a:rPr sz="1250" u="sng" spc="-5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d</a:t>
            </a:r>
            <a:r>
              <a:rPr sz="1250" u="sng" spc="50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endParaRPr sz="1250">
              <a:latin typeface="Microsoft Sans Serif"/>
              <a:cs typeface="Microsoft Sans Serif"/>
            </a:endParaRPr>
          </a:p>
          <a:p>
            <a:pPr marL="424815">
              <a:lnSpc>
                <a:spcPts val="2555"/>
              </a:lnSpc>
            </a:pPr>
            <a:r>
              <a:rPr sz="2150" spc="45" dirty="0">
                <a:latin typeface="Microsoft Sans Serif"/>
                <a:cs typeface="Microsoft Sans Serif"/>
              </a:rPr>
              <a:t>A</a:t>
            </a:r>
            <a:r>
              <a:rPr sz="1875" spc="67" baseline="-26666" dirty="0">
                <a:latin typeface="Microsoft Sans Serif"/>
                <a:cs typeface="Microsoft Sans Serif"/>
              </a:rPr>
              <a:t>d</a:t>
            </a:r>
            <a:endParaRPr sz="1875" baseline="-26666">
              <a:latin typeface="Microsoft Sans Serif"/>
              <a:cs typeface="Microsoft Sans Serif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614932" y="6190498"/>
            <a:ext cx="5493385" cy="40576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50800">
              <a:lnSpc>
                <a:spcPts val="2030"/>
              </a:lnSpc>
              <a:spcBef>
                <a:spcPts val="114"/>
              </a:spcBef>
              <a:tabLst>
                <a:tab pos="393065" algn="l"/>
                <a:tab pos="1063625" algn="l"/>
              </a:tabLst>
            </a:pPr>
            <a:r>
              <a:rPr sz="2150" spc="-50" dirty="0">
                <a:latin typeface="Microsoft Sans Serif"/>
                <a:cs typeface="Microsoft Sans Serif"/>
              </a:rPr>
              <a:t>P</a:t>
            </a:r>
            <a:r>
              <a:rPr sz="2150" dirty="0">
                <a:latin typeface="Microsoft Sans Serif"/>
                <a:cs typeface="Microsoft Sans Serif"/>
              </a:rPr>
              <a:t>	</a:t>
            </a:r>
            <a:r>
              <a:rPr sz="2150" dirty="0">
                <a:latin typeface="Cambria"/>
                <a:cs typeface="Cambria"/>
              </a:rPr>
              <a:t>=</a:t>
            </a:r>
            <a:r>
              <a:rPr sz="2150" spc="-75" dirty="0">
                <a:latin typeface="Cambria"/>
                <a:cs typeface="Cambria"/>
              </a:rPr>
              <a:t> </a:t>
            </a:r>
            <a:r>
              <a:rPr sz="2150" spc="-25" dirty="0">
                <a:latin typeface="Microsoft Sans Serif"/>
                <a:cs typeface="Microsoft Sans Serif"/>
              </a:rPr>
              <a:t>IA</a:t>
            </a:r>
            <a:r>
              <a:rPr sz="2150" dirty="0">
                <a:latin typeface="Microsoft Sans Serif"/>
                <a:cs typeface="Microsoft Sans Serif"/>
              </a:rPr>
              <a:t>	</a:t>
            </a:r>
            <a:r>
              <a:rPr sz="2150" dirty="0">
                <a:latin typeface="Cambria"/>
                <a:cs typeface="Cambria"/>
              </a:rPr>
              <a:t>=</a:t>
            </a:r>
            <a:r>
              <a:rPr sz="2150" spc="45" dirty="0">
                <a:latin typeface="Cambria"/>
                <a:cs typeface="Cambria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(21W</a:t>
            </a:r>
            <a:r>
              <a:rPr sz="2150" spc="-1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/</a:t>
            </a:r>
            <a:r>
              <a:rPr sz="2150" spc="-254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m</a:t>
            </a:r>
            <a:r>
              <a:rPr sz="1875" baseline="44444" dirty="0">
                <a:latin typeface="Microsoft Sans Serif"/>
                <a:cs typeface="Microsoft Sans Serif"/>
              </a:rPr>
              <a:t>2</a:t>
            </a:r>
            <a:r>
              <a:rPr sz="1875" spc="-60" baseline="44444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)(2.0</a:t>
            </a:r>
            <a:r>
              <a:rPr sz="2150" spc="-240" dirty="0">
                <a:latin typeface="Microsoft Sans Serif"/>
                <a:cs typeface="Microsoft Sans Serif"/>
              </a:rPr>
              <a:t> </a:t>
            </a:r>
            <a:r>
              <a:rPr sz="2150" spc="65" dirty="0">
                <a:solidFill>
                  <a:srgbClr val="0000FF"/>
                </a:solidFill>
                <a:latin typeface="Cambria"/>
                <a:cs typeface="Cambria"/>
              </a:rPr>
              <a:t>×</a:t>
            </a:r>
            <a:r>
              <a:rPr sz="2150" spc="65" dirty="0">
                <a:solidFill>
                  <a:srgbClr val="0000FF"/>
                </a:solidFill>
                <a:latin typeface="Microsoft Sans Serif"/>
                <a:cs typeface="Microsoft Sans Serif"/>
              </a:rPr>
              <a:t>10</a:t>
            </a:r>
            <a:r>
              <a:rPr sz="1875" spc="97" baseline="44444" dirty="0">
                <a:solidFill>
                  <a:srgbClr val="0000FF"/>
                </a:solidFill>
                <a:latin typeface="Cambria"/>
                <a:cs typeface="Cambria"/>
              </a:rPr>
              <a:t>–</a:t>
            </a:r>
            <a:r>
              <a:rPr sz="1875" spc="97" baseline="44444" dirty="0">
                <a:solidFill>
                  <a:srgbClr val="0000FF"/>
                </a:solidFill>
                <a:latin typeface="Microsoft Sans Serif"/>
                <a:cs typeface="Microsoft Sans Serif"/>
              </a:rPr>
              <a:t>4</a:t>
            </a:r>
            <a:r>
              <a:rPr sz="1875" spc="-172" baseline="44444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m</a:t>
            </a:r>
            <a:r>
              <a:rPr sz="1875" baseline="44444" dirty="0">
                <a:latin typeface="Microsoft Sans Serif"/>
                <a:cs typeface="Microsoft Sans Serif"/>
              </a:rPr>
              <a:t>2</a:t>
            </a:r>
            <a:r>
              <a:rPr sz="1875" spc="-7" baseline="44444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)</a:t>
            </a:r>
            <a:r>
              <a:rPr sz="2150" spc="-4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Cambria"/>
                <a:cs typeface="Cambria"/>
              </a:rPr>
              <a:t>=</a:t>
            </a:r>
            <a:r>
              <a:rPr sz="2150" spc="180" dirty="0">
                <a:latin typeface="Cambria"/>
                <a:cs typeface="Cambria"/>
              </a:rPr>
              <a:t> </a:t>
            </a:r>
            <a:r>
              <a:rPr sz="2150" spc="50" dirty="0">
                <a:latin typeface="Microsoft Sans Serif"/>
                <a:cs typeface="Microsoft Sans Serif"/>
              </a:rPr>
              <a:t>4.2mW</a:t>
            </a:r>
            <a:endParaRPr sz="2150">
              <a:latin typeface="Microsoft Sans Serif"/>
              <a:cs typeface="Microsoft Sans Serif"/>
            </a:endParaRPr>
          </a:p>
          <a:p>
            <a:pPr marL="207645">
              <a:lnSpc>
                <a:spcPts val="950"/>
              </a:lnSpc>
              <a:tabLst>
                <a:tab pos="878840" algn="l"/>
              </a:tabLst>
            </a:pPr>
            <a:r>
              <a:rPr sz="1250" spc="-50" dirty="0">
                <a:latin typeface="Microsoft Sans Serif"/>
                <a:cs typeface="Microsoft Sans Serif"/>
              </a:rPr>
              <a:t>d</a:t>
            </a:r>
            <a:r>
              <a:rPr sz="1250" dirty="0">
                <a:latin typeface="Microsoft Sans Serif"/>
                <a:cs typeface="Microsoft Sans Serif"/>
              </a:rPr>
              <a:t>	</a:t>
            </a:r>
            <a:r>
              <a:rPr sz="1250" spc="-50" dirty="0">
                <a:latin typeface="Microsoft Sans Serif"/>
                <a:cs typeface="Microsoft Sans Serif"/>
              </a:rPr>
              <a:t>d</a:t>
            </a:r>
            <a:endParaRPr sz="1250">
              <a:latin typeface="Microsoft Sans Serif"/>
              <a:cs typeface="Microsoft Sans Serif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129306" y="3661439"/>
            <a:ext cx="1431925" cy="356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513080" algn="l"/>
                <a:tab pos="1241425" algn="l"/>
              </a:tabLst>
            </a:pPr>
            <a:r>
              <a:rPr sz="2000" spc="-25" dirty="0">
                <a:latin typeface="Microsoft Sans Serif"/>
                <a:cs typeface="Microsoft Sans Serif"/>
              </a:rPr>
              <a:t>(a)</a:t>
            </a:r>
            <a:r>
              <a:rPr sz="2000" dirty="0">
                <a:latin typeface="Microsoft Sans Serif"/>
                <a:cs typeface="Microsoft Sans Serif"/>
              </a:rPr>
              <a:t>	</a:t>
            </a:r>
            <a:r>
              <a:rPr sz="3225" baseline="-6459" dirty="0">
                <a:latin typeface="Microsoft Sans Serif"/>
                <a:cs typeface="Microsoft Sans Serif"/>
              </a:rPr>
              <a:t>I</a:t>
            </a:r>
            <a:r>
              <a:rPr sz="3225" spc="-195" baseline="-6459" dirty="0">
                <a:latin typeface="Microsoft Sans Serif"/>
                <a:cs typeface="Microsoft Sans Serif"/>
              </a:rPr>
              <a:t> </a:t>
            </a:r>
            <a:r>
              <a:rPr sz="3225" baseline="-6459" dirty="0">
                <a:latin typeface="Cambria"/>
                <a:cs typeface="Cambria"/>
              </a:rPr>
              <a:t>=</a:t>
            </a:r>
            <a:r>
              <a:rPr sz="3225" spc="434" baseline="-6459" dirty="0">
                <a:latin typeface="Cambria"/>
                <a:cs typeface="Cambria"/>
              </a:rPr>
              <a:t> </a:t>
            </a:r>
            <a:r>
              <a:rPr sz="3225" spc="-75" baseline="28423" dirty="0">
                <a:latin typeface="Microsoft Sans Serif"/>
                <a:cs typeface="Microsoft Sans Serif"/>
              </a:rPr>
              <a:t>P</a:t>
            </a:r>
            <a:r>
              <a:rPr sz="3225" baseline="28423" dirty="0">
                <a:latin typeface="Microsoft Sans Serif"/>
                <a:cs typeface="Microsoft Sans Serif"/>
              </a:rPr>
              <a:t>	</a:t>
            </a:r>
            <a:r>
              <a:rPr sz="3225" spc="-75" baseline="-6459" dirty="0">
                <a:latin typeface="Cambria"/>
                <a:cs typeface="Cambria"/>
              </a:rPr>
              <a:t>=</a:t>
            </a:r>
            <a:endParaRPr sz="3225" baseline="-6459">
              <a:latin typeface="Cambria"/>
              <a:cs typeface="Cambr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154706" y="5373103"/>
            <a:ext cx="3371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Microsoft Sans Serif"/>
                <a:cs typeface="Microsoft Sans Serif"/>
              </a:rPr>
              <a:t>(b)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pc="-10" dirty="0"/>
              <a:t>17-</a:t>
            </a:r>
            <a:r>
              <a:rPr dirty="0"/>
              <a:t>5</a:t>
            </a:r>
            <a:r>
              <a:rPr spc="-45" dirty="0"/>
              <a:t> </a:t>
            </a:r>
            <a:r>
              <a:rPr dirty="0"/>
              <a:t>Intensity</a:t>
            </a:r>
            <a:r>
              <a:rPr spc="-3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Sound</a:t>
            </a:r>
            <a:r>
              <a:rPr spc="-35" dirty="0"/>
              <a:t> </a:t>
            </a:r>
            <a:r>
              <a:rPr spc="-10" dirty="0"/>
              <a:t>Level </a:t>
            </a:r>
            <a:r>
              <a:rPr dirty="0">
                <a:solidFill>
                  <a:srgbClr val="E10000"/>
                </a:solidFill>
              </a:rPr>
              <a:t>Example</a:t>
            </a:r>
            <a:r>
              <a:rPr spc="-60" dirty="0">
                <a:solidFill>
                  <a:srgbClr val="E10000"/>
                </a:solidFill>
              </a:rPr>
              <a:t> </a:t>
            </a:r>
            <a:r>
              <a:rPr spc="-50" dirty="0">
                <a:solidFill>
                  <a:srgbClr val="E10000"/>
                </a:solidFill>
              </a:rPr>
              <a:t>5</a:t>
            </a:r>
          </a:p>
        </p:txBody>
      </p:sp>
      <p:sp>
        <p:nvSpPr>
          <p:cNvPr id="36" name="object 36"/>
          <p:cNvSpPr/>
          <p:nvPr/>
        </p:nvSpPr>
        <p:spPr>
          <a:xfrm>
            <a:off x="792479" y="370331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2852" y="6819900"/>
                </a:moveTo>
                <a:lnTo>
                  <a:pt x="3048" y="6819900"/>
                </a:lnTo>
                <a:lnTo>
                  <a:pt x="0" y="6816851"/>
                </a:lnTo>
                <a:lnTo>
                  <a:pt x="0" y="3048"/>
                </a:lnTo>
                <a:lnTo>
                  <a:pt x="3048" y="0"/>
                </a:lnTo>
                <a:lnTo>
                  <a:pt x="9102852" y="0"/>
                </a:lnTo>
                <a:lnTo>
                  <a:pt x="9105900" y="3048"/>
                </a:lnTo>
                <a:lnTo>
                  <a:pt x="9105900" y="6096"/>
                </a:ln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lnTo>
                  <a:pt x="12192" y="6807708"/>
                </a:lnTo>
                <a:lnTo>
                  <a:pt x="6096" y="6807708"/>
                </a:lnTo>
                <a:lnTo>
                  <a:pt x="12192" y="6813803"/>
                </a:lnTo>
                <a:lnTo>
                  <a:pt x="9105900" y="6813803"/>
                </a:lnTo>
                <a:lnTo>
                  <a:pt x="9105900" y="6816851"/>
                </a:lnTo>
                <a:lnTo>
                  <a:pt x="9102852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close/>
              </a:path>
              <a:path w="9105900" h="6819900">
                <a:moveTo>
                  <a:pt x="9093707" y="12192"/>
                </a:moveTo>
                <a:lnTo>
                  <a:pt x="12192" y="12192"/>
                </a:lnTo>
                <a:lnTo>
                  <a:pt x="12192" y="6096"/>
                </a:lnTo>
                <a:lnTo>
                  <a:pt x="9093707" y="6096"/>
                </a:lnTo>
                <a:lnTo>
                  <a:pt x="9093707" y="12192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9093707" y="6096"/>
                </a:lnTo>
                <a:lnTo>
                  <a:pt x="9099804" y="12192"/>
                </a:lnTo>
                <a:lnTo>
                  <a:pt x="9105900" y="12192"/>
                </a:lnTo>
                <a:lnTo>
                  <a:pt x="9105900" y="6807708"/>
                </a:lnTo>
                <a:lnTo>
                  <a:pt x="9099804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12192"/>
                </a:moveTo>
                <a:lnTo>
                  <a:pt x="9099804" y="12192"/>
                </a:lnTo>
                <a:lnTo>
                  <a:pt x="9093707" y="6096"/>
                </a:lnTo>
                <a:lnTo>
                  <a:pt x="9105900" y="6096"/>
                </a:lnTo>
                <a:lnTo>
                  <a:pt x="9105900" y="12192"/>
                </a:lnTo>
                <a:close/>
              </a:path>
              <a:path w="9105900" h="6819900">
                <a:moveTo>
                  <a:pt x="12192" y="6813803"/>
                </a:moveTo>
                <a:lnTo>
                  <a:pt x="6096" y="6807708"/>
                </a:lnTo>
                <a:lnTo>
                  <a:pt x="12192" y="6807708"/>
                </a:lnTo>
                <a:lnTo>
                  <a:pt x="12192" y="6813803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12192" y="6813803"/>
                </a:lnTo>
                <a:lnTo>
                  <a:pt x="12192" y="6807708"/>
                </a:lnTo>
                <a:lnTo>
                  <a:pt x="9093707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6813803"/>
                </a:moveTo>
                <a:lnTo>
                  <a:pt x="9093707" y="6813803"/>
                </a:lnTo>
                <a:lnTo>
                  <a:pt x="9099804" y="6807708"/>
                </a:lnTo>
                <a:lnTo>
                  <a:pt x="9105900" y="6807708"/>
                </a:lnTo>
                <a:lnTo>
                  <a:pt x="9105900" y="6813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1049573" y="3205932"/>
            <a:ext cx="94361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Solution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950975" y="3177540"/>
            <a:ext cx="8789035" cy="3876040"/>
          </a:xfrm>
          <a:custGeom>
            <a:avLst/>
            <a:gdLst/>
            <a:ahLst/>
            <a:cxnLst/>
            <a:rect l="l" t="t" r="r" b="b"/>
            <a:pathLst>
              <a:path w="8789035" h="3876040">
                <a:moveTo>
                  <a:pt x="8788907" y="3875532"/>
                </a:moveTo>
                <a:lnTo>
                  <a:pt x="0" y="3875532"/>
                </a:lnTo>
                <a:lnTo>
                  <a:pt x="0" y="0"/>
                </a:lnTo>
                <a:lnTo>
                  <a:pt x="8788907" y="0"/>
                </a:lnTo>
                <a:lnTo>
                  <a:pt x="8788907" y="4572"/>
                </a:lnTo>
                <a:lnTo>
                  <a:pt x="9144" y="4572"/>
                </a:lnTo>
                <a:lnTo>
                  <a:pt x="4572" y="9144"/>
                </a:lnTo>
                <a:lnTo>
                  <a:pt x="9144" y="9144"/>
                </a:lnTo>
                <a:lnTo>
                  <a:pt x="9144" y="3866388"/>
                </a:lnTo>
                <a:lnTo>
                  <a:pt x="4572" y="3866388"/>
                </a:lnTo>
                <a:lnTo>
                  <a:pt x="9144" y="3870960"/>
                </a:lnTo>
                <a:lnTo>
                  <a:pt x="8788907" y="3870960"/>
                </a:lnTo>
                <a:lnTo>
                  <a:pt x="8788907" y="3875532"/>
                </a:lnTo>
                <a:close/>
              </a:path>
              <a:path w="8789035" h="3876040">
                <a:moveTo>
                  <a:pt x="9144" y="9144"/>
                </a:moveTo>
                <a:lnTo>
                  <a:pt x="4572" y="9144"/>
                </a:lnTo>
                <a:lnTo>
                  <a:pt x="9144" y="4572"/>
                </a:lnTo>
                <a:lnTo>
                  <a:pt x="9144" y="9144"/>
                </a:lnTo>
                <a:close/>
              </a:path>
              <a:path w="8789035" h="3876040">
                <a:moveTo>
                  <a:pt x="8779764" y="9144"/>
                </a:moveTo>
                <a:lnTo>
                  <a:pt x="9144" y="9144"/>
                </a:lnTo>
                <a:lnTo>
                  <a:pt x="9144" y="4572"/>
                </a:lnTo>
                <a:lnTo>
                  <a:pt x="8779764" y="4572"/>
                </a:lnTo>
                <a:lnTo>
                  <a:pt x="8779764" y="9144"/>
                </a:lnTo>
                <a:close/>
              </a:path>
              <a:path w="8789035" h="3876040">
                <a:moveTo>
                  <a:pt x="8779764" y="3870960"/>
                </a:moveTo>
                <a:lnTo>
                  <a:pt x="8779764" y="4572"/>
                </a:lnTo>
                <a:lnTo>
                  <a:pt x="8784336" y="9144"/>
                </a:lnTo>
                <a:lnTo>
                  <a:pt x="8788907" y="9144"/>
                </a:lnTo>
                <a:lnTo>
                  <a:pt x="8788907" y="3866388"/>
                </a:lnTo>
                <a:lnTo>
                  <a:pt x="8784336" y="3866388"/>
                </a:lnTo>
                <a:lnTo>
                  <a:pt x="8779764" y="3870960"/>
                </a:lnTo>
                <a:close/>
              </a:path>
              <a:path w="8789035" h="3876040">
                <a:moveTo>
                  <a:pt x="8788907" y="9144"/>
                </a:moveTo>
                <a:lnTo>
                  <a:pt x="8784336" y="9144"/>
                </a:lnTo>
                <a:lnTo>
                  <a:pt x="8779764" y="4572"/>
                </a:lnTo>
                <a:lnTo>
                  <a:pt x="8788907" y="4572"/>
                </a:lnTo>
                <a:lnTo>
                  <a:pt x="8788907" y="9144"/>
                </a:lnTo>
                <a:close/>
              </a:path>
              <a:path w="8789035" h="3876040">
                <a:moveTo>
                  <a:pt x="9144" y="3870960"/>
                </a:moveTo>
                <a:lnTo>
                  <a:pt x="4572" y="3866388"/>
                </a:lnTo>
                <a:lnTo>
                  <a:pt x="9144" y="3866388"/>
                </a:lnTo>
                <a:lnTo>
                  <a:pt x="9144" y="3870960"/>
                </a:lnTo>
                <a:close/>
              </a:path>
              <a:path w="8789035" h="3876040">
                <a:moveTo>
                  <a:pt x="8779764" y="3870960"/>
                </a:moveTo>
                <a:lnTo>
                  <a:pt x="9144" y="3870960"/>
                </a:lnTo>
                <a:lnTo>
                  <a:pt x="9144" y="3866388"/>
                </a:lnTo>
                <a:lnTo>
                  <a:pt x="8779764" y="3866388"/>
                </a:lnTo>
                <a:lnTo>
                  <a:pt x="8779764" y="3870960"/>
                </a:lnTo>
                <a:close/>
              </a:path>
              <a:path w="8789035" h="3876040">
                <a:moveTo>
                  <a:pt x="8788907" y="3870960"/>
                </a:moveTo>
                <a:lnTo>
                  <a:pt x="8779764" y="3870960"/>
                </a:lnTo>
                <a:lnTo>
                  <a:pt x="8784336" y="3866388"/>
                </a:lnTo>
                <a:lnTo>
                  <a:pt x="8788907" y="3866388"/>
                </a:lnTo>
                <a:lnTo>
                  <a:pt x="8788907" y="38709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950975" y="1088136"/>
            <a:ext cx="8789035" cy="1464945"/>
            <a:chOff x="950975" y="1088136"/>
            <a:chExt cx="8789035" cy="1464945"/>
          </a:xfrm>
        </p:grpSpPr>
        <p:sp>
          <p:nvSpPr>
            <p:cNvPr id="4" name="object 4"/>
            <p:cNvSpPr/>
            <p:nvPr/>
          </p:nvSpPr>
          <p:spPr>
            <a:xfrm>
              <a:off x="950975" y="1088136"/>
              <a:ext cx="8789035" cy="699770"/>
            </a:xfrm>
            <a:custGeom>
              <a:avLst/>
              <a:gdLst/>
              <a:ahLst/>
              <a:cxnLst/>
              <a:rect l="l" t="t" r="r" b="b"/>
              <a:pathLst>
                <a:path w="8789035" h="699769">
                  <a:moveTo>
                    <a:pt x="8788907" y="699516"/>
                  </a:moveTo>
                  <a:lnTo>
                    <a:pt x="0" y="699516"/>
                  </a:lnTo>
                  <a:lnTo>
                    <a:pt x="0" y="0"/>
                  </a:lnTo>
                  <a:lnTo>
                    <a:pt x="8788907" y="0"/>
                  </a:lnTo>
                  <a:lnTo>
                    <a:pt x="8788907" y="4572"/>
                  </a:lnTo>
                  <a:lnTo>
                    <a:pt x="9144" y="4572"/>
                  </a:lnTo>
                  <a:lnTo>
                    <a:pt x="4572" y="9144"/>
                  </a:lnTo>
                  <a:lnTo>
                    <a:pt x="9144" y="9144"/>
                  </a:lnTo>
                  <a:lnTo>
                    <a:pt x="9144" y="690372"/>
                  </a:lnTo>
                  <a:lnTo>
                    <a:pt x="4572" y="690372"/>
                  </a:lnTo>
                  <a:lnTo>
                    <a:pt x="9144" y="694944"/>
                  </a:lnTo>
                  <a:lnTo>
                    <a:pt x="8788907" y="694944"/>
                  </a:lnTo>
                  <a:lnTo>
                    <a:pt x="8788907" y="699516"/>
                  </a:lnTo>
                  <a:close/>
                </a:path>
                <a:path w="8789035" h="699769">
                  <a:moveTo>
                    <a:pt x="9144" y="9144"/>
                  </a:moveTo>
                  <a:lnTo>
                    <a:pt x="4572" y="9144"/>
                  </a:lnTo>
                  <a:lnTo>
                    <a:pt x="9144" y="4572"/>
                  </a:lnTo>
                  <a:lnTo>
                    <a:pt x="9144" y="9144"/>
                  </a:lnTo>
                  <a:close/>
                </a:path>
                <a:path w="8789035" h="699769">
                  <a:moveTo>
                    <a:pt x="8779764" y="9144"/>
                  </a:moveTo>
                  <a:lnTo>
                    <a:pt x="9144" y="9144"/>
                  </a:lnTo>
                  <a:lnTo>
                    <a:pt x="9144" y="4572"/>
                  </a:lnTo>
                  <a:lnTo>
                    <a:pt x="8779764" y="4572"/>
                  </a:lnTo>
                  <a:lnTo>
                    <a:pt x="8779764" y="9144"/>
                  </a:lnTo>
                  <a:close/>
                </a:path>
                <a:path w="8789035" h="699769">
                  <a:moveTo>
                    <a:pt x="8779764" y="694944"/>
                  </a:moveTo>
                  <a:lnTo>
                    <a:pt x="8779764" y="4572"/>
                  </a:lnTo>
                  <a:lnTo>
                    <a:pt x="8784336" y="9144"/>
                  </a:lnTo>
                  <a:lnTo>
                    <a:pt x="8788907" y="9144"/>
                  </a:lnTo>
                  <a:lnTo>
                    <a:pt x="8788907" y="690372"/>
                  </a:lnTo>
                  <a:lnTo>
                    <a:pt x="8784336" y="690372"/>
                  </a:lnTo>
                  <a:lnTo>
                    <a:pt x="8779764" y="694944"/>
                  </a:lnTo>
                  <a:close/>
                </a:path>
                <a:path w="8789035" h="699769">
                  <a:moveTo>
                    <a:pt x="8788907" y="9144"/>
                  </a:moveTo>
                  <a:lnTo>
                    <a:pt x="8784336" y="9144"/>
                  </a:lnTo>
                  <a:lnTo>
                    <a:pt x="8779764" y="4572"/>
                  </a:lnTo>
                  <a:lnTo>
                    <a:pt x="8788907" y="4572"/>
                  </a:lnTo>
                  <a:lnTo>
                    <a:pt x="8788907" y="9144"/>
                  </a:lnTo>
                  <a:close/>
                </a:path>
                <a:path w="8789035" h="699769">
                  <a:moveTo>
                    <a:pt x="9144" y="694944"/>
                  </a:moveTo>
                  <a:lnTo>
                    <a:pt x="4572" y="690372"/>
                  </a:lnTo>
                  <a:lnTo>
                    <a:pt x="9144" y="690372"/>
                  </a:lnTo>
                  <a:lnTo>
                    <a:pt x="9144" y="694944"/>
                  </a:lnTo>
                  <a:close/>
                </a:path>
                <a:path w="8789035" h="699769">
                  <a:moveTo>
                    <a:pt x="8779764" y="694944"/>
                  </a:moveTo>
                  <a:lnTo>
                    <a:pt x="9144" y="694944"/>
                  </a:lnTo>
                  <a:lnTo>
                    <a:pt x="9144" y="690372"/>
                  </a:lnTo>
                  <a:lnTo>
                    <a:pt x="8779764" y="690372"/>
                  </a:lnTo>
                  <a:lnTo>
                    <a:pt x="8779764" y="694944"/>
                  </a:lnTo>
                  <a:close/>
                </a:path>
                <a:path w="8789035" h="699769">
                  <a:moveTo>
                    <a:pt x="8788907" y="694944"/>
                  </a:moveTo>
                  <a:lnTo>
                    <a:pt x="8779764" y="694944"/>
                  </a:lnTo>
                  <a:lnTo>
                    <a:pt x="8784336" y="690372"/>
                  </a:lnTo>
                  <a:lnTo>
                    <a:pt x="8788907" y="690372"/>
                  </a:lnTo>
                  <a:lnTo>
                    <a:pt x="8788907" y="6949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84315" y="2545841"/>
              <a:ext cx="192405" cy="0"/>
            </a:xfrm>
            <a:custGeom>
              <a:avLst/>
              <a:gdLst/>
              <a:ahLst/>
              <a:cxnLst/>
              <a:rect l="l" t="t" r="r" b="b"/>
              <a:pathLst>
                <a:path w="192404">
                  <a:moveTo>
                    <a:pt x="0" y="0"/>
                  </a:moveTo>
                  <a:lnTo>
                    <a:pt x="192214" y="0"/>
                  </a:lnTo>
                </a:path>
              </a:pathLst>
            </a:custGeom>
            <a:ln w="137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241548" y="2540996"/>
            <a:ext cx="231775" cy="3556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sz="2150" spc="-25" dirty="0">
                <a:latin typeface="Microsoft Sans Serif"/>
                <a:cs typeface="Microsoft Sans Serif"/>
              </a:rPr>
              <a:t>I</a:t>
            </a:r>
            <a:r>
              <a:rPr sz="1875" spc="-37" baseline="-26666" dirty="0">
                <a:latin typeface="Microsoft Sans Serif"/>
                <a:cs typeface="Microsoft Sans Serif"/>
              </a:rPr>
              <a:t>0</a:t>
            </a:r>
            <a:endParaRPr sz="1875" baseline="-26666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619059" y="3141726"/>
            <a:ext cx="1203325" cy="0"/>
          </a:xfrm>
          <a:custGeom>
            <a:avLst/>
            <a:gdLst/>
            <a:ahLst/>
            <a:cxnLst/>
            <a:rect l="l" t="t" r="r" b="b"/>
            <a:pathLst>
              <a:path w="1203325">
                <a:moveTo>
                  <a:pt x="0" y="0"/>
                </a:moveTo>
                <a:lnTo>
                  <a:pt x="312229" y="0"/>
                </a:lnTo>
              </a:path>
              <a:path w="1203325">
                <a:moveTo>
                  <a:pt x="1010602" y="0"/>
                </a:moveTo>
                <a:lnTo>
                  <a:pt x="1202817" y="0"/>
                </a:lnTo>
              </a:path>
            </a:pathLst>
          </a:custGeom>
          <a:ln w="137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598167" y="3136880"/>
            <a:ext cx="335280" cy="3556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150" spc="-25" dirty="0">
                <a:latin typeface="Microsoft Sans Serif"/>
                <a:cs typeface="Microsoft Sans Serif"/>
              </a:rPr>
              <a:t>10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86955" y="2692505"/>
            <a:ext cx="231140" cy="800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 indent="61594">
              <a:lnSpc>
                <a:spcPct val="118100"/>
              </a:lnSpc>
              <a:spcBef>
                <a:spcPts val="95"/>
              </a:spcBef>
            </a:pPr>
            <a:r>
              <a:rPr sz="2150" spc="-50" dirty="0">
                <a:latin typeface="Microsoft Sans Serif"/>
                <a:cs typeface="Microsoft Sans Serif"/>
              </a:rPr>
              <a:t>I </a:t>
            </a:r>
            <a:r>
              <a:rPr sz="2150" spc="-70" dirty="0">
                <a:latin typeface="Microsoft Sans Serif"/>
                <a:cs typeface="Microsoft Sans Serif"/>
              </a:rPr>
              <a:t>I</a:t>
            </a:r>
            <a:r>
              <a:rPr sz="1875" spc="-104" baseline="-26666" dirty="0">
                <a:latin typeface="Microsoft Sans Serif"/>
                <a:cs typeface="Microsoft Sans Serif"/>
              </a:rPr>
              <a:t>0</a:t>
            </a:r>
            <a:endParaRPr sz="1875" baseline="-26666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85036" y="2749784"/>
            <a:ext cx="176530" cy="3556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150" spc="-50" dirty="0">
                <a:latin typeface="Cambria"/>
                <a:cs typeface="Cambria"/>
              </a:rPr>
              <a:t>β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00504" y="2923520"/>
            <a:ext cx="609600" cy="3556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150" dirty="0">
                <a:latin typeface="Cambria"/>
                <a:cs typeface="Cambria"/>
              </a:rPr>
              <a:t>=</a:t>
            </a:r>
            <a:r>
              <a:rPr sz="2150" spc="15" dirty="0">
                <a:latin typeface="Cambria"/>
                <a:cs typeface="Cambria"/>
              </a:rPr>
              <a:t> </a:t>
            </a:r>
            <a:r>
              <a:rPr sz="2150" spc="-25" dirty="0">
                <a:latin typeface="Microsoft Sans Serif"/>
                <a:cs typeface="Microsoft Sans Serif"/>
              </a:rPr>
              <a:t>log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427732" y="4009644"/>
            <a:ext cx="192405" cy="0"/>
          </a:xfrm>
          <a:custGeom>
            <a:avLst/>
            <a:gdLst/>
            <a:ahLst/>
            <a:cxnLst/>
            <a:rect l="l" t="t" r="r" b="b"/>
            <a:pathLst>
              <a:path w="192405">
                <a:moveTo>
                  <a:pt x="0" y="0"/>
                </a:moveTo>
                <a:lnTo>
                  <a:pt x="192404" y="0"/>
                </a:lnTo>
              </a:path>
            </a:pathLst>
          </a:custGeom>
          <a:ln w="137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385060" y="3561077"/>
            <a:ext cx="231775" cy="800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indent="62230">
              <a:lnSpc>
                <a:spcPct val="118100"/>
              </a:lnSpc>
              <a:spcBef>
                <a:spcPts val="100"/>
              </a:spcBef>
            </a:pPr>
            <a:r>
              <a:rPr sz="2150" spc="-50" dirty="0">
                <a:latin typeface="Microsoft Sans Serif"/>
                <a:cs typeface="Microsoft Sans Serif"/>
              </a:rPr>
              <a:t>I </a:t>
            </a:r>
            <a:r>
              <a:rPr sz="2150" spc="-65" dirty="0">
                <a:latin typeface="Microsoft Sans Serif"/>
                <a:cs typeface="Microsoft Sans Serif"/>
              </a:rPr>
              <a:t>I</a:t>
            </a:r>
            <a:r>
              <a:rPr sz="1875" spc="-97" baseline="-26666" dirty="0">
                <a:latin typeface="Microsoft Sans Serif"/>
                <a:cs typeface="Microsoft Sans Serif"/>
              </a:rPr>
              <a:t>0</a:t>
            </a:r>
            <a:endParaRPr sz="1875" baseline="-26666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49908" y="3599090"/>
            <a:ext cx="572135" cy="461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9410">
              <a:lnSpc>
                <a:spcPts val="1175"/>
              </a:lnSpc>
              <a:spcBef>
                <a:spcPts val="95"/>
              </a:spcBef>
            </a:pPr>
            <a:r>
              <a:rPr sz="1250" u="sng" spc="3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250" u="sng" spc="-5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β</a:t>
            </a:r>
            <a:endParaRPr sz="1250">
              <a:latin typeface="Cambria"/>
              <a:cs typeface="Cambria"/>
            </a:endParaRPr>
          </a:p>
          <a:p>
            <a:pPr marL="38100">
              <a:lnSpc>
                <a:spcPts val="2255"/>
              </a:lnSpc>
            </a:pPr>
            <a:r>
              <a:rPr sz="3225" spc="-30" baseline="-16795" dirty="0">
                <a:latin typeface="Microsoft Sans Serif"/>
                <a:cs typeface="Microsoft Sans Serif"/>
              </a:rPr>
              <a:t>10</a:t>
            </a:r>
            <a:r>
              <a:rPr sz="1250" spc="-20" dirty="0">
                <a:latin typeface="Microsoft Sans Serif"/>
                <a:cs typeface="Microsoft Sans Serif"/>
              </a:rPr>
              <a:t>10</a:t>
            </a:r>
            <a:endParaRPr sz="125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84907" y="3791214"/>
            <a:ext cx="176530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spc="-50" dirty="0">
                <a:latin typeface="Cambria"/>
                <a:cs typeface="Cambria"/>
              </a:rPr>
              <a:t>=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418111" y="4570857"/>
            <a:ext cx="179705" cy="0"/>
          </a:xfrm>
          <a:custGeom>
            <a:avLst/>
            <a:gdLst/>
            <a:ahLst/>
            <a:cxnLst/>
            <a:rect l="l" t="t" r="r" b="b"/>
            <a:pathLst>
              <a:path w="179705">
                <a:moveTo>
                  <a:pt x="0" y="0"/>
                </a:moveTo>
                <a:lnTo>
                  <a:pt x="179165" y="0"/>
                </a:lnTo>
              </a:path>
            </a:pathLst>
          </a:custGeom>
          <a:ln w="65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554480" y="4339363"/>
            <a:ext cx="1075690" cy="549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71755" algn="r">
              <a:lnSpc>
                <a:spcPct val="100000"/>
              </a:lnSpc>
              <a:spcBef>
                <a:spcPts val="100"/>
              </a:spcBef>
            </a:pPr>
            <a:r>
              <a:rPr sz="1250" spc="-50" dirty="0">
                <a:latin typeface="Cambria"/>
                <a:cs typeface="Cambria"/>
              </a:rPr>
              <a:t>β</a:t>
            </a:r>
            <a:endParaRPr sz="1250">
              <a:latin typeface="Cambria"/>
              <a:cs typeface="Cambria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2150" dirty="0">
                <a:latin typeface="Microsoft Sans Serif"/>
                <a:cs typeface="Microsoft Sans Serif"/>
              </a:rPr>
              <a:t>I</a:t>
            </a:r>
            <a:r>
              <a:rPr sz="2150" spc="-12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Cambria"/>
                <a:cs typeface="Cambria"/>
              </a:rPr>
              <a:t>=</a:t>
            </a:r>
            <a:r>
              <a:rPr sz="2150" spc="-55" dirty="0">
                <a:latin typeface="Cambria"/>
                <a:cs typeface="Cambria"/>
              </a:rPr>
              <a:t> </a:t>
            </a:r>
            <a:r>
              <a:rPr sz="2150" spc="-10" dirty="0">
                <a:latin typeface="Microsoft Sans Serif"/>
                <a:cs typeface="Microsoft Sans Serif"/>
              </a:rPr>
              <a:t>I</a:t>
            </a:r>
            <a:r>
              <a:rPr sz="1875" spc="-15" baseline="-26666" dirty="0">
                <a:latin typeface="Microsoft Sans Serif"/>
                <a:cs typeface="Microsoft Sans Serif"/>
              </a:rPr>
              <a:t>0</a:t>
            </a:r>
            <a:r>
              <a:rPr sz="2150" spc="-10" dirty="0">
                <a:latin typeface="Microsoft Sans Serif"/>
                <a:cs typeface="Microsoft Sans Serif"/>
              </a:rPr>
              <a:t>10</a:t>
            </a:r>
            <a:r>
              <a:rPr sz="1875" spc="-15" baseline="31111" dirty="0">
                <a:latin typeface="Microsoft Sans Serif"/>
                <a:cs typeface="Microsoft Sans Serif"/>
              </a:rPr>
              <a:t>10</a:t>
            </a:r>
            <a:endParaRPr sz="1875" baseline="31111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605754" y="5443823"/>
            <a:ext cx="179070" cy="582295"/>
          </a:xfrm>
          <a:custGeom>
            <a:avLst/>
            <a:gdLst/>
            <a:ahLst/>
            <a:cxnLst/>
            <a:rect l="l" t="t" r="r" b="b"/>
            <a:pathLst>
              <a:path w="179069" h="582295">
                <a:moveTo>
                  <a:pt x="0" y="0"/>
                </a:moveTo>
                <a:lnTo>
                  <a:pt x="179069" y="0"/>
                </a:lnTo>
              </a:path>
              <a:path w="179069" h="582295">
                <a:moveTo>
                  <a:pt x="0" y="582262"/>
                </a:moveTo>
                <a:lnTo>
                  <a:pt x="179069" y="582262"/>
                </a:lnTo>
              </a:path>
            </a:pathLst>
          </a:custGeom>
          <a:ln w="64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674367" y="5989840"/>
            <a:ext cx="114300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50" dirty="0">
                <a:latin typeface="Microsoft Sans Serif"/>
                <a:cs typeface="Microsoft Sans Serif"/>
              </a:rPr>
              <a:t>1</a:t>
            </a:r>
            <a:endParaRPr sz="125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172716" y="6177292"/>
            <a:ext cx="114300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50" dirty="0">
                <a:latin typeface="Microsoft Sans Serif"/>
                <a:cs typeface="Microsoft Sans Serif"/>
              </a:rPr>
              <a:t>0</a:t>
            </a:r>
            <a:endParaRPr sz="125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81783" y="5405951"/>
            <a:ext cx="734695" cy="3556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2150" dirty="0">
                <a:latin typeface="Microsoft Sans Serif"/>
                <a:cs typeface="Microsoft Sans Serif"/>
              </a:rPr>
              <a:t>I</a:t>
            </a:r>
            <a:r>
              <a:rPr sz="2150" spc="125" dirty="0">
                <a:latin typeface="Microsoft Sans Serif"/>
                <a:cs typeface="Microsoft Sans Serif"/>
              </a:rPr>
              <a:t> </a:t>
            </a:r>
            <a:r>
              <a:rPr sz="2150" spc="-20" dirty="0">
                <a:latin typeface="Microsoft Sans Serif"/>
                <a:cs typeface="Microsoft Sans Serif"/>
              </a:rPr>
              <a:t>10</a:t>
            </a:r>
            <a:r>
              <a:rPr sz="1875" spc="-30" baseline="31111" dirty="0">
                <a:latin typeface="Microsoft Sans Serif"/>
                <a:cs typeface="Microsoft Sans Serif"/>
              </a:rPr>
              <a:t>10</a:t>
            </a:r>
            <a:endParaRPr sz="1875" baseline="31111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02740" y="5407475"/>
            <a:ext cx="102235" cy="3556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150" spc="-50" dirty="0">
                <a:latin typeface="Microsoft Sans Serif"/>
                <a:cs typeface="Microsoft Sans Serif"/>
              </a:rPr>
              <a:t>I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17980" y="5799143"/>
            <a:ext cx="102235" cy="3556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150" spc="-50" dirty="0">
                <a:latin typeface="Microsoft Sans Serif"/>
                <a:cs typeface="Microsoft Sans Serif"/>
              </a:rPr>
              <a:t>I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70988" y="5208028"/>
            <a:ext cx="22923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50" spc="-25" dirty="0">
                <a:latin typeface="Cambria"/>
                <a:cs typeface="Cambria"/>
              </a:rPr>
              <a:t>β</a:t>
            </a:r>
            <a:r>
              <a:rPr sz="1350" spc="-37" baseline="-21604" dirty="0">
                <a:latin typeface="Microsoft Sans Serif"/>
                <a:cs typeface="Microsoft Sans Serif"/>
              </a:rPr>
              <a:t>2</a:t>
            </a:r>
            <a:endParaRPr sz="1350" baseline="-21604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081783" y="5790196"/>
            <a:ext cx="734695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3815" algn="r">
              <a:lnSpc>
                <a:spcPct val="100000"/>
              </a:lnSpc>
              <a:spcBef>
                <a:spcPts val="100"/>
              </a:spcBef>
            </a:pPr>
            <a:r>
              <a:rPr sz="1250" spc="-25" dirty="0">
                <a:latin typeface="Cambria"/>
                <a:cs typeface="Cambria"/>
              </a:rPr>
              <a:t>β</a:t>
            </a:r>
            <a:r>
              <a:rPr sz="1350" spc="-37" baseline="-21604" dirty="0">
                <a:latin typeface="Microsoft Sans Serif"/>
                <a:cs typeface="Microsoft Sans Serif"/>
              </a:rPr>
              <a:t>1</a:t>
            </a:r>
            <a:endParaRPr sz="1350" baseline="-21604">
              <a:latin typeface="Microsoft Sans Serif"/>
              <a:cs typeface="Microsoft Sans Serif"/>
            </a:endParaRPr>
          </a:p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z="2150" dirty="0">
                <a:latin typeface="Microsoft Sans Serif"/>
                <a:cs typeface="Microsoft Sans Serif"/>
              </a:rPr>
              <a:t>I</a:t>
            </a:r>
            <a:r>
              <a:rPr sz="2150" spc="125" dirty="0">
                <a:latin typeface="Microsoft Sans Serif"/>
                <a:cs typeface="Microsoft Sans Serif"/>
              </a:rPr>
              <a:t> </a:t>
            </a:r>
            <a:r>
              <a:rPr sz="2150" spc="-20" dirty="0">
                <a:latin typeface="Microsoft Sans Serif"/>
                <a:cs typeface="Microsoft Sans Serif"/>
              </a:rPr>
              <a:t>10</a:t>
            </a:r>
            <a:r>
              <a:rPr sz="1875" spc="-30" baseline="31111" dirty="0">
                <a:latin typeface="Microsoft Sans Serif"/>
                <a:cs typeface="Microsoft Sans Serif"/>
              </a:rPr>
              <a:t>10</a:t>
            </a:r>
            <a:endParaRPr sz="1875" baseline="31111">
              <a:latin typeface="Microsoft Sans Serif"/>
              <a:cs typeface="Microsoft Sans Serif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80864" y="5480627"/>
            <a:ext cx="1289685" cy="3556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1250950" algn="l"/>
              </a:tabLst>
            </a:pPr>
            <a:r>
              <a:rPr sz="1250" u="sng" spc="19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1250" u="sng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2</a:t>
            </a:r>
            <a:r>
              <a:rPr sz="1250" spc="145" dirty="0">
                <a:latin typeface="Microsoft Sans Serif"/>
                <a:cs typeface="Microsoft Sans Serif"/>
              </a:rPr>
              <a:t>  </a:t>
            </a:r>
            <a:r>
              <a:rPr sz="3225" baseline="-20671" dirty="0">
                <a:latin typeface="Cambria"/>
                <a:cs typeface="Cambria"/>
              </a:rPr>
              <a:t>=</a:t>
            </a:r>
            <a:r>
              <a:rPr sz="3225" spc="217" baseline="-20671" dirty="0">
                <a:latin typeface="Cambria"/>
                <a:cs typeface="Cambria"/>
              </a:rPr>
              <a:t> </a:t>
            </a:r>
            <a:r>
              <a:rPr sz="1250" u="sng" spc="17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1250" u="sng" spc="-5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0</a:t>
            </a:r>
            <a:r>
              <a:rPr sz="1250" u="sng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	</a:t>
            </a:r>
            <a:endParaRPr sz="1250">
              <a:latin typeface="Microsoft Sans Serif"/>
              <a:cs typeface="Microsoft Sans Serif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528726" y="5635371"/>
            <a:ext cx="473075" cy="0"/>
          </a:xfrm>
          <a:custGeom>
            <a:avLst/>
            <a:gdLst/>
            <a:ahLst/>
            <a:cxnLst/>
            <a:rect l="l" t="t" r="r" b="b"/>
            <a:pathLst>
              <a:path w="473075">
                <a:moveTo>
                  <a:pt x="0" y="0"/>
                </a:moveTo>
                <a:lnTo>
                  <a:pt x="179069" y="0"/>
                </a:lnTo>
              </a:path>
              <a:path w="473075">
                <a:moveTo>
                  <a:pt x="293750" y="0"/>
                </a:moveTo>
                <a:lnTo>
                  <a:pt x="472820" y="0"/>
                </a:lnTo>
              </a:path>
            </a:pathLst>
          </a:custGeom>
          <a:ln w="64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805122" y="5626688"/>
            <a:ext cx="203200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spc="-25" dirty="0">
                <a:latin typeface="Microsoft Sans Serif"/>
                <a:cs typeface="Microsoft Sans Serif"/>
              </a:rPr>
              <a:t>10</a:t>
            </a:r>
            <a:endParaRPr sz="1250">
              <a:latin typeface="Microsoft Sans Serif"/>
              <a:cs typeface="Microsoft Sans Serif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493008" y="5398088"/>
            <a:ext cx="526415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250" dirty="0">
                <a:latin typeface="Cambria"/>
                <a:cs typeface="Cambria"/>
              </a:rPr>
              <a:t>β</a:t>
            </a:r>
            <a:r>
              <a:rPr sz="1350" baseline="-21604" dirty="0">
                <a:latin typeface="Microsoft Sans Serif"/>
                <a:cs typeface="Microsoft Sans Serif"/>
              </a:rPr>
              <a:t>2</a:t>
            </a:r>
            <a:r>
              <a:rPr sz="1350" spc="89" baseline="-21604" dirty="0">
                <a:latin typeface="Microsoft Sans Serif"/>
                <a:cs typeface="Microsoft Sans Serif"/>
              </a:rPr>
              <a:t> </a:t>
            </a:r>
            <a:r>
              <a:rPr sz="1875" spc="89" baseline="-37777" dirty="0">
                <a:latin typeface="Cambria"/>
                <a:cs typeface="Cambria"/>
              </a:rPr>
              <a:t>–</a:t>
            </a:r>
            <a:r>
              <a:rPr sz="1875" spc="-104" baseline="-37777" dirty="0">
                <a:latin typeface="Cambria"/>
                <a:cs typeface="Cambria"/>
              </a:rPr>
              <a:t> </a:t>
            </a:r>
            <a:r>
              <a:rPr sz="1250" spc="-35" dirty="0">
                <a:latin typeface="Cambria"/>
                <a:cs typeface="Cambria"/>
              </a:rPr>
              <a:t>β</a:t>
            </a:r>
            <a:r>
              <a:rPr sz="1350" spc="-52" baseline="-21604" dirty="0">
                <a:latin typeface="Microsoft Sans Serif"/>
                <a:cs typeface="Microsoft Sans Serif"/>
              </a:rPr>
              <a:t>1</a:t>
            </a:r>
            <a:endParaRPr sz="1350" baseline="-21604">
              <a:latin typeface="Microsoft Sans Serif"/>
              <a:cs typeface="Microsoft Sans Serif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970275" y="5597215"/>
            <a:ext cx="768985" cy="356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150" dirty="0">
                <a:latin typeface="Cambria"/>
                <a:cs typeface="Cambria"/>
              </a:rPr>
              <a:t>=</a:t>
            </a:r>
            <a:r>
              <a:rPr sz="2150" spc="-95" dirty="0">
                <a:latin typeface="Cambria"/>
                <a:cs typeface="Cambria"/>
              </a:rPr>
              <a:t> </a:t>
            </a:r>
            <a:r>
              <a:rPr sz="2150" spc="-20" dirty="0">
                <a:latin typeface="Microsoft Sans Serif"/>
                <a:cs typeface="Microsoft Sans Serif"/>
              </a:rPr>
              <a:t>10</a:t>
            </a:r>
            <a:r>
              <a:rPr sz="1875" spc="-30" baseline="31111" dirty="0">
                <a:latin typeface="Microsoft Sans Serif"/>
                <a:cs typeface="Microsoft Sans Serif"/>
              </a:rPr>
              <a:t>10</a:t>
            </a:r>
            <a:endParaRPr sz="1875" baseline="31111">
              <a:latin typeface="Microsoft Sans Serif"/>
              <a:cs typeface="Microsoft Sans Serif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073366" y="5597215"/>
            <a:ext cx="1862455" cy="356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150" dirty="0">
                <a:latin typeface="Cambria"/>
                <a:cs typeface="Cambria"/>
              </a:rPr>
              <a:t>=</a:t>
            </a:r>
            <a:r>
              <a:rPr sz="2150" spc="-105" dirty="0">
                <a:latin typeface="Cambria"/>
                <a:cs typeface="Cambria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10</a:t>
            </a:r>
            <a:r>
              <a:rPr sz="1875" baseline="42222" dirty="0">
                <a:latin typeface="Microsoft Sans Serif"/>
                <a:cs typeface="Microsoft Sans Serif"/>
              </a:rPr>
              <a:t>12</a:t>
            </a:r>
            <a:r>
              <a:rPr sz="1875" baseline="42222" dirty="0">
                <a:latin typeface="Cambria"/>
                <a:cs typeface="Cambria"/>
              </a:rPr>
              <a:t>–</a:t>
            </a:r>
            <a:r>
              <a:rPr sz="1875" baseline="42222" dirty="0">
                <a:latin typeface="Microsoft Sans Serif"/>
                <a:cs typeface="Microsoft Sans Serif"/>
              </a:rPr>
              <a:t>9.2</a:t>
            </a:r>
            <a:r>
              <a:rPr sz="1875" spc="120" baseline="42222" dirty="0">
                <a:latin typeface="Microsoft Sans Serif"/>
                <a:cs typeface="Microsoft Sans Serif"/>
              </a:rPr>
              <a:t>  </a:t>
            </a:r>
            <a:r>
              <a:rPr sz="2150" dirty="0">
                <a:latin typeface="Cambria"/>
                <a:cs typeface="Cambria"/>
              </a:rPr>
              <a:t>=</a:t>
            </a:r>
            <a:r>
              <a:rPr sz="2150" spc="120" dirty="0">
                <a:latin typeface="Cambria"/>
                <a:cs typeface="Cambria"/>
              </a:rPr>
              <a:t> </a:t>
            </a:r>
            <a:r>
              <a:rPr sz="2150" spc="-25" dirty="0">
                <a:latin typeface="Microsoft Sans Serif"/>
                <a:cs typeface="Microsoft Sans Serif"/>
              </a:rPr>
              <a:t>630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pc="-10" dirty="0"/>
              <a:t>17-</a:t>
            </a:r>
            <a:r>
              <a:rPr dirty="0"/>
              <a:t>5</a:t>
            </a:r>
            <a:r>
              <a:rPr spc="-45" dirty="0"/>
              <a:t> </a:t>
            </a:r>
            <a:r>
              <a:rPr dirty="0"/>
              <a:t>Intensity</a:t>
            </a:r>
            <a:r>
              <a:rPr spc="-3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Sound</a:t>
            </a:r>
            <a:r>
              <a:rPr spc="-35" dirty="0"/>
              <a:t> </a:t>
            </a:r>
            <a:r>
              <a:rPr spc="-10" dirty="0"/>
              <a:t>Level </a:t>
            </a:r>
            <a:r>
              <a:rPr dirty="0">
                <a:solidFill>
                  <a:srgbClr val="E10000"/>
                </a:solidFill>
              </a:rPr>
              <a:t>Example</a:t>
            </a:r>
            <a:r>
              <a:rPr spc="-60" dirty="0">
                <a:solidFill>
                  <a:srgbClr val="E10000"/>
                </a:solidFill>
              </a:rPr>
              <a:t> </a:t>
            </a:r>
            <a:r>
              <a:rPr spc="-50" dirty="0">
                <a:solidFill>
                  <a:srgbClr val="E10000"/>
                </a:solidFill>
              </a:rPr>
              <a:t>6</a:t>
            </a:r>
          </a:p>
        </p:txBody>
      </p:sp>
      <p:sp>
        <p:nvSpPr>
          <p:cNvPr id="33" name="object 33"/>
          <p:cNvSpPr/>
          <p:nvPr/>
        </p:nvSpPr>
        <p:spPr>
          <a:xfrm>
            <a:off x="792479" y="370331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2852" y="6819900"/>
                </a:moveTo>
                <a:lnTo>
                  <a:pt x="3048" y="6819900"/>
                </a:lnTo>
                <a:lnTo>
                  <a:pt x="0" y="6816851"/>
                </a:lnTo>
                <a:lnTo>
                  <a:pt x="0" y="3048"/>
                </a:lnTo>
                <a:lnTo>
                  <a:pt x="3048" y="0"/>
                </a:lnTo>
                <a:lnTo>
                  <a:pt x="9102852" y="0"/>
                </a:lnTo>
                <a:lnTo>
                  <a:pt x="9105900" y="3048"/>
                </a:lnTo>
                <a:lnTo>
                  <a:pt x="9105900" y="6096"/>
                </a:ln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lnTo>
                  <a:pt x="12192" y="6807708"/>
                </a:lnTo>
                <a:lnTo>
                  <a:pt x="6096" y="6807708"/>
                </a:lnTo>
                <a:lnTo>
                  <a:pt x="12192" y="6813803"/>
                </a:lnTo>
                <a:lnTo>
                  <a:pt x="9105900" y="6813803"/>
                </a:lnTo>
                <a:lnTo>
                  <a:pt x="9105900" y="6816851"/>
                </a:lnTo>
                <a:lnTo>
                  <a:pt x="9102852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close/>
              </a:path>
              <a:path w="9105900" h="6819900">
                <a:moveTo>
                  <a:pt x="9093707" y="12192"/>
                </a:moveTo>
                <a:lnTo>
                  <a:pt x="12192" y="12192"/>
                </a:lnTo>
                <a:lnTo>
                  <a:pt x="12192" y="6096"/>
                </a:lnTo>
                <a:lnTo>
                  <a:pt x="9093707" y="6096"/>
                </a:lnTo>
                <a:lnTo>
                  <a:pt x="9093707" y="12192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9093707" y="6096"/>
                </a:lnTo>
                <a:lnTo>
                  <a:pt x="9099804" y="12192"/>
                </a:lnTo>
                <a:lnTo>
                  <a:pt x="9105900" y="12192"/>
                </a:lnTo>
                <a:lnTo>
                  <a:pt x="9105900" y="6807708"/>
                </a:lnTo>
                <a:lnTo>
                  <a:pt x="9099804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12192"/>
                </a:moveTo>
                <a:lnTo>
                  <a:pt x="9099804" y="12192"/>
                </a:lnTo>
                <a:lnTo>
                  <a:pt x="9093707" y="6096"/>
                </a:lnTo>
                <a:lnTo>
                  <a:pt x="9105900" y="6096"/>
                </a:lnTo>
                <a:lnTo>
                  <a:pt x="9105900" y="12192"/>
                </a:lnTo>
                <a:close/>
              </a:path>
              <a:path w="9105900" h="6819900">
                <a:moveTo>
                  <a:pt x="12192" y="6813803"/>
                </a:moveTo>
                <a:lnTo>
                  <a:pt x="6096" y="6807708"/>
                </a:lnTo>
                <a:lnTo>
                  <a:pt x="12192" y="6807708"/>
                </a:lnTo>
                <a:lnTo>
                  <a:pt x="12192" y="6813803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12192" y="6813803"/>
                </a:lnTo>
                <a:lnTo>
                  <a:pt x="12192" y="6807708"/>
                </a:lnTo>
                <a:lnTo>
                  <a:pt x="9093707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6813803"/>
                </a:moveTo>
                <a:lnTo>
                  <a:pt x="9093707" y="6813803"/>
                </a:lnTo>
                <a:lnTo>
                  <a:pt x="9099804" y="6807708"/>
                </a:lnTo>
                <a:lnTo>
                  <a:pt x="9105900" y="6807708"/>
                </a:lnTo>
                <a:lnTo>
                  <a:pt x="9105900" y="6813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1024173" y="1116555"/>
            <a:ext cx="6722109" cy="15665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Two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sources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with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sound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levels </a:t>
            </a:r>
            <a:r>
              <a:rPr sz="2000" dirty="0">
                <a:latin typeface="Cambria"/>
                <a:cs typeface="Cambria"/>
              </a:rPr>
              <a:t>β</a:t>
            </a:r>
            <a:r>
              <a:rPr sz="1950" baseline="-21367" dirty="0">
                <a:latin typeface="Microsoft Sans Serif"/>
                <a:cs typeface="Microsoft Sans Serif"/>
              </a:rPr>
              <a:t>1</a:t>
            </a:r>
            <a:r>
              <a:rPr sz="1950" spc="270" baseline="-21367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=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92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dB and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Cambria"/>
                <a:cs typeface="Cambria"/>
              </a:rPr>
              <a:t>β</a:t>
            </a:r>
            <a:r>
              <a:rPr sz="1950" baseline="-21367" dirty="0">
                <a:latin typeface="Microsoft Sans Serif"/>
                <a:cs typeface="Microsoft Sans Serif"/>
              </a:rPr>
              <a:t>2</a:t>
            </a:r>
            <a:r>
              <a:rPr sz="1950" spc="270" baseline="-21367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=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120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dB.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What</a:t>
            </a:r>
            <a:r>
              <a:rPr sz="2000" spc="-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is</a:t>
            </a:r>
            <a:r>
              <a:rPr sz="2000" spc="2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the</a:t>
            </a:r>
            <a:r>
              <a:rPr sz="2000" spc="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ratio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of</a:t>
            </a:r>
            <a:r>
              <a:rPr sz="2000" spc="-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their 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intensities?</a:t>
            </a:r>
            <a:endParaRPr sz="2000">
              <a:latin typeface="Microsoft Sans Serif"/>
              <a:cs typeface="Microsoft Sans Serif"/>
            </a:endParaRPr>
          </a:p>
          <a:p>
            <a:pPr marL="38100">
              <a:lnSpc>
                <a:spcPct val="100000"/>
              </a:lnSpc>
              <a:spcBef>
                <a:spcPts val="1140"/>
              </a:spcBef>
            </a:pP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Solution</a:t>
            </a:r>
            <a:endParaRPr sz="2000">
              <a:latin typeface="Microsoft Sans Serif"/>
              <a:cs typeface="Microsoft Sans Serif"/>
            </a:endParaRPr>
          </a:p>
          <a:p>
            <a:pPr marL="577215">
              <a:lnSpc>
                <a:spcPct val="100000"/>
              </a:lnSpc>
              <a:spcBef>
                <a:spcPts val="1205"/>
              </a:spcBef>
            </a:pPr>
            <a:r>
              <a:rPr sz="2150" dirty="0">
                <a:latin typeface="Cambria"/>
                <a:cs typeface="Cambria"/>
              </a:rPr>
              <a:t>β</a:t>
            </a:r>
            <a:r>
              <a:rPr sz="2150" spc="114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=</a:t>
            </a:r>
            <a:r>
              <a:rPr sz="2150" spc="75" dirty="0">
                <a:latin typeface="Cambria"/>
                <a:cs typeface="Cambria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(10dB)log</a:t>
            </a:r>
            <a:r>
              <a:rPr sz="2150" spc="220" dirty="0">
                <a:latin typeface="Microsoft Sans Serif"/>
                <a:cs typeface="Microsoft Sans Serif"/>
              </a:rPr>
              <a:t> </a:t>
            </a:r>
            <a:r>
              <a:rPr sz="3225" spc="-75" baseline="34883" dirty="0">
                <a:latin typeface="Microsoft Sans Serif"/>
                <a:cs typeface="Microsoft Sans Serif"/>
              </a:rPr>
              <a:t>I</a:t>
            </a:r>
            <a:endParaRPr sz="3225" baseline="34883">
              <a:latin typeface="Microsoft Sans Serif"/>
              <a:cs typeface="Microsoft Sans Serif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950975" y="1842516"/>
            <a:ext cx="8789035" cy="4843780"/>
          </a:xfrm>
          <a:custGeom>
            <a:avLst/>
            <a:gdLst/>
            <a:ahLst/>
            <a:cxnLst/>
            <a:rect l="l" t="t" r="r" b="b"/>
            <a:pathLst>
              <a:path w="8789035" h="4843780">
                <a:moveTo>
                  <a:pt x="8788907" y="4843272"/>
                </a:moveTo>
                <a:lnTo>
                  <a:pt x="0" y="4843272"/>
                </a:lnTo>
                <a:lnTo>
                  <a:pt x="0" y="0"/>
                </a:lnTo>
                <a:lnTo>
                  <a:pt x="8788907" y="0"/>
                </a:lnTo>
                <a:lnTo>
                  <a:pt x="8788907" y="4572"/>
                </a:lnTo>
                <a:lnTo>
                  <a:pt x="9144" y="4572"/>
                </a:lnTo>
                <a:lnTo>
                  <a:pt x="4572" y="9144"/>
                </a:lnTo>
                <a:lnTo>
                  <a:pt x="9144" y="9144"/>
                </a:lnTo>
                <a:lnTo>
                  <a:pt x="9144" y="4832604"/>
                </a:lnTo>
                <a:lnTo>
                  <a:pt x="4572" y="4832604"/>
                </a:lnTo>
                <a:lnTo>
                  <a:pt x="9144" y="4838700"/>
                </a:lnTo>
                <a:lnTo>
                  <a:pt x="8788907" y="4838700"/>
                </a:lnTo>
                <a:lnTo>
                  <a:pt x="8788907" y="4843272"/>
                </a:lnTo>
                <a:close/>
              </a:path>
              <a:path w="8789035" h="4843780">
                <a:moveTo>
                  <a:pt x="9144" y="9144"/>
                </a:moveTo>
                <a:lnTo>
                  <a:pt x="4572" y="9144"/>
                </a:lnTo>
                <a:lnTo>
                  <a:pt x="9144" y="4572"/>
                </a:lnTo>
                <a:lnTo>
                  <a:pt x="9144" y="9144"/>
                </a:lnTo>
                <a:close/>
              </a:path>
              <a:path w="8789035" h="4843780">
                <a:moveTo>
                  <a:pt x="8779764" y="9144"/>
                </a:moveTo>
                <a:lnTo>
                  <a:pt x="9144" y="9144"/>
                </a:lnTo>
                <a:lnTo>
                  <a:pt x="9144" y="4572"/>
                </a:lnTo>
                <a:lnTo>
                  <a:pt x="8779764" y="4572"/>
                </a:lnTo>
                <a:lnTo>
                  <a:pt x="8779764" y="9144"/>
                </a:lnTo>
                <a:close/>
              </a:path>
              <a:path w="8789035" h="4843780">
                <a:moveTo>
                  <a:pt x="8779764" y="4838700"/>
                </a:moveTo>
                <a:lnTo>
                  <a:pt x="8779764" y="4572"/>
                </a:lnTo>
                <a:lnTo>
                  <a:pt x="8784336" y="9144"/>
                </a:lnTo>
                <a:lnTo>
                  <a:pt x="8788907" y="9144"/>
                </a:lnTo>
                <a:lnTo>
                  <a:pt x="8788907" y="4832604"/>
                </a:lnTo>
                <a:lnTo>
                  <a:pt x="8784336" y="4832604"/>
                </a:lnTo>
                <a:lnTo>
                  <a:pt x="8779764" y="4838700"/>
                </a:lnTo>
                <a:close/>
              </a:path>
              <a:path w="8789035" h="4843780">
                <a:moveTo>
                  <a:pt x="8788907" y="9144"/>
                </a:moveTo>
                <a:lnTo>
                  <a:pt x="8784336" y="9144"/>
                </a:lnTo>
                <a:lnTo>
                  <a:pt x="8779764" y="4572"/>
                </a:lnTo>
                <a:lnTo>
                  <a:pt x="8788907" y="4572"/>
                </a:lnTo>
                <a:lnTo>
                  <a:pt x="8788907" y="9144"/>
                </a:lnTo>
                <a:close/>
              </a:path>
              <a:path w="8789035" h="4843780">
                <a:moveTo>
                  <a:pt x="9144" y="4838700"/>
                </a:moveTo>
                <a:lnTo>
                  <a:pt x="4572" y="4832604"/>
                </a:lnTo>
                <a:lnTo>
                  <a:pt x="9144" y="4832604"/>
                </a:lnTo>
                <a:lnTo>
                  <a:pt x="9144" y="4838700"/>
                </a:lnTo>
                <a:close/>
              </a:path>
              <a:path w="8789035" h="4843780">
                <a:moveTo>
                  <a:pt x="8779764" y="4838700"/>
                </a:moveTo>
                <a:lnTo>
                  <a:pt x="9144" y="4838700"/>
                </a:lnTo>
                <a:lnTo>
                  <a:pt x="9144" y="4832604"/>
                </a:lnTo>
                <a:lnTo>
                  <a:pt x="8779764" y="4832604"/>
                </a:lnTo>
                <a:lnTo>
                  <a:pt x="8779764" y="4838700"/>
                </a:lnTo>
                <a:close/>
              </a:path>
              <a:path w="8789035" h="4843780">
                <a:moveTo>
                  <a:pt x="8788907" y="4838700"/>
                </a:moveTo>
                <a:lnTo>
                  <a:pt x="8779764" y="4838700"/>
                </a:lnTo>
                <a:lnTo>
                  <a:pt x="8784336" y="4832604"/>
                </a:lnTo>
                <a:lnTo>
                  <a:pt x="8788907" y="4832604"/>
                </a:lnTo>
                <a:lnTo>
                  <a:pt x="8788907" y="4838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41548" y="1657807"/>
            <a:ext cx="2340863" cy="92244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241548" y="2683764"/>
            <a:ext cx="2108200" cy="2662555"/>
            <a:chOff x="3241548" y="2683764"/>
            <a:chExt cx="2108200" cy="266255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7267" y="2683764"/>
              <a:ext cx="914400" cy="14279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38827" y="4282440"/>
              <a:ext cx="1010411" cy="100888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41548" y="4236719"/>
              <a:ext cx="786383" cy="1109471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123432" y="1584959"/>
            <a:ext cx="2194560" cy="57912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766261" y="2204724"/>
            <a:ext cx="3592195" cy="1000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Microsoft Sans Serif"/>
                <a:cs typeface="Microsoft Sans Serif"/>
              </a:rPr>
              <a:t>At</a:t>
            </a:r>
            <a:r>
              <a:rPr sz="1600" spc="-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resonant frequencies, the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string </a:t>
            </a:r>
            <a:r>
              <a:rPr sz="1600" dirty="0">
                <a:latin typeface="Microsoft Sans Serif"/>
                <a:cs typeface="Microsoft Sans Serif"/>
              </a:rPr>
              <a:t>oscillates</a:t>
            </a:r>
            <a:r>
              <a:rPr sz="1600" spc="-4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with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large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amplitudes</a:t>
            </a:r>
            <a:r>
              <a:rPr sz="1600" spc="-3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pushing </a:t>
            </a:r>
            <a:r>
              <a:rPr sz="1600" dirty="0">
                <a:latin typeface="Microsoft Sans Serif"/>
                <a:cs typeface="Microsoft Sans Serif"/>
              </a:rPr>
              <a:t>against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the</a:t>
            </a:r>
            <a:r>
              <a:rPr sz="1600" spc="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surrounding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air</a:t>
            </a:r>
            <a:r>
              <a:rPr sz="1600" spc="10" dirty="0">
                <a:latin typeface="Microsoft Sans Serif"/>
                <a:cs typeface="Microsoft Sans Serif"/>
              </a:rPr>
              <a:t> </a:t>
            </a:r>
            <a:r>
              <a:rPr sz="1600" spc="-25" dirty="0">
                <a:latin typeface="Microsoft Sans Serif"/>
                <a:cs typeface="Microsoft Sans Serif"/>
              </a:rPr>
              <a:t>and </a:t>
            </a:r>
            <a:r>
              <a:rPr sz="1600" dirty="0">
                <a:latin typeface="Microsoft Sans Serif"/>
                <a:cs typeface="Microsoft Sans Serif"/>
              </a:rPr>
              <a:t>generating</a:t>
            </a:r>
            <a:r>
              <a:rPr sz="1600" spc="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a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noticeable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sound.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00018" y="4490775"/>
            <a:ext cx="13544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Air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columns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00018" y="3027727"/>
            <a:ext cx="13696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Microsoft Sans Serif"/>
                <a:cs typeface="Microsoft Sans Serif"/>
              </a:rPr>
              <a:t>Membranes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71483" y="1061751"/>
            <a:ext cx="8333105" cy="11995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Musical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sounds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are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produced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by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resonances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of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different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oscillating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bodies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175"/>
              </a:spcBef>
            </a:pPr>
            <a:endParaRPr sz="2000">
              <a:latin typeface="Microsoft Sans Serif"/>
              <a:cs typeface="Microsoft Sans Serif"/>
            </a:endParaRPr>
          </a:p>
          <a:p>
            <a:pPr marL="194945">
              <a:lnSpc>
                <a:spcPct val="100000"/>
              </a:lnSpc>
            </a:pPr>
            <a:r>
              <a:rPr sz="2000" spc="-10" dirty="0">
                <a:latin typeface="Microsoft Sans Serif"/>
                <a:cs typeface="Microsoft Sans Serif"/>
              </a:rPr>
              <a:t>Strings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66261" y="4402256"/>
            <a:ext cx="303149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3300"/>
                </a:solidFill>
                <a:latin typeface="Microsoft Sans Serif"/>
                <a:cs typeface="Microsoft Sans Serif"/>
              </a:rPr>
              <a:t>At</a:t>
            </a:r>
            <a:r>
              <a:rPr sz="1600" spc="-1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FF3300"/>
                </a:solidFill>
                <a:latin typeface="Microsoft Sans Serif"/>
                <a:cs typeface="Microsoft Sans Serif"/>
              </a:rPr>
              <a:t>certain</a:t>
            </a:r>
            <a:r>
              <a:rPr sz="1600" spc="-1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FF3300"/>
                </a:solidFill>
                <a:latin typeface="Microsoft Sans Serif"/>
                <a:cs typeface="Microsoft Sans Serif"/>
              </a:rPr>
              <a:t>frequencies</a:t>
            </a:r>
            <a:r>
              <a:rPr sz="1600" dirty="0">
                <a:latin typeface="Microsoft Sans Serif"/>
                <a:cs typeface="Microsoft Sans Serif"/>
              </a:rPr>
              <a:t>,</a:t>
            </a:r>
            <a:r>
              <a:rPr sz="1600" spc="-10" dirty="0">
                <a:latin typeface="Microsoft Sans Serif"/>
                <a:cs typeface="Microsoft Sans Serif"/>
              </a:rPr>
              <a:t> reflections </a:t>
            </a:r>
            <a:r>
              <a:rPr sz="1600" dirty="0">
                <a:latin typeface="Microsoft Sans Serif"/>
                <a:cs typeface="Microsoft Sans Serif"/>
              </a:rPr>
              <a:t>at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both</a:t>
            </a:r>
            <a:r>
              <a:rPr sz="1600" spc="2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ends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set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up</a:t>
            </a:r>
            <a:r>
              <a:rPr sz="1600" spc="2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oscillating </a:t>
            </a:r>
            <a:r>
              <a:rPr sz="1600" dirty="0">
                <a:latin typeface="Microsoft Sans Serif"/>
                <a:cs typeface="Microsoft Sans Serif"/>
              </a:rPr>
              <a:t>modes</a:t>
            </a:r>
            <a:r>
              <a:rPr sz="1600" spc="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in</a:t>
            </a:r>
            <a:r>
              <a:rPr sz="1600" spc="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the</a:t>
            </a:r>
            <a:r>
              <a:rPr sz="1600" spc="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air</a:t>
            </a:r>
            <a:r>
              <a:rPr sz="1600" spc="-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column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54286" y="5816629"/>
            <a:ext cx="29070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Pipes with</a:t>
            </a:r>
            <a:r>
              <a:rPr sz="2000" spc="-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two</a:t>
            </a:r>
            <a:r>
              <a:rPr sz="2000" spc="-2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open</a:t>
            </a:r>
            <a:r>
              <a:rPr sz="2000" spc="-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3333CC"/>
                </a:solidFill>
                <a:latin typeface="Microsoft Sans Serif"/>
                <a:cs typeface="Microsoft Sans Serif"/>
              </a:rPr>
              <a:t>ends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37555" y="5816629"/>
            <a:ext cx="28092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Pipes</a:t>
            </a:r>
            <a:r>
              <a:rPr sz="2000" spc="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with</a:t>
            </a:r>
            <a:r>
              <a:rPr sz="2000" spc="-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one</a:t>
            </a:r>
            <a:r>
              <a:rPr sz="2000" spc="-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open</a:t>
            </a:r>
            <a:r>
              <a:rPr sz="2000" spc="-25" dirty="0">
                <a:solidFill>
                  <a:srgbClr val="3333CC"/>
                </a:solidFill>
                <a:latin typeface="Microsoft Sans Serif"/>
                <a:cs typeface="Microsoft Sans Serif"/>
              </a:rPr>
              <a:t> end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043927" y="4140708"/>
            <a:ext cx="8650605" cy="2936875"/>
          </a:xfrm>
          <a:custGeom>
            <a:avLst/>
            <a:gdLst/>
            <a:ahLst/>
            <a:cxnLst/>
            <a:rect l="l" t="t" r="r" b="b"/>
            <a:pathLst>
              <a:path w="8650605" h="2936875">
                <a:moveTo>
                  <a:pt x="2747772" y="2642616"/>
                </a:moveTo>
                <a:lnTo>
                  <a:pt x="1010412" y="2642616"/>
                </a:lnTo>
                <a:lnTo>
                  <a:pt x="1010412" y="2671584"/>
                </a:lnTo>
                <a:lnTo>
                  <a:pt x="2747772" y="2671584"/>
                </a:lnTo>
                <a:lnTo>
                  <a:pt x="2747772" y="2642616"/>
                </a:lnTo>
                <a:close/>
              </a:path>
              <a:path w="8650605" h="2936875">
                <a:moveTo>
                  <a:pt x="2747772" y="2232672"/>
                </a:moveTo>
                <a:lnTo>
                  <a:pt x="1010412" y="2232672"/>
                </a:lnTo>
                <a:lnTo>
                  <a:pt x="1010412" y="2260104"/>
                </a:lnTo>
                <a:lnTo>
                  <a:pt x="2747772" y="2260104"/>
                </a:lnTo>
                <a:lnTo>
                  <a:pt x="2747772" y="2232672"/>
                </a:lnTo>
                <a:close/>
              </a:path>
              <a:path w="8650605" h="2936875">
                <a:moveTo>
                  <a:pt x="3438144" y="1645932"/>
                </a:moveTo>
                <a:lnTo>
                  <a:pt x="3429012" y="1645932"/>
                </a:lnTo>
                <a:lnTo>
                  <a:pt x="3429012" y="1655076"/>
                </a:lnTo>
                <a:lnTo>
                  <a:pt x="3429012" y="2788932"/>
                </a:lnTo>
                <a:lnTo>
                  <a:pt x="239268" y="2788932"/>
                </a:lnTo>
                <a:lnTo>
                  <a:pt x="239268" y="1655076"/>
                </a:lnTo>
                <a:lnTo>
                  <a:pt x="3429012" y="1655076"/>
                </a:lnTo>
                <a:lnTo>
                  <a:pt x="3429012" y="1645932"/>
                </a:lnTo>
                <a:lnTo>
                  <a:pt x="230124" y="1645932"/>
                </a:lnTo>
                <a:lnTo>
                  <a:pt x="230124" y="2798076"/>
                </a:lnTo>
                <a:lnTo>
                  <a:pt x="3438144" y="2798076"/>
                </a:lnTo>
                <a:lnTo>
                  <a:pt x="3438144" y="2793504"/>
                </a:lnTo>
                <a:lnTo>
                  <a:pt x="3438144" y="2788932"/>
                </a:lnTo>
                <a:lnTo>
                  <a:pt x="3438144" y="1655076"/>
                </a:lnTo>
                <a:lnTo>
                  <a:pt x="3438144" y="1650504"/>
                </a:lnTo>
                <a:lnTo>
                  <a:pt x="3438144" y="1645932"/>
                </a:lnTo>
                <a:close/>
              </a:path>
              <a:path w="8650605" h="2936875">
                <a:moveTo>
                  <a:pt x="7630668" y="2246376"/>
                </a:moveTo>
                <a:lnTo>
                  <a:pt x="7615441" y="2246376"/>
                </a:lnTo>
                <a:lnTo>
                  <a:pt x="7615441" y="2232672"/>
                </a:lnTo>
                <a:lnTo>
                  <a:pt x="5879604" y="2232672"/>
                </a:lnTo>
                <a:lnTo>
                  <a:pt x="5879604" y="2260104"/>
                </a:lnTo>
                <a:lnTo>
                  <a:pt x="7601712" y="2260104"/>
                </a:lnTo>
                <a:lnTo>
                  <a:pt x="7601712" y="2642616"/>
                </a:lnTo>
                <a:lnTo>
                  <a:pt x="5879604" y="2642616"/>
                </a:lnTo>
                <a:lnTo>
                  <a:pt x="5879604" y="2671584"/>
                </a:lnTo>
                <a:lnTo>
                  <a:pt x="7615441" y="2671584"/>
                </a:lnTo>
                <a:lnTo>
                  <a:pt x="7615441" y="2657868"/>
                </a:lnTo>
                <a:lnTo>
                  <a:pt x="7630668" y="2657868"/>
                </a:lnTo>
                <a:lnTo>
                  <a:pt x="7630668" y="2246376"/>
                </a:lnTo>
                <a:close/>
              </a:path>
              <a:path w="8650605" h="2936875">
                <a:moveTo>
                  <a:pt x="8330197" y="1645932"/>
                </a:moveTo>
                <a:lnTo>
                  <a:pt x="8321053" y="1645932"/>
                </a:lnTo>
                <a:lnTo>
                  <a:pt x="8321053" y="1655076"/>
                </a:lnTo>
                <a:lnTo>
                  <a:pt x="8321053" y="2788932"/>
                </a:lnTo>
                <a:lnTo>
                  <a:pt x="5173992" y="2788932"/>
                </a:lnTo>
                <a:lnTo>
                  <a:pt x="5173992" y="1655076"/>
                </a:lnTo>
                <a:lnTo>
                  <a:pt x="8321053" y="1655076"/>
                </a:lnTo>
                <a:lnTo>
                  <a:pt x="8321053" y="1645932"/>
                </a:lnTo>
                <a:lnTo>
                  <a:pt x="5164848" y="1645932"/>
                </a:lnTo>
                <a:lnTo>
                  <a:pt x="5164848" y="2798076"/>
                </a:lnTo>
                <a:lnTo>
                  <a:pt x="8330197" y="2798076"/>
                </a:lnTo>
                <a:lnTo>
                  <a:pt x="8330197" y="2793504"/>
                </a:lnTo>
                <a:lnTo>
                  <a:pt x="8330197" y="2788932"/>
                </a:lnTo>
                <a:lnTo>
                  <a:pt x="8330197" y="1655076"/>
                </a:lnTo>
                <a:lnTo>
                  <a:pt x="8330197" y="1650504"/>
                </a:lnTo>
                <a:lnTo>
                  <a:pt x="8330197" y="1645932"/>
                </a:lnTo>
                <a:close/>
              </a:path>
              <a:path w="8650605" h="2936875">
                <a:moveTo>
                  <a:pt x="8650224" y="0"/>
                </a:moveTo>
                <a:lnTo>
                  <a:pt x="8639569" y="0"/>
                </a:lnTo>
                <a:lnTo>
                  <a:pt x="8639569" y="9144"/>
                </a:lnTo>
                <a:lnTo>
                  <a:pt x="8639569" y="2927604"/>
                </a:lnTo>
                <a:lnTo>
                  <a:pt x="9144" y="2927604"/>
                </a:lnTo>
                <a:lnTo>
                  <a:pt x="9144" y="9144"/>
                </a:lnTo>
                <a:lnTo>
                  <a:pt x="8639569" y="9144"/>
                </a:lnTo>
                <a:lnTo>
                  <a:pt x="8639569" y="0"/>
                </a:lnTo>
                <a:lnTo>
                  <a:pt x="0" y="0"/>
                </a:lnTo>
                <a:lnTo>
                  <a:pt x="0" y="2936760"/>
                </a:lnTo>
                <a:lnTo>
                  <a:pt x="8650224" y="2936760"/>
                </a:lnTo>
                <a:lnTo>
                  <a:pt x="8650224" y="2932176"/>
                </a:lnTo>
                <a:lnTo>
                  <a:pt x="8650224" y="2927604"/>
                </a:lnTo>
                <a:lnTo>
                  <a:pt x="8650224" y="9144"/>
                </a:lnTo>
                <a:lnTo>
                  <a:pt x="8650224" y="4572"/>
                </a:lnTo>
                <a:lnTo>
                  <a:pt x="86502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673579" y="6075735"/>
            <a:ext cx="134429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12395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FF3300"/>
                </a:solidFill>
                <a:latin typeface="Microsoft Sans Serif"/>
                <a:cs typeface="Microsoft Sans Serif"/>
              </a:rPr>
              <a:t>Resonant frequencies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915346" y="439952"/>
            <a:ext cx="7977505" cy="61341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pc="-10" dirty="0"/>
              <a:t>17-</a:t>
            </a:r>
            <a:r>
              <a:rPr dirty="0"/>
              <a:t>6</a:t>
            </a:r>
            <a:r>
              <a:rPr spc="-55" dirty="0"/>
              <a:t> </a:t>
            </a:r>
            <a:r>
              <a:rPr dirty="0"/>
              <a:t>Sources</a:t>
            </a:r>
            <a:r>
              <a:rPr spc="-5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Musical</a:t>
            </a:r>
            <a:r>
              <a:rPr spc="-35" dirty="0"/>
              <a:t> </a:t>
            </a:r>
            <a:r>
              <a:rPr dirty="0"/>
              <a:t>Sound</a:t>
            </a:r>
            <a:r>
              <a:rPr spc="-45" dirty="0"/>
              <a:t> </a:t>
            </a:r>
            <a:r>
              <a:rPr dirty="0"/>
              <a:t>(Sound</a:t>
            </a:r>
            <a:r>
              <a:rPr spc="-40" dirty="0"/>
              <a:t> </a:t>
            </a:r>
            <a:r>
              <a:rPr dirty="0"/>
              <a:t>Waves</a:t>
            </a:r>
            <a:r>
              <a:rPr spc="-50" dirty="0"/>
              <a:t> </a:t>
            </a:r>
            <a:r>
              <a:rPr spc="-10" dirty="0"/>
              <a:t>Resonances) </a:t>
            </a:r>
            <a:r>
              <a:rPr dirty="0">
                <a:solidFill>
                  <a:srgbClr val="E10000"/>
                </a:solidFill>
              </a:rPr>
              <a:t>Air</a:t>
            </a:r>
            <a:r>
              <a:rPr spc="-25" dirty="0">
                <a:solidFill>
                  <a:srgbClr val="E10000"/>
                </a:solidFill>
              </a:rPr>
              <a:t> </a:t>
            </a:r>
            <a:r>
              <a:rPr spc="-10" dirty="0">
                <a:solidFill>
                  <a:srgbClr val="E10000"/>
                </a:solidFill>
              </a:rPr>
              <a:t>columns</a:t>
            </a:r>
          </a:p>
        </p:txBody>
      </p:sp>
      <p:sp>
        <p:nvSpPr>
          <p:cNvPr id="19" name="object 19"/>
          <p:cNvSpPr/>
          <p:nvPr/>
        </p:nvSpPr>
        <p:spPr>
          <a:xfrm>
            <a:off x="792479" y="370331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2852" y="6819900"/>
                </a:moveTo>
                <a:lnTo>
                  <a:pt x="3048" y="6819900"/>
                </a:lnTo>
                <a:lnTo>
                  <a:pt x="0" y="6816851"/>
                </a:lnTo>
                <a:lnTo>
                  <a:pt x="0" y="3048"/>
                </a:lnTo>
                <a:lnTo>
                  <a:pt x="3048" y="0"/>
                </a:lnTo>
                <a:lnTo>
                  <a:pt x="9102852" y="0"/>
                </a:lnTo>
                <a:lnTo>
                  <a:pt x="9105900" y="3048"/>
                </a:lnTo>
                <a:lnTo>
                  <a:pt x="9105900" y="6096"/>
                </a:ln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lnTo>
                  <a:pt x="12192" y="6807708"/>
                </a:lnTo>
                <a:lnTo>
                  <a:pt x="6096" y="6807708"/>
                </a:lnTo>
                <a:lnTo>
                  <a:pt x="12192" y="6813803"/>
                </a:lnTo>
                <a:lnTo>
                  <a:pt x="9105900" y="6813803"/>
                </a:lnTo>
                <a:lnTo>
                  <a:pt x="9105900" y="6816851"/>
                </a:lnTo>
                <a:lnTo>
                  <a:pt x="9102852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close/>
              </a:path>
              <a:path w="9105900" h="6819900">
                <a:moveTo>
                  <a:pt x="9093707" y="12192"/>
                </a:moveTo>
                <a:lnTo>
                  <a:pt x="12192" y="12192"/>
                </a:lnTo>
                <a:lnTo>
                  <a:pt x="12192" y="6096"/>
                </a:lnTo>
                <a:lnTo>
                  <a:pt x="9093707" y="6096"/>
                </a:lnTo>
                <a:lnTo>
                  <a:pt x="9093707" y="12192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9093707" y="6096"/>
                </a:lnTo>
                <a:lnTo>
                  <a:pt x="9099804" y="12192"/>
                </a:lnTo>
                <a:lnTo>
                  <a:pt x="9105900" y="12192"/>
                </a:lnTo>
                <a:lnTo>
                  <a:pt x="9105900" y="6807708"/>
                </a:lnTo>
                <a:lnTo>
                  <a:pt x="9099804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12192"/>
                </a:moveTo>
                <a:lnTo>
                  <a:pt x="9099804" y="12192"/>
                </a:lnTo>
                <a:lnTo>
                  <a:pt x="9093707" y="6096"/>
                </a:lnTo>
                <a:lnTo>
                  <a:pt x="9105900" y="6096"/>
                </a:lnTo>
                <a:lnTo>
                  <a:pt x="9105900" y="12192"/>
                </a:lnTo>
                <a:close/>
              </a:path>
              <a:path w="9105900" h="6819900">
                <a:moveTo>
                  <a:pt x="12192" y="6813803"/>
                </a:moveTo>
                <a:lnTo>
                  <a:pt x="6096" y="6807708"/>
                </a:lnTo>
                <a:lnTo>
                  <a:pt x="12192" y="6807708"/>
                </a:lnTo>
                <a:lnTo>
                  <a:pt x="12192" y="6813803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12192" y="6813803"/>
                </a:lnTo>
                <a:lnTo>
                  <a:pt x="12192" y="6807708"/>
                </a:lnTo>
                <a:lnTo>
                  <a:pt x="9093707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6813803"/>
                </a:moveTo>
                <a:lnTo>
                  <a:pt x="9093707" y="6813803"/>
                </a:lnTo>
                <a:lnTo>
                  <a:pt x="9099804" y="6807708"/>
                </a:lnTo>
                <a:lnTo>
                  <a:pt x="9105900" y="6807708"/>
                </a:lnTo>
                <a:lnTo>
                  <a:pt x="9105900" y="6813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017725" y="1634711"/>
            <a:ext cx="307213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At</a:t>
            </a:r>
            <a:r>
              <a:rPr sz="18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an</a:t>
            </a:r>
            <a:r>
              <a:rPr sz="1800" spc="1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open</a:t>
            </a:r>
            <a:r>
              <a:rPr sz="1800" spc="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end,</a:t>
            </a:r>
            <a:r>
              <a:rPr sz="1800" spc="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there</a:t>
            </a:r>
            <a:r>
              <a:rPr sz="1800" spc="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is</a:t>
            </a:r>
            <a:r>
              <a:rPr sz="1800" spc="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3333CC"/>
                </a:solidFill>
                <a:latin typeface="Microsoft Sans Serif"/>
                <a:cs typeface="Microsoft Sans Serif"/>
              </a:rPr>
              <a:t>some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reflection.</a:t>
            </a:r>
            <a:r>
              <a:rPr sz="1800" spc="-5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The</a:t>
            </a:r>
            <a:r>
              <a:rPr sz="1800" spc="-4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reflection</a:t>
            </a:r>
            <a:r>
              <a:rPr sz="1800" spc="-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is</a:t>
            </a:r>
            <a:r>
              <a:rPr sz="1800" spc="-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3333CC"/>
                </a:solidFill>
                <a:latin typeface="Microsoft Sans Serif"/>
                <a:cs typeface="Microsoft Sans Serif"/>
              </a:rPr>
              <a:t>not </a:t>
            </a:r>
            <a:r>
              <a:rPr sz="18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complete.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44467" y="2647188"/>
            <a:ext cx="1737360" cy="27940"/>
          </a:xfrm>
          <a:custGeom>
            <a:avLst/>
            <a:gdLst/>
            <a:ahLst/>
            <a:cxnLst/>
            <a:rect l="l" t="t" r="r" b="b"/>
            <a:pathLst>
              <a:path w="1737360" h="27939">
                <a:moveTo>
                  <a:pt x="1737360" y="27431"/>
                </a:moveTo>
                <a:lnTo>
                  <a:pt x="0" y="27431"/>
                </a:lnTo>
                <a:lnTo>
                  <a:pt x="0" y="0"/>
                </a:lnTo>
                <a:lnTo>
                  <a:pt x="1737360" y="0"/>
                </a:lnTo>
                <a:lnTo>
                  <a:pt x="1737360" y="274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465832" y="2913888"/>
            <a:ext cx="792480" cy="132715"/>
          </a:xfrm>
          <a:custGeom>
            <a:avLst/>
            <a:gdLst/>
            <a:ahLst/>
            <a:cxnLst/>
            <a:rect l="l" t="t" r="r" b="b"/>
            <a:pathLst>
              <a:path w="792479" h="132714">
                <a:moveTo>
                  <a:pt x="733921" y="66294"/>
                </a:moveTo>
                <a:lnTo>
                  <a:pt x="670560" y="28956"/>
                </a:lnTo>
                <a:lnTo>
                  <a:pt x="664464" y="24384"/>
                </a:lnTo>
                <a:lnTo>
                  <a:pt x="661416" y="15240"/>
                </a:lnTo>
                <a:lnTo>
                  <a:pt x="665988" y="9144"/>
                </a:lnTo>
                <a:lnTo>
                  <a:pt x="669036" y="1524"/>
                </a:lnTo>
                <a:lnTo>
                  <a:pt x="678180" y="0"/>
                </a:lnTo>
                <a:lnTo>
                  <a:pt x="685800" y="4572"/>
                </a:lnTo>
                <a:lnTo>
                  <a:pt x="768477" y="51816"/>
                </a:lnTo>
                <a:lnTo>
                  <a:pt x="763524" y="51816"/>
                </a:lnTo>
                <a:lnTo>
                  <a:pt x="763524" y="53340"/>
                </a:lnTo>
                <a:lnTo>
                  <a:pt x="755904" y="53340"/>
                </a:lnTo>
                <a:lnTo>
                  <a:pt x="733921" y="66294"/>
                </a:lnTo>
                <a:close/>
              </a:path>
              <a:path w="792479" h="132714">
                <a:moveTo>
                  <a:pt x="709352" y="80772"/>
                </a:moveTo>
                <a:lnTo>
                  <a:pt x="0" y="80772"/>
                </a:lnTo>
                <a:lnTo>
                  <a:pt x="0" y="51816"/>
                </a:lnTo>
                <a:lnTo>
                  <a:pt x="709352" y="51816"/>
                </a:lnTo>
                <a:lnTo>
                  <a:pt x="733921" y="66294"/>
                </a:lnTo>
                <a:lnTo>
                  <a:pt x="709352" y="80772"/>
                </a:lnTo>
                <a:close/>
              </a:path>
              <a:path w="792479" h="132714">
                <a:moveTo>
                  <a:pt x="766460" y="80772"/>
                </a:moveTo>
                <a:lnTo>
                  <a:pt x="763524" y="80772"/>
                </a:lnTo>
                <a:lnTo>
                  <a:pt x="763524" y="51816"/>
                </a:lnTo>
                <a:lnTo>
                  <a:pt x="768477" y="51816"/>
                </a:lnTo>
                <a:lnTo>
                  <a:pt x="792480" y="65532"/>
                </a:lnTo>
                <a:lnTo>
                  <a:pt x="766460" y="80772"/>
                </a:lnTo>
                <a:close/>
              </a:path>
              <a:path w="792479" h="132714">
                <a:moveTo>
                  <a:pt x="755904" y="79248"/>
                </a:moveTo>
                <a:lnTo>
                  <a:pt x="733921" y="66294"/>
                </a:lnTo>
                <a:lnTo>
                  <a:pt x="755904" y="53340"/>
                </a:lnTo>
                <a:lnTo>
                  <a:pt x="755904" y="79248"/>
                </a:lnTo>
                <a:close/>
              </a:path>
              <a:path w="792479" h="132714">
                <a:moveTo>
                  <a:pt x="763524" y="79248"/>
                </a:moveTo>
                <a:lnTo>
                  <a:pt x="755904" y="79248"/>
                </a:lnTo>
                <a:lnTo>
                  <a:pt x="755904" y="53340"/>
                </a:lnTo>
                <a:lnTo>
                  <a:pt x="763524" y="53340"/>
                </a:lnTo>
                <a:lnTo>
                  <a:pt x="763524" y="79248"/>
                </a:lnTo>
                <a:close/>
              </a:path>
              <a:path w="792479" h="132714">
                <a:moveTo>
                  <a:pt x="678180" y="132588"/>
                </a:moveTo>
                <a:lnTo>
                  <a:pt x="669036" y="129540"/>
                </a:lnTo>
                <a:lnTo>
                  <a:pt x="665988" y="123444"/>
                </a:lnTo>
                <a:lnTo>
                  <a:pt x="661416" y="117348"/>
                </a:lnTo>
                <a:lnTo>
                  <a:pt x="664464" y="108204"/>
                </a:lnTo>
                <a:lnTo>
                  <a:pt x="670560" y="103632"/>
                </a:lnTo>
                <a:lnTo>
                  <a:pt x="733921" y="66294"/>
                </a:lnTo>
                <a:lnTo>
                  <a:pt x="755904" y="79248"/>
                </a:lnTo>
                <a:lnTo>
                  <a:pt x="763524" y="79248"/>
                </a:lnTo>
                <a:lnTo>
                  <a:pt x="763524" y="80772"/>
                </a:lnTo>
                <a:lnTo>
                  <a:pt x="766460" y="80772"/>
                </a:lnTo>
                <a:lnTo>
                  <a:pt x="685800" y="128016"/>
                </a:lnTo>
                <a:lnTo>
                  <a:pt x="678180" y="132588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187952" y="3281171"/>
            <a:ext cx="792480" cy="132715"/>
          </a:xfrm>
          <a:custGeom>
            <a:avLst/>
            <a:gdLst/>
            <a:ahLst/>
            <a:cxnLst/>
            <a:rect l="l" t="t" r="r" b="b"/>
            <a:pathLst>
              <a:path w="792479" h="132714">
                <a:moveTo>
                  <a:pt x="114300" y="132588"/>
                </a:moveTo>
                <a:lnTo>
                  <a:pt x="106679" y="128016"/>
                </a:lnTo>
                <a:lnTo>
                  <a:pt x="0" y="65532"/>
                </a:lnTo>
                <a:lnTo>
                  <a:pt x="106679" y="3048"/>
                </a:lnTo>
                <a:lnTo>
                  <a:pt x="114300" y="0"/>
                </a:lnTo>
                <a:lnTo>
                  <a:pt x="121919" y="1524"/>
                </a:lnTo>
                <a:lnTo>
                  <a:pt x="126491" y="9144"/>
                </a:lnTo>
                <a:lnTo>
                  <a:pt x="131063" y="15240"/>
                </a:lnTo>
                <a:lnTo>
                  <a:pt x="128015" y="24384"/>
                </a:lnTo>
                <a:lnTo>
                  <a:pt x="121919" y="27432"/>
                </a:lnTo>
                <a:lnTo>
                  <a:pt x="79802" y="51816"/>
                </a:lnTo>
                <a:lnTo>
                  <a:pt x="28955" y="51816"/>
                </a:lnTo>
                <a:lnTo>
                  <a:pt x="28955" y="79248"/>
                </a:lnTo>
                <a:lnTo>
                  <a:pt x="79802" y="79248"/>
                </a:lnTo>
                <a:lnTo>
                  <a:pt x="121919" y="103632"/>
                </a:lnTo>
                <a:lnTo>
                  <a:pt x="128015" y="106680"/>
                </a:lnTo>
                <a:lnTo>
                  <a:pt x="131063" y="115824"/>
                </a:lnTo>
                <a:lnTo>
                  <a:pt x="126491" y="123444"/>
                </a:lnTo>
                <a:lnTo>
                  <a:pt x="121919" y="129540"/>
                </a:lnTo>
                <a:lnTo>
                  <a:pt x="114300" y="132588"/>
                </a:lnTo>
                <a:close/>
              </a:path>
              <a:path w="792479" h="132714">
                <a:moveTo>
                  <a:pt x="79802" y="79248"/>
                </a:moveTo>
                <a:lnTo>
                  <a:pt x="28955" y="79248"/>
                </a:lnTo>
                <a:lnTo>
                  <a:pt x="28955" y="51816"/>
                </a:lnTo>
                <a:lnTo>
                  <a:pt x="79802" y="51816"/>
                </a:lnTo>
                <a:lnTo>
                  <a:pt x="77169" y="53340"/>
                </a:lnTo>
                <a:lnTo>
                  <a:pt x="35052" y="53340"/>
                </a:lnTo>
                <a:lnTo>
                  <a:pt x="35052" y="77724"/>
                </a:lnTo>
                <a:lnTo>
                  <a:pt x="77169" y="77724"/>
                </a:lnTo>
                <a:lnTo>
                  <a:pt x="79802" y="79248"/>
                </a:lnTo>
                <a:close/>
              </a:path>
              <a:path w="792479" h="132714">
                <a:moveTo>
                  <a:pt x="792479" y="79248"/>
                </a:moveTo>
                <a:lnTo>
                  <a:pt x="79802" y="79248"/>
                </a:lnTo>
                <a:lnTo>
                  <a:pt x="56110" y="65532"/>
                </a:lnTo>
                <a:lnTo>
                  <a:pt x="79802" y="51816"/>
                </a:lnTo>
                <a:lnTo>
                  <a:pt x="792479" y="51816"/>
                </a:lnTo>
                <a:lnTo>
                  <a:pt x="792479" y="79248"/>
                </a:lnTo>
                <a:close/>
              </a:path>
              <a:path w="792479" h="132714">
                <a:moveTo>
                  <a:pt x="35052" y="77724"/>
                </a:moveTo>
                <a:lnTo>
                  <a:pt x="35052" y="53340"/>
                </a:lnTo>
                <a:lnTo>
                  <a:pt x="56110" y="65532"/>
                </a:lnTo>
                <a:lnTo>
                  <a:pt x="35052" y="77724"/>
                </a:lnTo>
                <a:close/>
              </a:path>
              <a:path w="792479" h="132714">
                <a:moveTo>
                  <a:pt x="56110" y="65532"/>
                </a:moveTo>
                <a:lnTo>
                  <a:pt x="35052" y="53340"/>
                </a:lnTo>
                <a:lnTo>
                  <a:pt x="77169" y="53340"/>
                </a:lnTo>
                <a:lnTo>
                  <a:pt x="56110" y="65532"/>
                </a:lnTo>
                <a:close/>
              </a:path>
              <a:path w="792479" h="132714">
                <a:moveTo>
                  <a:pt x="77169" y="77724"/>
                </a:moveTo>
                <a:lnTo>
                  <a:pt x="35052" y="77724"/>
                </a:lnTo>
                <a:lnTo>
                  <a:pt x="56110" y="65532"/>
                </a:lnTo>
                <a:lnTo>
                  <a:pt x="77169" y="777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232147" y="2913888"/>
            <a:ext cx="792480" cy="132715"/>
          </a:xfrm>
          <a:custGeom>
            <a:avLst/>
            <a:gdLst/>
            <a:ahLst/>
            <a:cxnLst/>
            <a:rect l="l" t="t" r="r" b="b"/>
            <a:pathLst>
              <a:path w="792479" h="132714">
                <a:moveTo>
                  <a:pt x="735445" y="66294"/>
                </a:moveTo>
                <a:lnTo>
                  <a:pt x="672084" y="28956"/>
                </a:lnTo>
                <a:lnTo>
                  <a:pt x="664464" y="24384"/>
                </a:lnTo>
                <a:lnTo>
                  <a:pt x="662940" y="15240"/>
                </a:lnTo>
                <a:lnTo>
                  <a:pt x="665988" y="9144"/>
                </a:lnTo>
                <a:lnTo>
                  <a:pt x="670560" y="1524"/>
                </a:lnTo>
                <a:lnTo>
                  <a:pt x="678180" y="0"/>
                </a:lnTo>
                <a:lnTo>
                  <a:pt x="685800" y="4572"/>
                </a:lnTo>
                <a:lnTo>
                  <a:pt x="768477" y="51816"/>
                </a:lnTo>
                <a:lnTo>
                  <a:pt x="763524" y="51816"/>
                </a:lnTo>
                <a:lnTo>
                  <a:pt x="763524" y="53340"/>
                </a:lnTo>
                <a:lnTo>
                  <a:pt x="757428" y="53340"/>
                </a:lnTo>
                <a:lnTo>
                  <a:pt x="735445" y="66294"/>
                </a:lnTo>
                <a:close/>
              </a:path>
              <a:path w="792479" h="132714">
                <a:moveTo>
                  <a:pt x="710876" y="80772"/>
                </a:moveTo>
                <a:lnTo>
                  <a:pt x="0" y="80772"/>
                </a:lnTo>
                <a:lnTo>
                  <a:pt x="0" y="51816"/>
                </a:lnTo>
                <a:lnTo>
                  <a:pt x="710876" y="51816"/>
                </a:lnTo>
                <a:lnTo>
                  <a:pt x="735445" y="66294"/>
                </a:lnTo>
                <a:lnTo>
                  <a:pt x="710876" y="80772"/>
                </a:lnTo>
                <a:close/>
              </a:path>
              <a:path w="792479" h="132714">
                <a:moveTo>
                  <a:pt x="766460" y="80772"/>
                </a:moveTo>
                <a:lnTo>
                  <a:pt x="763524" y="80772"/>
                </a:lnTo>
                <a:lnTo>
                  <a:pt x="763524" y="51816"/>
                </a:lnTo>
                <a:lnTo>
                  <a:pt x="768477" y="51816"/>
                </a:lnTo>
                <a:lnTo>
                  <a:pt x="792480" y="65532"/>
                </a:lnTo>
                <a:lnTo>
                  <a:pt x="766460" y="80772"/>
                </a:lnTo>
                <a:close/>
              </a:path>
              <a:path w="792479" h="132714">
                <a:moveTo>
                  <a:pt x="757428" y="79248"/>
                </a:moveTo>
                <a:lnTo>
                  <a:pt x="735445" y="66294"/>
                </a:lnTo>
                <a:lnTo>
                  <a:pt x="757428" y="53340"/>
                </a:lnTo>
                <a:lnTo>
                  <a:pt x="757428" y="79248"/>
                </a:lnTo>
                <a:close/>
              </a:path>
              <a:path w="792479" h="132714">
                <a:moveTo>
                  <a:pt x="763524" y="79248"/>
                </a:moveTo>
                <a:lnTo>
                  <a:pt x="757428" y="79248"/>
                </a:lnTo>
                <a:lnTo>
                  <a:pt x="757428" y="53340"/>
                </a:lnTo>
                <a:lnTo>
                  <a:pt x="763524" y="53340"/>
                </a:lnTo>
                <a:lnTo>
                  <a:pt x="763524" y="79248"/>
                </a:lnTo>
                <a:close/>
              </a:path>
              <a:path w="792479" h="132714">
                <a:moveTo>
                  <a:pt x="678180" y="132588"/>
                </a:moveTo>
                <a:lnTo>
                  <a:pt x="670560" y="129540"/>
                </a:lnTo>
                <a:lnTo>
                  <a:pt x="665988" y="123444"/>
                </a:lnTo>
                <a:lnTo>
                  <a:pt x="662940" y="117348"/>
                </a:lnTo>
                <a:lnTo>
                  <a:pt x="664464" y="108204"/>
                </a:lnTo>
                <a:lnTo>
                  <a:pt x="672084" y="103632"/>
                </a:lnTo>
                <a:lnTo>
                  <a:pt x="735445" y="66294"/>
                </a:lnTo>
                <a:lnTo>
                  <a:pt x="757428" y="79248"/>
                </a:lnTo>
                <a:lnTo>
                  <a:pt x="763524" y="79248"/>
                </a:lnTo>
                <a:lnTo>
                  <a:pt x="763524" y="80772"/>
                </a:lnTo>
                <a:lnTo>
                  <a:pt x="766460" y="80772"/>
                </a:lnTo>
                <a:lnTo>
                  <a:pt x="685800" y="128016"/>
                </a:lnTo>
                <a:lnTo>
                  <a:pt x="678180" y="132588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077711" y="2913888"/>
            <a:ext cx="792480" cy="132715"/>
          </a:xfrm>
          <a:custGeom>
            <a:avLst/>
            <a:gdLst/>
            <a:ahLst/>
            <a:cxnLst/>
            <a:rect l="l" t="t" r="r" b="b"/>
            <a:pathLst>
              <a:path w="792479" h="132714">
                <a:moveTo>
                  <a:pt x="733921" y="66294"/>
                </a:moveTo>
                <a:lnTo>
                  <a:pt x="670560" y="28956"/>
                </a:lnTo>
                <a:lnTo>
                  <a:pt x="662940" y="24384"/>
                </a:lnTo>
                <a:lnTo>
                  <a:pt x="661416" y="15240"/>
                </a:lnTo>
                <a:lnTo>
                  <a:pt x="665988" y="9144"/>
                </a:lnTo>
                <a:lnTo>
                  <a:pt x="669036" y="1524"/>
                </a:lnTo>
                <a:lnTo>
                  <a:pt x="678180" y="0"/>
                </a:lnTo>
                <a:lnTo>
                  <a:pt x="684276" y="4572"/>
                </a:lnTo>
                <a:lnTo>
                  <a:pt x="768134" y="51816"/>
                </a:lnTo>
                <a:lnTo>
                  <a:pt x="763524" y="51816"/>
                </a:lnTo>
                <a:lnTo>
                  <a:pt x="763524" y="53340"/>
                </a:lnTo>
                <a:lnTo>
                  <a:pt x="755904" y="53340"/>
                </a:lnTo>
                <a:lnTo>
                  <a:pt x="733921" y="66294"/>
                </a:lnTo>
                <a:close/>
              </a:path>
              <a:path w="792479" h="132714">
                <a:moveTo>
                  <a:pt x="709352" y="80772"/>
                </a:moveTo>
                <a:lnTo>
                  <a:pt x="0" y="80772"/>
                </a:lnTo>
                <a:lnTo>
                  <a:pt x="0" y="51816"/>
                </a:lnTo>
                <a:lnTo>
                  <a:pt x="709352" y="51816"/>
                </a:lnTo>
                <a:lnTo>
                  <a:pt x="733921" y="66294"/>
                </a:lnTo>
                <a:lnTo>
                  <a:pt x="709352" y="80772"/>
                </a:lnTo>
                <a:close/>
              </a:path>
              <a:path w="792479" h="132714">
                <a:moveTo>
                  <a:pt x="766088" y="80772"/>
                </a:moveTo>
                <a:lnTo>
                  <a:pt x="763524" y="80772"/>
                </a:lnTo>
                <a:lnTo>
                  <a:pt x="763524" y="51816"/>
                </a:lnTo>
                <a:lnTo>
                  <a:pt x="768134" y="51816"/>
                </a:lnTo>
                <a:lnTo>
                  <a:pt x="792480" y="65532"/>
                </a:lnTo>
                <a:lnTo>
                  <a:pt x="766088" y="80772"/>
                </a:lnTo>
                <a:close/>
              </a:path>
              <a:path w="792479" h="132714">
                <a:moveTo>
                  <a:pt x="755904" y="79248"/>
                </a:moveTo>
                <a:lnTo>
                  <a:pt x="733921" y="66294"/>
                </a:lnTo>
                <a:lnTo>
                  <a:pt x="755904" y="53340"/>
                </a:lnTo>
                <a:lnTo>
                  <a:pt x="755904" y="79248"/>
                </a:lnTo>
                <a:close/>
              </a:path>
              <a:path w="792479" h="132714">
                <a:moveTo>
                  <a:pt x="763524" y="79248"/>
                </a:moveTo>
                <a:lnTo>
                  <a:pt x="755904" y="79248"/>
                </a:lnTo>
                <a:lnTo>
                  <a:pt x="755904" y="53340"/>
                </a:lnTo>
                <a:lnTo>
                  <a:pt x="763524" y="53340"/>
                </a:lnTo>
                <a:lnTo>
                  <a:pt x="763524" y="79248"/>
                </a:lnTo>
                <a:close/>
              </a:path>
              <a:path w="792479" h="132714">
                <a:moveTo>
                  <a:pt x="678180" y="132588"/>
                </a:moveTo>
                <a:lnTo>
                  <a:pt x="669036" y="129540"/>
                </a:lnTo>
                <a:lnTo>
                  <a:pt x="665988" y="123444"/>
                </a:lnTo>
                <a:lnTo>
                  <a:pt x="661416" y="117348"/>
                </a:lnTo>
                <a:lnTo>
                  <a:pt x="662940" y="108204"/>
                </a:lnTo>
                <a:lnTo>
                  <a:pt x="670560" y="103632"/>
                </a:lnTo>
                <a:lnTo>
                  <a:pt x="733921" y="66294"/>
                </a:lnTo>
                <a:lnTo>
                  <a:pt x="755904" y="79248"/>
                </a:lnTo>
                <a:lnTo>
                  <a:pt x="763524" y="79248"/>
                </a:lnTo>
                <a:lnTo>
                  <a:pt x="763524" y="80772"/>
                </a:lnTo>
                <a:lnTo>
                  <a:pt x="766088" y="80772"/>
                </a:lnTo>
                <a:lnTo>
                  <a:pt x="684276" y="128016"/>
                </a:lnTo>
                <a:lnTo>
                  <a:pt x="678180" y="132588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403347" y="3281171"/>
            <a:ext cx="792480" cy="132715"/>
          </a:xfrm>
          <a:custGeom>
            <a:avLst/>
            <a:gdLst/>
            <a:ahLst/>
            <a:cxnLst/>
            <a:rect l="l" t="t" r="r" b="b"/>
            <a:pathLst>
              <a:path w="792480" h="132714">
                <a:moveTo>
                  <a:pt x="114300" y="132588"/>
                </a:moveTo>
                <a:lnTo>
                  <a:pt x="106679" y="128016"/>
                </a:lnTo>
                <a:lnTo>
                  <a:pt x="0" y="65532"/>
                </a:lnTo>
                <a:lnTo>
                  <a:pt x="106679" y="3048"/>
                </a:lnTo>
                <a:lnTo>
                  <a:pt x="114300" y="0"/>
                </a:lnTo>
                <a:lnTo>
                  <a:pt x="123443" y="1524"/>
                </a:lnTo>
                <a:lnTo>
                  <a:pt x="126491" y="9144"/>
                </a:lnTo>
                <a:lnTo>
                  <a:pt x="131063" y="15240"/>
                </a:lnTo>
                <a:lnTo>
                  <a:pt x="128015" y="24384"/>
                </a:lnTo>
                <a:lnTo>
                  <a:pt x="121919" y="27432"/>
                </a:lnTo>
                <a:lnTo>
                  <a:pt x="80541" y="51816"/>
                </a:lnTo>
                <a:lnTo>
                  <a:pt x="28955" y="51816"/>
                </a:lnTo>
                <a:lnTo>
                  <a:pt x="28955" y="79248"/>
                </a:lnTo>
                <a:lnTo>
                  <a:pt x="80541" y="79248"/>
                </a:lnTo>
                <a:lnTo>
                  <a:pt x="121919" y="103632"/>
                </a:lnTo>
                <a:lnTo>
                  <a:pt x="128015" y="106680"/>
                </a:lnTo>
                <a:lnTo>
                  <a:pt x="131063" y="115824"/>
                </a:lnTo>
                <a:lnTo>
                  <a:pt x="126491" y="123444"/>
                </a:lnTo>
                <a:lnTo>
                  <a:pt x="123443" y="129540"/>
                </a:lnTo>
                <a:lnTo>
                  <a:pt x="114300" y="132588"/>
                </a:lnTo>
                <a:close/>
              </a:path>
              <a:path w="792480" h="132714">
                <a:moveTo>
                  <a:pt x="80541" y="79248"/>
                </a:moveTo>
                <a:lnTo>
                  <a:pt x="28955" y="79248"/>
                </a:lnTo>
                <a:lnTo>
                  <a:pt x="28955" y="51816"/>
                </a:lnTo>
                <a:lnTo>
                  <a:pt x="80541" y="51816"/>
                </a:lnTo>
                <a:lnTo>
                  <a:pt x="77954" y="53340"/>
                </a:lnTo>
                <a:lnTo>
                  <a:pt x="36575" y="53340"/>
                </a:lnTo>
                <a:lnTo>
                  <a:pt x="36575" y="77724"/>
                </a:lnTo>
                <a:lnTo>
                  <a:pt x="77954" y="77724"/>
                </a:lnTo>
                <a:lnTo>
                  <a:pt x="80541" y="79248"/>
                </a:lnTo>
                <a:close/>
              </a:path>
              <a:path w="792480" h="132714">
                <a:moveTo>
                  <a:pt x="792479" y="79248"/>
                </a:moveTo>
                <a:lnTo>
                  <a:pt x="80541" y="79248"/>
                </a:lnTo>
                <a:lnTo>
                  <a:pt x="57265" y="65532"/>
                </a:lnTo>
                <a:lnTo>
                  <a:pt x="80541" y="51816"/>
                </a:lnTo>
                <a:lnTo>
                  <a:pt x="792479" y="51816"/>
                </a:lnTo>
                <a:lnTo>
                  <a:pt x="792479" y="79248"/>
                </a:lnTo>
                <a:close/>
              </a:path>
              <a:path w="792480" h="132714">
                <a:moveTo>
                  <a:pt x="36575" y="77724"/>
                </a:moveTo>
                <a:lnTo>
                  <a:pt x="36575" y="53340"/>
                </a:lnTo>
                <a:lnTo>
                  <a:pt x="57265" y="65532"/>
                </a:lnTo>
                <a:lnTo>
                  <a:pt x="36575" y="77724"/>
                </a:lnTo>
                <a:close/>
              </a:path>
              <a:path w="792480" h="132714">
                <a:moveTo>
                  <a:pt x="57265" y="65532"/>
                </a:moveTo>
                <a:lnTo>
                  <a:pt x="36575" y="53340"/>
                </a:lnTo>
                <a:lnTo>
                  <a:pt x="77954" y="53340"/>
                </a:lnTo>
                <a:lnTo>
                  <a:pt x="57265" y="65532"/>
                </a:lnTo>
                <a:close/>
              </a:path>
              <a:path w="792480" h="132714">
                <a:moveTo>
                  <a:pt x="77954" y="77724"/>
                </a:moveTo>
                <a:lnTo>
                  <a:pt x="36575" y="77724"/>
                </a:lnTo>
                <a:lnTo>
                  <a:pt x="57265" y="65532"/>
                </a:lnTo>
                <a:lnTo>
                  <a:pt x="77954" y="77724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01667" y="3645408"/>
            <a:ext cx="792480" cy="132715"/>
          </a:xfrm>
          <a:custGeom>
            <a:avLst/>
            <a:gdLst/>
            <a:ahLst/>
            <a:cxnLst/>
            <a:rect l="l" t="t" r="r" b="b"/>
            <a:pathLst>
              <a:path w="792479" h="132714">
                <a:moveTo>
                  <a:pt x="736420" y="66868"/>
                </a:moveTo>
                <a:lnTo>
                  <a:pt x="672084" y="28956"/>
                </a:lnTo>
                <a:lnTo>
                  <a:pt x="664464" y="24384"/>
                </a:lnTo>
                <a:lnTo>
                  <a:pt x="662940" y="16764"/>
                </a:lnTo>
                <a:lnTo>
                  <a:pt x="665988" y="9144"/>
                </a:lnTo>
                <a:lnTo>
                  <a:pt x="670560" y="3048"/>
                </a:lnTo>
                <a:lnTo>
                  <a:pt x="679704" y="0"/>
                </a:lnTo>
                <a:lnTo>
                  <a:pt x="685800" y="4572"/>
                </a:lnTo>
                <a:lnTo>
                  <a:pt x="766460" y="51816"/>
                </a:lnTo>
                <a:lnTo>
                  <a:pt x="765048" y="51816"/>
                </a:lnTo>
                <a:lnTo>
                  <a:pt x="765048" y="54864"/>
                </a:lnTo>
                <a:lnTo>
                  <a:pt x="757428" y="54864"/>
                </a:lnTo>
                <a:lnTo>
                  <a:pt x="736420" y="66868"/>
                </a:lnTo>
                <a:close/>
              </a:path>
              <a:path w="792479" h="132714">
                <a:moveTo>
                  <a:pt x="712089" y="80772"/>
                </a:moveTo>
                <a:lnTo>
                  <a:pt x="0" y="80772"/>
                </a:lnTo>
                <a:lnTo>
                  <a:pt x="0" y="51816"/>
                </a:lnTo>
                <a:lnTo>
                  <a:pt x="710876" y="51816"/>
                </a:lnTo>
                <a:lnTo>
                  <a:pt x="736420" y="66868"/>
                </a:lnTo>
                <a:lnTo>
                  <a:pt x="712089" y="80772"/>
                </a:lnTo>
                <a:close/>
              </a:path>
              <a:path w="792479" h="132714">
                <a:moveTo>
                  <a:pt x="769062" y="80772"/>
                </a:moveTo>
                <a:lnTo>
                  <a:pt x="765048" y="80772"/>
                </a:lnTo>
                <a:lnTo>
                  <a:pt x="765048" y="51816"/>
                </a:lnTo>
                <a:lnTo>
                  <a:pt x="766460" y="51816"/>
                </a:lnTo>
                <a:lnTo>
                  <a:pt x="792480" y="67056"/>
                </a:lnTo>
                <a:lnTo>
                  <a:pt x="769062" y="80772"/>
                </a:lnTo>
                <a:close/>
              </a:path>
              <a:path w="792479" h="132714">
                <a:moveTo>
                  <a:pt x="757428" y="79248"/>
                </a:moveTo>
                <a:lnTo>
                  <a:pt x="736420" y="66868"/>
                </a:lnTo>
                <a:lnTo>
                  <a:pt x="757428" y="54864"/>
                </a:lnTo>
                <a:lnTo>
                  <a:pt x="757428" y="79248"/>
                </a:lnTo>
                <a:close/>
              </a:path>
              <a:path w="792479" h="132714">
                <a:moveTo>
                  <a:pt x="765048" y="79248"/>
                </a:moveTo>
                <a:lnTo>
                  <a:pt x="757428" y="79248"/>
                </a:lnTo>
                <a:lnTo>
                  <a:pt x="757428" y="54864"/>
                </a:lnTo>
                <a:lnTo>
                  <a:pt x="765048" y="54864"/>
                </a:lnTo>
                <a:lnTo>
                  <a:pt x="765048" y="79248"/>
                </a:lnTo>
                <a:close/>
              </a:path>
              <a:path w="792479" h="132714">
                <a:moveTo>
                  <a:pt x="679704" y="132588"/>
                </a:moveTo>
                <a:lnTo>
                  <a:pt x="670560" y="131064"/>
                </a:lnTo>
                <a:lnTo>
                  <a:pt x="665988" y="123444"/>
                </a:lnTo>
                <a:lnTo>
                  <a:pt x="662940" y="117348"/>
                </a:lnTo>
                <a:lnTo>
                  <a:pt x="664464" y="108204"/>
                </a:lnTo>
                <a:lnTo>
                  <a:pt x="672084" y="103632"/>
                </a:lnTo>
                <a:lnTo>
                  <a:pt x="736420" y="66868"/>
                </a:lnTo>
                <a:lnTo>
                  <a:pt x="757428" y="79248"/>
                </a:lnTo>
                <a:lnTo>
                  <a:pt x="765048" y="79248"/>
                </a:lnTo>
                <a:lnTo>
                  <a:pt x="765048" y="80772"/>
                </a:lnTo>
                <a:lnTo>
                  <a:pt x="769062" y="80772"/>
                </a:lnTo>
                <a:lnTo>
                  <a:pt x="685800" y="129540"/>
                </a:lnTo>
                <a:lnTo>
                  <a:pt x="679704" y="132588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077711" y="3645408"/>
            <a:ext cx="792480" cy="132715"/>
          </a:xfrm>
          <a:custGeom>
            <a:avLst/>
            <a:gdLst/>
            <a:ahLst/>
            <a:cxnLst/>
            <a:rect l="l" t="t" r="r" b="b"/>
            <a:pathLst>
              <a:path w="792479" h="132714">
                <a:moveTo>
                  <a:pt x="734896" y="66868"/>
                </a:moveTo>
                <a:lnTo>
                  <a:pt x="670560" y="28956"/>
                </a:lnTo>
                <a:lnTo>
                  <a:pt x="662940" y="24384"/>
                </a:lnTo>
                <a:lnTo>
                  <a:pt x="661416" y="16764"/>
                </a:lnTo>
                <a:lnTo>
                  <a:pt x="665988" y="9144"/>
                </a:lnTo>
                <a:lnTo>
                  <a:pt x="669036" y="3048"/>
                </a:lnTo>
                <a:lnTo>
                  <a:pt x="678180" y="0"/>
                </a:lnTo>
                <a:lnTo>
                  <a:pt x="684276" y="4572"/>
                </a:lnTo>
                <a:lnTo>
                  <a:pt x="766088" y="51816"/>
                </a:lnTo>
                <a:lnTo>
                  <a:pt x="763524" y="51816"/>
                </a:lnTo>
                <a:lnTo>
                  <a:pt x="763524" y="54864"/>
                </a:lnTo>
                <a:lnTo>
                  <a:pt x="755904" y="54864"/>
                </a:lnTo>
                <a:lnTo>
                  <a:pt x="734896" y="66868"/>
                </a:lnTo>
                <a:close/>
              </a:path>
              <a:path w="792479" h="132714">
                <a:moveTo>
                  <a:pt x="710565" y="80772"/>
                </a:moveTo>
                <a:lnTo>
                  <a:pt x="0" y="80772"/>
                </a:lnTo>
                <a:lnTo>
                  <a:pt x="0" y="51816"/>
                </a:lnTo>
                <a:lnTo>
                  <a:pt x="709352" y="51816"/>
                </a:lnTo>
                <a:lnTo>
                  <a:pt x="734896" y="66868"/>
                </a:lnTo>
                <a:lnTo>
                  <a:pt x="710565" y="80772"/>
                </a:lnTo>
                <a:close/>
              </a:path>
              <a:path w="792479" h="132714">
                <a:moveTo>
                  <a:pt x="768727" y="80772"/>
                </a:moveTo>
                <a:lnTo>
                  <a:pt x="763524" y="80772"/>
                </a:lnTo>
                <a:lnTo>
                  <a:pt x="763524" y="51816"/>
                </a:lnTo>
                <a:lnTo>
                  <a:pt x="766088" y="51816"/>
                </a:lnTo>
                <a:lnTo>
                  <a:pt x="792480" y="67056"/>
                </a:lnTo>
                <a:lnTo>
                  <a:pt x="768727" y="80772"/>
                </a:lnTo>
                <a:close/>
              </a:path>
              <a:path w="792479" h="132714">
                <a:moveTo>
                  <a:pt x="755904" y="79248"/>
                </a:moveTo>
                <a:lnTo>
                  <a:pt x="734896" y="66868"/>
                </a:lnTo>
                <a:lnTo>
                  <a:pt x="755904" y="54864"/>
                </a:lnTo>
                <a:lnTo>
                  <a:pt x="755904" y="79248"/>
                </a:lnTo>
                <a:close/>
              </a:path>
              <a:path w="792479" h="132714">
                <a:moveTo>
                  <a:pt x="763524" y="79248"/>
                </a:moveTo>
                <a:lnTo>
                  <a:pt x="755904" y="79248"/>
                </a:lnTo>
                <a:lnTo>
                  <a:pt x="755904" y="54864"/>
                </a:lnTo>
                <a:lnTo>
                  <a:pt x="763524" y="54864"/>
                </a:lnTo>
                <a:lnTo>
                  <a:pt x="763524" y="79248"/>
                </a:lnTo>
                <a:close/>
              </a:path>
              <a:path w="792479" h="132714">
                <a:moveTo>
                  <a:pt x="678180" y="132588"/>
                </a:moveTo>
                <a:lnTo>
                  <a:pt x="669036" y="131064"/>
                </a:lnTo>
                <a:lnTo>
                  <a:pt x="665988" y="123444"/>
                </a:lnTo>
                <a:lnTo>
                  <a:pt x="661416" y="117348"/>
                </a:lnTo>
                <a:lnTo>
                  <a:pt x="662940" y="108204"/>
                </a:lnTo>
                <a:lnTo>
                  <a:pt x="670560" y="103632"/>
                </a:lnTo>
                <a:lnTo>
                  <a:pt x="734896" y="66868"/>
                </a:lnTo>
                <a:lnTo>
                  <a:pt x="755904" y="79248"/>
                </a:lnTo>
                <a:lnTo>
                  <a:pt x="763524" y="79248"/>
                </a:lnTo>
                <a:lnTo>
                  <a:pt x="763524" y="80772"/>
                </a:lnTo>
                <a:lnTo>
                  <a:pt x="768727" y="80772"/>
                </a:lnTo>
                <a:lnTo>
                  <a:pt x="684276" y="129540"/>
                </a:lnTo>
                <a:lnTo>
                  <a:pt x="678180" y="132588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155948" y="4056888"/>
            <a:ext cx="792480" cy="132715"/>
          </a:xfrm>
          <a:custGeom>
            <a:avLst/>
            <a:gdLst/>
            <a:ahLst/>
            <a:cxnLst/>
            <a:rect l="l" t="t" r="r" b="b"/>
            <a:pathLst>
              <a:path w="792479" h="132714">
                <a:moveTo>
                  <a:pt x="114300" y="132588"/>
                </a:moveTo>
                <a:lnTo>
                  <a:pt x="106679" y="128016"/>
                </a:lnTo>
                <a:lnTo>
                  <a:pt x="0" y="65532"/>
                </a:lnTo>
                <a:lnTo>
                  <a:pt x="106679" y="4572"/>
                </a:lnTo>
                <a:lnTo>
                  <a:pt x="114300" y="0"/>
                </a:lnTo>
                <a:lnTo>
                  <a:pt x="123443" y="1524"/>
                </a:lnTo>
                <a:lnTo>
                  <a:pt x="126491" y="9144"/>
                </a:lnTo>
                <a:lnTo>
                  <a:pt x="131063" y="15240"/>
                </a:lnTo>
                <a:lnTo>
                  <a:pt x="128015" y="24384"/>
                </a:lnTo>
                <a:lnTo>
                  <a:pt x="121919" y="28956"/>
                </a:lnTo>
                <a:lnTo>
                  <a:pt x="83127" y="51816"/>
                </a:lnTo>
                <a:lnTo>
                  <a:pt x="28955" y="51816"/>
                </a:lnTo>
                <a:lnTo>
                  <a:pt x="28955" y="80772"/>
                </a:lnTo>
                <a:lnTo>
                  <a:pt x="83127" y="80772"/>
                </a:lnTo>
                <a:lnTo>
                  <a:pt x="121919" y="103632"/>
                </a:lnTo>
                <a:lnTo>
                  <a:pt x="128015" y="108204"/>
                </a:lnTo>
                <a:lnTo>
                  <a:pt x="131063" y="117348"/>
                </a:lnTo>
                <a:lnTo>
                  <a:pt x="126491" y="123444"/>
                </a:lnTo>
                <a:lnTo>
                  <a:pt x="123443" y="129540"/>
                </a:lnTo>
                <a:lnTo>
                  <a:pt x="114300" y="132588"/>
                </a:lnTo>
                <a:close/>
              </a:path>
              <a:path w="792479" h="132714">
                <a:moveTo>
                  <a:pt x="83127" y="80772"/>
                </a:moveTo>
                <a:lnTo>
                  <a:pt x="28955" y="80772"/>
                </a:lnTo>
                <a:lnTo>
                  <a:pt x="28955" y="51816"/>
                </a:lnTo>
                <a:lnTo>
                  <a:pt x="83127" y="51816"/>
                </a:lnTo>
                <a:lnTo>
                  <a:pt x="80541" y="53340"/>
                </a:lnTo>
                <a:lnTo>
                  <a:pt x="36575" y="53340"/>
                </a:lnTo>
                <a:lnTo>
                  <a:pt x="36575" y="79248"/>
                </a:lnTo>
                <a:lnTo>
                  <a:pt x="80541" y="79248"/>
                </a:lnTo>
                <a:lnTo>
                  <a:pt x="83127" y="80772"/>
                </a:lnTo>
                <a:close/>
              </a:path>
              <a:path w="792479" h="132714">
                <a:moveTo>
                  <a:pt x="792479" y="80772"/>
                </a:moveTo>
                <a:lnTo>
                  <a:pt x="83127" y="80772"/>
                </a:lnTo>
                <a:lnTo>
                  <a:pt x="58558" y="66294"/>
                </a:lnTo>
                <a:lnTo>
                  <a:pt x="83127" y="51816"/>
                </a:lnTo>
                <a:lnTo>
                  <a:pt x="792479" y="51816"/>
                </a:lnTo>
                <a:lnTo>
                  <a:pt x="792479" y="80772"/>
                </a:lnTo>
                <a:close/>
              </a:path>
              <a:path w="792479" h="132714">
                <a:moveTo>
                  <a:pt x="36575" y="79248"/>
                </a:moveTo>
                <a:lnTo>
                  <a:pt x="36575" y="53340"/>
                </a:lnTo>
                <a:lnTo>
                  <a:pt x="58558" y="66294"/>
                </a:lnTo>
                <a:lnTo>
                  <a:pt x="36575" y="79248"/>
                </a:lnTo>
                <a:close/>
              </a:path>
              <a:path w="792479" h="132714">
                <a:moveTo>
                  <a:pt x="58558" y="66294"/>
                </a:moveTo>
                <a:lnTo>
                  <a:pt x="36575" y="53340"/>
                </a:lnTo>
                <a:lnTo>
                  <a:pt x="80541" y="53340"/>
                </a:lnTo>
                <a:lnTo>
                  <a:pt x="58558" y="66294"/>
                </a:lnTo>
                <a:close/>
              </a:path>
              <a:path w="792479" h="132714">
                <a:moveTo>
                  <a:pt x="80541" y="79248"/>
                </a:moveTo>
                <a:lnTo>
                  <a:pt x="36575" y="79248"/>
                </a:lnTo>
                <a:lnTo>
                  <a:pt x="58558" y="66294"/>
                </a:lnTo>
                <a:lnTo>
                  <a:pt x="80541" y="792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465831" y="4056888"/>
            <a:ext cx="792480" cy="132715"/>
          </a:xfrm>
          <a:custGeom>
            <a:avLst/>
            <a:gdLst/>
            <a:ahLst/>
            <a:cxnLst/>
            <a:rect l="l" t="t" r="r" b="b"/>
            <a:pathLst>
              <a:path w="792479" h="132714">
                <a:moveTo>
                  <a:pt x="112775" y="132588"/>
                </a:moveTo>
                <a:lnTo>
                  <a:pt x="106679" y="128016"/>
                </a:lnTo>
                <a:lnTo>
                  <a:pt x="0" y="65532"/>
                </a:lnTo>
                <a:lnTo>
                  <a:pt x="106679" y="4572"/>
                </a:lnTo>
                <a:lnTo>
                  <a:pt x="112775" y="0"/>
                </a:lnTo>
                <a:lnTo>
                  <a:pt x="121919" y="1524"/>
                </a:lnTo>
                <a:lnTo>
                  <a:pt x="126491" y="9144"/>
                </a:lnTo>
                <a:lnTo>
                  <a:pt x="129539" y="15240"/>
                </a:lnTo>
                <a:lnTo>
                  <a:pt x="128015" y="24384"/>
                </a:lnTo>
                <a:lnTo>
                  <a:pt x="120395" y="28956"/>
                </a:lnTo>
                <a:lnTo>
                  <a:pt x="81603" y="51816"/>
                </a:lnTo>
                <a:lnTo>
                  <a:pt x="27431" y="51816"/>
                </a:lnTo>
                <a:lnTo>
                  <a:pt x="27431" y="80772"/>
                </a:lnTo>
                <a:lnTo>
                  <a:pt x="81603" y="80772"/>
                </a:lnTo>
                <a:lnTo>
                  <a:pt x="120395" y="103632"/>
                </a:lnTo>
                <a:lnTo>
                  <a:pt x="128015" y="108204"/>
                </a:lnTo>
                <a:lnTo>
                  <a:pt x="129539" y="117348"/>
                </a:lnTo>
                <a:lnTo>
                  <a:pt x="126491" y="123444"/>
                </a:lnTo>
                <a:lnTo>
                  <a:pt x="121919" y="129540"/>
                </a:lnTo>
                <a:lnTo>
                  <a:pt x="112775" y="132588"/>
                </a:lnTo>
                <a:close/>
              </a:path>
              <a:path w="792479" h="132714">
                <a:moveTo>
                  <a:pt x="81603" y="80772"/>
                </a:moveTo>
                <a:lnTo>
                  <a:pt x="27431" y="80772"/>
                </a:lnTo>
                <a:lnTo>
                  <a:pt x="27431" y="51816"/>
                </a:lnTo>
                <a:lnTo>
                  <a:pt x="81603" y="51816"/>
                </a:lnTo>
                <a:lnTo>
                  <a:pt x="79017" y="53340"/>
                </a:lnTo>
                <a:lnTo>
                  <a:pt x="35052" y="53340"/>
                </a:lnTo>
                <a:lnTo>
                  <a:pt x="35052" y="79248"/>
                </a:lnTo>
                <a:lnTo>
                  <a:pt x="79017" y="79248"/>
                </a:lnTo>
                <a:lnTo>
                  <a:pt x="81603" y="80772"/>
                </a:lnTo>
                <a:close/>
              </a:path>
              <a:path w="792479" h="132714">
                <a:moveTo>
                  <a:pt x="792479" y="80772"/>
                </a:moveTo>
                <a:lnTo>
                  <a:pt x="81603" y="80772"/>
                </a:lnTo>
                <a:lnTo>
                  <a:pt x="57034" y="66294"/>
                </a:lnTo>
                <a:lnTo>
                  <a:pt x="81603" y="51816"/>
                </a:lnTo>
                <a:lnTo>
                  <a:pt x="792479" y="51816"/>
                </a:lnTo>
                <a:lnTo>
                  <a:pt x="792479" y="80772"/>
                </a:lnTo>
                <a:close/>
              </a:path>
              <a:path w="792479" h="132714">
                <a:moveTo>
                  <a:pt x="35052" y="79248"/>
                </a:moveTo>
                <a:lnTo>
                  <a:pt x="35052" y="53340"/>
                </a:lnTo>
                <a:lnTo>
                  <a:pt x="57034" y="66294"/>
                </a:lnTo>
                <a:lnTo>
                  <a:pt x="35052" y="79248"/>
                </a:lnTo>
                <a:close/>
              </a:path>
              <a:path w="792479" h="132714">
                <a:moveTo>
                  <a:pt x="57034" y="66294"/>
                </a:moveTo>
                <a:lnTo>
                  <a:pt x="35052" y="53340"/>
                </a:lnTo>
                <a:lnTo>
                  <a:pt x="79017" y="53340"/>
                </a:lnTo>
                <a:lnTo>
                  <a:pt x="57034" y="66294"/>
                </a:lnTo>
                <a:close/>
              </a:path>
              <a:path w="792479" h="132714">
                <a:moveTo>
                  <a:pt x="79017" y="79248"/>
                </a:moveTo>
                <a:lnTo>
                  <a:pt x="35052" y="79248"/>
                </a:lnTo>
                <a:lnTo>
                  <a:pt x="57034" y="66294"/>
                </a:lnTo>
                <a:lnTo>
                  <a:pt x="79017" y="79248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562856" y="4485144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5">
                <a:moveTo>
                  <a:pt x="54864" y="21336"/>
                </a:moveTo>
                <a:lnTo>
                  <a:pt x="54356" y="19812"/>
                </a:lnTo>
                <a:lnTo>
                  <a:pt x="53340" y="16764"/>
                </a:lnTo>
                <a:lnTo>
                  <a:pt x="50292" y="12192"/>
                </a:lnTo>
                <a:lnTo>
                  <a:pt x="47244" y="9144"/>
                </a:lnTo>
                <a:lnTo>
                  <a:pt x="47244" y="7620"/>
                </a:lnTo>
                <a:lnTo>
                  <a:pt x="44196" y="4572"/>
                </a:lnTo>
                <a:lnTo>
                  <a:pt x="42672" y="4572"/>
                </a:lnTo>
                <a:lnTo>
                  <a:pt x="39624" y="3048"/>
                </a:lnTo>
                <a:lnTo>
                  <a:pt x="38100" y="1524"/>
                </a:lnTo>
                <a:lnTo>
                  <a:pt x="33528" y="0"/>
                </a:lnTo>
                <a:lnTo>
                  <a:pt x="21336" y="0"/>
                </a:lnTo>
                <a:lnTo>
                  <a:pt x="16764" y="1524"/>
                </a:lnTo>
                <a:lnTo>
                  <a:pt x="16764" y="3048"/>
                </a:lnTo>
                <a:lnTo>
                  <a:pt x="12192" y="4572"/>
                </a:lnTo>
                <a:lnTo>
                  <a:pt x="9144" y="7620"/>
                </a:lnTo>
                <a:lnTo>
                  <a:pt x="7620" y="7620"/>
                </a:lnTo>
                <a:lnTo>
                  <a:pt x="7620" y="9144"/>
                </a:lnTo>
                <a:lnTo>
                  <a:pt x="4572" y="12192"/>
                </a:lnTo>
                <a:lnTo>
                  <a:pt x="3048" y="16764"/>
                </a:lnTo>
                <a:lnTo>
                  <a:pt x="1524" y="16764"/>
                </a:lnTo>
                <a:lnTo>
                  <a:pt x="0" y="21336"/>
                </a:lnTo>
                <a:lnTo>
                  <a:pt x="0" y="33528"/>
                </a:lnTo>
                <a:lnTo>
                  <a:pt x="1524" y="38100"/>
                </a:lnTo>
                <a:lnTo>
                  <a:pt x="3048" y="39624"/>
                </a:lnTo>
                <a:lnTo>
                  <a:pt x="4572" y="42672"/>
                </a:lnTo>
                <a:lnTo>
                  <a:pt x="4572" y="44196"/>
                </a:lnTo>
                <a:lnTo>
                  <a:pt x="7620" y="47244"/>
                </a:lnTo>
                <a:lnTo>
                  <a:pt x="12192" y="50292"/>
                </a:lnTo>
                <a:lnTo>
                  <a:pt x="12192" y="51816"/>
                </a:lnTo>
                <a:lnTo>
                  <a:pt x="21336" y="54864"/>
                </a:lnTo>
                <a:lnTo>
                  <a:pt x="33528" y="54864"/>
                </a:lnTo>
                <a:lnTo>
                  <a:pt x="38100" y="53340"/>
                </a:lnTo>
                <a:lnTo>
                  <a:pt x="39624" y="53340"/>
                </a:lnTo>
                <a:lnTo>
                  <a:pt x="42672" y="51816"/>
                </a:lnTo>
                <a:lnTo>
                  <a:pt x="42672" y="50292"/>
                </a:lnTo>
                <a:lnTo>
                  <a:pt x="44196" y="50292"/>
                </a:lnTo>
                <a:lnTo>
                  <a:pt x="48768" y="45720"/>
                </a:lnTo>
                <a:lnTo>
                  <a:pt x="50292" y="44196"/>
                </a:lnTo>
                <a:lnTo>
                  <a:pt x="50292" y="42672"/>
                </a:lnTo>
                <a:lnTo>
                  <a:pt x="53340" y="39624"/>
                </a:lnTo>
                <a:lnTo>
                  <a:pt x="53340" y="38100"/>
                </a:lnTo>
                <a:lnTo>
                  <a:pt x="54864" y="33528"/>
                </a:lnTo>
                <a:lnTo>
                  <a:pt x="54864" y="32004"/>
                </a:lnTo>
                <a:lnTo>
                  <a:pt x="54864" y="22860"/>
                </a:lnTo>
                <a:lnTo>
                  <a:pt x="54864" y="213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62856" y="4664976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5">
                <a:moveTo>
                  <a:pt x="54864" y="21336"/>
                </a:moveTo>
                <a:lnTo>
                  <a:pt x="54356" y="19812"/>
                </a:lnTo>
                <a:lnTo>
                  <a:pt x="53340" y="16764"/>
                </a:lnTo>
                <a:lnTo>
                  <a:pt x="50292" y="12192"/>
                </a:lnTo>
                <a:lnTo>
                  <a:pt x="50292" y="10668"/>
                </a:lnTo>
                <a:lnTo>
                  <a:pt x="48768" y="9144"/>
                </a:lnTo>
                <a:lnTo>
                  <a:pt x="44196" y="4572"/>
                </a:lnTo>
                <a:lnTo>
                  <a:pt x="42672" y="4572"/>
                </a:lnTo>
                <a:lnTo>
                  <a:pt x="39624" y="1524"/>
                </a:lnTo>
                <a:lnTo>
                  <a:pt x="38100" y="1524"/>
                </a:lnTo>
                <a:lnTo>
                  <a:pt x="33528" y="0"/>
                </a:lnTo>
                <a:lnTo>
                  <a:pt x="21336" y="0"/>
                </a:lnTo>
                <a:lnTo>
                  <a:pt x="16764" y="1524"/>
                </a:lnTo>
                <a:lnTo>
                  <a:pt x="12192" y="4572"/>
                </a:lnTo>
                <a:lnTo>
                  <a:pt x="9144" y="7620"/>
                </a:lnTo>
                <a:lnTo>
                  <a:pt x="7620" y="7620"/>
                </a:lnTo>
                <a:lnTo>
                  <a:pt x="4572" y="12192"/>
                </a:lnTo>
                <a:lnTo>
                  <a:pt x="3048" y="16764"/>
                </a:lnTo>
                <a:lnTo>
                  <a:pt x="1524" y="16764"/>
                </a:lnTo>
                <a:lnTo>
                  <a:pt x="0" y="21336"/>
                </a:lnTo>
                <a:lnTo>
                  <a:pt x="0" y="33528"/>
                </a:lnTo>
                <a:lnTo>
                  <a:pt x="1524" y="38100"/>
                </a:lnTo>
                <a:lnTo>
                  <a:pt x="3048" y="38100"/>
                </a:lnTo>
                <a:lnTo>
                  <a:pt x="4572" y="42672"/>
                </a:lnTo>
                <a:lnTo>
                  <a:pt x="7620" y="47244"/>
                </a:lnTo>
                <a:lnTo>
                  <a:pt x="16764" y="53340"/>
                </a:lnTo>
                <a:lnTo>
                  <a:pt x="21336" y="54864"/>
                </a:lnTo>
                <a:lnTo>
                  <a:pt x="33528" y="54864"/>
                </a:lnTo>
                <a:lnTo>
                  <a:pt x="38100" y="53340"/>
                </a:lnTo>
                <a:lnTo>
                  <a:pt x="39624" y="53340"/>
                </a:lnTo>
                <a:lnTo>
                  <a:pt x="42672" y="50292"/>
                </a:lnTo>
                <a:lnTo>
                  <a:pt x="44196" y="50292"/>
                </a:lnTo>
                <a:lnTo>
                  <a:pt x="47244" y="47244"/>
                </a:lnTo>
                <a:lnTo>
                  <a:pt x="48260" y="45720"/>
                </a:lnTo>
                <a:lnTo>
                  <a:pt x="52324" y="39624"/>
                </a:lnTo>
                <a:lnTo>
                  <a:pt x="53340" y="38100"/>
                </a:lnTo>
                <a:lnTo>
                  <a:pt x="54356" y="35052"/>
                </a:lnTo>
                <a:lnTo>
                  <a:pt x="54864" y="33528"/>
                </a:lnTo>
                <a:lnTo>
                  <a:pt x="54864" y="32004"/>
                </a:lnTo>
                <a:lnTo>
                  <a:pt x="54864" y="22860"/>
                </a:lnTo>
                <a:lnTo>
                  <a:pt x="54864" y="213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562856" y="4843271"/>
            <a:ext cx="55244" cy="56515"/>
          </a:xfrm>
          <a:custGeom>
            <a:avLst/>
            <a:gdLst/>
            <a:ahLst/>
            <a:cxnLst/>
            <a:rect l="l" t="t" r="r" b="b"/>
            <a:pathLst>
              <a:path w="55245" h="56514">
                <a:moveTo>
                  <a:pt x="54864" y="22860"/>
                </a:moveTo>
                <a:lnTo>
                  <a:pt x="53340" y="18288"/>
                </a:lnTo>
                <a:lnTo>
                  <a:pt x="53340" y="16764"/>
                </a:lnTo>
                <a:lnTo>
                  <a:pt x="50292" y="13716"/>
                </a:lnTo>
                <a:lnTo>
                  <a:pt x="50292" y="12192"/>
                </a:lnTo>
                <a:lnTo>
                  <a:pt x="48768" y="10668"/>
                </a:lnTo>
                <a:lnTo>
                  <a:pt x="44196" y="6096"/>
                </a:lnTo>
                <a:lnTo>
                  <a:pt x="42672" y="6096"/>
                </a:lnTo>
                <a:lnTo>
                  <a:pt x="42672" y="4572"/>
                </a:lnTo>
                <a:lnTo>
                  <a:pt x="39624" y="3048"/>
                </a:lnTo>
                <a:lnTo>
                  <a:pt x="38100" y="3048"/>
                </a:lnTo>
                <a:lnTo>
                  <a:pt x="33528" y="1524"/>
                </a:lnTo>
                <a:lnTo>
                  <a:pt x="27432" y="0"/>
                </a:lnTo>
                <a:lnTo>
                  <a:pt x="22860" y="1524"/>
                </a:lnTo>
                <a:lnTo>
                  <a:pt x="21336" y="1524"/>
                </a:lnTo>
                <a:lnTo>
                  <a:pt x="12192" y="4572"/>
                </a:lnTo>
                <a:lnTo>
                  <a:pt x="12192" y="6096"/>
                </a:lnTo>
                <a:lnTo>
                  <a:pt x="9144" y="9144"/>
                </a:lnTo>
                <a:lnTo>
                  <a:pt x="7620" y="9144"/>
                </a:lnTo>
                <a:lnTo>
                  <a:pt x="4572" y="12192"/>
                </a:lnTo>
                <a:lnTo>
                  <a:pt x="4572" y="13716"/>
                </a:lnTo>
                <a:lnTo>
                  <a:pt x="3048" y="16764"/>
                </a:lnTo>
                <a:lnTo>
                  <a:pt x="1524" y="16764"/>
                </a:lnTo>
                <a:lnTo>
                  <a:pt x="1524" y="18288"/>
                </a:lnTo>
                <a:lnTo>
                  <a:pt x="0" y="22860"/>
                </a:lnTo>
                <a:lnTo>
                  <a:pt x="0" y="35052"/>
                </a:lnTo>
                <a:lnTo>
                  <a:pt x="1524" y="38100"/>
                </a:lnTo>
                <a:lnTo>
                  <a:pt x="1524" y="39624"/>
                </a:lnTo>
                <a:lnTo>
                  <a:pt x="3048" y="39624"/>
                </a:lnTo>
                <a:lnTo>
                  <a:pt x="4572" y="44196"/>
                </a:lnTo>
                <a:lnTo>
                  <a:pt x="7620" y="47244"/>
                </a:lnTo>
                <a:lnTo>
                  <a:pt x="7620" y="48768"/>
                </a:lnTo>
                <a:lnTo>
                  <a:pt x="12192" y="51816"/>
                </a:lnTo>
                <a:lnTo>
                  <a:pt x="16764" y="53340"/>
                </a:lnTo>
                <a:lnTo>
                  <a:pt x="16764" y="54864"/>
                </a:lnTo>
                <a:lnTo>
                  <a:pt x="21336" y="54864"/>
                </a:lnTo>
                <a:lnTo>
                  <a:pt x="22860" y="56388"/>
                </a:lnTo>
                <a:lnTo>
                  <a:pt x="33528" y="56388"/>
                </a:lnTo>
                <a:lnTo>
                  <a:pt x="33528" y="54864"/>
                </a:lnTo>
                <a:lnTo>
                  <a:pt x="38100" y="54864"/>
                </a:lnTo>
                <a:lnTo>
                  <a:pt x="38100" y="53340"/>
                </a:lnTo>
                <a:lnTo>
                  <a:pt x="39624" y="53340"/>
                </a:lnTo>
                <a:lnTo>
                  <a:pt x="42672" y="51816"/>
                </a:lnTo>
                <a:lnTo>
                  <a:pt x="44196" y="51816"/>
                </a:lnTo>
                <a:lnTo>
                  <a:pt x="47244" y="48768"/>
                </a:lnTo>
                <a:lnTo>
                  <a:pt x="47244" y="47244"/>
                </a:lnTo>
                <a:lnTo>
                  <a:pt x="50292" y="44196"/>
                </a:lnTo>
                <a:lnTo>
                  <a:pt x="53340" y="39624"/>
                </a:lnTo>
                <a:lnTo>
                  <a:pt x="53340" y="38100"/>
                </a:lnTo>
                <a:lnTo>
                  <a:pt x="54102" y="36576"/>
                </a:lnTo>
                <a:lnTo>
                  <a:pt x="54864" y="35052"/>
                </a:lnTo>
                <a:lnTo>
                  <a:pt x="54864" y="24384"/>
                </a:lnTo>
                <a:lnTo>
                  <a:pt x="54864" y="228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3744467" y="1926336"/>
            <a:ext cx="2242185" cy="472440"/>
            <a:chOff x="3744467" y="1926336"/>
            <a:chExt cx="2242185" cy="472440"/>
          </a:xfrm>
        </p:grpSpPr>
        <p:sp>
          <p:nvSpPr>
            <p:cNvPr id="18" name="object 18"/>
            <p:cNvSpPr/>
            <p:nvPr/>
          </p:nvSpPr>
          <p:spPr>
            <a:xfrm>
              <a:off x="3744467" y="2235708"/>
              <a:ext cx="1737360" cy="29209"/>
            </a:xfrm>
            <a:custGeom>
              <a:avLst/>
              <a:gdLst/>
              <a:ahLst/>
              <a:cxnLst/>
              <a:rect l="l" t="t" r="r" b="b"/>
              <a:pathLst>
                <a:path w="1737360" h="29210">
                  <a:moveTo>
                    <a:pt x="1737360" y="28955"/>
                  </a:moveTo>
                  <a:lnTo>
                    <a:pt x="0" y="28955"/>
                  </a:lnTo>
                  <a:lnTo>
                    <a:pt x="0" y="0"/>
                  </a:lnTo>
                  <a:lnTo>
                    <a:pt x="1737360" y="0"/>
                  </a:lnTo>
                  <a:lnTo>
                    <a:pt x="1737360" y="289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478779" y="1926336"/>
              <a:ext cx="508000" cy="472440"/>
            </a:xfrm>
            <a:custGeom>
              <a:avLst/>
              <a:gdLst/>
              <a:ahLst/>
              <a:cxnLst/>
              <a:rect l="l" t="t" r="r" b="b"/>
              <a:pathLst>
                <a:path w="508000" h="472439">
                  <a:moveTo>
                    <a:pt x="6096" y="472439"/>
                  </a:moveTo>
                  <a:lnTo>
                    <a:pt x="0" y="466343"/>
                  </a:lnTo>
                  <a:lnTo>
                    <a:pt x="501396" y="0"/>
                  </a:lnTo>
                  <a:lnTo>
                    <a:pt x="507491" y="6096"/>
                  </a:lnTo>
                  <a:lnTo>
                    <a:pt x="6096" y="472439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045995" y="5421942"/>
            <a:ext cx="4147820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At</a:t>
            </a:r>
            <a:r>
              <a:rPr sz="2000" spc="3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resonance</a:t>
            </a:r>
            <a:r>
              <a:rPr sz="2000" dirty="0">
                <a:latin typeface="Microsoft Sans Serif"/>
                <a:cs typeface="Microsoft Sans Serif"/>
              </a:rPr>
              <a:t>,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 </a:t>
            </a:r>
            <a:r>
              <a:rPr sz="2000" spc="-10" dirty="0">
                <a:latin typeface="Microsoft Sans Serif"/>
                <a:cs typeface="Microsoft Sans Serif"/>
              </a:rPr>
              <a:t>right-</a:t>
            </a:r>
            <a:r>
              <a:rPr sz="2000" dirty="0">
                <a:latin typeface="Microsoft Sans Serif"/>
                <a:cs typeface="Microsoft Sans Serif"/>
              </a:rPr>
              <a:t>going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waves </a:t>
            </a:r>
            <a:r>
              <a:rPr sz="2000" dirty="0">
                <a:latin typeface="Microsoft Sans Serif"/>
                <a:cs typeface="Microsoft Sans Serif"/>
              </a:rPr>
              <a:t>are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in</a:t>
            </a:r>
            <a:r>
              <a:rPr sz="2000" spc="1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phase</a:t>
            </a:r>
            <a:r>
              <a:rPr sz="2000" spc="-1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as well</a:t>
            </a:r>
            <a:r>
              <a:rPr sz="2000" spc="4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as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left-going waves.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88538" y="2773132"/>
            <a:ext cx="1435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Sound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source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25751" y="1688080"/>
            <a:ext cx="29070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Pipes with</a:t>
            </a:r>
            <a:r>
              <a:rPr sz="2000" spc="-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two</a:t>
            </a:r>
            <a:r>
              <a:rPr sz="2000" spc="-2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open</a:t>
            </a:r>
            <a:r>
              <a:rPr sz="2000" spc="-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3333CC"/>
                </a:solidFill>
                <a:latin typeface="Microsoft Sans Serif"/>
                <a:cs typeface="Microsoft Sans Serif"/>
              </a:rPr>
              <a:t>ends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426721" y="3097769"/>
            <a:ext cx="4602480" cy="1225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89225" marR="222885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Microsoft Sans Serif"/>
                <a:cs typeface="Microsoft Sans Serif"/>
              </a:rPr>
              <a:t>After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the 1</a:t>
            </a:r>
            <a:r>
              <a:rPr sz="1350" baseline="24691" dirty="0">
                <a:latin typeface="Microsoft Sans Serif"/>
                <a:cs typeface="Microsoft Sans Serif"/>
              </a:rPr>
              <a:t>st</a:t>
            </a:r>
            <a:r>
              <a:rPr sz="1350" spc="202" baseline="24691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reflection </a:t>
            </a:r>
            <a:r>
              <a:rPr sz="1400" dirty="0">
                <a:latin typeface="Microsoft Sans Serif"/>
                <a:cs typeface="Microsoft Sans Serif"/>
              </a:rPr>
              <a:t>from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the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right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-25" dirty="0">
                <a:latin typeface="Microsoft Sans Serif"/>
                <a:cs typeface="Microsoft Sans Serif"/>
              </a:rPr>
              <a:t>end</a:t>
            </a:r>
            <a:endParaRPr sz="1400">
              <a:latin typeface="Microsoft Sans Serif"/>
              <a:cs typeface="Microsoft Sans Serif"/>
            </a:endParaRPr>
          </a:p>
          <a:p>
            <a:pPr marL="63500">
              <a:lnSpc>
                <a:spcPts val="1200"/>
              </a:lnSpc>
            </a:pPr>
            <a:r>
              <a:rPr sz="1400" dirty="0">
                <a:solidFill>
                  <a:srgbClr val="3333CC"/>
                </a:solidFill>
                <a:latin typeface="Microsoft Sans Serif"/>
                <a:cs typeface="Microsoft Sans Serif"/>
              </a:rPr>
              <a:t>After</a:t>
            </a:r>
            <a:r>
              <a:rPr sz="14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3333CC"/>
                </a:solidFill>
                <a:latin typeface="Microsoft Sans Serif"/>
                <a:cs typeface="Microsoft Sans Serif"/>
              </a:rPr>
              <a:t>the</a:t>
            </a:r>
            <a:r>
              <a:rPr sz="1400" spc="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3333CC"/>
                </a:solidFill>
                <a:latin typeface="Microsoft Sans Serif"/>
                <a:cs typeface="Microsoft Sans Serif"/>
              </a:rPr>
              <a:t>1</a:t>
            </a:r>
            <a:r>
              <a:rPr sz="1350" baseline="24691" dirty="0">
                <a:solidFill>
                  <a:srgbClr val="3333CC"/>
                </a:solidFill>
                <a:latin typeface="Microsoft Sans Serif"/>
                <a:cs typeface="Microsoft Sans Serif"/>
              </a:rPr>
              <a:t>st</a:t>
            </a:r>
            <a:r>
              <a:rPr sz="1350" spc="202" baseline="24691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reflection</a:t>
            </a:r>
            <a:endParaRPr sz="1400">
              <a:latin typeface="Microsoft Sans Serif"/>
              <a:cs typeface="Microsoft Sans Serif"/>
            </a:endParaRPr>
          </a:p>
          <a:p>
            <a:pPr marL="63500">
              <a:lnSpc>
                <a:spcPts val="1600"/>
              </a:lnSpc>
            </a:pPr>
            <a:r>
              <a:rPr sz="1400" dirty="0">
                <a:solidFill>
                  <a:srgbClr val="3333CC"/>
                </a:solidFill>
                <a:latin typeface="Microsoft Sans Serif"/>
                <a:cs typeface="Microsoft Sans Serif"/>
              </a:rPr>
              <a:t>from</a:t>
            </a:r>
            <a:r>
              <a:rPr sz="14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3333CC"/>
                </a:solidFill>
                <a:latin typeface="Microsoft Sans Serif"/>
                <a:cs typeface="Microsoft Sans Serif"/>
              </a:rPr>
              <a:t>the</a:t>
            </a:r>
            <a:r>
              <a:rPr sz="1400" spc="-3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3333CC"/>
                </a:solidFill>
                <a:latin typeface="Microsoft Sans Serif"/>
                <a:cs typeface="Microsoft Sans Serif"/>
              </a:rPr>
              <a:t>left </a:t>
            </a:r>
            <a:r>
              <a:rPr sz="1400" spc="-25" dirty="0">
                <a:solidFill>
                  <a:srgbClr val="3333CC"/>
                </a:solidFill>
                <a:latin typeface="Microsoft Sans Serif"/>
                <a:cs typeface="Microsoft Sans Serif"/>
              </a:rPr>
              <a:t>end</a:t>
            </a:r>
            <a:endParaRPr sz="1400">
              <a:latin typeface="Microsoft Sans Serif"/>
              <a:cs typeface="Microsoft Sans Serif"/>
            </a:endParaRPr>
          </a:p>
          <a:p>
            <a:pPr marL="2826385">
              <a:lnSpc>
                <a:spcPts val="1600"/>
              </a:lnSpc>
            </a:pPr>
            <a:r>
              <a:rPr sz="1400" dirty="0">
                <a:latin typeface="Microsoft Sans Serif"/>
                <a:cs typeface="Microsoft Sans Serif"/>
              </a:rPr>
              <a:t>After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the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2</a:t>
            </a:r>
            <a:r>
              <a:rPr sz="1350" baseline="24691" dirty="0">
                <a:latin typeface="Microsoft Sans Serif"/>
                <a:cs typeface="Microsoft Sans Serif"/>
              </a:rPr>
              <a:t>nd</a:t>
            </a:r>
            <a:r>
              <a:rPr sz="1350" spc="232" baseline="24691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reflection</a:t>
            </a:r>
            <a:endParaRPr sz="1400">
              <a:latin typeface="Microsoft Sans Serif"/>
              <a:cs typeface="Microsoft Sans Serif"/>
            </a:endParaRPr>
          </a:p>
          <a:p>
            <a:pPr marL="2826385">
              <a:lnSpc>
                <a:spcPct val="100000"/>
              </a:lnSpc>
            </a:pPr>
            <a:r>
              <a:rPr sz="1400" dirty="0">
                <a:latin typeface="Microsoft Sans Serif"/>
                <a:cs typeface="Microsoft Sans Serif"/>
              </a:rPr>
              <a:t>from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the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right </a:t>
            </a:r>
            <a:r>
              <a:rPr sz="1400" spc="-25" dirty="0">
                <a:latin typeface="Microsoft Sans Serif"/>
                <a:cs typeface="Microsoft Sans Serif"/>
              </a:rPr>
              <a:t>end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xfrm>
            <a:off x="915346" y="439952"/>
            <a:ext cx="7977505" cy="61341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pc="-10" dirty="0"/>
              <a:t>17-</a:t>
            </a:r>
            <a:r>
              <a:rPr dirty="0"/>
              <a:t>6</a:t>
            </a:r>
            <a:r>
              <a:rPr spc="-55" dirty="0"/>
              <a:t> </a:t>
            </a:r>
            <a:r>
              <a:rPr dirty="0"/>
              <a:t>Sources</a:t>
            </a:r>
            <a:r>
              <a:rPr spc="-5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Musical</a:t>
            </a:r>
            <a:r>
              <a:rPr spc="-35" dirty="0"/>
              <a:t> </a:t>
            </a:r>
            <a:r>
              <a:rPr dirty="0"/>
              <a:t>Sound</a:t>
            </a:r>
            <a:r>
              <a:rPr spc="-45" dirty="0"/>
              <a:t> </a:t>
            </a:r>
            <a:r>
              <a:rPr dirty="0"/>
              <a:t>(Sound</a:t>
            </a:r>
            <a:r>
              <a:rPr spc="-40" dirty="0"/>
              <a:t> </a:t>
            </a:r>
            <a:r>
              <a:rPr dirty="0"/>
              <a:t>Waves</a:t>
            </a:r>
            <a:r>
              <a:rPr spc="-50" dirty="0"/>
              <a:t> </a:t>
            </a:r>
            <a:r>
              <a:rPr spc="-10" dirty="0"/>
              <a:t>Resonances) </a:t>
            </a:r>
            <a:r>
              <a:rPr dirty="0">
                <a:solidFill>
                  <a:srgbClr val="E10000"/>
                </a:solidFill>
              </a:rPr>
              <a:t>Pipes</a:t>
            </a:r>
            <a:r>
              <a:rPr spc="-15" dirty="0">
                <a:solidFill>
                  <a:srgbClr val="E10000"/>
                </a:solidFill>
              </a:rPr>
              <a:t> </a:t>
            </a:r>
            <a:r>
              <a:rPr dirty="0">
                <a:solidFill>
                  <a:srgbClr val="E10000"/>
                </a:solidFill>
              </a:rPr>
              <a:t>with</a:t>
            </a:r>
            <a:r>
              <a:rPr spc="-65" dirty="0">
                <a:solidFill>
                  <a:srgbClr val="E10000"/>
                </a:solidFill>
              </a:rPr>
              <a:t> </a:t>
            </a:r>
            <a:r>
              <a:rPr dirty="0">
                <a:solidFill>
                  <a:srgbClr val="E10000"/>
                </a:solidFill>
              </a:rPr>
              <a:t>two</a:t>
            </a:r>
            <a:r>
              <a:rPr spc="-40" dirty="0">
                <a:solidFill>
                  <a:srgbClr val="E10000"/>
                </a:solidFill>
              </a:rPr>
              <a:t> </a:t>
            </a:r>
            <a:r>
              <a:rPr dirty="0">
                <a:solidFill>
                  <a:srgbClr val="E10000"/>
                </a:solidFill>
              </a:rPr>
              <a:t>open</a:t>
            </a:r>
            <a:r>
              <a:rPr spc="-20" dirty="0">
                <a:solidFill>
                  <a:srgbClr val="E10000"/>
                </a:solidFill>
              </a:rPr>
              <a:t> ends</a:t>
            </a:r>
          </a:p>
        </p:txBody>
      </p:sp>
      <p:sp>
        <p:nvSpPr>
          <p:cNvPr id="25" name="object 25"/>
          <p:cNvSpPr/>
          <p:nvPr/>
        </p:nvSpPr>
        <p:spPr>
          <a:xfrm>
            <a:off x="792479" y="370331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2852" y="6819900"/>
                </a:moveTo>
                <a:lnTo>
                  <a:pt x="3048" y="6819900"/>
                </a:lnTo>
                <a:lnTo>
                  <a:pt x="0" y="6816851"/>
                </a:lnTo>
                <a:lnTo>
                  <a:pt x="0" y="3048"/>
                </a:lnTo>
                <a:lnTo>
                  <a:pt x="3048" y="0"/>
                </a:lnTo>
                <a:lnTo>
                  <a:pt x="9102852" y="0"/>
                </a:lnTo>
                <a:lnTo>
                  <a:pt x="9105900" y="3048"/>
                </a:lnTo>
                <a:lnTo>
                  <a:pt x="9105900" y="6096"/>
                </a:ln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lnTo>
                  <a:pt x="12192" y="6807708"/>
                </a:lnTo>
                <a:lnTo>
                  <a:pt x="6096" y="6807708"/>
                </a:lnTo>
                <a:lnTo>
                  <a:pt x="12192" y="6813803"/>
                </a:lnTo>
                <a:lnTo>
                  <a:pt x="9105900" y="6813803"/>
                </a:lnTo>
                <a:lnTo>
                  <a:pt x="9105900" y="6816851"/>
                </a:lnTo>
                <a:lnTo>
                  <a:pt x="9102852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close/>
              </a:path>
              <a:path w="9105900" h="6819900">
                <a:moveTo>
                  <a:pt x="9093707" y="12192"/>
                </a:moveTo>
                <a:lnTo>
                  <a:pt x="12192" y="12192"/>
                </a:lnTo>
                <a:lnTo>
                  <a:pt x="12192" y="6096"/>
                </a:lnTo>
                <a:lnTo>
                  <a:pt x="9093707" y="6096"/>
                </a:lnTo>
                <a:lnTo>
                  <a:pt x="9093707" y="12192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9093707" y="6096"/>
                </a:lnTo>
                <a:lnTo>
                  <a:pt x="9099804" y="12192"/>
                </a:lnTo>
                <a:lnTo>
                  <a:pt x="9105900" y="12192"/>
                </a:lnTo>
                <a:lnTo>
                  <a:pt x="9105900" y="6807708"/>
                </a:lnTo>
                <a:lnTo>
                  <a:pt x="9099804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12192"/>
                </a:moveTo>
                <a:lnTo>
                  <a:pt x="9099804" y="12192"/>
                </a:lnTo>
                <a:lnTo>
                  <a:pt x="9093707" y="6096"/>
                </a:lnTo>
                <a:lnTo>
                  <a:pt x="9105900" y="6096"/>
                </a:lnTo>
                <a:lnTo>
                  <a:pt x="9105900" y="12192"/>
                </a:lnTo>
                <a:close/>
              </a:path>
              <a:path w="9105900" h="6819900">
                <a:moveTo>
                  <a:pt x="12192" y="6813803"/>
                </a:moveTo>
                <a:lnTo>
                  <a:pt x="6096" y="6807708"/>
                </a:lnTo>
                <a:lnTo>
                  <a:pt x="12192" y="6807708"/>
                </a:lnTo>
                <a:lnTo>
                  <a:pt x="12192" y="6813803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12192" y="6813803"/>
                </a:lnTo>
                <a:lnTo>
                  <a:pt x="12192" y="6807708"/>
                </a:lnTo>
                <a:lnTo>
                  <a:pt x="9093707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6813803"/>
                </a:moveTo>
                <a:lnTo>
                  <a:pt x="9093707" y="6813803"/>
                </a:lnTo>
                <a:lnTo>
                  <a:pt x="9099804" y="6807708"/>
                </a:lnTo>
                <a:lnTo>
                  <a:pt x="9105900" y="6807708"/>
                </a:lnTo>
                <a:lnTo>
                  <a:pt x="9105900" y="6813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017725" y="1642413"/>
            <a:ext cx="32372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At</a:t>
            </a:r>
            <a:r>
              <a:rPr sz="1800" spc="-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the closed</a:t>
            </a:r>
            <a:r>
              <a:rPr sz="1800" spc="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end,</a:t>
            </a:r>
            <a:r>
              <a:rPr sz="1800" spc="2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the</a:t>
            </a:r>
            <a:r>
              <a:rPr sz="1800" spc="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wave</a:t>
            </a:r>
            <a:r>
              <a:rPr sz="1800" spc="2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3333CC"/>
                </a:solidFill>
                <a:latin typeface="Microsoft Sans Serif"/>
                <a:cs typeface="Microsoft Sans Serif"/>
              </a:rPr>
              <a:t>is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reflected back and</a:t>
            </a:r>
            <a:r>
              <a:rPr sz="1800" spc="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it</a:t>
            </a:r>
            <a:r>
              <a:rPr sz="1800" spc="-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is </a:t>
            </a:r>
            <a:r>
              <a:rPr sz="18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inverted.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65832" y="2921508"/>
            <a:ext cx="792480" cy="132715"/>
          </a:xfrm>
          <a:custGeom>
            <a:avLst/>
            <a:gdLst/>
            <a:ahLst/>
            <a:cxnLst/>
            <a:rect l="l" t="t" r="r" b="b"/>
            <a:pathLst>
              <a:path w="792479" h="132714">
                <a:moveTo>
                  <a:pt x="734896" y="66868"/>
                </a:moveTo>
                <a:lnTo>
                  <a:pt x="670560" y="28956"/>
                </a:lnTo>
                <a:lnTo>
                  <a:pt x="664464" y="24384"/>
                </a:lnTo>
                <a:lnTo>
                  <a:pt x="661416" y="16764"/>
                </a:lnTo>
                <a:lnTo>
                  <a:pt x="665988" y="9144"/>
                </a:lnTo>
                <a:lnTo>
                  <a:pt x="669036" y="3048"/>
                </a:lnTo>
                <a:lnTo>
                  <a:pt x="678180" y="0"/>
                </a:lnTo>
                <a:lnTo>
                  <a:pt x="685800" y="4572"/>
                </a:lnTo>
                <a:lnTo>
                  <a:pt x="766460" y="51816"/>
                </a:lnTo>
                <a:lnTo>
                  <a:pt x="763524" y="51816"/>
                </a:lnTo>
                <a:lnTo>
                  <a:pt x="763524" y="54864"/>
                </a:lnTo>
                <a:lnTo>
                  <a:pt x="755904" y="54864"/>
                </a:lnTo>
                <a:lnTo>
                  <a:pt x="734896" y="66868"/>
                </a:lnTo>
                <a:close/>
              </a:path>
              <a:path w="792479" h="132714">
                <a:moveTo>
                  <a:pt x="710565" y="80772"/>
                </a:moveTo>
                <a:lnTo>
                  <a:pt x="0" y="80772"/>
                </a:lnTo>
                <a:lnTo>
                  <a:pt x="0" y="51816"/>
                </a:lnTo>
                <a:lnTo>
                  <a:pt x="709352" y="51816"/>
                </a:lnTo>
                <a:lnTo>
                  <a:pt x="734896" y="66868"/>
                </a:lnTo>
                <a:lnTo>
                  <a:pt x="710565" y="80772"/>
                </a:lnTo>
                <a:close/>
              </a:path>
              <a:path w="792479" h="132714">
                <a:moveTo>
                  <a:pt x="769062" y="80772"/>
                </a:moveTo>
                <a:lnTo>
                  <a:pt x="763524" y="80772"/>
                </a:lnTo>
                <a:lnTo>
                  <a:pt x="763524" y="51816"/>
                </a:lnTo>
                <a:lnTo>
                  <a:pt x="766460" y="51816"/>
                </a:lnTo>
                <a:lnTo>
                  <a:pt x="792480" y="67056"/>
                </a:lnTo>
                <a:lnTo>
                  <a:pt x="769062" y="80772"/>
                </a:lnTo>
                <a:close/>
              </a:path>
              <a:path w="792479" h="132714">
                <a:moveTo>
                  <a:pt x="755904" y="79248"/>
                </a:moveTo>
                <a:lnTo>
                  <a:pt x="734896" y="66868"/>
                </a:lnTo>
                <a:lnTo>
                  <a:pt x="755904" y="54864"/>
                </a:lnTo>
                <a:lnTo>
                  <a:pt x="755904" y="79248"/>
                </a:lnTo>
                <a:close/>
              </a:path>
              <a:path w="792479" h="132714">
                <a:moveTo>
                  <a:pt x="763524" y="79248"/>
                </a:moveTo>
                <a:lnTo>
                  <a:pt x="755904" y="79248"/>
                </a:lnTo>
                <a:lnTo>
                  <a:pt x="755904" y="54864"/>
                </a:lnTo>
                <a:lnTo>
                  <a:pt x="763524" y="54864"/>
                </a:lnTo>
                <a:lnTo>
                  <a:pt x="763524" y="79248"/>
                </a:lnTo>
                <a:close/>
              </a:path>
              <a:path w="792479" h="132714">
                <a:moveTo>
                  <a:pt x="678180" y="132588"/>
                </a:moveTo>
                <a:lnTo>
                  <a:pt x="669036" y="131064"/>
                </a:lnTo>
                <a:lnTo>
                  <a:pt x="665988" y="123444"/>
                </a:lnTo>
                <a:lnTo>
                  <a:pt x="661416" y="117348"/>
                </a:lnTo>
                <a:lnTo>
                  <a:pt x="664464" y="108204"/>
                </a:lnTo>
                <a:lnTo>
                  <a:pt x="670560" y="103632"/>
                </a:lnTo>
                <a:lnTo>
                  <a:pt x="734896" y="66868"/>
                </a:lnTo>
                <a:lnTo>
                  <a:pt x="755904" y="79248"/>
                </a:lnTo>
                <a:lnTo>
                  <a:pt x="763524" y="79248"/>
                </a:lnTo>
                <a:lnTo>
                  <a:pt x="763524" y="80772"/>
                </a:lnTo>
                <a:lnTo>
                  <a:pt x="769062" y="80772"/>
                </a:lnTo>
                <a:lnTo>
                  <a:pt x="685800" y="129540"/>
                </a:lnTo>
                <a:lnTo>
                  <a:pt x="678180" y="132588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187952" y="3288792"/>
            <a:ext cx="792480" cy="132715"/>
          </a:xfrm>
          <a:custGeom>
            <a:avLst/>
            <a:gdLst/>
            <a:ahLst/>
            <a:cxnLst/>
            <a:rect l="l" t="t" r="r" b="b"/>
            <a:pathLst>
              <a:path w="792479" h="132714">
                <a:moveTo>
                  <a:pt x="114300" y="132588"/>
                </a:moveTo>
                <a:lnTo>
                  <a:pt x="106679" y="128016"/>
                </a:lnTo>
                <a:lnTo>
                  <a:pt x="0" y="65532"/>
                </a:lnTo>
                <a:lnTo>
                  <a:pt x="106679" y="3048"/>
                </a:lnTo>
                <a:lnTo>
                  <a:pt x="114300" y="0"/>
                </a:lnTo>
                <a:lnTo>
                  <a:pt x="121919" y="1524"/>
                </a:lnTo>
                <a:lnTo>
                  <a:pt x="126491" y="9144"/>
                </a:lnTo>
                <a:lnTo>
                  <a:pt x="131063" y="15240"/>
                </a:lnTo>
                <a:lnTo>
                  <a:pt x="128015" y="24384"/>
                </a:lnTo>
                <a:lnTo>
                  <a:pt x="121919" y="28956"/>
                </a:lnTo>
                <a:lnTo>
                  <a:pt x="81200" y="51816"/>
                </a:lnTo>
                <a:lnTo>
                  <a:pt x="28955" y="51816"/>
                </a:lnTo>
                <a:lnTo>
                  <a:pt x="28955" y="80772"/>
                </a:lnTo>
                <a:lnTo>
                  <a:pt x="82434" y="80772"/>
                </a:lnTo>
                <a:lnTo>
                  <a:pt x="121919" y="103632"/>
                </a:lnTo>
                <a:lnTo>
                  <a:pt x="128015" y="108204"/>
                </a:lnTo>
                <a:lnTo>
                  <a:pt x="131063" y="115824"/>
                </a:lnTo>
                <a:lnTo>
                  <a:pt x="126491" y="123444"/>
                </a:lnTo>
                <a:lnTo>
                  <a:pt x="121919" y="129540"/>
                </a:lnTo>
                <a:lnTo>
                  <a:pt x="114300" y="132588"/>
                </a:lnTo>
                <a:close/>
              </a:path>
              <a:path w="792479" h="132714">
                <a:moveTo>
                  <a:pt x="82434" y="80772"/>
                </a:moveTo>
                <a:lnTo>
                  <a:pt x="28955" y="80772"/>
                </a:lnTo>
                <a:lnTo>
                  <a:pt x="28955" y="51816"/>
                </a:lnTo>
                <a:lnTo>
                  <a:pt x="81200" y="51816"/>
                </a:lnTo>
                <a:lnTo>
                  <a:pt x="78485" y="53340"/>
                </a:lnTo>
                <a:lnTo>
                  <a:pt x="35052" y="53340"/>
                </a:lnTo>
                <a:lnTo>
                  <a:pt x="35052" y="77724"/>
                </a:lnTo>
                <a:lnTo>
                  <a:pt x="77169" y="77724"/>
                </a:lnTo>
                <a:lnTo>
                  <a:pt x="82434" y="80772"/>
                </a:lnTo>
                <a:close/>
              </a:path>
              <a:path w="792479" h="132714">
                <a:moveTo>
                  <a:pt x="792479" y="80772"/>
                </a:moveTo>
                <a:lnTo>
                  <a:pt x="82434" y="80772"/>
                </a:lnTo>
                <a:lnTo>
                  <a:pt x="56434" y="65719"/>
                </a:lnTo>
                <a:lnTo>
                  <a:pt x="81200" y="51816"/>
                </a:lnTo>
                <a:lnTo>
                  <a:pt x="792479" y="51816"/>
                </a:lnTo>
                <a:lnTo>
                  <a:pt x="792479" y="80772"/>
                </a:lnTo>
                <a:close/>
              </a:path>
              <a:path w="792479" h="132714">
                <a:moveTo>
                  <a:pt x="35052" y="77724"/>
                </a:moveTo>
                <a:lnTo>
                  <a:pt x="35052" y="53340"/>
                </a:lnTo>
                <a:lnTo>
                  <a:pt x="56434" y="65719"/>
                </a:lnTo>
                <a:lnTo>
                  <a:pt x="35052" y="77724"/>
                </a:lnTo>
                <a:close/>
              </a:path>
              <a:path w="792479" h="132714">
                <a:moveTo>
                  <a:pt x="56434" y="65719"/>
                </a:moveTo>
                <a:lnTo>
                  <a:pt x="35052" y="53340"/>
                </a:lnTo>
                <a:lnTo>
                  <a:pt x="78485" y="53340"/>
                </a:lnTo>
                <a:lnTo>
                  <a:pt x="56434" y="65719"/>
                </a:lnTo>
                <a:close/>
              </a:path>
              <a:path w="792479" h="132714">
                <a:moveTo>
                  <a:pt x="77169" y="77724"/>
                </a:moveTo>
                <a:lnTo>
                  <a:pt x="35052" y="77724"/>
                </a:lnTo>
                <a:lnTo>
                  <a:pt x="56434" y="65719"/>
                </a:lnTo>
                <a:lnTo>
                  <a:pt x="77169" y="777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232147" y="2921508"/>
            <a:ext cx="792480" cy="132715"/>
          </a:xfrm>
          <a:custGeom>
            <a:avLst/>
            <a:gdLst/>
            <a:ahLst/>
            <a:cxnLst/>
            <a:rect l="l" t="t" r="r" b="b"/>
            <a:pathLst>
              <a:path w="792479" h="132714">
                <a:moveTo>
                  <a:pt x="736420" y="66868"/>
                </a:moveTo>
                <a:lnTo>
                  <a:pt x="672084" y="28956"/>
                </a:lnTo>
                <a:lnTo>
                  <a:pt x="664464" y="24384"/>
                </a:lnTo>
                <a:lnTo>
                  <a:pt x="662940" y="16764"/>
                </a:lnTo>
                <a:lnTo>
                  <a:pt x="665988" y="9144"/>
                </a:lnTo>
                <a:lnTo>
                  <a:pt x="670560" y="3048"/>
                </a:lnTo>
                <a:lnTo>
                  <a:pt x="678180" y="0"/>
                </a:lnTo>
                <a:lnTo>
                  <a:pt x="685800" y="4572"/>
                </a:lnTo>
                <a:lnTo>
                  <a:pt x="766460" y="51816"/>
                </a:lnTo>
                <a:lnTo>
                  <a:pt x="763524" y="51816"/>
                </a:lnTo>
                <a:lnTo>
                  <a:pt x="763524" y="54864"/>
                </a:lnTo>
                <a:lnTo>
                  <a:pt x="757428" y="54864"/>
                </a:lnTo>
                <a:lnTo>
                  <a:pt x="736420" y="66868"/>
                </a:lnTo>
                <a:close/>
              </a:path>
              <a:path w="792479" h="132714">
                <a:moveTo>
                  <a:pt x="712089" y="80772"/>
                </a:moveTo>
                <a:lnTo>
                  <a:pt x="0" y="80772"/>
                </a:lnTo>
                <a:lnTo>
                  <a:pt x="0" y="51816"/>
                </a:lnTo>
                <a:lnTo>
                  <a:pt x="710876" y="51816"/>
                </a:lnTo>
                <a:lnTo>
                  <a:pt x="736420" y="66868"/>
                </a:lnTo>
                <a:lnTo>
                  <a:pt x="712089" y="80772"/>
                </a:lnTo>
                <a:close/>
              </a:path>
              <a:path w="792479" h="132714">
                <a:moveTo>
                  <a:pt x="769062" y="80772"/>
                </a:moveTo>
                <a:lnTo>
                  <a:pt x="763524" y="80772"/>
                </a:lnTo>
                <a:lnTo>
                  <a:pt x="763524" y="51816"/>
                </a:lnTo>
                <a:lnTo>
                  <a:pt x="766460" y="51816"/>
                </a:lnTo>
                <a:lnTo>
                  <a:pt x="792480" y="67056"/>
                </a:lnTo>
                <a:lnTo>
                  <a:pt x="769062" y="80772"/>
                </a:lnTo>
                <a:close/>
              </a:path>
              <a:path w="792479" h="132714">
                <a:moveTo>
                  <a:pt x="757428" y="79248"/>
                </a:moveTo>
                <a:lnTo>
                  <a:pt x="736420" y="66868"/>
                </a:lnTo>
                <a:lnTo>
                  <a:pt x="757428" y="54864"/>
                </a:lnTo>
                <a:lnTo>
                  <a:pt x="757428" y="79248"/>
                </a:lnTo>
                <a:close/>
              </a:path>
              <a:path w="792479" h="132714">
                <a:moveTo>
                  <a:pt x="763524" y="79248"/>
                </a:moveTo>
                <a:lnTo>
                  <a:pt x="757428" y="79248"/>
                </a:lnTo>
                <a:lnTo>
                  <a:pt x="757428" y="54864"/>
                </a:lnTo>
                <a:lnTo>
                  <a:pt x="763524" y="54864"/>
                </a:lnTo>
                <a:lnTo>
                  <a:pt x="763524" y="79248"/>
                </a:lnTo>
                <a:close/>
              </a:path>
              <a:path w="792479" h="132714">
                <a:moveTo>
                  <a:pt x="678180" y="132588"/>
                </a:moveTo>
                <a:lnTo>
                  <a:pt x="670560" y="131064"/>
                </a:lnTo>
                <a:lnTo>
                  <a:pt x="665988" y="123444"/>
                </a:lnTo>
                <a:lnTo>
                  <a:pt x="662940" y="117348"/>
                </a:lnTo>
                <a:lnTo>
                  <a:pt x="664464" y="108204"/>
                </a:lnTo>
                <a:lnTo>
                  <a:pt x="672084" y="103632"/>
                </a:lnTo>
                <a:lnTo>
                  <a:pt x="736420" y="66868"/>
                </a:lnTo>
                <a:lnTo>
                  <a:pt x="757428" y="79248"/>
                </a:lnTo>
                <a:lnTo>
                  <a:pt x="763524" y="79248"/>
                </a:lnTo>
                <a:lnTo>
                  <a:pt x="763524" y="80772"/>
                </a:lnTo>
                <a:lnTo>
                  <a:pt x="769062" y="80772"/>
                </a:lnTo>
                <a:lnTo>
                  <a:pt x="685800" y="129540"/>
                </a:lnTo>
                <a:lnTo>
                  <a:pt x="678180" y="132588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403347" y="3288792"/>
            <a:ext cx="792480" cy="132715"/>
          </a:xfrm>
          <a:custGeom>
            <a:avLst/>
            <a:gdLst/>
            <a:ahLst/>
            <a:cxnLst/>
            <a:rect l="l" t="t" r="r" b="b"/>
            <a:pathLst>
              <a:path w="792480" h="132714">
                <a:moveTo>
                  <a:pt x="114300" y="132588"/>
                </a:moveTo>
                <a:lnTo>
                  <a:pt x="106679" y="128016"/>
                </a:lnTo>
                <a:lnTo>
                  <a:pt x="0" y="65532"/>
                </a:lnTo>
                <a:lnTo>
                  <a:pt x="106679" y="3048"/>
                </a:lnTo>
                <a:lnTo>
                  <a:pt x="114300" y="0"/>
                </a:lnTo>
                <a:lnTo>
                  <a:pt x="123443" y="1524"/>
                </a:lnTo>
                <a:lnTo>
                  <a:pt x="126491" y="9144"/>
                </a:lnTo>
                <a:lnTo>
                  <a:pt x="131063" y="15240"/>
                </a:lnTo>
                <a:lnTo>
                  <a:pt x="128015" y="24384"/>
                </a:lnTo>
                <a:lnTo>
                  <a:pt x="121919" y="28956"/>
                </a:lnTo>
                <a:lnTo>
                  <a:pt x="81914" y="51816"/>
                </a:lnTo>
                <a:lnTo>
                  <a:pt x="28955" y="51816"/>
                </a:lnTo>
                <a:lnTo>
                  <a:pt x="28955" y="80772"/>
                </a:lnTo>
                <a:lnTo>
                  <a:pt x="83127" y="80772"/>
                </a:lnTo>
                <a:lnTo>
                  <a:pt x="121919" y="103632"/>
                </a:lnTo>
                <a:lnTo>
                  <a:pt x="128015" y="108204"/>
                </a:lnTo>
                <a:lnTo>
                  <a:pt x="131063" y="115824"/>
                </a:lnTo>
                <a:lnTo>
                  <a:pt x="126491" y="123444"/>
                </a:lnTo>
                <a:lnTo>
                  <a:pt x="123443" y="129540"/>
                </a:lnTo>
                <a:lnTo>
                  <a:pt x="114300" y="132588"/>
                </a:lnTo>
                <a:close/>
              </a:path>
              <a:path w="792480" h="132714">
                <a:moveTo>
                  <a:pt x="83127" y="80772"/>
                </a:moveTo>
                <a:lnTo>
                  <a:pt x="28955" y="80772"/>
                </a:lnTo>
                <a:lnTo>
                  <a:pt x="28955" y="51816"/>
                </a:lnTo>
                <a:lnTo>
                  <a:pt x="81914" y="51816"/>
                </a:lnTo>
                <a:lnTo>
                  <a:pt x="79247" y="53340"/>
                </a:lnTo>
                <a:lnTo>
                  <a:pt x="36575" y="53340"/>
                </a:lnTo>
                <a:lnTo>
                  <a:pt x="36575" y="77724"/>
                </a:lnTo>
                <a:lnTo>
                  <a:pt x="77954" y="77724"/>
                </a:lnTo>
                <a:lnTo>
                  <a:pt x="83127" y="80772"/>
                </a:lnTo>
                <a:close/>
              </a:path>
              <a:path w="792480" h="132714">
                <a:moveTo>
                  <a:pt x="792479" y="80772"/>
                </a:moveTo>
                <a:lnTo>
                  <a:pt x="83127" y="80772"/>
                </a:lnTo>
                <a:lnTo>
                  <a:pt x="57583" y="65719"/>
                </a:lnTo>
                <a:lnTo>
                  <a:pt x="81914" y="51816"/>
                </a:lnTo>
                <a:lnTo>
                  <a:pt x="792479" y="51816"/>
                </a:lnTo>
                <a:lnTo>
                  <a:pt x="792479" y="80772"/>
                </a:lnTo>
                <a:close/>
              </a:path>
              <a:path w="792480" h="132714">
                <a:moveTo>
                  <a:pt x="36575" y="77724"/>
                </a:moveTo>
                <a:lnTo>
                  <a:pt x="36575" y="53340"/>
                </a:lnTo>
                <a:lnTo>
                  <a:pt x="57583" y="65719"/>
                </a:lnTo>
                <a:lnTo>
                  <a:pt x="36575" y="77724"/>
                </a:lnTo>
                <a:close/>
              </a:path>
              <a:path w="792480" h="132714">
                <a:moveTo>
                  <a:pt x="57583" y="65719"/>
                </a:moveTo>
                <a:lnTo>
                  <a:pt x="36575" y="53340"/>
                </a:lnTo>
                <a:lnTo>
                  <a:pt x="79247" y="53340"/>
                </a:lnTo>
                <a:lnTo>
                  <a:pt x="57583" y="65719"/>
                </a:lnTo>
                <a:close/>
              </a:path>
              <a:path w="792480" h="132714">
                <a:moveTo>
                  <a:pt x="77954" y="77724"/>
                </a:moveTo>
                <a:lnTo>
                  <a:pt x="36575" y="77724"/>
                </a:lnTo>
                <a:lnTo>
                  <a:pt x="57583" y="65719"/>
                </a:lnTo>
                <a:lnTo>
                  <a:pt x="77954" y="77724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201667" y="3653028"/>
            <a:ext cx="792480" cy="132715"/>
          </a:xfrm>
          <a:custGeom>
            <a:avLst/>
            <a:gdLst/>
            <a:ahLst/>
            <a:cxnLst/>
            <a:rect l="l" t="t" r="r" b="b"/>
            <a:pathLst>
              <a:path w="792479" h="132714">
                <a:moveTo>
                  <a:pt x="736738" y="67056"/>
                </a:moveTo>
                <a:lnTo>
                  <a:pt x="672084" y="28956"/>
                </a:lnTo>
                <a:lnTo>
                  <a:pt x="664464" y="25908"/>
                </a:lnTo>
                <a:lnTo>
                  <a:pt x="662940" y="16764"/>
                </a:lnTo>
                <a:lnTo>
                  <a:pt x="665988" y="9144"/>
                </a:lnTo>
                <a:lnTo>
                  <a:pt x="670560" y="3048"/>
                </a:lnTo>
                <a:lnTo>
                  <a:pt x="679704" y="0"/>
                </a:lnTo>
                <a:lnTo>
                  <a:pt x="685800" y="4572"/>
                </a:lnTo>
                <a:lnTo>
                  <a:pt x="769062" y="53340"/>
                </a:lnTo>
                <a:lnTo>
                  <a:pt x="765048" y="53340"/>
                </a:lnTo>
                <a:lnTo>
                  <a:pt x="765048" y="54864"/>
                </a:lnTo>
                <a:lnTo>
                  <a:pt x="757428" y="54864"/>
                </a:lnTo>
                <a:lnTo>
                  <a:pt x="736738" y="67056"/>
                </a:lnTo>
                <a:close/>
              </a:path>
              <a:path w="792479" h="132714">
                <a:moveTo>
                  <a:pt x="713462" y="80772"/>
                </a:moveTo>
                <a:lnTo>
                  <a:pt x="0" y="80772"/>
                </a:lnTo>
                <a:lnTo>
                  <a:pt x="0" y="53340"/>
                </a:lnTo>
                <a:lnTo>
                  <a:pt x="713462" y="53340"/>
                </a:lnTo>
                <a:lnTo>
                  <a:pt x="736738" y="67056"/>
                </a:lnTo>
                <a:lnTo>
                  <a:pt x="713462" y="80772"/>
                </a:lnTo>
                <a:close/>
              </a:path>
              <a:path w="792479" h="132714">
                <a:moveTo>
                  <a:pt x="769062" y="80772"/>
                </a:moveTo>
                <a:lnTo>
                  <a:pt x="765048" y="80772"/>
                </a:lnTo>
                <a:lnTo>
                  <a:pt x="765048" y="53340"/>
                </a:lnTo>
                <a:lnTo>
                  <a:pt x="769062" y="53340"/>
                </a:lnTo>
                <a:lnTo>
                  <a:pt x="792480" y="67056"/>
                </a:lnTo>
                <a:lnTo>
                  <a:pt x="769062" y="80772"/>
                </a:lnTo>
                <a:close/>
              </a:path>
              <a:path w="792479" h="132714">
                <a:moveTo>
                  <a:pt x="757428" y="79248"/>
                </a:moveTo>
                <a:lnTo>
                  <a:pt x="736738" y="67056"/>
                </a:lnTo>
                <a:lnTo>
                  <a:pt x="757428" y="54864"/>
                </a:lnTo>
                <a:lnTo>
                  <a:pt x="757428" y="79248"/>
                </a:lnTo>
                <a:close/>
              </a:path>
              <a:path w="792479" h="132714">
                <a:moveTo>
                  <a:pt x="765048" y="79248"/>
                </a:moveTo>
                <a:lnTo>
                  <a:pt x="757428" y="79248"/>
                </a:lnTo>
                <a:lnTo>
                  <a:pt x="757428" y="54864"/>
                </a:lnTo>
                <a:lnTo>
                  <a:pt x="765048" y="54864"/>
                </a:lnTo>
                <a:lnTo>
                  <a:pt x="765048" y="79248"/>
                </a:lnTo>
                <a:close/>
              </a:path>
              <a:path w="792479" h="132714">
                <a:moveTo>
                  <a:pt x="679704" y="132588"/>
                </a:moveTo>
                <a:lnTo>
                  <a:pt x="670560" y="131064"/>
                </a:lnTo>
                <a:lnTo>
                  <a:pt x="665988" y="123444"/>
                </a:lnTo>
                <a:lnTo>
                  <a:pt x="662940" y="117348"/>
                </a:lnTo>
                <a:lnTo>
                  <a:pt x="664464" y="108204"/>
                </a:lnTo>
                <a:lnTo>
                  <a:pt x="672084" y="105156"/>
                </a:lnTo>
                <a:lnTo>
                  <a:pt x="736738" y="67056"/>
                </a:lnTo>
                <a:lnTo>
                  <a:pt x="757428" y="79248"/>
                </a:lnTo>
                <a:lnTo>
                  <a:pt x="765048" y="79248"/>
                </a:lnTo>
                <a:lnTo>
                  <a:pt x="765048" y="80772"/>
                </a:lnTo>
                <a:lnTo>
                  <a:pt x="769062" y="80772"/>
                </a:lnTo>
                <a:lnTo>
                  <a:pt x="685800" y="129540"/>
                </a:lnTo>
                <a:lnTo>
                  <a:pt x="679704" y="132588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55948" y="4064508"/>
            <a:ext cx="792480" cy="132715"/>
          </a:xfrm>
          <a:custGeom>
            <a:avLst/>
            <a:gdLst/>
            <a:ahLst/>
            <a:cxnLst/>
            <a:rect l="l" t="t" r="r" b="b"/>
            <a:pathLst>
              <a:path w="792479" h="132714">
                <a:moveTo>
                  <a:pt x="114300" y="132588"/>
                </a:moveTo>
                <a:lnTo>
                  <a:pt x="106679" y="129540"/>
                </a:lnTo>
                <a:lnTo>
                  <a:pt x="0" y="67056"/>
                </a:lnTo>
                <a:lnTo>
                  <a:pt x="106679" y="4572"/>
                </a:lnTo>
                <a:lnTo>
                  <a:pt x="114300" y="0"/>
                </a:lnTo>
                <a:lnTo>
                  <a:pt x="123443" y="3048"/>
                </a:lnTo>
                <a:lnTo>
                  <a:pt x="126491" y="9144"/>
                </a:lnTo>
                <a:lnTo>
                  <a:pt x="131063" y="16764"/>
                </a:lnTo>
                <a:lnTo>
                  <a:pt x="128015" y="24384"/>
                </a:lnTo>
                <a:lnTo>
                  <a:pt x="121919" y="28956"/>
                </a:lnTo>
                <a:lnTo>
                  <a:pt x="83127" y="51816"/>
                </a:lnTo>
                <a:lnTo>
                  <a:pt x="28955" y="51816"/>
                </a:lnTo>
                <a:lnTo>
                  <a:pt x="28955" y="80772"/>
                </a:lnTo>
                <a:lnTo>
                  <a:pt x="81914" y="80772"/>
                </a:lnTo>
                <a:lnTo>
                  <a:pt x="121919" y="103632"/>
                </a:lnTo>
                <a:lnTo>
                  <a:pt x="128015" y="108204"/>
                </a:lnTo>
                <a:lnTo>
                  <a:pt x="131063" y="117348"/>
                </a:lnTo>
                <a:lnTo>
                  <a:pt x="126491" y="123444"/>
                </a:lnTo>
                <a:lnTo>
                  <a:pt x="123443" y="131064"/>
                </a:lnTo>
                <a:lnTo>
                  <a:pt x="114300" y="132588"/>
                </a:lnTo>
                <a:close/>
              </a:path>
              <a:path w="792479" h="132714">
                <a:moveTo>
                  <a:pt x="81914" y="80772"/>
                </a:moveTo>
                <a:lnTo>
                  <a:pt x="28955" y="80772"/>
                </a:lnTo>
                <a:lnTo>
                  <a:pt x="28955" y="51816"/>
                </a:lnTo>
                <a:lnTo>
                  <a:pt x="83127" y="51816"/>
                </a:lnTo>
                <a:lnTo>
                  <a:pt x="77954" y="54864"/>
                </a:lnTo>
                <a:lnTo>
                  <a:pt x="36575" y="54864"/>
                </a:lnTo>
                <a:lnTo>
                  <a:pt x="36575" y="79248"/>
                </a:lnTo>
                <a:lnTo>
                  <a:pt x="79247" y="79248"/>
                </a:lnTo>
                <a:lnTo>
                  <a:pt x="81914" y="80772"/>
                </a:lnTo>
                <a:close/>
              </a:path>
              <a:path w="792479" h="132714">
                <a:moveTo>
                  <a:pt x="792479" y="80772"/>
                </a:moveTo>
                <a:lnTo>
                  <a:pt x="81914" y="80772"/>
                </a:lnTo>
                <a:lnTo>
                  <a:pt x="57583" y="66868"/>
                </a:lnTo>
                <a:lnTo>
                  <a:pt x="83127" y="51816"/>
                </a:lnTo>
                <a:lnTo>
                  <a:pt x="792479" y="51816"/>
                </a:lnTo>
                <a:lnTo>
                  <a:pt x="792479" y="80772"/>
                </a:lnTo>
                <a:close/>
              </a:path>
              <a:path w="792479" h="132714">
                <a:moveTo>
                  <a:pt x="36575" y="79248"/>
                </a:moveTo>
                <a:lnTo>
                  <a:pt x="36575" y="54864"/>
                </a:lnTo>
                <a:lnTo>
                  <a:pt x="57583" y="66868"/>
                </a:lnTo>
                <a:lnTo>
                  <a:pt x="36575" y="79248"/>
                </a:lnTo>
                <a:close/>
              </a:path>
              <a:path w="792479" h="132714">
                <a:moveTo>
                  <a:pt x="57583" y="66868"/>
                </a:moveTo>
                <a:lnTo>
                  <a:pt x="36575" y="54864"/>
                </a:lnTo>
                <a:lnTo>
                  <a:pt x="77954" y="54864"/>
                </a:lnTo>
                <a:lnTo>
                  <a:pt x="57583" y="66868"/>
                </a:lnTo>
                <a:close/>
              </a:path>
              <a:path w="792479" h="132714">
                <a:moveTo>
                  <a:pt x="79247" y="79248"/>
                </a:moveTo>
                <a:lnTo>
                  <a:pt x="36575" y="79248"/>
                </a:lnTo>
                <a:lnTo>
                  <a:pt x="57583" y="66868"/>
                </a:lnTo>
                <a:lnTo>
                  <a:pt x="79247" y="792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465831" y="4064508"/>
            <a:ext cx="792480" cy="132715"/>
          </a:xfrm>
          <a:custGeom>
            <a:avLst/>
            <a:gdLst/>
            <a:ahLst/>
            <a:cxnLst/>
            <a:rect l="l" t="t" r="r" b="b"/>
            <a:pathLst>
              <a:path w="792479" h="132714">
                <a:moveTo>
                  <a:pt x="112775" y="132588"/>
                </a:moveTo>
                <a:lnTo>
                  <a:pt x="106679" y="129540"/>
                </a:lnTo>
                <a:lnTo>
                  <a:pt x="0" y="67056"/>
                </a:lnTo>
                <a:lnTo>
                  <a:pt x="106679" y="4572"/>
                </a:lnTo>
                <a:lnTo>
                  <a:pt x="112775" y="0"/>
                </a:lnTo>
                <a:lnTo>
                  <a:pt x="121919" y="3048"/>
                </a:lnTo>
                <a:lnTo>
                  <a:pt x="126491" y="9144"/>
                </a:lnTo>
                <a:lnTo>
                  <a:pt x="129539" y="16764"/>
                </a:lnTo>
                <a:lnTo>
                  <a:pt x="128015" y="24384"/>
                </a:lnTo>
                <a:lnTo>
                  <a:pt x="120395" y="28956"/>
                </a:lnTo>
                <a:lnTo>
                  <a:pt x="81603" y="51816"/>
                </a:lnTo>
                <a:lnTo>
                  <a:pt x="27431" y="51816"/>
                </a:lnTo>
                <a:lnTo>
                  <a:pt x="27431" y="80772"/>
                </a:lnTo>
                <a:lnTo>
                  <a:pt x="80390" y="80772"/>
                </a:lnTo>
                <a:lnTo>
                  <a:pt x="120395" y="103632"/>
                </a:lnTo>
                <a:lnTo>
                  <a:pt x="128015" y="108204"/>
                </a:lnTo>
                <a:lnTo>
                  <a:pt x="129539" y="117348"/>
                </a:lnTo>
                <a:lnTo>
                  <a:pt x="126491" y="123444"/>
                </a:lnTo>
                <a:lnTo>
                  <a:pt x="121919" y="131064"/>
                </a:lnTo>
                <a:lnTo>
                  <a:pt x="112775" y="132588"/>
                </a:lnTo>
                <a:close/>
              </a:path>
              <a:path w="792479" h="132714">
                <a:moveTo>
                  <a:pt x="80390" y="80772"/>
                </a:moveTo>
                <a:lnTo>
                  <a:pt x="27431" y="80772"/>
                </a:lnTo>
                <a:lnTo>
                  <a:pt x="27431" y="51816"/>
                </a:lnTo>
                <a:lnTo>
                  <a:pt x="81603" y="51816"/>
                </a:lnTo>
                <a:lnTo>
                  <a:pt x="76430" y="54864"/>
                </a:lnTo>
                <a:lnTo>
                  <a:pt x="35052" y="54864"/>
                </a:lnTo>
                <a:lnTo>
                  <a:pt x="35052" y="79248"/>
                </a:lnTo>
                <a:lnTo>
                  <a:pt x="77723" y="79248"/>
                </a:lnTo>
                <a:lnTo>
                  <a:pt x="80390" y="80772"/>
                </a:lnTo>
                <a:close/>
              </a:path>
              <a:path w="792479" h="132714">
                <a:moveTo>
                  <a:pt x="792479" y="80772"/>
                </a:moveTo>
                <a:lnTo>
                  <a:pt x="80390" y="80772"/>
                </a:lnTo>
                <a:lnTo>
                  <a:pt x="56059" y="66868"/>
                </a:lnTo>
                <a:lnTo>
                  <a:pt x="81603" y="51816"/>
                </a:lnTo>
                <a:lnTo>
                  <a:pt x="792479" y="51816"/>
                </a:lnTo>
                <a:lnTo>
                  <a:pt x="792479" y="80772"/>
                </a:lnTo>
                <a:close/>
              </a:path>
              <a:path w="792479" h="132714">
                <a:moveTo>
                  <a:pt x="35052" y="79248"/>
                </a:moveTo>
                <a:lnTo>
                  <a:pt x="35052" y="54864"/>
                </a:lnTo>
                <a:lnTo>
                  <a:pt x="56059" y="66868"/>
                </a:lnTo>
                <a:lnTo>
                  <a:pt x="35052" y="79248"/>
                </a:lnTo>
                <a:close/>
              </a:path>
              <a:path w="792479" h="132714">
                <a:moveTo>
                  <a:pt x="56059" y="66868"/>
                </a:moveTo>
                <a:lnTo>
                  <a:pt x="35052" y="54864"/>
                </a:lnTo>
                <a:lnTo>
                  <a:pt x="76430" y="54864"/>
                </a:lnTo>
                <a:lnTo>
                  <a:pt x="56059" y="66868"/>
                </a:lnTo>
                <a:close/>
              </a:path>
              <a:path w="792479" h="132714">
                <a:moveTo>
                  <a:pt x="77723" y="79248"/>
                </a:moveTo>
                <a:lnTo>
                  <a:pt x="35052" y="79248"/>
                </a:lnTo>
                <a:lnTo>
                  <a:pt x="56059" y="66868"/>
                </a:lnTo>
                <a:lnTo>
                  <a:pt x="77723" y="79248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562856" y="4492752"/>
            <a:ext cx="55244" cy="56515"/>
          </a:xfrm>
          <a:custGeom>
            <a:avLst/>
            <a:gdLst/>
            <a:ahLst/>
            <a:cxnLst/>
            <a:rect l="l" t="t" r="r" b="b"/>
            <a:pathLst>
              <a:path w="55245" h="56514">
                <a:moveTo>
                  <a:pt x="54864" y="21336"/>
                </a:moveTo>
                <a:lnTo>
                  <a:pt x="54102" y="19812"/>
                </a:lnTo>
                <a:lnTo>
                  <a:pt x="53340" y="18288"/>
                </a:lnTo>
                <a:lnTo>
                  <a:pt x="53340" y="16764"/>
                </a:lnTo>
                <a:lnTo>
                  <a:pt x="50292" y="13716"/>
                </a:lnTo>
                <a:lnTo>
                  <a:pt x="50292" y="12192"/>
                </a:lnTo>
                <a:lnTo>
                  <a:pt x="47244" y="9144"/>
                </a:lnTo>
                <a:lnTo>
                  <a:pt x="47244" y="7620"/>
                </a:lnTo>
                <a:lnTo>
                  <a:pt x="44196" y="4572"/>
                </a:lnTo>
                <a:lnTo>
                  <a:pt x="42672" y="4572"/>
                </a:lnTo>
                <a:lnTo>
                  <a:pt x="39624" y="3048"/>
                </a:lnTo>
                <a:lnTo>
                  <a:pt x="38100" y="3048"/>
                </a:lnTo>
                <a:lnTo>
                  <a:pt x="33528" y="1524"/>
                </a:lnTo>
                <a:lnTo>
                  <a:pt x="27432" y="0"/>
                </a:lnTo>
                <a:lnTo>
                  <a:pt x="22860" y="1524"/>
                </a:lnTo>
                <a:lnTo>
                  <a:pt x="21336" y="1524"/>
                </a:lnTo>
                <a:lnTo>
                  <a:pt x="12192" y="4572"/>
                </a:lnTo>
                <a:lnTo>
                  <a:pt x="9144" y="7620"/>
                </a:lnTo>
                <a:lnTo>
                  <a:pt x="7620" y="7620"/>
                </a:lnTo>
                <a:lnTo>
                  <a:pt x="7620" y="9144"/>
                </a:lnTo>
                <a:lnTo>
                  <a:pt x="4572" y="12192"/>
                </a:lnTo>
                <a:lnTo>
                  <a:pt x="3048" y="16764"/>
                </a:lnTo>
                <a:lnTo>
                  <a:pt x="1524" y="16764"/>
                </a:lnTo>
                <a:lnTo>
                  <a:pt x="1524" y="18288"/>
                </a:lnTo>
                <a:lnTo>
                  <a:pt x="0" y="21336"/>
                </a:lnTo>
                <a:lnTo>
                  <a:pt x="0" y="33528"/>
                </a:lnTo>
                <a:lnTo>
                  <a:pt x="1524" y="38100"/>
                </a:lnTo>
                <a:lnTo>
                  <a:pt x="1524" y="39624"/>
                </a:lnTo>
                <a:lnTo>
                  <a:pt x="3048" y="39624"/>
                </a:lnTo>
                <a:lnTo>
                  <a:pt x="4572" y="42672"/>
                </a:lnTo>
                <a:lnTo>
                  <a:pt x="4572" y="44196"/>
                </a:lnTo>
                <a:lnTo>
                  <a:pt x="7620" y="47244"/>
                </a:lnTo>
                <a:lnTo>
                  <a:pt x="7620" y="48768"/>
                </a:lnTo>
                <a:lnTo>
                  <a:pt x="12192" y="50292"/>
                </a:lnTo>
                <a:lnTo>
                  <a:pt x="12192" y="51816"/>
                </a:lnTo>
                <a:lnTo>
                  <a:pt x="21336" y="54864"/>
                </a:lnTo>
                <a:lnTo>
                  <a:pt x="22860" y="54864"/>
                </a:lnTo>
                <a:lnTo>
                  <a:pt x="27432" y="56388"/>
                </a:lnTo>
                <a:lnTo>
                  <a:pt x="33528" y="54864"/>
                </a:lnTo>
                <a:lnTo>
                  <a:pt x="38100" y="53340"/>
                </a:lnTo>
                <a:lnTo>
                  <a:pt x="39624" y="53340"/>
                </a:lnTo>
                <a:lnTo>
                  <a:pt x="42672" y="51816"/>
                </a:lnTo>
                <a:lnTo>
                  <a:pt x="44196" y="50292"/>
                </a:lnTo>
                <a:lnTo>
                  <a:pt x="47244" y="48768"/>
                </a:lnTo>
                <a:lnTo>
                  <a:pt x="47244" y="47244"/>
                </a:lnTo>
                <a:lnTo>
                  <a:pt x="48768" y="45720"/>
                </a:lnTo>
                <a:lnTo>
                  <a:pt x="50292" y="44196"/>
                </a:lnTo>
                <a:lnTo>
                  <a:pt x="50292" y="42672"/>
                </a:lnTo>
                <a:lnTo>
                  <a:pt x="53340" y="39624"/>
                </a:lnTo>
                <a:lnTo>
                  <a:pt x="53340" y="38100"/>
                </a:lnTo>
                <a:lnTo>
                  <a:pt x="54864" y="33528"/>
                </a:lnTo>
                <a:lnTo>
                  <a:pt x="54864" y="213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62856" y="4672583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5">
                <a:moveTo>
                  <a:pt x="54864" y="21336"/>
                </a:moveTo>
                <a:lnTo>
                  <a:pt x="54356" y="19812"/>
                </a:lnTo>
                <a:lnTo>
                  <a:pt x="53340" y="16764"/>
                </a:lnTo>
                <a:lnTo>
                  <a:pt x="52324" y="15240"/>
                </a:lnTo>
                <a:lnTo>
                  <a:pt x="48260" y="9144"/>
                </a:lnTo>
                <a:lnTo>
                  <a:pt x="47244" y="7620"/>
                </a:lnTo>
                <a:lnTo>
                  <a:pt x="44196" y="4572"/>
                </a:lnTo>
                <a:lnTo>
                  <a:pt x="42672" y="4572"/>
                </a:lnTo>
                <a:lnTo>
                  <a:pt x="39624" y="1524"/>
                </a:lnTo>
                <a:lnTo>
                  <a:pt x="38100" y="1524"/>
                </a:lnTo>
                <a:lnTo>
                  <a:pt x="33528" y="0"/>
                </a:lnTo>
                <a:lnTo>
                  <a:pt x="21336" y="0"/>
                </a:lnTo>
                <a:lnTo>
                  <a:pt x="16764" y="1524"/>
                </a:lnTo>
                <a:lnTo>
                  <a:pt x="12192" y="4572"/>
                </a:lnTo>
                <a:lnTo>
                  <a:pt x="9144" y="7620"/>
                </a:lnTo>
                <a:lnTo>
                  <a:pt x="7620" y="7620"/>
                </a:lnTo>
                <a:lnTo>
                  <a:pt x="4572" y="12192"/>
                </a:lnTo>
                <a:lnTo>
                  <a:pt x="3048" y="16764"/>
                </a:lnTo>
                <a:lnTo>
                  <a:pt x="1524" y="16764"/>
                </a:lnTo>
                <a:lnTo>
                  <a:pt x="0" y="21336"/>
                </a:lnTo>
                <a:lnTo>
                  <a:pt x="0" y="33528"/>
                </a:lnTo>
                <a:lnTo>
                  <a:pt x="1524" y="38100"/>
                </a:lnTo>
                <a:lnTo>
                  <a:pt x="3048" y="39624"/>
                </a:lnTo>
                <a:lnTo>
                  <a:pt x="4572" y="42672"/>
                </a:lnTo>
                <a:lnTo>
                  <a:pt x="4572" y="44196"/>
                </a:lnTo>
                <a:lnTo>
                  <a:pt x="7620" y="47244"/>
                </a:lnTo>
                <a:lnTo>
                  <a:pt x="16764" y="53340"/>
                </a:lnTo>
                <a:lnTo>
                  <a:pt x="21336" y="54864"/>
                </a:lnTo>
                <a:lnTo>
                  <a:pt x="33528" y="54864"/>
                </a:lnTo>
                <a:lnTo>
                  <a:pt x="38100" y="53340"/>
                </a:lnTo>
                <a:lnTo>
                  <a:pt x="39624" y="53340"/>
                </a:lnTo>
                <a:lnTo>
                  <a:pt x="42672" y="50292"/>
                </a:lnTo>
                <a:lnTo>
                  <a:pt x="44196" y="50292"/>
                </a:lnTo>
                <a:lnTo>
                  <a:pt x="48768" y="45720"/>
                </a:lnTo>
                <a:lnTo>
                  <a:pt x="50292" y="44196"/>
                </a:lnTo>
                <a:lnTo>
                  <a:pt x="50292" y="42672"/>
                </a:lnTo>
                <a:lnTo>
                  <a:pt x="53340" y="38100"/>
                </a:lnTo>
                <a:lnTo>
                  <a:pt x="54864" y="33528"/>
                </a:lnTo>
                <a:lnTo>
                  <a:pt x="54864" y="32004"/>
                </a:lnTo>
                <a:lnTo>
                  <a:pt x="54864" y="22860"/>
                </a:lnTo>
                <a:lnTo>
                  <a:pt x="54864" y="213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62856" y="4852415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5">
                <a:moveTo>
                  <a:pt x="54864" y="21336"/>
                </a:moveTo>
                <a:lnTo>
                  <a:pt x="53340" y="16764"/>
                </a:lnTo>
                <a:lnTo>
                  <a:pt x="53340" y="15240"/>
                </a:lnTo>
                <a:lnTo>
                  <a:pt x="50292" y="12192"/>
                </a:lnTo>
                <a:lnTo>
                  <a:pt x="50292" y="10668"/>
                </a:lnTo>
                <a:lnTo>
                  <a:pt x="48768" y="9144"/>
                </a:lnTo>
                <a:lnTo>
                  <a:pt x="44196" y="4572"/>
                </a:lnTo>
                <a:lnTo>
                  <a:pt x="42672" y="4572"/>
                </a:lnTo>
                <a:lnTo>
                  <a:pt x="39624" y="1524"/>
                </a:lnTo>
                <a:lnTo>
                  <a:pt x="38100" y="1524"/>
                </a:lnTo>
                <a:lnTo>
                  <a:pt x="33528" y="0"/>
                </a:lnTo>
                <a:lnTo>
                  <a:pt x="21336" y="0"/>
                </a:lnTo>
                <a:lnTo>
                  <a:pt x="16764" y="1524"/>
                </a:lnTo>
                <a:lnTo>
                  <a:pt x="12192" y="4572"/>
                </a:lnTo>
                <a:lnTo>
                  <a:pt x="9144" y="7620"/>
                </a:lnTo>
                <a:lnTo>
                  <a:pt x="7620" y="7620"/>
                </a:lnTo>
                <a:lnTo>
                  <a:pt x="4572" y="10668"/>
                </a:lnTo>
                <a:lnTo>
                  <a:pt x="4572" y="12192"/>
                </a:lnTo>
                <a:lnTo>
                  <a:pt x="3048" y="15240"/>
                </a:lnTo>
                <a:lnTo>
                  <a:pt x="1524" y="16764"/>
                </a:lnTo>
                <a:lnTo>
                  <a:pt x="0" y="21336"/>
                </a:lnTo>
                <a:lnTo>
                  <a:pt x="0" y="33528"/>
                </a:lnTo>
                <a:lnTo>
                  <a:pt x="1524" y="38100"/>
                </a:lnTo>
                <a:lnTo>
                  <a:pt x="3048" y="38100"/>
                </a:lnTo>
                <a:lnTo>
                  <a:pt x="4572" y="42672"/>
                </a:lnTo>
                <a:lnTo>
                  <a:pt x="7620" y="45720"/>
                </a:lnTo>
                <a:lnTo>
                  <a:pt x="7620" y="47244"/>
                </a:lnTo>
                <a:lnTo>
                  <a:pt x="16764" y="53340"/>
                </a:lnTo>
                <a:lnTo>
                  <a:pt x="21336" y="54864"/>
                </a:lnTo>
                <a:lnTo>
                  <a:pt x="33528" y="54864"/>
                </a:lnTo>
                <a:lnTo>
                  <a:pt x="38100" y="53340"/>
                </a:lnTo>
                <a:lnTo>
                  <a:pt x="39624" y="53340"/>
                </a:lnTo>
                <a:lnTo>
                  <a:pt x="42672" y="50292"/>
                </a:lnTo>
                <a:lnTo>
                  <a:pt x="44196" y="50292"/>
                </a:lnTo>
                <a:lnTo>
                  <a:pt x="47244" y="47244"/>
                </a:lnTo>
                <a:lnTo>
                  <a:pt x="48260" y="45720"/>
                </a:lnTo>
                <a:lnTo>
                  <a:pt x="52324" y="39624"/>
                </a:lnTo>
                <a:lnTo>
                  <a:pt x="53340" y="38100"/>
                </a:lnTo>
                <a:lnTo>
                  <a:pt x="54356" y="35052"/>
                </a:lnTo>
                <a:lnTo>
                  <a:pt x="54864" y="33528"/>
                </a:lnTo>
                <a:lnTo>
                  <a:pt x="54864" y="32004"/>
                </a:lnTo>
                <a:lnTo>
                  <a:pt x="54864" y="22860"/>
                </a:lnTo>
                <a:lnTo>
                  <a:pt x="54864" y="213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3744467" y="1933955"/>
            <a:ext cx="2291080" cy="749935"/>
            <a:chOff x="3744467" y="1933955"/>
            <a:chExt cx="2291080" cy="749935"/>
          </a:xfrm>
        </p:grpSpPr>
        <p:sp>
          <p:nvSpPr>
            <p:cNvPr id="15" name="object 15"/>
            <p:cNvSpPr/>
            <p:nvPr/>
          </p:nvSpPr>
          <p:spPr>
            <a:xfrm>
              <a:off x="3744468" y="2243340"/>
              <a:ext cx="1737360" cy="440690"/>
            </a:xfrm>
            <a:custGeom>
              <a:avLst/>
              <a:gdLst/>
              <a:ahLst/>
              <a:cxnLst/>
              <a:rect l="l" t="t" r="r" b="b"/>
              <a:pathLst>
                <a:path w="1737360" h="440689">
                  <a:moveTo>
                    <a:pt x="1737360" y="411467"/>
                  </a:moveTo>
                  <a:lnTo>
                    <a:pt x="0" y="411467"/>
                  </a:lnTo>
                  <a:lnTo>
                    <a:pt x="0" y="440436"/>
                  </a:lnTo>
                  <a:lnTo>
                    <a:pt x="1737360" y="440436"/>
                  </a:lnTo>
                  <a:lnTo>
                    <a:pt x="1737360" y="411467"/>
                  </a:lnTo>
                  <a:close/>
                </a:path>
                <a:path w="1737360" h="440689">
                  <a:moveTo>
                    <a:pt x="1737360" y="0"/>
                  </a:moveTo>
                  <a:lnTo>
                    <a:pt x="0" y="0"/>
                  </a:lnTo>
                  <a:lnTo>
                    <a:pt x="0" y="28943"/>
                  </a:lnTo>
                  <a:lnTo>
                    <a:pt x="1737360" y="28943"/>
                  </a:lnTo>
                  <a:lnTo>
                    <a:pt x="17373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526023" y="1933955"/>
              <a:ext cx="509270" cy="474345"/>
            </a:xfrm>
            <a:custGeom>
              <a:avLst/>
              <a:gdLst/>
              <a:ahLst/>
              <a:cxnLst/>
              <a:rect l="l" t="t" r="r" b="b"/>
              <a:pathLst>
                <a:path w="509270" h="474344">
                  <a:moveTo>
                    <a:pt x="6096" y="473964"/>
                  </a:moveTo>
                  <a:lnTo>
                    <a:pt x="0" y="466344"/>
                  </a:lnTo>
                  <a:lnTo>
                    <a:pt x="501396" y="0"/>
                  </a:lnTo>
                  <a:lnTo>
                    <a:pt x="509016" y="6095"/>
                  </a:lnTo>
                  <a:lnTo>
                    <a:pt x="6096" y="473964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468111" y="2250948"/>
              <a:ext cx="27940" cy="411480"/>
            </a:xfrm>
            <a:custGeom>
              <a:avLst/>
              <a:gdLst/>
              <a:ahLst/>
              <a:cxnLst/>
              <a:rect l="l" t="t" r="r" b="b"/>
              <a:pathLst>
                <a:path w="27939" h="411480">
                  <a:moveTo>
                    <a:pt x="27432" y="411479"/>
                  </a:moveTo>
                  <a:lnTo>
                    <a:pt x="0" y="411479"/>
                  </a:lnTo>
                  <a:lnTo>
                    <a:pt x="0" y="0"/>
                  </a:lnTo>
                  <a:lnTo>
                    <a:pt x="27432" y="0"/>
                  </a:lnTo>
                  <a:lnTo>
                    <a:pt x="27432" y="4114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045995" y="5431014"/>
            <a:ext cx="414782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At</a:t>
            </a:r>
            <a:r>
              <a:rPr sz="2000" spc="3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resonance</a:t>
            </a:r>
            <a:r>
              <a:rPr sz="2000" dirty="0">
                <a:latin typeface="Microsoft Sans Serif"/>
                <a:cs typeface="Microsoft Sans Serif"/>
              </a:rPr>
              <a:t>,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 </a:t>
            </a:r>
            <a:r>
              <a:rPr sz="2000" spc="-10" dirty="0">
                <a:latin typeface="Microsoft Sans Serif"/>
                <a:cs typeface="Microsoft Sans Serif"/>
              </a:rPr>
              <a:t>right-</a:t>
            </a:r>
            <a:r>
              <a:rPr sz="2000" dirty="0">
                <a:latin typeface="Microsoft Sans Serif"/>
                <a:cs typeface="Microsoft Sans Serif"/>
              </a:rPr>
              <a:t>going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waves </a:t>
            </a:r>
            <a:r>
              <a:rPr sz="2000" dirty="0">
                <a:latin typeface="Microsoft Sans Serif"/>
                <a:cs typeface="Microsoft Sans Serif"/>
              </a:rPr>
              <a:t>are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in</a:t>
            </a:r>
            <a:r>
              <a:rPr sz="2000" spc="1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00FF"/>
                </a:solidFill>
                <a:latin typeface="Microsoft Sans Serif"/>
                <a:cs typeface="Microsoft Sans Serif"/>
              </a:rPr>
              <a:t>phase</a:t>
            </a:r>
            <a:r>
              <a:rPr sz="2000" spc="-1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as well</a:t>
            </a:r>
            <a:r>
              <a:rPr sz="2000" spc="4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as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left-going waves.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25751" y="1697276"/>
            <a:ext cx="28092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Pipes</a:t>
            </a:r>
            <a:r>
              <a:rPr sz="2000" spc="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with</a:t>
            </a:r>
            <a:r>
              <a:rPr sz="2000" spc="-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one</a:t>
            </a:r>
            <a:r>
              <a:rPr sz="2000" spc="-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open</a:t>
            </a:r>
            <a:r>
              <a:rPr sz="2000" spc="-25" dirty="0">
                <a:solidFill>
                  <a:srgbClr val="3333CC"/>
                </a:solidFill>
                <a:latin typeface="Microsoft Sans Serif"/>
                <a:cs typeface="Microsoft Sans Serif"/>
              </a:rPr>
              <a:t> end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33736" y="3106911"/>
            <a:ext cx="5076190" cy="1214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81935" marR="603885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Microsoft Sans Serif"/>
                <a:cs typeface="Microsoft Sans Serif"/>
              </a:rPr>
              <a:t>After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the 1</a:t>
            </a:r>
            <a:r>
              <a:rPr sz="1350" baseline="24691" dirty="0">
                <a:latin typeface="Microsoft Sans Serif"/>
                <a:cs typeface="Microsoft Sans Serif"/>
              </a:rPr>
              <a:t>st</a:t>
            </a:r>
            <a:r>
              <a:rPr sz="1350" spc="202" baseline="24691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reflection </a:t>
            </a:r>
            <a:r>
              <a:rPr sz="1400" dirty="0">
                <a:latin typeface="Microsoft Sans Serif"/>
                <a:cs typeface="Microsoft Sans Serif"/>
              </a:rPr>
              <a:t>from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the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closed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spc="-25" dirty="0">
                <a:latin typeface="Microsoft Sans Serif"/>
                <a:cs typeface="Microsoft Sans Serif"/>
              </a:rPr>
              <a:t>end</a:t>
            </a:r>
            <a:endParaRPr sz="1400">
              <a:latin typeface="Microsoft Sans Serif"/>
              <a:cs typeface="Microsoft Sans Serif"/>
            </a:endParaRPr>
          </a:p>
          <a:p>
            <a:pPr marL="63500">
              <a:lnSpc>
                <a:spcPts val="1190"/>
              </a:lnSpc>
            </a:pPr>
            <a:r>
              <a:rPr sz="1400" dirty="0">
                <a:solidFill>
                  <a:srgbClr val="3333CC"/>
                </a:solidFill>
                <a:latin typeface="Microsoft Sans Serif"/>
                <a:cs typeface="Microsoft Sans Serif"/>
              </a:rPr>
              <a:t>After</a:t>
            </a:r>
            <a:r>
              <a:rPr sz="14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3333CC"/>
                </a:solidFill>
                <a:latin typeface="Microsoft Sans Serif"/>
                <a:cs typeface="Microsoft Sans Serif"/>
              </a:rPr>
              <a:t>the</a:t>
            </a:r>
            <a:r>
              <a:rPr sz="1400" spc="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3333CC"/>
                </a:solidFill>
                <a:latin typeface="Microsoft Sans Serif"/>
                <a:cs typeface="Microsoft Sans Serif"/>
              </a:rPr>
              <a:t>1</a:t>
            </a:r>
            <a:r>
              <a:rPr sz="1350" baseline="24691" dirty="0">
                <a:solidFill>
                  <a:srgbClr val="3333CC"/>
                </a:solidFill>
                <a:latin typeface="Microsoft Sans Serif"/>
                <a:cs typeface="Microsoft Sans Serif"/>
              </a:rPr>
              <a:t>st</a:t>
            </a:r>
            <a:r>
              <a:rPr sz="1350" spc="202" baseline="24691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reflection</a:t>
            </a:r>
            <a:endParaRPr sz="1400">
              <a:latin typeface="Microsoft Sans Serif"/>
              <a:cs typeface="Microsoft Sans Serif"/>
            </a:endParaRPr>
          </a:p>
          <a:p>
            <a:pPr marL="63500">
              <a:lnSpc>
                <a:spcPts val="1565"/>
              </a:lnSpc>
            </a:pPr>
            <a:r>
              <a:rPr sz="1400" dirty="0">
                <a:solidFill>
                  <a:srgbClr val="3333CC"/>
                </a:solidFill>
                <a:latin typeface="Microsoft Sans Serif"/>
                <a:cs typeface="Microsoft Sans Serif"/>
              </a:rPr>
              <a:t>from</a:t>
            </a:r>
            <a:r>
              <a:rPr sz="1400" spc="-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3333CC"/>
                </a:solidFill>
                <a:latin typeface="Microsoft Sans Serif"/>
                <a:cs typeface="Microsoft Sans Serif"/>
              </a:rPr>
              <a:t>the</a:t>
            </a:r>
            <a:r>
              <a:rPr sz="1400" spc="-2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3333CC"/>
                </a:solidFill>
                <a:latin typeface="Microsoft Sans Serif"/>
                <a:cs typeface="Microsoft Sans Serif"/>
              </a:rPr>
              <a:t>open</a:t>
            </a:r>
            <a:r>
              <a:rPr sz="14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400" spc="-25" dirty="0">
                <a:solidFill>
                  <a:srgbClr val="3333CC"/>
                </a:solidFill>
                <a:latin typeface="Microsoft Sans Serif"/>
                <a:cs typeface="Microsoft Sans Serif"/>
              </a:rPr>
              <a:t>end</a:t>
            </a:r>
            <a:endParaRPr sz="1400">
              <a:latin typeface="Microsoft Sans Serif"/>
              <a:cs typeface="Microsoft Sans Serif"/>
            </a:endParaRPr>
          </a:p>
          <a:p>
            <a:pPr marL="2899410">
              <a:lnSpc>
                <a:spcPts val="1565"/>
              </a:lnSpc>
            </a:pPr>
            <a:r>
              <a:rPr sz="1400" dirty="0">
                <a:latin typeface="Microsoft Sans Serif"/>
                <a:cs typeface="Microsoft Sans Serif"/>
              </a:rPr>
              <a:t>After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the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2</a:t>
            </a:r>
            <a:r>
              <a:rPr sz="1350" baseline="24691" dirty="0">
                <a:latin typeface="Microsoft Sans Serif"/>
                <a:cs typeface="Microsoft Sans Serif"/>
              </a:rPr>
              <a:t>nd</a:t>
            </a:r>
            <a:r>
              <a:rPr sz="1350" spc="209" baseline="24691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reflection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from</a:t>
            </a:r>
            <a:endParaRPr sz="1400">
              <a:latin typeface="Microsoft Sans Serif"/>
              <a:cs typeface="Microsoft Sans Serif"/>
            </a:endParaRPr>
          </a:p>
          <a:p>
            <a:pPr marL="2899410">
              <a:lnSpc>
                <a:spcPct val="100000"/>
              </a:lnSpc>
            </a:pPr>
            <a:r>
              <a:rPr sz="1400" dirty="0">
                <a:latin typeface="Microsoft Sans Serif"/>
                <a:cs typeface="Microsoft Sans Serif"/>
              </a:rPr>
              <a:t>the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closed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spc="-25" dirty="0">
                <a:latin typeface="Microsoft Sans Serif"/>
                <a:cs typeface="Microsoft Sans Serif"/>
              </a:rPr>
              <a:t>end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88538" y="2780833"/>
            <a:ext cx="1435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Sound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source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915346" y="439952"/>
            <a:ext cx="7977505" cy="61341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pc="-10" dirty="0"/>
              <a:t>17-</a:t>
            </a:r>
            <a:r>
              <a:rPr dirty="0"/>
              <a:t>6</a:t>
            </a:r>
            <a:r>
              <a:rPr spc="-55" dirty="0"/>
              <a:t> </a:t>
            </a:r>
            <a:r>
              <a:rPr dirty="0"/>
              <a:t>Sources</a:t>
            </a:r>
            <a:r>
              <a:rPr spc="-5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Musical</a:t>
            </a:r>
            <a:r>
              <a:rPr spc="-35" dirty="0"/>
              <a:t> </a:t>
            </a:r>
            <a:r>
              <a:rPr dirty="0"/>
              <a:t>Sound</a:t>
            </a:r>
            <a:r>
              <a:rPr spc="-45" dirty="0"/>
              <a:t> </a:t>
            </a:r>
            <a:r>
              <a:rPr dirty="0"/>
              <a:t>(Sound</a:t>
            </a:r>
            <a:r>
              <a:rPr spc="-40" dirty="0"/>
              <a:t> </a:t>
            </a:r>
            <a:r>
              <a:rPr dirty="0"/>
              <a:t>Waves</a:t>
            </a:r>
            <a:r>
              <a:rPr spc="-50" dirty="0"/>
              <a:t> </a:t>
            </a:r>
            <a:r>
              <a:rPr spc="-10" dirty="0"/>
              <a:t>Resonances) </a:t>
            </a:r>
            <a:r>
              <a:rPr dirty="0">
                <a:solidFill>
                  <a:srgbClr val="E10000"/>
                </a:solidFill>
              </a:rPr>
              <a:t>Pipes</a:t>
            </a:r>
            <a:r>
              <a:rPr spc="-20" dirty="0">
                <a:solidFill>
                  <a:srgbClr val="E10000"/>
                </a:solidFill>
              </a:rPr>
              <a:t> </a:t>
            </a:r>
            <a:r>
              <a:rPr dirty="0">
                <a:solidFill>
                  <a:srgbClr val="E10000"/>
                </a:solidFill>
              </a:rPr>
              <a:t>with</a:t>
            </a:r>
            <a:r>
              <a:rPr spc="-70" dirty="0">
                <a:solidFill>
                  <a:srgbClr val="E10000"/>
                </a:solidFill>
              </a:rPr>
              <a:t> </a:t>
            </a:r>
            <a:r>
              <a:rPr dirty="0">
                <a:solidFill>
                  <a:srgbClr val="E10000"/>
                </a:solidFill>
              </a:rPr>
              <a:t>one</a:t>
            </a:r>
            <a:r>
              <a:rPr spc="-20" dirty="0">
                <a:solidFill>
                  <a:srgbClr val="E10000"/>
                </a:solidFill>
              </a:rPr>
              <a:t> </a:t>
            </a:r>
            <a:r>
              <a:rPr dirty="0">
                <a:solidFill>
                  <a:srgbClr val="E10000"/>
                </a:solidFill>
              </a:rPr>
              <a:t>open</a:t>
            </a:r>
            <a:r>
              <a:rPr spc="-30" dirty="0">
                <a:solidFill>
                  <a:srgbClr val="E10000"/>
                </a:solidFill>
              </a:rPr>
              <a:t> </a:t>
            </a:r>
            <a:r>
              <a:rPr spc="-25" dirty="0">
                <a:solidFill>
                  <a:srgbClr val="E10000"/>
                </a:solidFill>
              </a:rPr>
              <a:t>end</a:t>
            </a:r>
          </a:p>
        </p:txBody>
      </p:sp>
      <p:sp>
        <p:nvSpPr>
          <p:cNvPr id="23" name="object 23"/>
          <p:cNvSpPr/>
          <p:nvPr/>
        </p:nvSpPr>
        <p:spPr>
          <a:xfrm>
            <a:off x="792479" y="370331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2852" y="6819900"/>
                </a:moveTo>
                <a:lnTo>
                  <a:pt x="3048" y="6819900"/>
                </a:lnTo>
                <a:lnTo>
                  <a:pt x="0" y="6816851"/>
                </a:lnTo>
                <a:lnTo>
                  <a:pt x="0" y="3048"/>
                </a:lnTo>
                <a:lnTo>
                  <a:pt x="3048" y="0"/>
                </a:lnTo>
                <a:lnTo>
                  <a:pt x="9102852" y="0"/>
                </a:lnTo>
                <a:lnTo>
                  <a:pt x="9105900" y="3048"/>
                </a:lnTo>
                <a:lnTo>
                  <a:pt x="9105900" y="6096"/>
                </a:ln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lnTo>
                  <a:pt x="12192" y="6807708"/>
                </a:lnTo>
                <a:lnTo>
                  <a:pt x="6096" y="6807708"/>
                </a:lnTo>
                <a:lnTo>
                  <a:pt x="12192" y="6813803"/>
                </a:lnTo>
                <a:lnTo>
                  <a:pt x="9105900" y="6813803"/>
                </a:lnTo>
                <a:lnTo>
                  <a:pt x="9105900" y="6816851"/>
                </a:lnTo>
                <a:lnTo>
                  <a:pt x="9102852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close/>
              </a:path>
              <a:path w="9105900" h="6819900">
                <a:moveTo>
                  <a:pt x="9093707" y="12192"/>
                </a:moveTo>
                <a:lnTo>
                  <a:pt x="12192" y="12192"/>
                </a:lnTo>
                <a:lnTo>
                  <a:pt x="12192" y="6096"/>
                </a:lnTo>
                <a:lnTo>
                  <a:pt x="9093707" y="6096"/>
                </a:lnTo>
                <a:lnTo>
                  <a:pt x="9093707" y="12192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9093707" y="6096"/>
                </a:lnTo>
                <a:lnTo>
                  <a:pt x="9099804" y="12192"/>
                </a:lnTo>
                <a:lnTo>
                  <a:pt x="9105900" y="12192"/>
                </a:lnTo>
                <a:lnTo>
                  <a:pt x="9105900" y="6807708"/>
                </a:lnTo>
                <a:lnTo>
                  <a:pt x="9099804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12192"/>
                </a:moveTo>
                <a:lnTo>
                  <a:pt x="9099804" y="12192"/>
                </a:lnTo>
                <a:lnTo>
                  <a:pt x="9093707" y="6096"/>
                </a:lnTo>
                <a:lnTo>
                  <a:pt x="9105900" y="6096"/>
                </a:lnTo>
                <a:lnTo>
                  <a:pt x="9105900" y="12192"/>
                </a:lnTo>
                <a:close/>
              </a:path>
              <a:path w="9105900" h="6819900">
                <a:moveTo>
                  <a:pt x="12192" y="6813803"/>
                </a:moveTo>
                <a:lnTo>
                  <a:pt x="6096" y="6807708"/>
                </a:lnTo>
                <a:lnTo>
                  <a:pt x="12192" y="6807708"/>
                </a:lnTo>
                <a:lnTo>
                  <a:pt x="12192" y="6813803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12192" y="6813803"/>
                </a:lnTo>
                <a:lnTo>
                  <a:pt x="12192" y="6807708"/>
                </a:lnTo>
                <a:lnTo>
                  <a:pt x="9093707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6813803"/>
                </a:moveTo>
                <a:lnTo>
                  <a:pt x="9093707" y="6813803"/>
                </a:lnTo>
                <a:lnTo>
                  <a:pt x="9099804" y="6807708"/>
                </a:lnTo>
                <a:lnTo>
                  <a:pt x="9105900" y="6807708"/>
                </a:lnTo>
                <a:lnTo>
                  <a:pt x="9105900" y="6813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653028" y="5227320"/>
            <a:ext cx="1690370" cy="440690"/>
          </a:xfrm>
          <a:custGeom>
            <a:avLst/>
            <a:gdLst/>
            <a:ahLst/>
            <a:cxnLst/>
            <a:rect l="l" t="t" r="r" b="b"/>
            <a:pathLst>
              <a:path w="1690370" h="440689">
                <a:moveTo>
                  <a:pt x="1690116" y="411492"/>
                </a:moveTo>
                <a:lnTo>
                  <a:pt x="0" y="411492"/>
                </a:lnTo>
                <a:lnTo>
                  <a:pt x="0" y="440436"/>
                </a:lnTo>
                <a:lnTo>
                  <a:pt x="1690116" y="440436"/>
                </a:lnTo>
                <a:lnTo>
                  <a:pt x="1690116" y="411492"/>
                </a:lnTo>
                <a:close/>
              </a:path>
              <a:path w="1690370" h="440689">
                <a:moveTo>
                  <a:pt x="1690116" y="0"/>
                </a:moveTo>
                <a:lnTo>
                  <a:pt x="0" y="0"/>
                </a:lnTo>
                <a:lnTo>
                  <a:pt x="0" y="28968"/>
                </a:lnTo>
                <a:lnTo>
                  <a:pt x="1690116" y="28968"/>
                </a:lnTo>
                <a:lnTo>
                  <a:pt x="16901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594475" y="1479804"/>
            <a:ext cx="2256155" cy="2720975"/>
            <a:chOff x="3594475" y="1479804"/>
            <a:chExt cx="2256155" cy="27209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4475" y="1634478"/>
              <a:ext cx="1804587" cy="256596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654552" y="1479803"/>
              <a:ext cx="1690370" cy="440690"/>
            </a:xfrm>
            <a:custGeom>
              <a:avLst/>
              <a:gdLst/>
              <a:ahLst/>
              <a:cxnLst/>
              <a:rect l="l" t="t" r="r" b="b"/>
              <a:pathLst>
                <a:path w="1690370" h="440689">
                  <a:moveTo>
                    <a:pt x="1690116" y="411480"/>
                  </a:moveTo>
                  <a:lnTo>
                    <a:pt x="0" y="411480"/>
                  </a:lnTo>
                  <a:lnTo>
                    <a:pt x="0" y="440448"/>
                  </a:lnTo>
                  <a:lnTo>
                    <a:pt x="1690116" y="440448"/>
                  </a:lnTo>
                  <a:lnTo>
                    <a:pt x="1690116" y="411480"/>
                  </a:lnTo>
                  <a:close/>
                </a:path>
                <a:path w="1690370" h="440689">
                  <a:moveTo>
                    <a:pt x="1690116" y="0"/>
                  </a:moveTo>
                  <a:lnTo>
                    <a:pt x="0" y="0"/>
                  </a:lnTo>
                  <a:lnTo>
                    <a:pt x="0" y="28956"/>
                  </a:lnTo>
                  <a:lnTo>
                    <a:pt x="1690116" y="28956"/>
                  </a:lnTo>
                  <a:lnTo>
                    <a:pt x="16901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43144" y="3912107"/>
              <a:ext cx="508000" cy="238125"/>
            </a:xfrm>
            <a:custGeom>
              <a:avLst/>
              <a:gdLst/>
              <a:ahLst/>
              <a:cxnLst/>
              <a:rect l="l" t="t" r="r" b="b"/>
              <a:pathLst>
                <a:path w="508000" h="238125">
                  <a:moveTo>
                    <a:pt x="502919" y="237743"/>
                  </a:moveTo>
                  <a:lnTo>
                    <a:pt x="0" y="9143"/>
                  </a:lnTo>
                  <a:lnTo>
                    <a:pt x="4571" y="0"/>
                  </a:lnTo>
                  <a:lnTo>
                    <a:pt x="507491" y="228600"/>
                  </a:lnTo>
                  <a:lnTo>
                    <a:pt x="502919" y="237743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654552" y="3630167"/>
              <a:ext cx="1690370" cy="439420"/>
            </a:xfrm>
            <a:custGeom>
              <a:avLst/>
              <a:gdLst/>
              <a:ahLst/>
              <a:cxnLst/>
              <a:rect l="l" t="t" r="r" b="b"/>
              <a:pathLst>
                <a:path w="1690370" h="439420">
                  <a:moveTo>
                    <a:pt x="1690116" y="409968"/>
                  </a:moveTo>
                  <a:lnTo>
                    <a:pt x="0" y="409968"/>
                  </a:lnTo>
                  <a:lnTo>
                    <a:pt x="0" y="438924"/>
                  </a:lnTo>
                  <a:lnTo>
                    <a:pt x="1690116" y="438924"/>
                  </a:lnTo>
                  <a:lnTo>
                    <a:pt x="1690116" y="409968"/>
                  </a:lnTo>
                  <a:close/>
                </a:path>
                <a:path w="1690370" h="439420">
                  <a:moveTo>
                    <a:pt x="1690116" y="0"/>
                  </a:moveTo>
                  <a:lnTo>
                    <a:pt x="0" y="0"/>
                  </a:lnTo>
                  <a:lnTo>
                    <a:pt x="0" y="27444"/>
                  </a:lnTo>
                  <a:lnTo>
                    <a:pt x="1690116" y="27444"/>
                  </a:lnTo>
                  <a:lnTo>
                    <a:pt x="16901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973523" y="1566176"/>
            <a:ext cx="347980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155065" algn="l"/>
              </a:tabLst>
            </a:pPr>
            <a:r>
              <a:rPr sz="1800" dirty="0">
                <a:latin typeface="Microsoft Sans Serif"/>
                <a:cs typeface="Microsoft Sans Serif"/>
              </a:rPr>
              <a:t>An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open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end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pipe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like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the </a:t>
            </a:r>
            <a:r>
              <a:rPr sz="1800" dirty="0">
                <a:latin typeface="Microsoft Sans Serif"/>
                <a:cs typeface="Microsoft Sans Serif"/>
              </a:rPr>
              <a:t>end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string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attached to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freely </a:t>
            </a:r>
            <a:r>
              <a:rPr sz="1800" dirty="0">
                <a:latin typeface="Microsoft Sans Serif"/>
                <a:cs typeface="Microsoft Sans Serif"/>
              </a:rPr>
              <a:t>moving ring.</a:t>
            </a:r>
            <a:r>
              <a:rPr sz="1800" spc="38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114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wave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not </a:t>
            </a:r>
            <a:r>
              <a:rPr sz="1800" dirty="0">
                <a:latin typeface="Microsoft Sans Serif"/>
                <a:cs typeface="Microsoft Sans Serif"/>
              </a:rPr>
              <a:t>inverted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upon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reflection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from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an </a:t>
            </a:r>
            <a:r>
              <a:rPr sz="1800" dirty="0">
                <a:latin typeface="Microsoft Sans Serif"/>
                <a:cs typeface="Microsoft Sans Serif"/>
              </a:rPr>
              <a:t>open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end.</a:t>
            </a:r>
            <a:r>
              <a:rPr sz="1800" dirty="0">
                <a:latin typeface="Microsoft Sans Serif"/>
                <a:cs typeface="Microsoft Sans Serif"/>
              </a:rPr>
              <a:t>	Nodes cannot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occur </a:t>
            </a:r>
            <a:r>
              <a:rPr sz="1800" spc="-35" dirty="0">
                <a:latin typeface="Microsoft Sans Serif"/>
                <a:cs typeface="Microsoft Sans Serif"/>
              </a:rPr>
              <a:t>at </a:t>
            </a:r>
            <a:r>
              <a:rPr sz="1800" dirty="0">
                <a:latin typeface="Microsoft Sans Serif"/>
                <a:cs typeface="Microsoft Sans Serif"/>
              </a:rPr>
              <a:t>open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ends.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17138" y="4903750"/>
            <a:ext cx="216662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3300"/>
                </a:solidFill>
                <a:latin typeface="Microsoft Sans Serif"/>
                <a:cs typeface="Microsoft Sans Serif"/>
              </a:rPr>
              <a:t>Representing</a:t>
            </a:r>
            <a:r>
              <a:rPr sz="1800" spc="-6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latin typeface="Microsoft Sans Serif"/>
                <a:cs typeface="Microsoft Sans Serif"/>
              </a:rPr>
              <a:t>a </a:t>
            </a:r>
            <a:r>
              <a:rPr sz="1800" dirty="0">
                <a:latin typeface="Microsoft Sans Serif"/>
                <a:cs typeface="Microsoft Sans Serif"/>
              </a:rPr>
              <a:t>standing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sound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wave </a:t>
            </a:r>
            <a:r>
              <a:rPr sz="1800" dirty="0">
                <a:latin typeface="Microsoft Sans Serif"/>
                <a:cs typeface="Microsoft Sans Serif"/>
              </a:rPr>
              <a:t>in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pipe.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50717" y="4018295"/>
            <a:ext cx="356298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At</a:t>
            </a:r>
            <a:r>
              <a:rPr sz="2000" spc="2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resonance</a:t>
            </a:r>
            <a:r>
              <a:rPr sz="2000" dirty="0">
                <a:latin typeface="Microsoft Sans Serif"/>
                <a:cs typeface="Microsoft Sans Serif"/>
              </a:rPr>
              <a:t>,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there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must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be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an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antinode</a:t>
            </a:r>
            <a:r>
              <a:rPr sz="2000" spc="-1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at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open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ends.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60135" y="2069028"/>
            <a:ext cx="1216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Air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particles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649979" y="1812036"/>
            <a:ext cx="373380" cy="326390"/>
          </a:xfrm>
          <a:custGeom>
            <a:avLst/>
            <a:gdLst/>
            <a:ahLst/>
            <a:cxnLst/>
            <a:rect l="l" t="t" r="r" b="b"/>
            <a:pathLst>
              <a:path w="373379" h="326389">
                <a:moveTo>
                  <a:pt x="6095" y="326135"/>
                </a:moveTo>
                <a:lnTo>
                  <a:pt x="0" y="318515"/>
                </a:lnTo>
                <a:lnTo>
                  <a:pt x="367283" y="0"/>
                </a:lnTo>
                <a:lnTo>
                  <a:pt x="373379" y="6096"/>
                </a:lnTo>
                <a:lnTo>
                  <a:pt x="6095" y="326135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264438" y="1381750"/>
            <a:ext cx="10147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No</a:t>
            </a:r>
            <a:r>
              <a:rPr sz="2000" spc="-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FF3300"/>
                </a:solidFill>
                <a:latin typeface="Microsoft Sans Serif"/>
                <a:cs typeface="Microsoft Sans Serif"/>
              </a:rPr>
              <a:t>wave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53751" y="2706112"/>
            <a:ext cx="169163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Standing</a:t>
            </a:r>
            <a:r>
              <a:rPr sz="2000" spc="-2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FF3300"/>
                </a:solidFill>
                <a:latin typeface="Microsoft Sans Serif"/>
                <a:cs typeface="Microsoft Sans Serif"/>
              </a:rPr>
              <a:t>wave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32372" y="3135300"/>
            <a:ext cx="554990" cy="125793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635" algn="ctr">
              <a:lnSpc>
                <a:spcPts val="2315"/>
              </a:lnSpc>
            </a:pPr>
            <a:r>
              <a:rPr sz="2000" spc="-10" dirty="0">
                <a:solidFill>
                  <a:srgbClr val="FF3300"/>
                </a:solidFill>
                <a:latin typeface="Microsoft Sans Serif"/>
                <a:cs typeface="Microsoft Sans Serif"/>
              </a:rPr>
              <a:t>s(x,t)</a:t>
            </a:r>
            <a:endParaRPr sz="20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1600" spc="-10" dirty="0">
                <a:solidFill>
                  <a:srgbClr val="FF3300"/>
                </a:solidFill>
                <a:latin typeface="Microsoft Sans Serif"/>
                <a:cs typeface="Microsoft Sans Serif"/>
              </a:rPr>
              <a:t>Displacement</a:t>
            </a:r>
            <a:endParaRPr sz="1600">
              <a:latin typeface="Microsoft Sans Serif"/>
              <a:cs typeface="Microsoft Sans Serif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133855" y="1353312"/>
            <a:ext cx="4581525" cy="3118485"/>
            <a:chOff x="1133855" y="1353312"/>
            <a:chExt cx="4581525" cy="3118485"/>
          </a:xfrm>
        </p:grpSpPr>
        <p:sp>
          <p:nvSpPr>
            <p:cNvPr id="18" name="object 18"/>
            <p:cNvSpPr/>
            <p:nvPr/>
          </p:nvSpPr>
          <p:spPr>
            <a:xfrm>
              <a:off x="3404616" y="3198876"/>
              <a:ext cx="132715" cy="1118870"/>
            </a:xfrm>
            <a:custGeom>
              <a:avLst/>
              <a:gdLst/>
              <a:ahLst/>
              <a:cxnLst/>
              <a:rect l="l" t="t" r="r" b="b"/>
              <a:pathLst>
                <a:path w="132714" h="1118870">
                  <a:moveTo>
                    <a:pt x="15240" y="131064"/>
                  </a:moveTo>
                  <a:lnTo>
                    <a:pt x="9144" y="126492"/>
                  </a:lnTo>
                  <a:lnTo>
                    <a:pt x="1524" y="123444"/>
                  </a:lnTo>
                  <a:lnTo>
                    <a:pt x="0" y="114300"/>
                  </a:lnTo>
                  <a:lnTo>
                    <a:pt x="3048" y="106680"/>
                  </a:lnTo>
                  <a:lnTo>
                    <a:pt x="65532" y="0"/>
                  </a:lnTo>
                  <a:lnTo>
                    <a:pt x="82491" y="28956"/>
                  </a:lnTo>
                  <a:lnTo>
                    <a:pt x="51816" y="28956"/>
                  </a:lnTo>
                  <a:lnTo>
                    <a:pt x="51816" y="81915"/>
                  </a:lnTo>
                  <a:lnTo>
                    <a:pt x="28956" y="121920"/>
                  </a:lnTo>
                  <a:lnTo>
                    <a:pt x="24384" y="128016"/>
                  </a:lnTo>
                  <a:lnTo>
                    <a:pt x="15240" y="131064"/>
                  </a:lnTo>
                  <a:close/>
                </a:path>
                <a:path w="132714" h="1118870">
                  <a:moveTo>
                    <a:pt x="51816" y="81915"/>
                  </a:moveTo>
                  <a:lnTo>
                    <a:pt x="51816" y="28956"/>
                  </a:lnTo>
                  <a:lnTo>
                    <a:pt x="80772" y="28956"/>
                  </a:lnTo>
                  <a:lnTo>
                    <a:pt x="80772" y="36576"/>
                  </a:lnTo>
                  <a:lnTo>
                    <a:pt x="53340" y="36576"/>
                  </a:lnTo>
                  <a:lnTo>
                    <a:pt x="65719" y="57583"/>
                  </a:lnTo>
                  <a:lnTo>
                    <a:pt x="51816" y="81915"/>
                  </a:lnTo>
                  <a:close/>
                </a:path>
                <a:path w="132714" h="1118870">
                  <a:moveTo>
                    <a:pt x="115824" y="131064"/>
                  </a:moveTo>
                  <a:lnTo>
                    <a:pt x="108204" y="128016"/>
                  </a:lnTo>
                  <a:lnTo>
                    <a:pt x="103632" y="121920"/>
                  </a:lnTo>
                  <a:lnTo>
                    <a:pt x="80772" y="83127"/>
                  </a:lnTo>
                  <a:lnTo>
                    <a:pt x="80772" y="28956"/>
                  </a:lnTo>
                  <a:lnTo>
                    <a:pt x="82491" y="28956"/>
                  </a:lnTo>
                  <a:lnTo>
                    <a:pt x="128016" y="106680"/>
                  </a:lnTo>
                  <a:lnTo>
                    <a:pt x="132588" y="114300"/>
                  </a:lnTo>
                  <a:lnTo>
                    <a:pt x="129540" y="123444"/>
                  </a:lnTo>
                  <a:lnTo>
                    <a:pt x="123444" y="126492"/>
                  </a:lnTo>
                  <a:lnTo>
                    <a:pt x="115824" y="131064"/>
                  </a:lnTo>
                  <a:close/>
                </a:path>
                <a:path w="132714" h="1118870">
                  <a:moveTo>
                    <a:pt x="65719" y="57583"/>
                  </a:moveTo>
                  <a:lnTo>
                    <a:pt x="53340" y="36576"/>
                  </a:lnTo>
                  <a:lnTo>
                    <a:pt x="77724" y="36576"/>
                  </a:lnTo>
                  <a:lnTo>
                    <a:pt x="65719" y="57583"/>
                  </a:lnTo>
                  <a:close/>
                </a:path>
                <a:path w="132714" h="1118870">
                  <a:moveTo>
                    <a:pt x="80772" y="83127"/>
                  </a:moveTo>
                  <a:lnTo>
                    <a:pt x="65719" y="57583"/>
                  </a:lnTo>
                  <a:lnTo>
                    <a:pt x="77724" y="36576"/>
                  </a:lnTo>
                  <a:lnTo>
                    <a:pt x="80772" y="36576"/>
                  </a:lnTo>
                  <a:lnTo>
                    <a:pt x="80772" y="83127"/>
                  </a:lnTo>
                  <a:close/>
                </a:path>
                <a:path w="132714" h="1118870">
                  <a:moveTo>
                    <a:pt x="80772" y="1118616"/>
                  </a:moveTo>
                  <a:lnTo>
                    <a:pt x="51816" y="1118616"/>
                  </a:lnTo>
                  <a:lnTo>
                    <a:pt x="51816" y="81915"/>
                  </a:lnTo>
                  <a:lnTo>
                    <a:pt x="65719" y="57583"/>
                  </a:lnTo>
                  <a:lnTo>
                    <a:pt x="80772" y="83127"/>
                  </a:lnTo>
                  <a:lnTo>
                    <a:pt x="80772" y="1118616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33856" y="1353311"/>
              <a:ext cx="4581525" cy="3118485"/>
            </a:xfrm>
            <a:custGeom>
              <a:avLst/>
              <a:gdLst/>
              <a:ahLst/>
              <a:cxnLst/>
              <a:rect l="l" t="t" r="r" b="b"/>
              <a:pathLst>
                <a:path w="4581525" h="3118485">
                  <a:moveTo>
                    <a:pt x="4581144" y="1232916"/>
                  </a:moveTo>
                  <a:lnTo>
                    <a:pt x="4572000" y="1232916"/>
                  </a:lnTo>
                  <a:lnTo>
                    <a:pt x="4572000" y="1242060"/>
                  </a:lnTo>
                  <a:lnTo>
                    <a:pt x="4572000" y="3107436"/>
                  </a:lnTo>
                  <a:lnTo>
                    <a:pt x="9144" y="3107436"/>
                  </a:lnTo>
                  <a:lnTo>
                    <a:pt x="9144" y="1242060"/>
                  </a:lnTo>
                  <a:lnTo>
                    <a:pt x="4572000" y="1242060"/>
                  </a:lnTo>
                  <a:lnTo>
                    <a:pt x="4572000" y="1232916"/>
                  </a:lnTo>
                  <a:lnTo>
                    <a:pt x="0" y="1232916"/>
                  </a:lnTo>
                  <a:lnTo>
                    <a:pt x="0" y="3118104"/>
                  </a:lnTo>
                  <a:lnTo>
                    <a:pt x="4581144" y="3118104"/>
                  </a:lnTo>
                  <a:lnTo>
                    <a:pt x="4581144" y="3112008"/>
                  </a:lnTo>
                  <a:lnTo>
                    <a:pt x="4581144" y="3107436"/>
                  </a:lnTo>
                  <a:lnTo>
                    <a:pt x="4581144" y="1242060"/>
                  </a:lnTo>
                  <a:lnTo>
                    <a:pt x="4581144" y="1237488"/>
                  </a:lnTo>
                  <a:lnTo>
                    <a:pt x="4581144" y="1232916"/>
                  </a:lnTo>
                  <a:close/>
                </a:path>
                <a:path w="4581525" h="3118485">
                  <a:moveTo>
                    <a:pt x="4581144" y="0"/>
                  </a:moveTo>
                  <a:lnTo>
                    <a:pt x="4572000" y="0"/>
                  </a:lnTo>
                  <a:lnTo>
                    <a:pt x="4572000" y="9144"/>
                  </a:lnTo>
                  <a:lnTo>
                    <a:pt x="4572000" y="1143000"/>
                  </a:lnTo>
                  <a:lnTo>
                    <a:pt x="9144" y="1143000"/>
                  </a:lnTo>
                  <a:lnTo>
                    <a:pt x="9144" y="9144"/>
                  </a:lnTo>
                  <a:lnTo>
                    <a:pt x="4572000" y="9144"/>
                  </a:lnTo>
                  <a:lnTo>
                    <a:pt x="4572000" y="0"/>
                  </a:lnTo>
                  <a:lnTo>
                    <a:pt x="0" y="0"/>
                  </a:lnTo>
                  <a:lnTo>
                    <a:pt x="0" y="1152144"/>
                  </a:lnTo>
                  <a:lnTo>
                    <a:pt x="4581144" y="1152144"/>
                  </a:lnTo>
                  <a:lnTo>
                    <a:pt x="4581144" y="1147572"/>
                  </a:lnTo>
                  <a:lnTo>
                    <a:pt x="4581144" y="1143000"/>
                  </a:lnTo>
                  <a:lnTo>
                    <a:pt x="4581144" y="9144"/>
                  </a:lnTo>
                  <a:lnTo>
                    <a:pt x="4581144" y="4572"/>
                  </a:lnTo>
                  <a:lnTo>
                    <a:pt x="45811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1135380" y="4643627"/>
            <a:ext cx="4535805" cy="1381125"/>
            <a:chOff x="1135380" y="4643627"/>
            <a:chExt cx="4535805" cy="1381125"/>
          </a:xfrm>
        </p:grpSpPr>
        <p:sp>
          <p:nvSpPr>
            <p:cNvPr id="21" name="object 21"/>
            <p:cNvSpPr/>
            <p:nvPr/>
          </p:nvSpPr>
          <p:spPr>
            <a:xfrm>
              <a:off x="3653015" y="5132831"/>
              <a:ext cx="1701164" cy="614680"/>
            </a:xfrm>
            <a:custGeom>
              <a:avLst/>
              <a:gdLst/>
              <a:ahLst/>
              <a:cxnLst/>
              <a:rect l="l" t="t" r="r" b="b"/>
              <a:pathLst>
                <a:path w="1701164" h="614679">
                  <a:moveTo>
                    <a:pt x="1226820" y="470916"/>
                  </a:moveTo>
                  <a:lnTo>
                    <a:pt x="1188720" y="454152"/>
                  </a:lnTo>
                  <a:lnTo>
                    <a:pt x="1121664" y="423672"/>
                  </a:lnTo>
                  <a:lnTo>
                    <a:pt x="1089660" y="405384"/>
                  </a:lnTo>
                  <a:lnTo>
                    <a:pt x="1051560" y="388620"/>
                  </a:lnTo>
                  <a:lnTo>
                    <a:pt x="1016508" y="371856"/>
                  </a:lnTo>
                  <a:lnTo>
                    <a:pt x="982980" y="355092"/>
                  </a:lnTo>
                  <a:lnTo>
                    <a:pt x="973010" y="350520"/>
                  </a:lnTo>
                  <a:lnTo>
                    <a:pt x="949731" y="339852"/>
                  </a:lnTo>
                  <a:lnTo>
                    <a:pt x="946404" y="338328"/>
                  </a:lnTo>
                  <a:lnTo>
                    <a:pt x="947928" y="339852"/>
                  </a:lnTo>
                  <a:lnTo>
                    <a:pt x="915924" y="318516"/>
                  </a:lnTo>
                  <a:lnTo>
                    <a:pt x="914400" y="316992"/>
                  </a:lnTo>
                  <a:lnTo>
                    <a:pt x="877824" y="300228"/>
                  </a:lnTo>
                  <a:lnTo>
                    <a:pt x="839724" y="280416"/>
                  </a:lnTo>
                  <a:lnTo>
                    <a:pt x="807720" y="262128"/>
                  </a:lnTo>
                  <a:lnTo>
                    <a:pt x="800798" y="259080"/>
                  </a:lnTo>
                  <a:lnTo>
                    <a:pt x="797331" y="257556"/>
                  </a:lnTo>
                  <a:lnTo>
                    <a:pt x="773087" y="246888"/>
                  </a:lnTo>
                  <a:lnTo>
                    <a:pt x="771969" y="246405"/>
                  </a:lnTo>
                  <a:lnTo>
                    <a:pt x="770496" y="245364"/>
                  </a:lnTo>
                  <a:lnTo>
                    <a:pt x="742188" y="225552"/>
                  </a:lnTo>
                  <a:lnTo>
                    <a:pt x="740664" y="225552"/>
                  </a:lnTo>
                  <a:lnTo>
                    <a:pt x="739140" y="224028"/>
                  </a:lnTo>
                  <a:lnTo>
                    <a:pt x="702564" y="207264"/>
                  </a:lnTo>
                  <a:lnTo>
                    <a:pt x="670560" y="190500"/>
                  </a:lnTo>
                  <a:lnTo>
                    <a:pt x="633984" y="173736"/>
                  </a:lnTo>
                  <a:lnTo>
                    <a:pt x="609053" y="160020"/>
                  </a:lnTo>
                  <a:lnTo>
                    <a:pt x="606285" y="158496"/>
                  </a:lnTo>
                  <a:lnTo>
                    <a:pt x="603504" y="156972"/>
                  </a:lnTo>
                  <a:lnTo>
                    <a:pt x="601980" y="156972"/>
                  </a:lnTo>
                  <a:lnTo>
                    <a:pt x="601980" y="155448"/>
                  </a:lnTo>
                  <a:lnTo>
                    <a:pt x="600456" y="155448"/>
                  </a:lnTo>
                  <a:lnTo>
                    <a:pt x="566597" y="143256"/>
                  </a:lnTo>
                  <a:lnTo>
                    <a:pt x="563168" y="142024"/>
                  </a:lnTo>
                  <a:lnTo>
                    <a:pt x="562635" y="141732"/>
                  </a:lnTo>
                  <a:lnTo>
                    <a:pt x="534924" y="126492"/>
                  </a:lnTo>
                  <a:lnTo>
                    <a:pt x="533400" y="124968"/>
                  </a:lnTo>
                  <a:lnTo>
                    <a:pt x="531876" y="124968"/>
                  </a:lnTo>
                  <a:lnTo>
                    <a:pt x="493776" y="111252"/>
                  </a:lnTo>
                  <a:lnTo>
                    <a:pt x="457200" y="97536"/>
                  </a:lnTo>
                  <a:lnTo>
                    <a:pt x="425196" y="83820"/>
                  </a:lnTo>
                  <a:lnTo>
                    <a:pt x="387096" y="70104"/>
                  </a:lnTo>
                  <a:lnTo>
                    <a:pt x="355092" y="59436"/>
                  </a:lnTo>
                  <a:lnTo>
                    <a:pt x="318516" y="48768"/>
                  </a:lnTo>
                  <a:lnTo>
                    <a:pt x="286512" y="38100"/>
                  </a:lnTo>
                  <a:lnTo>
                    <a:pt x="248412" y="27432"/>
                  </a:lnTo>
                  <a:lnTo>
                    <a:pt x="176784" y="13716"/>
                  </a:lnTo>
                  <a:lnTo>
                    <a:pt x="141732" y="10668"/>
                  </a:lnTo>
                  <a:lnTo>
                    <a:pt x="109728" y="4572"/>
                  </a:lnTo>
                  <a:lnTo>
                    <a:pt x="108204" y="3048"/>
                  </a:lnTo>
                  <a:lnTo>
                    <a:pt x="91440" y="3048"/>
                  </a:lnTo>
                  <a:lnTo>
                    <a:pt x="71628" y="0"/>
                  </a:lnTo>
                  <a:lnTo>
                    <a:pt x="0" y="0"/>
                  </a:lnTo>
                  <a:lnTo>
                    <a:pt x="0" y="38100"/>
                  </a:lnTo>
                  <a:lnTo>
                    <a:pt x="65532" y="38100"/>
                  </a:lnTo>
                  <a:lnTo>
                    <a:pt x="83820" y="41148"/>
                  </a:lnTo>
                  <a:lnTo>
                    <a:pt x="102108" y="41148"/>
                  </a:lnTo>
                  <a:lnTo>
                    <a:pt x="134112" y="48768"/>
                  </a:lnTo>
                  <a:lnTo>
                    <a:pt x="173736" y="51816"/>
                  </a:lnTo>
                  <a:lnTo>
                    <a:pt x="208788" y="57912"/>
                  </a:lnTo>
                  <a:lnTo>
                    <a:pt x="277368" y="74676"/>
                  </a:lnTo>
                  <a:lnTo>
                    <a:pt x="306324" y="85344"/>
                  </a:lnTo>
                  <a:lnTo>
                    <a:pt x="344424" y="96012"/>
                  </a:lnTo>
                  <a:lnTo>
                    <a:pt x="374904" y="105156"/>
                  </a:lnTo>
                  <a:lnTo>
                    <a:pt x="411480" y="118872"/>
                  </a:lnTo>
                  <a:lnTo>
                    <a:pt x="441960" y="132588"/>
                  </a:lnTo>
                  <a:lnTo>
                    <a:pt x="517131" y="159651"/>
                  </a:lnTo>
                  <a:lnTo>
                    <a:pt x="547116" y="176784"/>
                  </a:lnTo>
                  <a:lnTo>
                    <a:pt x="548640" y="176784"/>
                  </a:lnTo>
                  <a:lnTo>
                    <a:pt x="550164" y="178308"/>
                  </a:lnTo>
                  <a:lnTo>
                    <a:pt x="586740" y="192024"/>
                  </a:lnTo>
                  <a:lnTo>
                    <a:pt x="585216" y="190500"/>
                  </a:lnTo>
                  <a:lnTo>
                    <a:pt x="615696" y="207264"/>
                  </a:lnTo>
                  <a:lnTo>
                    <a:pt x="655320" y="225552"/>
                  </a:lnTo>
                  <a:lnTo>
                    <a:pt x="684276" y="240792"/>
                  </a:lnTo>
                  <a:lnTo>
                    <a:pt x="721347" y="257911"/>
                  </a:lnTo>
                  <a:lnTo>
                    <a:pt x="751332" y="278892"/>
                  </a:lnTo>
                  <a:lnTo>
                    <a:pt x="752856" y="278892"/>
                  </a:lnTo>
                  <a:lnTo>
                    <a:pt x="754380" y="280416"/>
                  </a:lnTo>
                  <a:lnTo>
                    <a:pt x="792480" y="297180"/>
                  </a:lnTo>
                  <a:lnTo>
                    <a:pt x="821436" y="313944"/>
                  </a:lnTo>
                  <a:lnTo>
                    <a:pt x="859536" y="333756"/>
                  </a:lnTo>
                  <a:lnTo>
                    <a:pt x="897636" y="352044"/>
                  </a:lnTo>
                  <a:lnTo>
                    <a:pt x="896112" y="350520"/>
                  </a:lnTo>
                  <a:lnTo>
                    <a:pt x="928116" y="371856"/>
                  </a:lnTo>
                  <a:lnTo>
                    <a:pt x="929640" y="371856"/>
                  </a:lnTo>
                  <a:lnTo>
                    <a:pt x="967740" y="390144"/>
                  </a:lnTo>
                  <a:lnTo>
                    <a:pt x="998220" y="405384"/>
                  </a:lnTo>
                  <a:lnTo>
                    <a:pt x="1036320" y="423672"/>
                  </a:lnTo>
                  <a:lnTo>
                    <a:pt x="1074420" y="440436"/>
                  </a:lnTo>
                  <a:lnTo>
                    <a:pt x="1103376" y="457200"/>
                  </a:lnTo>
                  <a:lnTo>
                    <a:pt x="1143000" y="475488"/>
                  </a:lnTo>
                  <a:lnTo>
                    <a:pt x="1173480" y="489204"/>
                  </a:lnTo>
                  <a:lnTo>
                    <a:pt x="1211580" y="505968"/>
                  </a:lnTo>
                  <a:lnTo>
                    <a:pt x="1226820" y="470916"/>
                  </a:lnTo>
                  <a:close/>
                </a:path>
                <a:path w="1701164" h="614679">
                  <a:moveTo>
                    <a:pt x="1700796" y="576072"/>
                  </a:moveTo>
                  <a:lnTo>
                    <a:pt x="1641360" y="576072"/>
                  </a:lnTo>
                  <a:lnTo>
                    <a:pt x="1623072" y="573024"/>
                  </a:lnTo>
                  <a:lnTo>
                    <a:pt x="1601736" y="573024"/>
                  </a:lnTo>
                  <a:lnTo>
                    <a:pt x="1566684" y="569976"/>
                  </a:lnTo>
                  <a:lnTo>
                    <a:pt x="1536204" y="562356"/>
                  </a:lnTo>
                  <a:lnTo>
                    <a:pt x="1466100" y="548640"/>
                  </a:lnTo>
                  <a:lnTo>
                    <a:pt x="1428000" y="542544"/>
                  </a:lnTo>
                  <a:lnTo>
                    <a:pt x="1431048" y="542544"/>
                  </a:lnTo>
                  <a:lnTo>
                    <a:pt x="1399044" y="531876"/>
                  </a:lnTo>
                  <a:lnTo>
                    <a:pt x="1362468" y="522732"/>
                  </a:lnTo>
                  <a:lnTo>
                    <a:pt x="1324368" y="509016"/>
                  </a:lnTo>
                  <a:lnTo>
                    <a:pt x="1293888" y="498348"/>
                  </a:lnTo>
                  <a:lnTo>
                    <a:pt x="1257312" y="484632"/>
                  </a:lnTo>
                  <a:lnTo>
                    <a:pt x="1226832" y="470916"/>
                  </a:lnTo>
                  <a:lnTo>
                    <a:pt x="1211592" y="505968"/>
                  </a:lnTo>
                  <a:lnTo>
                    <a:pt x="1242072" y="519684"/>
                  </a:lnTo>
                  <a:lnTo>
                    <a:pt x="1280172" y="534924"/>
                  </a:lnTo>
                  <a:lnTo>
                    <a:pt x="1313700" y="544068"/>
                  </a:lnTo>
                  <a:lnTo>
                    <a:pt x="1350276" y="557784"/>
                  </a:lnTo>
                  <a:lnTo>
                    <a:pt x="1389900" y="568452"/>
                  </a:lnTo>
                  <a:lnTo>
                    <a:pt x="1418856" y="579120"/>
                  </a:lnTo>
                  <a:lnTo>
                    <a:pt x="1421904" y="579120"/>
                  </a:lnTo>
                  <a:lnTo>
                    <a:pt x="1460004" y="586740"/>
                  </a:lnTo>
                  <a:lnTo>
                    <a:pt x="1496580" y="592836"/>
                  </a:lnTo>
                  <a:lnTo>
                    <a:pt x="1527060" y="600456"/>
                  </a:lnTo>
                  <a:lnTo>
                    <a:pt x="1559064" y="606552"/>
                  </a:lnTo>
                  <a:lnTo>
                    <a:pt x="1598688" y="611124"/>
                  </a:lnTo>
                  <a:lnTo>
                    <a:pt x="1618500" y="611124"/>
                  </a:lnTo>
                  <a:lnTo>
                    <a:pt x="1615452" y="609600"/>
                  </a:lnTo>
                  <a:lnTo>
                    <a:pt x="1633740" y="614172"/>
                  </a:lnTo>
                  <a:lnTo>
                    <a:pt x="1700796" y="614172"/>
                  </a:lnTo>
                  <a:lnTo>
                    <a:pt x="1700796" y="609600"/>
                  </a:lnTo>
                  <a:lnTo>
                    <a:pt x="1700796" y="57607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53015" y="5135879"/>
              <a:ext cx="1626235" cy="611505"/>
            </a:xfrm>
            <a:custGeom>
              <a:avLst/>
              <a:gdLst/>
              <a:ahLst/>
              <a:cxnLst/>
              <a:rect l="l" t="t" r="r" b="b"/>
              <a:pathLst>
                <a:path w="1626235" h="611504">
                  <a:moveTo>
                    <a:pt x="152400" y="598932"/>
                  </a:moveTo>
                  <a:lnTo>
                    <a:pt x="149352" y="560832"/>
                  </a:lnTo>
                  <a:lnTo>
                    <a:pt x="134112" y="562356"/>
                  </a:lnTo>
                  <a:lnTo>
                    <a:pt x="102108" y="569976"/>
                  </a:lnTo>
                  <a:lnTo>
                    <a:pt x="83820" y="569976"/>
                  </a:lnTo>
                  <a:lnTo>
                    <a:pt x="65532" y="573024"/>
                  </a:lnTo>
                  <a:lnTo>
                    <a:pt x="0" y="573024"/>
                  </a:lnTo>
                  <a:lnTo>
                    <a:pt x="0" y="611124"/>
                  </a:lnTo>
                  <a:lnTo>
                    <a:pt x="73152" y="611124"/>
                  </a:lnTo>
                  <a:lnTo>
                    <a:pt x="91440" y="606552"/>
                  </a:lnTo>
                  <a:lnTo>
                    <a:pt x="86868" y="608076"/>
                  </a:lnTo>
                  <a:lnTo>
                    <a:pt x="106680" y="608076"/>
                  </a:lnTo>
                  <a:lnTo>
                    <a:pt x="108204" y="606552"/>
                  </a:lnTo>
                  <a:lnTo>
                    <a:pt x="109728" y="606552"/>
                  </a:lnTo>
                  <a:lnTo>
                    <a:pt x="141732" y="600456"/>
                  </a:lnTo>
                  <a:lnTo>
                    <a:pt x="152400" y="598932"/>
                  </a:lnTo>
                  <a:close/>
                </a:path>
                <a:path w="1626235" h="611504">
                  <a:moveTo>
                    <a:pt x="414528" y="531876"/>
                  </a:moveTo>
                  <a:lnTo>
                    <a:pt x="402336" y="495300"/>
                  </a:lnTo>
                  <a:lnTo>
                    <a:pt x="374904" y="505968"/>
                  </a:lnTo>
                  <a:lnTo>
                    <a:pt x="344424" y="515112"/>
                  </a:lnTo>
                  <a:lnTo>
                    <a:pt x="306324" y="525780"/>
                  </a:lnTo>
                  <a:lnTo>
                    <a:pt x="277368" y="536448"/>
                  </a:lnTo>
                  <a:lnTo>
                    <a:pt x="259080" y="541020"/>
                  </a:lnTo>
                  <a:lnTo>
                    <a:pt x="268224" y="577596"/>
                  </a:lnTo>
                  <a:lnTo>
                    <a:pt x="286512" y="573024"/>
                  </a:lnTo>
                  <a:lnTo>
                    <a:pt x="318516" y="562356"/>
                  </a:lnTo>
                  <a:lnTo>
                    <a:pt x="355092" y="551688"/>
                  </a:lnTo>
                  <a:lnTo>
                    <a:pt x="414528" y="531876"/>
                  </a:lnTo>
                  <a:close/>
                </a:path>
                <a:path w="1626235" h="611504">
                  <a:moveTo>
                    <a:pt x="661416" y="425196"/>
                  </a:moveTo>
                  <a:lnTo>
                    <a:pt x="644652" y="390144"/>
                  </a:lnTo>
                  <a:lnTo>
                    <a:pt x="617220" y="403860"/>
                  </a:lnTo>
                  <a:lnTo>
                    <a:pt x="586740" y="417576"/>
                  </a:lnTo>
                  <a:lnTo>
                    <a:pt x="547116" y="434340"/>
                  </a:lnTo>
                  <a:lnTo>
                    <a:pt x="517245" y="451408"/>
                  </a:lnTo>
                  <a:lnTo>
                    <a:pt x="509016" y="454152"/>
                  </a:lnTo>
                  <a:lnTo>
                    <a:pt x="521208" y="490728"/>
                  </a:lnTo>
                  <a:lnTo>
                    <a:pt x="531876" y="486156"/>
                  </a:lnTo>
                  <a:lnTo>
                    <a:pt x="534924" y="486156"/>
                  </a:lnTo>
                  <a:lnTo>
                    <a:pt x="565404" y="467868"/>
                  </a:lnTo>
                  <a:lnTo>
                    <a:pt x="601980" y="452628"/>
                  </a:lnTo>
                  <a:lnTo>
                    <a:pt x="605028" y="451104"/>
                  </a:lnTo>
                  <a:lnTo>
                    <a:pt x="632460" y="437388"/>
                  </a:lnTo>
                  <a:lnTo>
                    <a:pt x="661416" y="425196"/>
                  </a:lnTo>
                  <a:close/>
                </a:path>
                <a:path w="1626235" h="611504">
                  <a:moveTo>
                    <a:pt x="897636" y="301752"/>
                  </a:moveTo>
                  <a:lnTo>
                    <a:pt x="880872" y="266700"/>
                  </a:lnTo>
                  <a:lnTo>
                    <a:pt x="859536" y="277368"/>
                  </a:lnTo>
                  <a:lnTo>
                    <a:pt x="821436" y="297180"/>
                  </a:lnTo>
                  <a:lnTo>
                    <a:pt x="792480" y="313944"/>
                  </a:lnTo>
                  <a:lnTo>
                    <a:pt x="754380" y="332232"/>
                  </a:lnTo>
                  <a:lnTo>
                    <a:pt x="751332" y="332232"/>
                  </a:lnTo>
                  <a:lnTo>
                    <a:pt x="743712" y="338328"/>
                  </a:lnTo>
                  <a:lnTo>
                    <a:pt x="765048" y="370332"/>
                  </a:lnTo>
                  <a:lnTo>
                    <a:pt x="770763" y="365760"/>
                  </a:lnTo>
                  <a:lnTo>
                    <a:pt x="772160" y="364642"/>
                  </a:lnTo>
                  <a:lnTo>
                    <a:pt x="773087" y="364236"/>
                  </a:lnTo>
                  <a:lnTo>
                    <a:pt x="807720" y="348996"/>
                  </a:lnTo>
                  <a:lnTo>
                    <a:pt x="839724" y="330708"/>
                  </a:lnTo>
                  <a:lnTo>
                    <a:pt x="877824" y="310896"/>
                  </a:lnTo>
                  <a:lnTo>
                    <a:pt x="897636" y="301752"/>
                  </a:lnTo>
                  <a:close/>
                </a:path>
                <a:path w="1626235" h="611504">
                  <a:moveTo>
                    <a:pt x="1133856" y="181356"/>
                  </a:moveTo>
                  <a:lnTo>
                    <a:pt x="1118616" y="146304"/>
                  </a:lnTo>
                  <a:lnTo>
                    <a:pt x="1074420" y="166116"/>
                  </a:lnTo>
                  <a:lnTo>
                    <a:pt x="1034796" y="184404"/>
                  </a:lnTo>
                  <a:lnTo>
                    <a:pt x="998220" y="204216"/>
                  </a:lnTo>
                  <a:lnTo>
                    <a:pt x="981456" y="214884"/>
                  </a:lnTo>
                  <a:lnTo>
                    <a:pt x="999744" y="246888"/>
                  </a:lnTo>
                  <a:lnTo>
                    <a:pt x="1053084" y="217932"/>
                  </a:lnTo>
                  <a:lnTo>
                    <a:pt x="1089660" y="201168"/>
                  </a:lnTo>
                  <a:lnTo>
                    <a:pt x="1133856" y="181356"/>
                  </a:lnTo>
                  <a:close/>
                </a:path>
                <a:path w="1626235" h="611504">
                  <a:moveTo>
                    <a:pt x="1367040" y="88392"/>
                  </a:moveTo>
                  <a:lnTo>
                    <a:pt x="1356372" y="51816"/>
                  </a:lnTo>
                  <a:lnTo>
                    <a:pt x="1350276" y="53340"/>
                  </a:lnTo>
                  <a:lnTo>
                    <a:pt x="1313700" y="67056"/>
                  </a:lnTo>
                  <a:lnTo>
                    <a:pt x="1280172" y="77724"/>
                  </a:lnTo>
                  <a:lnTo>
                    <a:pt x="1242072" y="91440"/>
                  </a:lnTo>
                  <a:lnTo>
                    <a:pt x="1211592" y="105156"/>
                  </a:lnTo>
                  <a:lnTo>
                    <a:pt x="1226832" y="140208"/>
                  </a:lnTo>
                  <a:lnTo>
                    <a:pt x="1257312" y="126492"/>
                  </a:lnTo>
                  <a:lnTo>
                    <a:pt x="1293888" y="112776"/>
                  </a:lnTo>
                  <a:lnTo>
                    <a:pt x="1362468" y="88392"/>
                  </a:lnTo>
                  <a:lnTo>
                    <a:pt x="1367040" y="88392"/>
                  </a:lnTo>
                  <a:close/>
                </a:path>
                <a:path w="1626235" h="611504">
                  <a:moveTo>
                    <a:pt x="1626120" y="38100"/>
                  </a:moveTo>
                  <a:lnTo>
                    <a:pt x="1620024" y="0"/>
                  </a:lnTo>
                  <a:lnTo>
                    <a:pt x="1598688" y="0"/>
                  </a:lnTo>
                  <a:lnTo>
                    <a:pt x="1559064" y="4572"/>
                  </a:lnTo>
                  <a:lnTo>
                    <a:pt x="1527060" y="10668"/>
                  </a:lnTo>
                  <a:lnTo>
                    <a:pt x="1496580" y="18288"/>
                  </a:lnTo>
                  <a:lnTo>
                    <a:pt x="1469148" y="22860"/>
                  </a:lnTo>
                  <a:lnTo>
                    <a:pt x="1476768" y="60960"/>
                  </a:lnTo>
                  <a:lnTo>
                    <a:pt x="1504200" y="54864"/>
                  </a:lnTo>
                  <a:lnTo>
                    <a:pt x="1536204" y="48768"/>
                  </a:lnTo>
                  <a:lnTo>
                    <a:pt x="1566684" y="41148"/>
                  </a:lnTo>
                  <a:lnTo>
                    <a:pt x="1603260" y="38100"/>
                  </a:lnTo>
                  <a:lnTo>
                    <a:pt x="1626120" y="3810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135380" y="4643627"/>
              <a:ext cx="4535805" cy="1381125"/>
            </a:xfrm>
            <a:custGeom>
              <a:avLst/>
              <a:gdLst/>
              <a:ahLst/>
              <a:cxnLst/>
              <a:rect l="l" t="t" r="r" b="b"/>
              <a:pathLst>
                <a:path w="4535805" h="1381125">
                  <a:moveTo>
                    <a:pt x="4535424" y="1380744"/>
                  </a:moveTo>
                  <a:lnTo>
                    <a:pt x="0" y="1380744"/>
                  </a:lnTo>
                  <a:lnTo>
                    <a:pt x="0" y="0"/>
                  </a:lnTo>
                  <a:lnTo>
                    <a:pt x="4535424" y="0"/>
                  </a:lnTo>
                  <a:lnTo>
                    <a:pt x="4535424" y="4572"/>
                  </a:lnTo>
                  <a:lnTo>
                    <a:pt x="9144" y="4572"/>
                  </a:lnTo>
                  <a:lnTo>
                    <a:pt x="4572" y="9144"/>
                  </a:lnTo>
                  <a:lnTo>
                    <a:pt x="9144" y="9144"/>
                  </a:lnTo>
                  <a:lnTo>
                    <a:pt x="9144" y="1371600"/>
                  </a:lnTo>
                  <a:lnTo>
                    <a:pt x="4572" y="1371600"/>
                  </a:lnTo>
                  <a:lnTo>
                    <a:pt x="9144" y="1376172"/>
                  </a:lnTo>
                  <a:lnTo>
                    <a:pt x="4535424" y="1376172"/>
                  </a:lnTo>
                  <a:lnTo>
                    <a:pt x="4535424" y="1380744"/>
                  </a:lnTo>
                  <a:close/>
                </a:path>
                <a:path w="4535805" h="1381125">
                  <a:moveTo>
                    <a:pt x="9144" y="9144"/>
                  </a:moveTo>
                  <a:lnTo>
                    <a:pt x="4572" y="9144"/>
                  </a:lnTo>
                  <a:lnTo>
                    <a:pt x="9144" y="4572"/>
                  </a:lnTo>
                  <a:lnTo>
                    <a:pt x="9144" y="9144"/>
                  </a:lnTo>
                  <a:close/>
                </a:path>
                <a:path w="4535805" h="1381125">
                  <a:moveTo>
                    <a:pt x="4526280" y="9144"/>
                  </a:moveTo>
                  <a:lnTo>
                    <a:pt x="9144" y="9144"/>
                  </a:lnTo>
                  <a:lnTo>
                    <a:pt x="9144" y="4572"/>
                  </a:lnTo>
                  <a:lnTo>
                    <a:pt x="4526280" y="4572"/>
                  </a:lnTo>
                  <a:lnTo>
                    <a:pt x="4526280" y="9144"/>
                  </a:lnTo>
                  <a:close/>
                </a:path>
                <a:path w="4535805" h="1381125">
                  <a:moveTo>
                    <a:pt x="4526280" y="1376172"/>
                  </a:moveTo>
                  <a:lnTo>
                    <a:pt x="4526280" y="4572"/>
                  </a:lnTo>
                  <a:lnTo>
                    <a:pt x="4530852" y="9144"/>
                  </a:lnTo>
                  <a:lnTo>
                    <a:pt x="4535424" y="9144"/>
                  </a:lnTo>
                  <a:lnTo>
                    <a:pt x="4535424" y="1371600"/>
                  </a:lnTo>
                  <a:lnTo>
                    <a:pt x="4530852" y="1371600"/>
                  </a:lnTo>
                  <a:lnTo>
                    <a:pt x="4526280" y="1376172"/>
                  </a:lnTo>
                  <a:close/>
                </a:path>
                <a:path w="4535805" h="1381125">
                  <a:moveTo>
                    <a:pt x="4535424" y="9144"/>
                  </a:moveTo>
                  <a:lnTo>
                    <a:pt x="4530852" y="9144"/>
                  </a:lnTo>
                  <a:lnTo>
                    <a:pt x="4526280" y="4572"/>
                  </a:lnTo>
                  <a:lnTo>
                    <a:pt x="4535424" y="4572"/>
                  </a:lnTo>
                  <a:lnTo>
                    <a:pt x="4535424" y="9144"/>
                  </a:lnTo>
                  <a:close/>
                </a:path>
                <a:path w="4535805" h="1381125">
                  <a:moveTo>
                    <a:pt x="9144" y="1376172"/>
                  </a:moveTo>
                  <a:lnTo>
                    <a:pt x="4572" y="1371600"/>
                  </a:lnTo>
                  <a:lnTo>
                    <a:pt x="9144" y="1371600"/>
                  </a:lnTo>
                  <a:lnTo>
                    <a:pt x="9144" y="1376172"/>
                  </a:lnTo>
                  <a:close/>
                </a:path>
                <a:path w="4535805" h="1381125">
                  <a:moveTo>
                    <a:pt x="4526280" y="1376172"/>
                  </a:moveTo>
                  <a:lnTo>
                    <a:pt x="9144" y="1376172"/>
                  </a:lnTo>
                  <a:lnTo>
                    <a:pt x="9144" y="1371600"/>
                  </a:lnTo>
                  <a:lnTo>
                    <a:pt x="4526280" y="1371600"/>
                  </a:lnTo>
                  <a:lnTo>
                    <a:pt x="4526280" y="1376172"/>
                  </a:lnTo>
                  <a:close/>
                </a:path>
                <a:path w="4535805" h="1381125">
                  <a:moveTo>
                    <a:pt x="4535424" y="1376172"/>
                  </a:moveTo>
                  <a:lnTo>
                    <a:pt x="4526280" y="1376172"/>
                  </a:lnTo>
                  <a:lnTo>
                    <a:pt x="4530852" y="1371600"/>
                  </a:lnTo>
                  <a:lnTo>
                    <a:pt x="4535424" y="1371600"/>
                  </a:lnTo>
                  <a:lnTo>
                    <a:pt x="4535424" y="13761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188920" y="2021873"/>
            <a:ext cx="5340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0" dirty="0">
                <a:latin typeface="Microsoft Sans Serif"/>
                <a:cs typeface="Microsoft Sans Serif"/>
              </a:rPr>
              <a:t>Pipe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916980" y="439952"/>
            <a:ext cx="7977505" cy="61341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pc="-10" dirty="0"/>
              <a:t>17-</a:t>
            </a:r>
            <a:r>
              <a:rPr dirty="0"/>
              <a:t>6</a:t>
            </a:r>
            <a:r>
              <a:rPr spc="-55" dirty="0"/>
              <a:t> </a:t>
            </a:r>
            <a:r>
              <a:rPr dirty="0"/>
              <a:t>Sources</a:t>
            </a:r>
            <a:r>
              <a:rPr spc="-50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dirty="0"/>
              <a:t>Musical</a:t>
            </a:r>
            <a:r>
              <a:rPr spc="-35" dirty="0"/>
              <a:t> </a:t>
            </a:r>
            <a:r>
              <a:rPr dirty="0"/>
              <a:t>Sound</a:t>
            </a:r>
            <a:r>
              <a:rPr spc="-40" dirty="0"/>
              <a:t> </a:t>
            </a:r>
            <a:r>
              <a:rPr dirty="0"/>
              <a:t>(Sound</a:t>
            </a:r>
            <a:r>
              <a:rPr spc="-45" dirty="0"/>
              <a:t> </a:t>
            </a:r>
            <a:r>
              <a:rPr dirty="0"/>
              <a:t>Waves</a:t>
            </a:r>
            <a:r>
              <a:rPr spc="-50" dirty="0"/>
              <a:t> </a:t>
            </a:r>
            <a:r>
              <a:rPr spc="-10" dirty="0"/>
              <a:t>Resonances) </a:t>
            </a:r>
            <a:r>
              <a:rPr dirty="0">
                <a:solidFill>
                  <a:srgbClr val="E10000"/>
                </a:solidFill>
              </a:rPr>
              <a:t>Standing</a:t>
            </a:r>
            <a:r>
              <a:rPr spc="-30" dirty="0">
                <a:solidFill>
                  <a:srgbClr val="E10000"/>
                </a:solidFill>
              </a:rPr>
              <a:t> </a:t>
            </a:r>
            <a:r>
              <a:rPr dirty="0">
                <a:solidFill>
                  <a:srgbClr val="E10000"/>
                </a:solidFill>
              </a:rPr>
              <a:t>waves</a:t>
            </a:r>
            <a:r>
              <a:rPr spc="-40" dirty="0">
                <a:solidFill>
                  <a:srgbClr val="E10000"/>
                </a:solidFill>
              </a:rPr>
              <a:t> </a:t>
            </a:r>
            <a:r>
              <a:rPr dirty="0">
                <a:solidFill>
                  <a:srgbClr val="E10000"/>
                </a:solidFill>
              </a:rPr>
              <a:t>in</a:t>
            </a:r>
            <a:r>
              <a:rPr spc="-45" dirty="0">
                <a:solidFill>
                  <a:srgbClr val="E10000"/>
                </a:solidFill>
              </a:rPr>
              <a:t> </a:t>
            </a:r>
            <a:r>
              <a:rPr dirty="0">
                <a:solidFill>
                  <a:srgbClr val="E10000"/>
                </a:solidFill>
              </a:rPr>
              <a:t>pipes</a:t>
            </a:r>
            <a:r>
              <a:rPr spc="-40" dirty="0">
                <a:solidFill>
                  <a:srgbClr val="E10000"/>
                </a:solidFill>
              </a:rPr>
              <a:t> </a:t>
            </a:r>
            <a:r>
              <a:rPr dirty="0">
                <a:solidFill>
                  <a:srgbClr val="E10000"/>
                </a:solidFill>
              </a:rPr>
              <a:t>with</a:t>
            </a:r>
            <a:r>
              <a:rPr spc="-45" dirty="0">
                <a:solidFill>
                  <a:srgbClr val="E10000"/>
                </a:solidFill>
              </a:rPr>
              <a:t> </a:t>
            </a:r>
            <a:r>
              <a:rPr dirty="0">
                <a:solidFill>
                  <a:srgbClr val="E10000"/>
                </a:solidFill>
              </a:rPr>
              <a:t>one</a:t>
            </a:r>
            <a:r>
              <a:rPr spc="-40" dirty="0">
                <a:solidFill>
                  <a:srgbClr val="E10000"/>
                </a:solidFill>
              </a:rPr>
              <a:t> </a:t>
            </a:r>
            <a:r>
              <a:rPr dirty="0">
                <a:solidFill>
                  <a:srgbClr val="E10000"/>
                </a:solidFill>
              </a:rPr>
              <a:t>open</a:t>
            </a:r>
            <a:r>
              <a:rPr spc="-25" dirty="0">
                <a:solidFill>
                  <a:srgbClr val="E10000"/>
                </a:solidFill>
              </a:rPr>
              <a:t> end</a:t>
            </a:r>
          </a:p>
        </p:txBody>
      </p:sp>
      <p:sp>
        <p:nvSpPr>
          <p:cNvPr id="26" name="object 26"/>
          <p:cNvSpPr/>
          <p:nvPr/>
        </p:nvSpPr>
        <p:spPr>
          <a:xfrm>
            <a:off x="792479" y="370331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2852" y="6819900"/>
                </a:moveTo>
                <a:lnTo>
                  <a:pt x="3048" y="6819900"/>
                </a:lnTo>
                <a:lnTo>
                  <a:pt x="0" y="6816851"/>
                </a:lnTo>
                <a:lnTo>
                  <a:pt x="0" y="3048"/>
                </a:lnTo>
                <a:lnTo>
                  <a:pt x="3048" y="0"/>
                </a:lnTo>
                <a:lnTo>
                  <a:pt x="9102852" y="0"/>
                </a:lnTo>
                <a:lnTo>
                  <a:pt x="9105900" y="3048"/>
                </a:lnTo>
                <a:lnTo>
                  <a:pt x="9105900" y="6096"/>
                </a:ln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lnTo>
                  <a:pt x="12192" y="6807708"/>
                </a:lnTo>
                <a:lnTo>
                  <a:pt x="6096" y="6807708"/>
                </a:lnTo>
                <a:lnTo>
                  <a:pt x="12192" y="6813803"/>
                </a:lnTo>
                <a:lnTo>
                  <a:pt x="9105900" y="6813803"/>
                </a:lnTo>
                <a:lnTo>
                  <a:pt x="9105900" y="6816851"/>
                </a:lnTo>
                <a:lnTo>
                  <a:pt x="9102852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close/>
              </a:path>
              <a:path w="9105900" h="6819900">
                <a:moveTo>
                  <a:pt x="9093707" y="12192"/>
                </a:moveTo>
                <a:lnTo>
                  <a:pt x="12192" y="12192"/>
                </a:lnTo>
                <a:lnTo>
                  <a:pt x="12192" y="6096"/>
                </a:lnTo>
                <a:lnTo>
                  <a:pt x="9093707" y="6096"/>
                </a:lnTo>
                <a:lnTo>
                  <a:pt x="9093707" y="12192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9093707" y="6096"/>
                </a:lnTo>
                <a:lnTo>
                  <a:pt x="9099804" y="12192"/>
                </a:lnTo>
                <a:lnTo>
                  <a:pt x="9105900" y="12192"/>
                </a:lnTo>
                <a:lnTo>
                  <a:pt x="9105900" y="6807708"/>
                </a:lnTo>
                <a:lnTo>
                  <a:pt x="9099804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12192"/>
                </a:moveTo>
                <a:lnTo>
                  <a:pt x="9099804" y="12192"/>
                </a:lnTo>
                <a:lnTo>
                  <a:pt x="9093707" y="6096"/>
                </a:lnTo>
                <a:lnTo>
                  <a:pt x="9105900" y="6096"/>
                </a:lnTo>
                <a:lnTo>
                  <a:pt x="9105900" y="12192"/>
                </a:lnTo>
                <a:close/>
              </a:path>
              <a:path w="9105900" h="6819900">
                <a:moveTo>
                  <a:pt x="12192" y="6813803"/>
                </a:moveTo>
                <a:lnTo>
                  <a:pt x="6096" y="6807708"/>
                </a:lnTo>
                <a:lnTo>
                  <a:pt x="12192" y="6807708"/>
                </a:lnTo>
                <a:lnTo>
                  <a:pt x="12192" y="6813803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12192" y="6813803"/>
                </a:lnTo>
                <a:lnTo>
                  <a:pt x="12192" y="6807708"/>
                </a:lnTo>
                <a:lnTo>
                  <a:pt x="9093707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6813803"/>
                </a:moveTo>
                <a:lnTo>
                  <a:pt x="9093707" y="6813803"/>
                </a:lnTo>
                <a:lnTo>
                  <a:pt x="9099804" y="6807708"/>
                </a:lnTo>
                <a:lnTo>
                  <a:pt x="9105900" y="6807708"/>
                </a:lnTo>
                <a:lnTo>
                  <a:pt x="9105900" y="6813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653028" y="5227320"/>
            <a:ext cx="1690370" cy="440690"/>
          </a:xfrm>
          <a:custGeom>
            <a:avLst/>
            <a:gdLst/>
            <a:ahLst/>
            <a:cxnLst/>
            <a:rect l="l" t="t" r="r" b="b"/>
            <a:pathLst>
              <a:path w="1690370" h="440689">
                <a:moveTo>
                  <a:pt x="1690116" y="411492"/>
                </a:moveTo>
                <a:lnTo>
                  <a:pt x="0" y="411492"/>
                </a:lnTo>
                <a:lnTo>
                  <a:pt x="0" y="440436"/>
                </a:lnTo>
                <a:lnTo>
                  <a:pt x="1690116" y="440436"/>
                </a:lnTo>
                <a:lnTo>
                  <a:pt x="1690116" y="411492"/>
                </a:lnTo>
                <a:close/>
              </a:path>
              <a:path w="1690370" h="440689">
                <a:moveTo>
                  <a:pt x="1690116" y="0"/>
                </a:moveTo>
                <a:lnTo>
                  <a:pt x="0" y="0"/>
                </a:lnTo>
                <a:lnTo>
                  <a:pt x="0" y="28968"/>
                </a:lnTo>
                <a:lnTo>
                  <a:pt x="1690116" y="28968"/>
                </a:lnTo>
                <a:lnTo>
                  <a:pt x="16901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594475" y="1479804"/>
            <a:ext cx="2346325" cy="2589530"/>
            <a:chOff x="3594475" y="1479804"/>
            <a:chExt cx="2346325" cy="25895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4475" y="1634478"/>
              <a:ext cx="1804587" cy="229980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654552" y="1479803"/>
              <a:ext cx="1690370" cy="440690"/>
            </a:xfrm>
            <a:custGeom>
              <a:avLst/>
              <a:gdLst/>
              <a:ahLst/>
              <a:cxnLst/>
              <a:rect l="l" t="t" r="r" b="b"/>
              <a:pathLst>
                <a:path w="1690370" h="440689">
                  <a:moveTo>
                    <a:pt x="1690116" y="411480"/>
                  </a:moveTo>
                  <a:lnTo>
                    <a:pt x="0" y="411480"/>
                  </a:lnTo>
                  <a:lnTo>
                    <a:pt x="0" y="440448"/>
                  </a:lnTo>
                  <a:lnTo>
                    <a:pt x="1690116" y="440448"/>
                  </a:lnTo>
                  <a:lnTo>
                    <a:pt x="1690116" y="411480"/>
                  </a:lnTo>
                  <a:close/>
                </a:path>
                <a:path w="1690370" h="440689">
                  <a:moveTo>
                    <a:pt x="1690116" y="0"/>
                  </a:moveTo>
                  <a:lnTo>
                    <a:pt x="0" y="0"/>
                  </a:lnTo>
                  <a:lnTo>
                    <a:pt x="0" y="28956"/>
                  </a:lnTo>
                  <a:lnTo>
                    <a:pt x="1690116" y="28956"/>
                  </a:lnTo>
                  <a:lnTo>
                    <a:pt x="16901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91912" y="3822192"/>
              <a:ext cx="548640" cy="238125"/>
            </a:xfrm>
            <a:custGeom>
              <a:avLst/>
              <a:gdLst/>
              <a:ahLst/>
              <a:cxnLst/>
              <a:rect l="l" t="t" r="r" b="b"/>
              <a:pathLst>
                <a:path w="548639" h="238125">
                  <a:moveTo>
                    <a:pt x="545591" y="237743"/>
                  </a:moveTo>
                  <a:lnTo>
                    <a:pt x="0" y="9143"/>
                  </a:lnTo>
                  <a:lnTo>
                    <a:pt x="3048" y="0"/>
                  </a:lnTo>
                  <a:lnTo>
                    <a:pt x="548639" y="228600"/>
                  </a:lnTo>
                  <a:lnTo>
                    <a:pt x="545591" y="237743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654552" y="3630167"/>
              <a:ext cx="1690370" cy="439420"/>
            </a:xfrm>
            <a:custGeom>
              <a:avLst/>
              <a:gdLst/>
              <a:ahLst/>
              <a:cxnLst/>
              <a:rect l="l" t="t" r="r" b="b"/>
              <a:pathLst>
                <a:path w="1690370" h="439420">
                  <a:moveTo>
                    <a:pt x="1690116" y="409968"/>
                  </a:moveTo>
                  <a:lnTo>
                    <a:pt x="0" y="409968"/>
                  </a:lnTo>
                  <a:lnTo>
                    <a:pt x="0" y="438924"/>
                  </a:lnTo>
                  <a:lnTo>
                    <a:pt x="1690116" y="438924"/>
                  </a:lnTo>
                  <a:lnTo>
                    <a:pt x="1690116" y="409968"/>
                  </a:lnTo>
                  <a:close/>
                </a:path>
                <a:path w="1690370" h="439420">
                  <a:moveTo>
                    <a:pt x="1690116" y="0"/>
                  </a:moveTo>
                  <a:lnTo>
                    <a:pt x="0" y="0"/>
                  </a:lnTo>
                  <a:lnTo>
                    <a:pt x="0" y="27444"/>
                  </a:lnTo>
                  <a:lnTo>
                    <a:pt x="1690116" y="27444"/>
                  </a:lnTo>
                  <a:lnTo>
                    <a:pt x="16901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973523" y="1428994"/>
            <a:ext cx="3504565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10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closed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end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 a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pipe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 like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the </a:t>
            </a:r>
            <a:r>
              <a:rPr sz="1800" dirty="0">
                <a:latin typeface="Microsoft Sans Serif"/>
                <a:cs typeface="Microsoft Sans Serif"/>
              </a:rPr>
              <a:t>end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string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attached to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fixed </a:t>
            </a:r>
            <a:r>
              <a:rPr sz="1800" dirty="0">
                <a:latin typeface="Microsoft Sans Serif"/>
                <a:cs typeface="Microsoft Sans Serif"/>
              </a:rPr>
              <a:t>point.</a:t>
            </a:r>
            <a:r>
              <a:rPr sz="1800" spc="-10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1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wave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inverted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upon </a:t>
            </a:r>
            <a:r>
              <a:rPr sz="1800" dirty="0">
                <a:latin typeface="Microsoft Sans Serif"/>
                <a:cs typeface="Microsoft Sans Serif"/>
              </a:rPr>
              <a:t>reflection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from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closed end.</a:t>
            </a:r>
            <a:r>
              <a:rPr sz="1800" spc="36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Air </a:t>
            </a:r>
            <a:r>
              <a:rPr sz="1800" dirty="0">
                <a:latin typeface="Microsoft Sans Serif"/>
                <a:cs typeface="Microsoft Sans Serif"/>
              </a:rPr>
              <a:t>cannot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move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back and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forth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and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displacement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always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zero</a:t>
            </a:r>
            <a:r>
              <a:rPr sz="1800" spc="-25" dirty="0">
                <a:latin typeface="Microsoft Sans Serif"/>
                <a:cs typeface="Microsoft Sans Serif"/>
              </a:rPr>
              <a:t> at </a:t>
            </a:r>
            <a:r>
              <a:rPr sz="1800" dirty="0">
                <a:latin typeface="Microsoft Sans Serif"/>
                <a:cs typeface="Microsoft Sans Serif"/>
              </a:rPr>
              <a:t>closed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ends.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64353" y="4902187"/>
            <a:ext cx="15748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3300"/>
                </a:solidFill>
                <a:latin typeface="Microsoft Sans Serif"/>
                <a:cs typeface="Microsoft Sans Serif"/>
              </a:rPr>
              <a:t>Representing</a:t>
            </a:r>
            <a:r>
              <a:rPr sz="1800" spc="-6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latin typeface="Microsoft Sans Serif"/>
                <a:cs typeface="Microsoft Sans Serif"/>
              </a:rPr>
              <a:t>a </a:t>
            </a:r>
            <a:r>
              <a:rPr sz="1800" dirty="0">
                <a:latin typeface="Microsoft Sans Serif"/>
                <a:cs typeface="Microsoft Sans Serif"/>
              </a:rPr>
              <a:t>standing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sound </a:t>
            </a:r>
            <a:r>
              <a:rPr sz="1800" dirty="0">
                <a:latin typeface="Microsoft Sans Serif"/>
                <a:cs typeface="Microsoft Sans Serif"/>
              </a:rPr>
              <a:t>wave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 a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pipe.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17824" y="3849161"/>
            <a:ext cx="3211195" cy="1245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At</a:t>
            </a:r>
            <a:r>
              <a:rPr sz="2000" spc="2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resonance,</a:t>
            </a:r>
            <a:r>
              <a:rPr sz="2000" spc="-4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there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must</a:t>
            </a:r>
            <a:r>
              <a:rPr sz="2000" spc="-2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3333CC"/>
                </a:solidFill>
                <a:latin typeface="Microsoft Sans Serif"/>
                <a:cs typeface="Microsoft Sans Serif"/>
              </a:rPr>
              <a:t>be </a:t>
            </a:r>
            <a:r>
              <a:rPr sz="2000" dirty="0">
                <a:latin typeface="Microsoft Sans Serif"/>
                <a:cs typeface="Microsoft Sans Serif"/>
              </a:rPr>
              <a:t>an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antinode</a:t>
            </a:r>
            <a:r>
              <a:rPr sz="2000" spc="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at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open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end </a:t>
            </a:r>
            <a:r>
              <a:rPr sz="2000" spc="-25" dirty="0">
                <a:solidFill>
                  <a:srgbClr val="3333CC"/>
                </a:solidFill>
                <a:latin typeface="Microsoft Sans Serif"/>
                <a:cs typeface="Microsoft Sans Serif"/>
              </a:rPr>
              <a:t>and</a:t>
            </a:r>
            <a:endParaRPr sz="2000">
              <a:latin typeface="Microsoft Sans Serif"/>
              <a:cs typeface="Microsoft Sans Serif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node</a:t>
            </a:r>
            <a:r>
              <a:rPr sz="2000" spc="-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at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closed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end.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64438" y="1381750"/>
            <a:ext cx="10147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No</a:t>
            </a:r>
            <a:r>
              <a:rPr sz="2000" spc="-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FF3300"/>
                </a:solidFill>
                <a:latin typeface="Microsoft Sans Serif"/>
                <a:cs typeface="Microsoft Sans Serif"/>
              </a:rPr>
              <a:t>wave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53751" y="2706112"/>
            <a:ext cx="169163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Standing</a:t>
            </a:r>
            <a:r>
              <a:rPr sz="2000" spc="-2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FF3300"/>
                </a:solidFill>
                <a:latin typeface="Microsoft Sans Serif"/>
                <a:cs typeface="Microsoft Sans Serif"/>
              </a:rPr>
              <a:t>wave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32372" y="3135300"/>
            <a:ext cx="554990" cy="125793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635" algn="ctr">
              <a:lnSpc>
                <a:spcPts val="2315"/>
              </a:lnSpc>
            </a:pPr>
            <a:r>
              <a:rPr sz="2000" spc="-10" dirty="0">
                <a:solidFill>
                  <a:srgbClr val="FF3300"/>
                </a:solidFill>
                <a:latin typeface="Microsoft Sans Serif"/>
                <a:cs typeface="Microsoft Sans Serif"/>
              </a:rPr>
              <a:t>s(x,t)</a:t>
            </a:r>
            <a:endParaRPr sz="20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1600" spc="-10" dirty="0">
                <a:solidFill>
                  <a:srgbClr val="FF3300"/>
                </a:solidFill>
                <a:latin typeface="Microsoft Sans Serif"/>
                <a:cs typeface="Microsoft Sans Serif"/>
              </a:rPr>
              <a:t>Displacement</a:t>
            </a:r>
            <a:endParaRPr sz="1600">
              <a:latin typeface="Microsoft Sans Serif"/>
              <a:cs typeface="Microsoft Sans Serif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133855" y="1353312"/>
            <a:ext cx="4581525" cy="3118485"/>
            <a:chOff x="1133855" y="1353312"/>
            <a:chExt cx="4581525" cy="3118485"/>
          </a:xfrm>
        </p:grpSpPr>
        <p:sp>
          <p:nvSpPr>
            <p:cNvPr id="16" name="object 16"/>
            <p:cNvSpPr/>
            <p:nvPr/>
          </p:nvSpPr>
          <p:spPr>
            <a:xfrm>
              <a:off x="3404616" y="3198876"/>
              <a:ext cx="132715" cy="1118870"/>
            </a:xfrm>
            <a:custGeom>
              <a:avLst/>
              <a:gdLst/>
              <a:ahLst/>
              <a:cxnLst/>
              <a:rect l="l" t="t" r="r" b="b"/>
              <a:pathLst>
                <a:path w="132714" h="1118870">
                  <a:moveTo>
                    <a:pt x="15240" y="131064"/>
                  </a:moveTo>
                  <a:lnTo>
                    <a:pt x="9144" y="126492"/>
                  </a:lnTo>
                  <a:lnTo>
                    <a:pt x="1524" y="123444"/>
                  </a:lnTo>
                  <a:lnTo>
                    <a:pt x="0" y="114300"/>
                  </a:lnTo>
                  <a:lnTo>
                    <a:pt x="3048" y="106680"/>
                  </a:lnTo>
                  <a:lnTo>
                    <a:pt x="65532" y="0"/>
                  </a:lnTo>
                  <a:lnTo>
                    <a:pt x="82491" y="28956"/>
                  </a:lnTo>
                  <a:lnTo>
                    <a:pt x="51816" y="28956"/>
                  </a:lnTo>
                  <a:lnTo>
                    <a:pt x="51816" y="81915"/>
                  </a:lnTo>
                  <a:lnTo>
                    <a:pt x="28956" y="121920"/>
                  </a:lnTo>
                  <a:lnTo>
                    <a:pt x="24384" y="128016"/>
                  </a:lnTo>
                  <a:lnTo>
                    <a:pt x="15240" y="131064"/>
                  </a:lnTo>
                  <a:close/>
                </a:path>
                <a:path w="132714" h="1118870">
                  <a:moveTo>
                    <a:pt x="51816" y="81915"/>
                  </a:moveTo>
                  <a:lnTo>
                    <a:pt x="51816" y="28956"/>
                  </a:lnTo>
                  <a:lnTo>
                    <a:pt x="80772" y="28956"/>
                  </a:lnTo>
                  <a:lnTo>
                    <a:pt x="80772" y="36576"/>
                  </a:lnTo>
                  <a:lnTo>
                    <a:pt x="53340" y="36576"/>
                  </a:lnTo>
                  <a:lnTo>
                    <a:pt x="65719" y="57583"/>
                  </a:lnTo>
                  <a:lnTo>
                    <a:pt x="51816" y="81915"/>
                  </a:lnTo>
                  <a:close/>
                </a:path>
                <a:path w="132714" h="1118870">
                  <a:moveTo>
                    <a:pt x="115824" y="131064"/>
                  </a:moveTo>
                  <a:lnTo>
                    <a:pt x="108204" y="128016"/>
                  </a:lnTo>
                  <a:lnTo>
                    <a:pt x="103632" y="121920"/>
                  </a:lnTo>
                  <a:lnTo>
                    <a:pt x="80772" y="83127"/>
                  </a:lnTo>
                  <a:lnTo>
                    <a:pt x="80772" y="28956"/>
                  </a:lnTo>
                  <a:lnTo>
                    <a:pt x="82491" y="28956"/>
                  </a:lnTo>
                  <a:lnTo>
                    <a:pt x="128016" y="106680"/>
                  </a:lnTo>
                  <a:lnTo>
                    <a:pt x="132588" y="114300"/>
                  </a:lnTo>
                  <a:lnTo>
                    <a:pt x="129540" y="123444"/>
                  </a:lnTo>
                  <a:lnTo>
                    <a:pt x="123444" y="126492"/>
                  </a:lnTo>
                  <a:lnTo>
                    <a:pt x="115824" y="131064"/>
                  </a:lnTo>
                  <a:close/>
                </a:path>
                <a:path w="132714" h="1118870">
                  <a:moveTo>
                    <a:pt x="65719" y="57583"/>
                  </a:moveTo>
                  <a:lnTo>
                    <a:pt x="53340" y="36576"/>
                  </a:lnTo>
                  <a:lnTo>
                    <a:pt x="77724" y="36576"/>
                  </a:lnTo>
                  <a:lnTo>
                    <a:pt x="65719" y="57583"/>
                  </a:lnTo>
                  <a:close/>
                </a:path>
                <a:path w="132714" h="1118870">
                  <a:moveTo>
                    <a:pt x="80772" y="83127"/>
                  </a:moveTo>
                  <a:lnTo>
                    <a:pt x="65719" y="57583"/>
                  </a:lnTo>
                  <a:lnTo>
                    <a:pt x="77724" y="36576"/>
                  </a:lnTo>
                  <a:lnTo>
                    <a:pt x="80772" y="36576"/>
                  </a:lnTo>
                  <a:lnTo>
                    <a:pt x="80772" y="83127"/>
                  </a:lnTo>
                  <a:close/>
                </a:path>
                <a:path w="132714" h="1118870">
                  <a:moveTo>
                    <a:pt x="80772" y="1118616"/>
                  </a:moveTo>
                  <a:lnTo>
                    <a:pt x="51816" y="1118616"/>
                  </a:lnTo>
                  <a:lnTo>
                    <a:pt x="51816" y="81915"/>
                  </a:lnTo>
                  <a:lnTo>
                    <a:pt x="65719" y="57583"/>
                  </a:lnTo>
                  <a:lnTo>
                    <a:pt x="80772" y="83127"/>
                  </a:lnTo>
                  <a:lnTo>
                    <a:pt x="80772" y="1118616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33856" y="1353311"/>
              <a:ext cx="4581525" cy="3118485"/>
            </a:xfrm>
            <a:custGeom>
              <a:avLst/>
              <a:gdLst/>
              <a:ahLst/>
              <a:cxnLst/>
              <a:rect l="l" t="t" r="r" b="b"/>
              <a:pathLst>
                <a:path w="4581525" h="3118485">
                  <a:moveTo>
                    <a:pt x="4581144" y="1232916"/>
                  </a:moveTo>
                  <a:lnTo>
                    <a:pt x="4572000" y="1232916"/>
                  </a:lnTo>
                  <a:lnTo>
                    <a:pt x="4572000" y="1242060"/>
                  </a:lnTo>
                  <a:lnTo>
                    <a:pt x="4572000" y="3107436"/>
                  </a:lnTo>
                  <a:lnTo>
                    <a:pt x="9144" y="3107436"/>
                  </a:lnTo>
                  <a:lnTo>
                    <a:pt x="9144" y="1242060"/>
                  </a:lnTo>
                  <a:lnTo>
                    <a:pt x="4572000" y="1242060"/>
                  </a:lnTo>
                  <a:lnTo>
                    <a:pt x="4572000" y="1232916"/>
                  </a:lnTo>
                  <a:lnTo>
                    <a:pt x="0" y="1232916"/>
                  </a:lnTo>
                  <a:lnTo>
                    <a:pt x="0" y="3118104"/>
                  </a:lnTo>
                  <a:lnTo>
                    <a:pt x="4581144" y="3118104"/>
                  </a:lnTo>
                  <a:lnTo>
                    <a:pt x="4581144" y="3112008"/>
                  </a:lnTo>
                  <a:lnTo>
                    <a:pt x="4581144" y="3107436"/>
                  </a:lnTo>
                  <a:lnTo>
                    <a:pt x="4581144" y="1242060"/>
                  </a:lnTo>
                  <a:lnTo>
                    <a:pt x="4581144" y="1237488"/>
                  </a:lnTo>
                  <a:lnTo>
                    <a:pt x="4581144" y="1232916"/>
                  </a:lnTo>
                  <a:close/>
                </a:path>
                <a:path w="4581525" h="3118485">
                  <a:moveTo>
                    <a:pt x="4581144" y="0"/>
                  </a:moveTo>
                  <a:lnTo>
                    <a:pt x="4572000" y="0"/>
                  </a:lnTo>
                  <a:lnTo>
                    <a:pt x="4572000" y="9144"/>
                  </a:lnTo>
                  <a:lnTo>
                    <a:pt x="4572000" y="1143000"/>
                  </a:lnTo>
                  <a:lnTo>
                    <a:pt x="9144" y="1143000"/>
                  </a:lnTo>
                  <a:lnTo>
                    <a:pt x="9144" y="9144"/>
                  </a:lnTo>
                  <a:lnTo>
                    <a:pt x="4572000" y="9144"/>
                  </a:lnTo>
                  <a:lnTo>
                    <a:pt x="4572000" y="0"/>
                  </a:lnTo>
                  <a:lnTo>
                    <a:pt x="0" y="0"/>
                  </a:lnTo>
                  <a:lnTo>
                    <a:pt x="0" y="1152144"/>
                  </a:lnTo>
                  <a:lnTo>
                    <a:pt x="4581144" y="1152144"/>
                  </a:lnTo>
                  <a:lnTo>
                    <a:pt x="4581144" y="1147572"/>
                  </a:lnTo>
                  <a:lnTo>
                    <a:pt x="4581144" y="1143000"/>
                  </a:lnTo>
                  <a:lnTo>
                    <a:pt x="4581144" y="9144"/>
                  </a:lnTo>
                  <a:lnTo>
                    <a:pt x="4581144" y="4572"/>
                  </a:lnTo>
                  <a:lnTo>
                    <a:pt x="45811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1135380" y="4643627"/>
            <a:ext cx="4579620" cy="1381125"/>
            <a:chOff x="1135380" y="4643627"/>
            <a:chExt cx="4579620" cy="1381125"/>
          </a:xfrm>
        </p:grpSpPr>
        <p:sp>
          <p:nvSpPr>
            <p:cNvPr id="19" name="object 19"/>
            <p:cNvSpPr/>
            <p:nvPr/>
          </p:nvSpPr>
          <p:spPr>
            <a:xfrm>
              <a:off x="1135367" y="4643627"/>
              <a:ext cx="4579620" cy="1381125"/>
            </a:xfrm>
            <a:custGeom>
              <a:avLst/>
              <a:gdLst/>
              <a:ahLst/>
              <a:cxnLst/>
              <a:rect l="l" t="t" r="r" b="b"/>
              <a:pathLst>
                <a:path w="4579620" h="1381125">
                  <a:moveTo>
                    <a:pt x="4224528" y="600468"/>
                  </a:moveTo>
                  <a:lnTo>
                    <a:pt x="4195584" y="600468"/>
                  </a:lnTo>
                  <a:lnTo>
                    <a:pt x="4195584" y="1011948"/>
                  </a:lnTo>
                  <a:lnTo>
                    <a:pt x="4224528" y="1011948"/>
                  </a:lnTo>
                  <a:lnTo>
                    <a:pt x="4224528" y="600468"/>
                  </a:lnTo>
                  <a:close/>
                </a:path>
                <a:path w="4579620" h="1381125">
                  <a:moveTo>
                    <a:pt x="4579620" y="0"/>
                  </a:moveTo>
                  <a:lnTo>
                    <a:pt x="4570488" y="0"/>
                  </a:lnTo>
                  <a:lnTo>
                    <a:pt x="4570488" y="9144"/>
                  </a:lnTo>
                  <a:lnTo>
                    <a:pt x="4570488" y="1371600"/>
                  </a:lnTo>
                  <a:lnTo>
                    <a:pt x="9144" y="1371600"/>
                  </a:lnTo>
                  <a:lnTo>
                    <a:pt x="9144" y="9144"/>
                  </a:lnTo>
                  <a:lnTo>
                    <a:pt x="4570488" y="9144"/>
                  </a:lnTo>
                  <a:lnTo>
                    <a:pt x="4570488" y="0"/>
                  </a:lnTo>
                  <a:lnTo>
                    <a:pt x="0" y="0"/>
                  </a:lnTo>
                  <a:lnTo>
                    <a:pt x="0" y="1380744"/>
                  </a:lnTo>
                  <a:lnTo>
                    <a:pt x="4579620" y="1380744"/>
                  </a:lnTo>
                  <a:lnTo>
                    <a:pt x="4579620" y="1376172"/>
                  </a:lnTo>
                  <a:lnTo>
                    <a:pt x="4579620" y="1371600"/>
                  </a:lnTo>
                  <a:lnTo>
                    <a:pt x="4579620" y="9144"/>
                  </a:lnTo>
                  <a:lnTo>
                    <a:pt x="4579620" y="4572"/>
                  </a:lnTo>
                  <a:lnTo>
                    <a:pt x="4579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53015" y="5119115"/>
              <a:ext cx="1694814" cy="668020"/>
            </a:xfrm>
            <a:custGeom>
              <a:avLst/>
              <a:gdLst/>
              <a:ahLst/>
              <a:cxnLst/>
              <a:rect l="l" t="t" r="r" b="b"/>
              <a:pathLst>
                <a:path w="1694814" h="668020">
                  <a:moveTo>
                    <a:pt x="114300" y="638556"/>
                  </a:moveTo>
                  <a:lnTo>
                    <a:pt x="0" y="638556"/>
                  </a:lnTo>
                  <a:lnTo>
                    <a:pt x="0" y="667512"/>
                  </a:lnTo>
                  <a:lnTo>
                    <a:pt x="114300" y="667512"/>
                  </a:lnTo>
                  <a:lnTo>
                    <a:pt x="114300" y="638556"/>
                  </a:lnTo>
                  <a:close/>
                </a:path>
                <a:path w="1694814" h="668020">
                  <a:moveTo>
                    <a:pt x="315468" y="655320"/>
                  </a:moveTo>
                  <a:lnTo>
                    <a:pt x="312420" y="626364"/>
                  </a:lnTo>
                  <a:lnTo>
                    <a:pt x="310896" y="627888"/>
                  </a:lnTo>
                  <a:lnTo>
                    <a:pt x="278892" y="627888"/>
                  </a:lnTo>
                  <a:lnTo>
                    <a:pt x="240792" y="630936"/>
                  </a:lnTo>
                  <a:lnTo>
                    <a:pt x="211836" y="635508"/>
                  </a:lnTo>
                  <a:lnTo>
                    <a:pt x="199644" y="635508"/>
                  </a:lnTo>
                  <a:lnTo>
                    <a:pt x="199644" y="662940"/>
                  </a:lnTo>
                  <a:lnTo>
                    <a:pt x="211836" y="662940"/>
                  </a:lnTo>
                  <a:lnTo>
                    <a:pt x="243840" y="659892"/>
                  </a:lnTo>
                  <a:lnTo>
                    <a:pt x="281940" y="655320"/>
                  </a:lnTo>
                  <a:lnTo>
                    <a:pt x="315468" y="655320"/>
                  </a:lnTo>
                  <a:close/>
                </a:path>
                <a:path w="1694814" h="668020">
                  <a:moveTo>
                    <a:pt x="513588" y="633984"/>
                  </a:moveTo>
                  <a:lnTo>
                    <a:pt x="510540" y="605028"/>
                  </a:lnTo>
                  <a:lnTo>
                    <a:pt x="483108" y="608076"/>
                  </a:lnTo>
                  <a:lnTo>
                    <a:pt x="446532" y="612648"/>
                  </a:lnTo>
                  <a:lnTo>
                    <a:pt x="397764" y="617220"/>
                  </a:lnTo>
                  <a:lnTo>
                    <a:pt x="400812" y="646176"/>
                  </a:lnTo>
                  <a:lnTo>
                    <a:pt x="417576" y="644652"/>
                  </a:lnTo>
                  <a:lnTo>
                    <a:pt x="449580" y="640080"/>
                  </a:lnTo>
                  <a:lnTo>
                    <a:pt x="486156" y="637032"/>
                  </a:lnTo>
                  <a:lnTo>
                    <a:pt x="513588" y="633984"/>
                  </a:lnTo>
                  <a:close/>
                </a:path>
                <a:path w="1694814" h="668020">
                  <a:moveTo>
                    <a:pt x="710184" y="600456"/>
                  </a:moveTo>
                  <a:lnTo>
                    <a:pt x="707136" y="573024"/>
                  </a:lnTo>
                  <a:lnTo>
                    <a:pt x="685800" y="574548"/>
                  </a:lnTo>
                  <a:lnTo>
                    <a:pt x="656844" y="582168"/>
                  </a:lnTo>
                  <a:lnTo>
                    <a:pt x="620268" y="585216"/>
                  </a:lnTo>
                  <a:lnTo>
                    <a:pt x="617220" y="585216"/>
                  </a:lnTo>
                  <a:lnTo>
                    <a:pt x="592836" y="592836"/>
                  </a:lnTo>
                  <a:lnTo>
                    <a:pt x="600456" y="620268"/>
                  </a:lnTo>
                  <a:lnTo>
                    <a:pt x="624840" y="614172"/>
                  </a:lnTo>
                  <a:lnTo>
                    <a:pt x="623316" y="614172"/>
                  </a:lnTo>
                  <a:lnTo>
                    <a:pt x="659892" y="609600"/>
                  </a:lnTo>
                  <a:lnTo>
                    <a:pt x="693420" y="601980"/>
                  </a:lnTo>
                  <a:lnTo>
                    <a:pt x="710184" y="600456"/>
                  </a:lnTo>
                  <a:close/>
                </a:path>
                <a:path w="1694814" h="668020">
                  <a:moveTo>
                    <a:pt x="909828" y="562356"/>
                  </a:moveTo>
                  <a:lnTo>
                    <a:pt x="900684" y="534924"/>
                  </a:lnTo>
                  <a:lnTo>
                    <a:pt x="896112" y="536448"/>
                  </a:lnTo>
                  <a:lnTo>
                    <a:pt x="899160" y="536448"/>
                  </a:lnTo>
                  <a:lnTo>
                    <a:pt x="861060" y="539496"/>
                  </a:lnTo>
                  <a:lnTo>
                    <a:pt x="792480" y="556260"/>
                  </a:lnTo>
                  <a:lnTo>
                    <a:pt x="790956" y="556260"/>
                  </a:lnTo>
                  <a:lnTo>
                    <a:pt x="795528" y="583692"/>
                  </a:lnTo>
                  <a:lnTo>
                    <a:pt x="798576" y="583692"/>
                  </a:lnTo>
                  <a:lnTo>
                    <a:pt x="830580" y="576072"/>
                  </a:lnTo>
                  <a:lnTo>
                    <a:pt x="867156" y="568452"/>
                  </a:lnTo>
                  <a:lnTo>
                    <a:pt x="902208" y="563880"/>
                  </a:lnTo>
                  <a:lnTo>
                    <a:pt x="905256" y="563880"/>
                  </a:lnTo>
                  <a:lnTo>
                    <a:pt x="909828" y="562356"/>
                  </a:lnTo>
                  <a:close/>
                </a:path>
                <a:path w="1694814" h="668020">
                  <a:moveTo>
                    <a:pt x="1103376" y="516636"/>
                  </a:moveTo>
                  <a:lnTo>
                    <a:pt x="1095756" y="489204"/>
                  </a:lnTo>
                  <a:lnTo>
                    <a:pt x="1072896" y="493776"/>
                  </a:lnTo>
                  <a:lnTo>
                    <a:pt x="1034796" y="502920"/>
                  </a:lnTo>
                  <a:lnTo>
                    <a:pt x="998220" y="510540"/>
                  </a:lnTo>
                  <a:lnTo>
                    <a:pt x="984504" y="513588"/>
                  </a:lnTo>
                  <a:lnTo>
                    <a:pt x="992124" y="541020"/>
                  </a:lnTo>
                  <a:lnTo>
                    <a:pt x="1004316" y="537972"/>
                  </a:lnTo>
                  <a:lnTo>
                    <a:pt x="1078992" y="522732"/>
                  </a:lnTo>
                  <a:lnTo>
                    <a:pt x="1103376" y="516636"/>
                  </a:lnTo>
                  <a:close/>
                </a:path>
                <a:path w="1694814" h="668020">
                  <a:moveTo>
                    <a:pt x="1216152" y="182880"/>
                  </a:moveTo>
                  <a:lnTo>
                    <a:pt x="1178052" y="170688"/>
                  </a:lnTo>
                  <a:lnTo>
                    <a:pt x="1147572" y="163068"/>
                  </a:lnTo>
                  <a:lnTo>
                    <a:pt x="1109472" y="152400"/>
                  </a:lnTo>
                  <a:lnTo>
                    <a:pt x="1078992" y="144780"/>
                  </a:lnTo>
                  <a:lnTo>
                    <a:pt x="1004316" y="129540"/>
                  </a:lnTo>
                  <a:lnTo>
                    <a:pt x="972312" y="121920"/>
                  </a:lnTo>
                  <a:lnTo>
                    <a:pt x="935736" y="114300"/>
                  </a:lnTo>
                  <a:lnTo>
                    <a:pt x="937260" y="114300"/>
                  </a:lnTo>
                  <a:lnTo>
                    <a:pt x="903732" y="102108"/>
                  </a:lnTo>
                  <a:lnTo>
                    <a:pt x="829056" y="86868"/>
                  </a:lnTo>
                  <a:lnTo>
                    <a:pt x="798576" y="83820"/>
                  </a:lnTo>
                  <a:lnTo>
                    <a:pt x="762000" y="76200"/>
                  </a:lnTo>
                  <a:lnTo>
                    <a:pt x="728472" y="68580"/>
                  </a:lnTo>
                  <a:lnTo>
                    <a:pt x="693420" y="65532"/>
                  </a:lnTo>
                  <a:lnTo>
                    <a:pt x="623316" y="48768"/>
                  </a:lnTo>
                  <a:lnTo>
                    <a:pt x="591312" y="45720"/>
                  </a:lnTo>
                  <a:lnTo>
                    <a:pt x="556260" y="41148"/>
                  </a:lnTo>
                  <a:lnTo>
                    <a:pt x="524256" y="33528"/>
                  </a:lnTo>
                  <a:lnTo>
                    <a:pt x="486156" y="30480"/>
                  </a:lnTo>
                  <a:lnTo>
                    <a:pt x="449580" y="25908"/>
                  </a:lnTo>
                  <a:lnTo>
                    <a:pt x="417576" y="22860"/>
                  </a:lnTo>
                  <a:lnTo>
                    <a:pt x="381000" y="18288"/>
                  </a:lnTo>
                  <a:lnTo>
                    <a:pt x="348996" y="15240"/>
                  </a:lnTo>
                  <a:lnTo>
                    <a:pt x="310896" y="10668"/>
                  </a:lnTo>
                  <a:lnTo>
                    <a:pt x="281940" y="10668"/>
                  </a:lnTo>
                  <a:lnTo>
                    <a:pt x="243840" y="7620"/>
                  </a:lnTo>
                  <a:lnTo>
                    <a:pt x="211836" y="3048"/>
                  </a:lnTo>
                  <a:lnTo>
                    <a:pt x="175260" y="3048"/>
                  </a:lnTo>
                  <a:lnTo>
                    <a:pt x="137160" y="0"/>
                  </a:lnTo>
                  <a:lnTo>
                    <a:pt x="0" y="0"/>
                  </a:lnTo>
                  <a:lnTo>
                    <a:pt x="0" y="27432"/>
                  </a:lnTo>
                  <a:lnTo>
                    <a:pt x="137160" y="27432"/>
                  </a:lnTo>
                  <a:lnTo>
                    <a:pt x="172212" y="32004"/>
                  </a:lnTo>
                  <a:lnTo>
                    <a:pt x="211836" y="32004"/>
                  </a:lnTo>
                  <a:lnTo>
                    <a:pt x="240792" y="36576"/>
                  </a:lnTo>
                  <a:lnTo>
                    <a:pt x="278892" y="39624"/>
                  </a:lnTo>
                  <a:lnTo>
                    <a:pt x="310896" y="39624"/>
                  </a:lnTo>
                  <a:lnTo>
                    <a:pt x="345948" y="44196"/>
                  </a:lnTo>
                  <a:lnTo>
                    <a:pt x="377952" y="47244"/>
                  </a:lnTo>
                  <a:lnTo>
                    <a:pt x="414528" y="50292"/>
                  </a:lnTo>
                  <a:lnTo>
                    <a:pt x="446532" y="54864"/>
                  </a:lnTo>
                  <a:lnTo>
                    <a:pt x="483108" y="57912"/>
                  </a:lnTo>
                  <a:lnTo>
                    <a:pt x="521208" y="62484"/>
                  </a:lnTo>
                  <a:lnTo>
                    <a:pt x="550164" y="70104"/>
                  </a:lnTo>
                  <a:lnTo>
                    <a:pt x="589788" y="73152"/>
                  </a:lnTo>
                  <a:lnTo>
                    <a:pt x="620268" y="77724"/>
                  </a:lnTo>
                  <a:lnTo>
                    <a:pt x="655320" y="85344"/>
                  </a:lnTo>
                  <a:lnTo>
                    <a:pt x="685800" y="92964"/>
                  </a:lnTo>
                  <a:lnTo>
                    <a:pt x="725424" y="96012"/>
                  </a:lnTo>
                  <a:lnTo>
                    <a:pt x="754380" y="103632"/>
                  </a:lnTo>
                  <a:lnTo>
                    <a:pt x="792480" y="111252"/>
                  </a:lnTo>
                  <a:lnTo>
                    <a:pt x="824484" y="115824"/>
                  </a:lnTo>
                  <a:lnTo>
                    <a:pt x="897636" y="131064"/>
                  </a:lnTo>
                  <a:lnTo>
                    <a:pt x="928116" y="141732"/>
                  </a:lnTo>
                  <a:lnTo>
                    <a:pt x="929640" y="141732"/>
                  </a:lnTo>
                  <a:lnTo>
                    <a:pt x="966216" y="149352"/>
                  </a:lnTo>
                  <a:lnTo>
                    <a:pt x="998220" y="156972"/>
                  </a:lnTo>
                  <a:lnTo>
                    <a:pt x="1072896" y="172212"/>
                  </a:lnTo>
                  <a:lnTo>
                    <a:pt x="1103376" y="179832"/>
                  </a:lnTo>
                  <a:lnTo>
                    <a:pt x="1208532" y="210312"/>
                  </a:lnTo>
                  <a:lnTo>
                    <a:pt x="1216152" y="182880"/>
                  </a:lnTo>
                  <a:close/>
                </a:path>
                <a:path w="1694814" h="668020">
                  <a:moveTo>
                    <a:pt x="1327404" y="454152"/>
                  </a:moveTo>
                  <a:lnTo>
                    <a:pt x="1318260" y="426720"/>
                  </a:lnTo>
                  <a:lnTo>
                    <a:pt x="1307592" y="429768"/>
                  </a:lnTo>
                  <a:lnTo>
                    <a:pt x="1275588" y="441960"/>
                  </a:lnTo>
                  <a:lnTo>
                    <a:pt x="1277112" y="441960"/>
                  </a:lnTo>
                  <a:lnTo>
                    <a:pt x="1239012" y="449580"/>
                  </a:lnTo>
                  <a:lnTo>
                    <a:pt x="1208532" y="457200"/>
                  </a:lnTo>
                  <a:lnTo>
                    <a:pt x="1178052" y="466344"/>
                  </a:lnTo>
                  <a:lnTo>
                    <a:pt x="1187196" y="493776"/>
                  </a:lnTo>
                  <a:lnTo>
                    <a:pt x="1216152" y="484632"/>
                  </a:lnTo>
                  <a:lnTo>
                    <a:pt x="1246632" y="477012"/>
                  </a:lnTo>
                  <a:lnTo>
                    <a:pt x="1283208" y="469392"/>
                  </a:lnTo>
                  <a:lnTo>
                    <a:pt x="1284732" y="469392"/>
                  </a:lnTo>
                  <a:lnTo>
                    <a:pt x="1316736" y="457200"/>
                  </a:lnTo>
                  <a:lnTo>
                    <a:pt x="1327404" y="454152"/>
                  </a:lnTo>
                  <a:close/>
                </a:path>
                <a:path w="1694814" h="668020">
                  <a:moveTo>
                    <a:pt x="1519428" y="399288"/>
                  </a:moveTo>
                  <a:lnTo>
                    <a:pt x="1510284" y="373380"/>
                  </a:lnTo>
                  <a:lnTo>
                    <a:pt x="1487424" y="381000"/>
                  </a:lnTo>
                  <a:lnTo>
                    <a:pt x="1452372" y="391668"/>
                  </a:lnTo>
                  <a:lnTo>
                    <a:pt x="1414272" y="399288"/>
                  </a:lnTo>
                  <a:lnTo>
                    <a:pt x="1412748" y="399288"/>
                  </a:lnTo>
                  <a:lnTo>
                    <a:pt x="1400556" y="403860"/>
                  </a:lnTo>
                  <a:lnTo>
                    <a:pt x="1409700" y="431292"/>
                  </a:lnTo>
                  <a:lnTo>
                    <a:pt x="1421892" y="426720"/>
                  </a:lnTo>
                  <a:lnTo>
                    <a:pt x="1420368" y="426720"/>
                  </a:lnTo>
                  <a:lnTo>
                    <a:pt x="1456944" y="419100"/>
                  </a:lnTo>
                  <a:lnTo>
                    <a:pt x="1495044" y="408432"/>
                  </a:lnTo>
                  <a:lnTo>
                    <a:pt x="1519428" y="399288"/>
                  </a:lnTo>
                  <a:close/>
                </a:path>
                <a:path w="1694814" h="668020">
                  <a:moveTo>
                    <a:pt x="1694700" y="320052"/>
                  </a:moveTo>
                  <a:lnTo>
                    <a:pt x="1664220" y="312432"/>
                  </a:lnTo>
                  <a:lnTo>
                    <a:pt x="1632216" y="300240"/>
                  </a:lnTo>
                  <a:lnTo>
                    <a:pt x="1595640" y="289572"/>
                  </a:lnTo>
                  <a:lnTo>
                    <a:pt x="1557540" y="277380"/>
                  </a:lnTo>
                  <a:lnTo>
                    <a:pt x="1528584" y="269760"/>
                  </a:lnTo>
                  <a:lnTo>
                    <a:pt x="1456956" y="246900"/>
                  </a:lnTo>
                  <a:lnTo>
                    <a:pt x="1427695" y="240804"/>
                  </a:lnTo>
                  <a:lnTo>
                    <a:pt x="1420380" y="239280"/>
                  </a:lnTo>
                  <a:lnTo>
                    <a:pt x="1421904" y="240804"/>
                  </a:lnTo>
                  <a:lnTo>
                    <a:pt x="1391424" y="228612"/>
                  </a:lnTo>
                  <a:lnTo>
                    <a:pt x="1388376" y="228612"/>
                  </a:lnTo>
                  <a:lnTo>
                    <a:pt x="1353324" y="220992"/>
                  </a:lnTo>
                  <a:lnTo>
                    <a:pt x="1316748" y="210324"/>
                  </a:lnTo>
                  <a:lnTo>
                    <a:pt x="1284744" y="198132"/>
                  </a:lnTo>
                  <a:lnTo>
                    <a:pt x="1283220" y="198132"/>
                  </a:lnTo>
                  <a:lnTo>
                    <a:pt x="1246644" y="190512"/>
                  </a:lnTo>
                  <a:lnTo>
                    <a:pt x="1216164" y="182892"/>
                  </a:lnTo>
                  <a:lnTo>
                    <a:pt x="1208544" y="210324"/>
                  </a:lnTo>
                  <a:lnTo>
                    <a:pt x="1239024" y="217944"/>
                  </a:lnTo>
                  <a:lnTo>
                    <a:pt x="1277124" y="225564"/>
                  </a:lnTo>
                  <a:lnTo>
                    <a:pt x="1275600" y="225564"/>
                  </a:lnTo>
                  <a:lnTo>
                    <a:pt x="1344180" y="248424"/>
                  </a:lnTo>
                  <a:lnTo>
                    <a:pt x="1383804" y="256044"/>
                  </a:lnTo>
                  <a:lnTo>
                    <a:pt x="1380756" y="256044"/>
                  </a:lnTo>
                  <a:lnTo>
                    <a:pt x="1411236" y="266712"/>
                  </a:lnTo>
                  <a:lnTo>
                    <a:pt x="1412760" y="266712"/>
                  </a:lnTo>
                  <a:lnTo>
                    <a:pt x="1412760" y="268236"/>
                  </a:lnTo>
                  <a:lnTo>
                    <a:pt x="1414284" y="268236"/>
                  </a:lnTo>
                  <a:lnTo>
                    <a:pt x="1452384" y="275856"/>
                  </a:lnTo>
                  <a:lnTo>
                    <a:pt x="1487436" y="286524"/>
                  </a:lnTo>
                  <a:lnTo>
                    <a:pt x="1517916" y="297192"/>
                  </a:lnTo>
                  <a:lnTo>
                    <a:pt x="1624596" y="327672"/>
                  </a:lnTo>
                  <a:lnTo>
                    <a:pt x="1638795" y="333362"/>
                  </a:lnTo>
                  <a:lnTo>
                    <a:pt x="1624584" y="338328"/>
                  </a:lnTo>
                  <a:lnTo>
                    <a:pt x="1592580" y="348996"/>
                  </a:lnTo>
                  <a:lnTo>
                    <a:pt x="1601724" y="376428"/>
                  </a:lnTo>
                  <a:lnTo>
                    <a:pt x="1632204" y="365760"/>
                  </a:lnTo>
                  <a:lnTo>
                    <a:pt x="1664208" y="355092"/>
                  </a:lnTo>
                  <a:lnTo>
                    <a:pt x="1694688" y="347472"/>
                  </a:lnTo>
                  <a:lnTo>
                    <a:pt x="1690878" y="333794"/>
                  </a:lnTo>
                  <a:lnTo>
                    <a:pt x="1694700" y="32005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188920" y="2021873"/>
            <a:ext cx="5340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0" dirty="0">
                <a:latin typeface="Microsoft Sans Serif"/>
                <a:cs typeface="Microsoft Sans Serif"/>
              </a:rPr>
              <a:t>Pipe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649979" y="1493520"/>
            <a:ext cx="1710055" cy="2562225"/>
            <a:chOff x="3649979" y="1493520"/>
            <a:chExt cx="1710055" cy="2562225"/>
          </a:xfrm>
        </p:grpSpPr>
        <p:sp>
          <p:nvSpPr>
            <p:cNvPr id="23" name="object 23"/>
            <p:cNvSpPr/>
            <p:nvPr/>
          </p:nvSpPr>
          <p:spPr>
            <a:xfrm>
              <a:off x="5330952" y="1493519"/>
              <a:ext cx="29209" cy="2562225"/>
            </a:xfrm>
            <a:custGeom>
              <a:avLst/>
              <a:gdLst/>
              <a:ahLst/>
              <a:cxnLst/>
              <a:rect l="l" t="t" r="r" b="b"/>
              <a:pathLst>
                <a:path w="29210" h="2562225">
                  <a:moveTo>
                    <a:pt x="28943" y="2150376"/>
                  </a:moveTo>
                  <a:lnTo>
                    <a:pt x="0" y="2150376"/>
                  </a:lnTo>
                  <a:lnTo>
                    <a:pt x="0" y="2561856"/>
                  </a:lnTo>
                  <a:lnTo>
                    <a:pt x="28943" y="2561856"/>
                  </a:lnTo>
                  <a:lnTo>
                    <a:pt x="28943" y="2150376"/>
                  </a:lnTo>
                  <a:close/>
                </a:path>
                <a:path w="29210" h="2562225">
                  <a:moveTo>
                    <a:pt x="28943" y="0"/>
                  </a:moveTo>
                  <a:lnTo>
                    <a:pt x="0" y="0"/>
                  </a:lnTo>
                  <a:lnTo>
                    <a:pt x="0" y="411480"/>
                  </a:lnTo>
                  <a:lnTo>
                    <a:pt x="28943" y="411480"/>
                  </a:lnTo>
                  <a:lnTo>
                    <a:pt x="289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649979" y="1812036"/>
              <a:ext cx="373380" cy="326390"/>
            </a:xfrm>
            <a:custGeom>
              <a:avLst/>
              <a:gdLst/>
              <a:ahLst/>
              <a:cxnLst/>
              <a:rect l="l" t="t" r="r" b="b"/>
              <a:pathLst>
                <a:path w="373379" h="326389">
                  <a:moveTo>
                    <a:pt x="6095" y="326135"/>
                  </a:moveTo>
                  <a:lnTo>
                    <a:pt x="0" y="318515"/>
                  </a:lnTo>
                  <a:lnTo>
                    <a:pt x="367283" y="0"/>
                  </a:lnTo>
                  <a:lnTo>
                    <a:pt x="373379" y="6096"/>
                  </a:lnTo>
                  <a:lnTo>
                    <a:pt x="6095" y="326135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360135" y="2069028"/>
            <a:ext cx="1216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Air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particles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916980" y="439952"/>
            <a:ext cx="7977505" cy="61341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pc="-10" dirty="0"/>
              <a:t>17-</a:t>
            </a:r>
            <a:r>
              <a:rPr dirty="0"/>
              <a:t>6</a:t>
            </a:r>
            <a:r>
              <a:rPr spc="-55" dirty="0"/>
              <a:t> </a:t>
            </a:r>
            <a:r>
              <a:rPr dirty="0"/>
              <a:t>Sources</a:t>
            </a:r>
            <a:r>
              <a:rPr spc="-50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dirty="0"/>
              <a:t>Musical</a:t>
            </a:r>
            <a:r>
              <a:rPr spc="-35" dirty="0"/>
              <a:t> </a:t>
            </a:r>
            <a:r>
              <a:rPr dirty="0"/>
              <a:t>Sound</a:t>
            </a:r>
            <a:r>
              <a:rPr spc="-40" dirty="0"/>
              <a:t> </a:t>
            </a:r>
            <a:r>
              <a:rPr dirty="0"/>
              <a:t>(Sound</a:t>
            </a:r>
            <a:r>
              <a:rPr spc="-45" dirty="0"/>
              <a:t> </a:t>
            </a:r>
            <a:r>
              <a:rPr dirty="0"/>
              <a:t>Waves</a:t>
            </a:r>
            <a:r>
              <a:rPr spc="-50" dirty="0"/>
              <a:t> </a:t>
            </a:r>
            <a:r>
              <a:rPr spc="-10" dirty="0"/>
              <a:t>Resonances) </a:t>
            </a:r>
            <a:r>
              <a:rPr dirty="0">
                <a:solidFill>
                  <a:srgbClr val="E10000"/>
                </a:solidFill>
              </a:rPr>
              <a:t>Standing</a:t>
            </a:r>
            <a:r>
              <a:rPr spc="-30" dirty="0">
                <a:solidFill>
                  <a:srgbClr val="E10000"/>
                </a:solidFill>
              </a:rPr>
              <a:t> </a:t>
            </a:r>
            <a:r>
              <a:rPr dirty="0">
                <a:solidFill>
                  <a:srgbClr val="E10000"/>
                </a:solidFill>
              </a:rPr>
              <a:t>waves</a:t>
            </a:r>
            <a:r>
              <a:rPr spc="-40" dirty="0">
                <a:solidFill>
                  <a:srgbClr val="E10000"/>
                </a:solidFill>
              </a:rPr>
              <a:t> </a:t>
            </a:r>
            <a:r>
              <a:rPr dirty="0">
                <a:solidFill>
                  <a:srgbClr val="E10000"/>
                </a:solidFill>
              </a:rPr>
              <a:t>in</a:t>
            </a:r>
            <a:r>
              <a:rPr spc="-45" dirty="0">
                <a:solidFill>
                  <a:srgbClr val="E10000"/>
                </a:solidFill>
              </a:rPr>
              <a:t> </a:t>
            </a:r>
            <a:r>
              <a:rPr dirty="0">
                <a:solidFill>
                  <a:srgbClr val="E10000"/>
                </a:solidFill>
              </a:rPr>
              <a:t>pipes</a:t>
            </a:r>
            <a:r>
              <a:rPr spc="-40" dirty="0">
                <a:solidFill>
                  <a:srgbClr val="E10000"/>
                </a:solidFill>
              </a:rPr>
              <a:t> </a:t>
            </a:r>
            <a:r>
              <a:rPr dirty="0">
                <a:solidFill>
                  <a:srgbClr val="E10000"/>
                </a:solidFill>
              </a:rPr>
              <a:t>with</a:t>
            </a:r>
            <a:r>
              <a:rPr spc="-45" dirty="0">
                <a:solidFill>
                  <a:srgbClr val="E10000"/>
                </a:solidFill>
              </a:rPr>
              <a:t> </a:t>
            </a:r>
            <a:r>
              <a:rPr dirty="0">
                <a:solidFill>
                  <a:srgbClr val="E10000"/>
                </a:solidFill>
              </a:rPr>
              <a:t>two</a:t>
            </a:r>
            <a:r>
              <a:rPr spc="-45" dirty="0">
                <a:solidFill>
                  <a:srgbClr val="E10000"/>
                </a:solidFill>
              </a:rPr>
              <a:t> </a:t>
            </a:r>
            <a:r>
              <a:rPr dirty="0">
                <a:solidFill>
                  <a:srgbClr val="E10000"/>
                </a:solidFill>
              </a:rPr>
              <a:t>open</a:t>
            </a:r>
            <a:r>
              <a:rPr spc="-30" dirty="0">
                <a:solidFill>
                  <a:srgbClr val="E10000"/>
                </a:solidFill>
              </a:rPr>
              <a:t> </a:t>
            </a:r>
            <a:r>
              <a:rPr spc="-20" dirty="0">
                <a:solidFill>
                  <a:srgbClr val="E10000"/>
                </a:solidFill>
              </a:rPr>
              <a:t>ends</a:t>
            </a:r>
          </a:p>
        </p:txBody>
      </p:sp>
      <p:sp>
        <p:nvSpPr>
          <p:cNvPr id="27" name="object 27"/>
          <p:cNvSpPr/>
          <p:nvPr/>
        </p:nvSpPr>
        <p:spPr>
          <a:xfrm>
            <a:off x="792479" y="370331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2852" y="6819900"/>
                </a:moveTo>
                <a:lnTo>
                  <a:pt x="3048" y="6819900"/>
                </a:lnTo>
                <a:lnTo>
                  <a:pt x="0" y="6816851"/>
                </a:lnTo>
                <a:lnTo>
                  <a:pt x="0" y="3048"/>
                </a:lnTo>
                <a:lnTo>
                  <a:pt x="3048" y="0"/>
                </a:lnTo>
                <a:lnTo>
                  <a:pt x="9102852" y="0"/>
                </a:lnTo>
                <a:lnTo>
                  <a:pt x="9105900" y="3048"/>
                </a:lnTo>
                <a:lnTo>
                  <a:pt x="9105900" y="6096"/>
                </a:ln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lnTo>
                  <a:pt x="12192" y="6807708"/>
                </a:lnTo>
                <a:lnTo>
                  <a:pt x="6096" y="6807708"/>
                </a:lnTo>
                <a:lnTo>
                  <a:pt x="12192" y="6813803"/>
                </a:lnTo>
                <a:lnTo>
                  <a:pt x="9105900" y="6813803"/>
                </a:lnTo>
                <a:lnTo>
                  <a:pt x="9105900" y="6816851"/>
                </a:lnTo>
                <a:lnTo>
                  <a:pt x="9102852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close/>
              </a:path>
              <a:path w="9105900" h="6819900">
                <a:moveTo>
                  <a:pt x="9093707" y="12192"/>
                </a:moveTo>
                <a:lnTo>
                  <a:pt x="12192" y="12192"/>
                </a:lnTo>
                <a:lnTo>
                  <a:pt x="12192" y="6096"/>
                </a:lnTo>
                <a:lnTo>
                  <a:pt x="9093707" y="6096"/>
                </a:lnTo>
                <a:lnTo>
                  <a:pt x="9093707" y="12192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9093707" y="6096"/>
                </a:lnTo>
                <a:lnTo>
                  <a:pt x="9099804" y="12192"/>
                </a:lnTo>
                <a:lnTo>
                  <a:pt x="9105900" y="12192"/>
                </a:lnTo>
                <a:lnTo>
                  <a:pt x="9105900" y="6807708"/>
                </a:lnTo>
                <a:lnTo>
                  <a:pt x="9099804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12192"/>
                </a:moveTo>
                <a:lnTo>
                  <a:pt x="9099804" y="12192"/>
                </a:lnTo>
                <a:lnTo>
                  <a:pt x="9093707" y="6096"/>
                </a:lnTo>
                <a:lnTo>
                  <a:pt x="9105900" y="6096"/>
                </a:lnTo>
                <a:lnTo>
                  <a:pt x="9105900" y="12192"/>
                </a:lnTo>
                <a:close/>
              </a:path>
              <a:path w="9105900" h="6819900">
                <a:moveTo>
                  <a:pt x="12192" y="6813803"/>
                </a:moveTo>
                <a:lnTo>
                  <a:pt x="6096" y="6807708"/>
                </a:lnTo>
                <a:lnTo>
                  <a:pt x="12192" y="6807708"/>
                </a:lnTo>
                <a:lnTo>
                  <a:pt x="12192" y="6813803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12192" y="6813803"/>
                </a:lnTo>
                <a:lnTo>
                  <a:pt x="12192" y="6807708"/>
                </a:lnTo>
                <a:lnTo>
                  <a:pt x="9093707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6813803"/>
                </a:moveTo>
                <a:lnTo>
                  <a:pt x="9093707" y="6813803"/>
                </a:lnTo>
                <a:lnTo>
                  <a:pt x="9099804" y="6807708"/>
                </a:lnTo>
                <a:lnTo>
                  <a:pt x="9105900" y="6807708"/>
                </a:lnTo>
                <a:lnTo>
                  <a:pt x="9105900" y="6813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31180" y="1989811"/>
            <a:ext cx="5289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n</a:t>
            </a:r>
            <a:r>
              <a:rPr sz="2000" spc="5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009900"/>
                </a:solidFill>
                <a:latin typeface="Microsoft Sans Serif"/>
                <a:cs typeface="Microsoft Sans Serif"/>
              </a:rPr>
              <a:t>=1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928871" y="1402080"/>
            <a:ext cx="1645920" cy="401320"/>
            <a:chOff x="3928871" y="1402080"/>
            <a:chExt cx="1645920" cy="401320"/>
          </a:xfrm>
        </p:grpSpPr>
        <p:sp>
          <p:nvSpPr>
            <p:cNvPr id="5" name="object 5"/>
            <p:cNvSpPr/>
            <p:nvPr/>
          </p:nvSpPr>
          <p:spPr>
            <a:xfrm>
              <a:off x="3928871" y="1549908"/>
              <a:ext cx="1645920" cy="135890"/>
            </a:xfrm>
            <a:custGeom>
              <a:avLst/>
              <a:gdLst/>
              <a:ahLst/>
              <a:cxnLst/>
              <a:rect l="l" t="t" r="r" b="b"/>
              <a:pathLst>
                <a:path w="1645920" h="135889">
                  <a:moveTo>
                    <a:pt x="114300" y="132588"/>
                  </a:moveTo>
                  <a:lnTo>
                    <a:pt x="106679" y="129540"/>
                  </a:lnTo>
                  <a:lnTo>
                    <a:pt x="0" y="67056"/>
                  </a:lnTo>
                  <a:lnTo>
                    <a:pt x="106679" y="4572"/>
                  </a:lnTo>
                  <a:lnTo>
                    <a:pt x="114300" y="0"/>
                  </a:lnTo>
                  <a:lnTo>
                    <a:pt x="123443" y="3048"/>
                  </a:lnTo>
                  <a:lnTo>
                    <a:pt x="126491" y="9144"/>
                  </a:lnTo>
                  <a:lnTo>
                    <a:pt x="131063" y="16764"/>
                  </a:lnTo>
                  <a:lnTo>
                    <a:pt x="128015" y="25908"/>
                  </a:lnTo>
                  <a:lnTo>
                    <a:pt x="121919" y="28956"/>
                  </a:lnTo>
                  <a:lnTo>
                    <a:pt x="83127" y="51816"/>
                  </a:lnTo>
                  <a:lnTo>
                    <a:pt x="28955" y="51816"/>
                  </a:lnTo>
                  <a:lnTo>
                    <a:pt x="28955" y="80772"/>
                  </a:lnTo>
                  <a:lnTo>
                    <a:pt x="80541" y="80772"/>
                  </a:lnTo>
                  <a:lnTo>
                    <a:pt x="121919" y="105156"/>
                  </a:lnTo>
                  <a:lnTo>
                    <a:pt x="128015" y="108204"/>
                  </a:lnTo>
                  <a:lnTo>
                    <a:pt x="131063" y="117348"/>
                  </a:lnTo>
                  <a:lnTo>
                    <a:pt x="126491" y="123444"/>
                  </a:lnTo>
                  <a:lnTo>
                    <a:pt x="123443" y="131064"/>
                  </a:lnTo>
                  <a:lnTo>
                    <a:pt x="114300" y="132588"/>
                  </a:lnTo>
                  <a:close/>
                </a:path>
                <a:path w="1645920" h="135889">
                  <a:moveTo>
                    <a:pt x="1588336" y="69916"/>
                  </a:moveTo>
                  <a:lnTo>
                    <a:pt x="1523999" y="32004"/>
                  </a:lnTo>
                  <a:lnTo>
                    <a:pt x="1517903" y="27432"/>
                  </a:lnTo>
                  <a:lnTo>
                    <a:pt x="1514855" y="19812"/>
                  </a:lnTo>
                  <a:lnTo>
                    <a:pt x="1519427" y="12192"/>
                  </a:lnTo>
                  <a:lnTo>
                    <a:pt x="1522475" y="6096"/>
                  </a:lnTo>
                  <a:lnTo>
                    <a:pt x="1531619" y="3048"/>
                  </a:lnTo>
                  <a:lnTo>
                    <a:pt x="1537715" y="7620"/>
                  </a:lnTo>
                  <a:lnTo>
                    <a:pt x="1619348" y="54759"/>
                  </a:lnTo>
                  <a:lnTo>
                    <a:pt x="1616964" y="54759"/>
                  </a:lnTo>
                  <a:lnTo>
                    <a:pt x="1616964" y="57912"/>
                  </a:lnTo>
                  <a:lnTo>
                    <a:pt x="1609344" y="57912"/>
                  </a:lnTo>
                  <a:lnTo>
                    <a:pt x="1588336" y="69916"/>
                  </a:lnTo>
                  <a:close/>
                </a:path>
                <a:path w="1645920" h="135889">
                  <a:moveTo>
                    <a:pt x="1564182" y="83718"/>
                  </a:moveTo>
                  <a:lnTo>
                    <a:pt x="28955" y="80772"/>
                  </a:lnTo>
                  <a:lnTo>
                    <a:pt x="28955" y="51816"/>
                  </a:lnTo>
                  <a:lnTo>
                    <a:pt x="83127" y="51816"/>
                  </a:lnTo>
                  <a:lnTo>
                    <a:pt x="78131" y="54759"/>
                  </a:lnTo>
                  <a:lnTo>
                    <a:pt x="36575" y="54759"/>
                  </a:lnTo>
                  <a:lnTo>
                    <a:pt x="36575" y="79248"/>
                  </a:lnTo>
                  <a:lnTo>
                    <a:pt x="77954" y="79248"/>
                  </a:lnTo>
                  <a:lnTo>
                    <a:pt x="80541" y="80772"/>
                  </a:lnTo>
                  <a:lnTo>
                    <a:pt x="1569338" y="80772"/>
                  </a:lnTo>
                  <a:lnTo>
                    <a:pt x="1564182" y="83718"/>
                  </a:lnTo>
                  <a:close/>
                </a:path>
                <a:path w="1645920" h="135889">
                  <a:moveTo>
                    <a:pt x="1569338" y="80772"/>
                  </a:moveTo>
                  <a:lnTo>
                    <a:pt x="80541" y="80772"/>
                  </a:lnTo>
                  <a:lnTo>
                    <a:pt x="57265" y="67056"/>
                  </a:lnTo>
                  <a:lnTo>
                    <a:pt x="83127" y="51816"/>
                  </a:lnTo>
                  <a:lnTo>
                    <a:pt x="28955" y="51816"/>
                  </a:lnTo>
                  <a:lnTo>
                    <a:pt x="1562615" y="54759"/>
                  </a:lnTo>
                  <a:lnTo>
                    <a:pt x="1588336" y="69916"/>
                  </a:lnTo>
                  <a:lnTo>
                    <a:pt x="1569338" y="80772"/>
                  </a:lnTo>
                  <a:close/>
                </a:path>
                <a:path w="1645920" h="135889">
                  <a:moveTo>
                    <a:pt x="36575" y="79248"/>
                  </a:moveTo>
                  <a:lnTo>
                    <a:pt x="36575" y="54759"/>
                  </a:lnTo>
                  <a:lnTo>
                    <a:pt x="36398" y="54759"/>
                  </a:lnTo>
                  <a:lnTo>
                    <a:pt x="57265" y="67056"/>
                  </a:lnTo>
                  <a:lnTo>
                    <a:pt x="36575" y="79248"/>
                  </a:lnTo>
                  <a:close/>
                </a:path>
                <a:path w="1645920" h="135889">
                  <a:moveTo>
                    <a:pt x="57265" y="67056"/>
                  </a:moveTo>
                  <a:lnTo>
                    <a:pt x="36398" y="54759"/>
                  </a:lnTo>
                  <a:lnTo>
                    <a:pt x="78131" y="54759"/>
                  </a:lnTo>
                  <a:lnTo>
                    <a:pt x="57265" y="67056"/>
                  </a:lnTo>
                  <a:close/>
                </a:path>
                <a:path w="1645920" h="135889">
                  <a:moveTo>
                    <a:pt x="1622343" y="83718"/>
                  </a:moveTo>
                  <a:lnTo>
                    <a:pt x="1616964" y="83718"/>
                  </a:lnTo>
                  <a:lnTo>
                    <a:pt x="1616964" y="54759"/>
                  </a:lnTo>
                  <a:lnTo>
                    <a:pt x="1619348" y="54759"/>
                  </a:lnTo>
                  <a:lnTo>
                    <a:pt x="1645920" y="70104"/>
                  </a:lnTo>
                  <a:lnTo>
                    <a:pt x="1622343" y="83718"/>
                  </a:lnTo>
                  <a:close/>
                </a:path>
                <a:path w="1645920" h="135889">
                  <a:moveTo>
                    <a:pt x="1609344" y="82296"/>
                  </a:moveTo>
                  <a:lnTo>
                    <a:pt x="1588336" y="69916"/>
                  </a:lnTo>
                  <a:lnTo>
                    <a:pt x="1609344" y="57912"/>
                  </a:lnTo>
                  <a:lnTo>
                    <a:pt x="1609344" y="82296"/>
                  </a:lnTo>
                  <a:close/>
                </a:path>
                <a:path w="1645920" h="135889">
                  <a:moveTo>
                    <a:pt x="1616964" y="82296"/>
                  </a:moveTo>
                  <a:lnTo>
                    <a:pt x="1609344" y="82296"/>
                  </a:lnTo>
                  <a:lnTo>
                    <a:pt x="1609344" y="57912"/>
                  </a:lnTo>
                  <a:lnTo>
                    <a:pt x="1616964" y="57912"/>
                  </a:lnTo>
                  <a:lnTo>
                    <a:pt x="1616964" y="82296"/>
                  </a:lnTo>
                  <a:close/>
                </a:path>
                <a:path w="1645920" h="135889">
                  <a:moveTo>
                    <a:pt x="77954" y="79248"/>
                  </a:moveTo>
                  <a:lnTo>
                    <a:pt x="36575" y="79248"/>
                  </a:lnTo>
                  <a:lnTo>
                    <a:pt x="57265" y="67056"/>
                  </a:lnTo>
                  <a:lnTo>
                    <a:pt x="77954" y="79248"/>
                  </a:lnTo>
                  <a:close/>
                </a:path>
                <a:path w="1645920" h="135889">
                  <a:moveTo>
                    <a:pt x="1531619" y="135636"/>
                  </a:moveTo>
                  <a:lnTo>
                    <a:pt x="1522475" y="134112"/>
                  </a:lnTo>
                  <a:lnTo>
                    <a:pt x="1517903" y="126492"/>
                  </a:lnTo>
                  <a:lnTo>
                    <a:pt x="1514855" y="120396"/>
                  </a:lnTo>
                  <a:lnTo>
                    <a:pt x="1516379" y="111252"/>
                  </a:lnTo>
                  <a:lnTo>
                    <a:pt x="1523999" y="106680"/>
                  </a:lnTo>
                  <a:lnTo>
                    <a:pt x="1588336" y="69916"/>
                  </a:lnTo>
                  <a:lnTo>
                    <a:pt x="1609344" y="82296"/>
                  </a:lnTo>
                  <a:lnTo>
                    <a:pt x="1616964" y="82296"/>
                  </a:lnTo>
                  <a:lnTo>
                    <a:pt x="1616964" y="83718"/>
                  </a:lnTo>
                  <a:lnTo>
                    <a:pt x="1622343" y="83718"/>
                  </a:lnTo>
                  <a:lnTo>
                    <a:pt x="1537715" y="132588"/>
                  </a:lnTo>
                  <a:lnTo>
                    <a:pt x="1531619" y="1356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13147" y="1402080"/>
              <a:ext cx="325120" cy="401320"/>
            </a:xfrm>
            <a:custGeom>
              <a:avLst/>
              <a:gdLst/>
              <a:ahLst/>
              <a:cxnLst/>
              <a:rect l="l" t="t" r="r" b="b"/>
              <a:pathLst>
                <a:path w="325120" h="401319">
                  <a:moveTo>
                    <a:pt x="324612" y="400812"/>
                  </a:moveTo>
                  <a:lnTo>
                    <a:pt x="0" y="400812"/>
                  </a:lnTo>
                  <a:lnTo>
                    <a:pt x="0" y="0"/>
                  </a:lnTo>
                  <a:lnTo>
                    <a:pt x="324612" y="0"/>
                  </a:lnTo>
                  <a:lnTo>
                    <a:pt x="324612" y="4008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691847" y="1427482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FF3300"/>
                </a:solidFill>
                <a:latin typeface="Microsoft Sans Serif"/>
                <a:cs typeface="Microsoft Sans Serif"/>
              </a:rPr>
              <a:t>L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93687" y="1472184"/>
            <a:ext cx="2753995" cy="693420"/>
            <a:chOff x="3593687" y="1472184"/>
            <a:chExt cx="2753995" cy="693420"/>
          </a:xfrm>
        </p:grpSpPr>
        <p:sp>
          <p:nvSpPr>
            <p:cNvPr id="9" name="object 9"/>
            <p:cNvSpPr/>
            <p:nvPr/>
          </p:nvSpPr>
          <p:spPr>
            <a:xfrm>
              <a:off x="3913632" y="1472183"/>
              <a:ext cx="1675130" cy="285115"/>
            </a:xfrm>
            <a:custGeom>
              <a:avLst/>
              <a:gdLst/>
              <a:ahLst/>
              <a:cxnLst/>
              <a:rect l="l" t="t" r="r" b="b"/>
              <a:pathLst>
                <a:path w="1675129" h="285114">
                  <a:moveTo>
                    <a:pt x="28956" y="0"/>
                  </a:moveTo>
                  <a:lnTo>
                    <a:pt x="0" y="0"/>
                  </a:lnTo>
                  <a:lnTo>
                    <a:pt x="0" y="284988"/>
                  </a:lnTo>
                  <a:lnTo>
                    <a:pt x="28956" y="284988"/>
                  </a:lnTo>
                  <a:lnTo>
                    <a:pt x="28956" y="0"/>
                  </a:lnTo>
                  <a:close/>
                </a:path>
                <a:path w="1675129" h="285114">
                  <a:moveTo>
                    <a:pt x="1674863" y="0"/>
                  </a:moveTo>
                  <a:lnTo>
                    <a:pt x="1645920" y="0"/>
                  </a:lnTo>
                  <a:lnTo>
                    <a:pt x="1645920" y="284988"/>
                  </a:lnTo>
                  <a:lnTo>
                    <a:pt x="1674863" y="284988"/>
                  </a:lnTo>
                  <a:lnTo>
                    <a:pt x="16748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99402" y="2159793"/>
              <a:ext cx="260985" cy="0"/>
            </a:xfrm>
            <a:custGeom>
              <a:avLst/>
              <a:gdLst/>
              <a:ahLst/>
              <a:cxnLst/>
              <a:rect l="l" t="t" r="r" b="b"/>
              <a:pathLst>
                <a:path w="260985">
                  <a:moveTo>
                    <a:pt x="0" y="0"/>
                  </a:moveTo>
                  <a:lnTo>
                    <a:pt x="260413" y="0"/>
                  </a:lnTo>
                </a:path>
              </a:pathLst>
            </a:custGeom>
            <a:ln w="1114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081521" y="2159793"/>
              <a:ext cx="260350" cy="0"/>
            </a:xfrm>
            <a:custGeom>
              <a:avLst/>
              <a:gdLst/>
              <a:ahLst/>
              <a:cxnLst/>
              <a:rect l="l" t="t" r="r" b="b"/>
              <a:pathLst>
                <a:path w="260350">
                  <a:moveTo>
                    <a:pt x="0" y="0"/>
                  </a:moveTo>
                  <a:lnTo>
                    <a:pt x="259937" y="0"/>
                  </a:lnTo>
                </a:path>
              </a:pathLst>
            </a:custGeom>
            <a:ln w="111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078728" y="2154633"/>
            <a:ext cx="263525" cy="295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spc="-25" dirty="0">
                <a:solidFill>
                  <a:srgbClr val="FF0000"/>
                </a:solidFill>
                <a:latin typeface="Microsoft Sans Serif"/>
                <a:cs typeface="Microsoft Sans Serif"/>
              </a:rPr>
              <a:t>2L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14415" y="1977849"/>
            <a:ext cx="690880" cy="295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750" dirty="0">
                <a:solidFill>
                  <a:srgbClr val="FF0000"/>
                </a:solidFill>
                <a:latin typeface="Microsoft Sans Serif"/>
                <a:cs typeface="Microsoft Sans Serif"/>
              </a:rPr>
              <a:t>f</a:t>
            </a:r>
            <a:r>
              <a:rPr sz="1750" spc="15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FF0000"/>
                </a:solidFill>
                <a:latin typeface="Cambria"/>
                <a:cs typeface="Cambria"/>
              </a:rPr>
              <a:t>=</a:t>
            </a:r>
            <a:r>
              <a:rPr sz="1750" spc="-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50" dirty="0">
                <a:solidFill>
                  <a:srgbClr val="FF0000"/>
                </a:solidFill>
                <a:latin typeface="Microsoft Sans Serif"/>
                <a:cs typeface="Microsoft Sans Serif"/>
              </a:rPr>
              <a:t>1</a:t>
            </a:r>
            <a:r>
              <a:rPr sz="1750" spc="10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625" spc="-75" baseline="34920" dirty="0">
                <a:solidFill>
                  <a:srgbClr val="FF0000"/>
                </a:solidFill>
                <a:latin typeface="Microsoft Sans Serif"/>
                <a:cs typeface="Microsoft Sans Serif"/>
              </a:rPr>
              <a:t>v</a:t>
            </a:r>
            <a:endParaRPr sz="2625" baseline="3492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35356" y="1886193"/>
            <a:ext cx="216408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Fundamental</a:t>
            </a:r>
            <a:r>
              <a:rPr sz="1800" spc="325" dirty="0">
                <a:latin typeface="Microsoft Sans Serif"/>
                <a:cs typeface="Microsoft Sans Serif"/>
              </a:rPr>
              <a:t> </a:t>
            </a:r>
            <a:r>
              <a:rPr sz="2625" spc="172" baseline="-22222" dirty="0">
                <a:solidFill>
                  <a:srgbClr val="0000FF"/>
                </a:solidFill>
                <a:latin typeface="Cambria"/>
                <a:cs typeface="Cambria"/>
              </a:rPr>
              <a:t>λ</a:t>
            </a:r>
            <a:r>
              <a:rPr sz="2625" spc="120" baseline="-22222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625" baseline="-22222" dirty="0">
                <a:solidFill>
                  <a:srgbClr val="0000FF"/>
                </a:solidFill>
                <a:latin typeface="Cambria"/>
                <a:cs typeface="Cambria"/>
              </a:rPr>
              <a:t>=</a:t>
            </a:r>
            <a:r>
              <a:rPr sz="2625" spc="240" baseline="-22222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625" spc="-37" baseline="12698" dirty="0">
                <a:solidFill>
                  <a:srgbClr val="0000FF"/>
                </a:solidFill>
                <a:latin typeface="Microsoft Sans Serif"/>
                <a:cs typeface="Microsoft Sans Serif"/>
              </a:rPr>
              <a:t>2L</a:t>
            </a:r>
            <a:endParaRPr sz="2625" baseline="12698">
              <a:latin typeface="Microsoft Sans Serif"/>
              <a:cs typeface="Microsoft Sans Serif"/>
            </a:endParaRPr>
          </a:p>
          <a:p>
            <a:pPr marL="91440">
              <a:lnSpc>
                <a:spcPct val="100000"/>
              </a:lnSpc>
              <a:tabLst>
                <a:tab pos="1938655" algn="l"/>
              </a:tabLst>
            </a:pPr>
            <a:r>
              <a:rPr sz="1800" dirty="0">
                <a:latin typeface="Microsoft Sans Serif"/>
                <a:cs typeface="Microsoft Sans Serif"/>
              </a:rPr>
              <a:t>1</a:t>
            </a:r>
            <a:r>
              <a:rPr sz="1800" baseline="25462" dirty="0">
                <a:latin typeface="Microsoft Sans Serif"/>
                <a:cs typeface="Microsoft Sans Serif"/>
              </a:rPr>
              <a:t>st</a:t>
            </a:r>
            <a:r>
              <a:rPr sz="1800" spc="262" baseline="25462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harmonic</a:t>
            </a:r>
            <a:r>
              <a:rPr sz="1800" dirty="0">
                <a:latin typeface="Microsoft Sans Serif"/>
                <a:cs typeface="Microsoft Sans Serif"/>
              </a:rPr>
              <a:t>	</a:t>
            </a:r>
            <a:r>
              <a:rPr sz="2625" spc="-75" baseline="1587" dirty="0">
                <a:solidFill>
                  <a:srgbClr val="0000FF"/>
                </a:solidFill>
                <a:latin typeface="Microsoft Sans Serif"/>
                <a:cs typeface="Microsoft Sans Serif"/>
              </a:rPr>
              <a:t>1</a:t>
            </a:r>
            <a:endParaRPr sz="2625" baseline="1587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41323" y="1200395"/>
            <a:ext cx="10020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Harmonic number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41457" y="1107483"/>
            <a:ext cx="19056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Oscillation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mode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145535" y="1078991"/>
            <a:ext cx="3301365" cy="5953125"/>
            <a:chOff x="3145535" y="1078991"/>
            <a:chExt cx="3301365" cy="5953125"/>
          </a:xfrm>
        </p:grpSpPr>
        <p:sp>
          <p:nvSpPr>
            <p:cNvPr id="18" name="object 18"/>
            <p:cNvSpPr/>
            <p:nvPr/>
          </p:nvSpPr>
          <p:spPr>
            <a:xfrm>
              <a:off x="3145523" y="1078991"/>
              <a:ext cx="3301365" cy="5953125"/>
            </a:xfrm>
            <a:custGeom>
              <a:avLst/>
              <a:gdLst/>
              <a:ahLst/>
              <a:cxnLst/>
              <a:rect l="l" t="t" r="r" b="b"/>
              <a:pathLst>
                <a:path w="3301365" h="5953125">
                  <a:moveTo>
                    <a:pt x="2426220" y="1223772"/>
                  </a:moveTo>
                  <a:lnTo>
                    <a:pt x="781824" y="1223772"/>
                  </a:lnTo>
                  <a:lnTo>
                    <a:pt x="781824" y="1251204"/>
                  </a:lnTo>
                  <a:lnTo>
                    <a:pt x="2426220" y="1251204"/>
                  </a:lnTo>
                  <a:lnTo>
                    <a:pt x="2426220" y="1223772"/>
                  </a:lnTo>
                  <a:close/>
                </a:path>
                <a:path w="3301365" h="5953125">
                  <a:moveTo>
                    <a:pt x="2426220" y="902208"/>
                  </a:moveTo>
                  <a:lnTo>
                    <a:pt x="781824" y="902208"/>
                  </a:lnTo>
                  <a:lnTo>
                    <a:pt x="781824" y="931164"/>
                  </a:lnTo>
                  <a:lnTo>
                    <a:pt x="2426220" y="931164"/>
                  </a:lnTo>
                  <a:lnTo>
                    <a:pt x="2426220" y="902208"/>
                  </a:lnTo>
                  <a:close/>
                </a:path>
                <a:path w="3301365" h="5953125">
                  <a:moveTo>
                    <a:pt x="3300984" y="0"/>
                  </a:moveTo>
                  <a:lnTo>
                    <a:pt x="3291852" y="0"/>
                  </a:lnTo>
                  <a:lnTo>
                    <a:pt x="3291852" y="9144"/>
                  </a:lnTo>
                  <a:lnTo>
                    <a:pt x="3291852" y="5943612"/>
                  </a:lnTo>
                  <a:lnTo>
                    <a:pt x="9144" y="5943612"/>
                  </a:lnTo>
                  <a:lnTo>
                    <a:pt x="9144" y="9144"/>
                  </a:lnTo>
                  <a:lnTo>
                    <a:pt x="3291852" y="9144"/>
                  </a:lnTo>
                  <a:lnTo>
                    <a:pt x="3291852" y="0"/>
                  </a:lnTo>
                  <a:lnTo>
                    <a:pt x="0" y="0"/>
                  </a:lnTo>
                  <a:lnTo>
                    <a:pt x="0" y="5952756"/>
                  </a:lnTo>
                  <a:lnTo>
                    <a:pt x="3300984" y="5952756"/>
                  </a:lnTo>
                  <a:lnTo>
                    <a:pt x="3300984" y="5948172"/>
                  </a:lnTo>
                  <a:lnTo>
                    <a:pt x="3300984" y="5943612"/>
                  </a:lnTo>
                  <a:lnTo>
                    <a:pt x="3300984" y="9144"/>
                  </a:lnTo>
                  <a:lnTo>
                    <a:pt x="3300984" y="4572"/>
                  </a:lnTo>
                  <a:lnTo>
                    <a:pt x="33009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599402" y="3074193"/>
              <a:ext cx="260985" cy="0"/>
            </a:xfrm>
            <a:custGeom>
              <a:avLst/>
              <a:gdLst/>
              <a:ahLst/>
              <a:cxnLst/>
              <a:rect l="l" t="t" r="r" b="b"/>
              <a:pathLst>
                <a:path w="260985">
                  <a:moveTo>
                    <a:pt x="0" y="0"/>
                  </a:moveTo>
                  <a:lnTo>
                    <a:pt x="260413" y="0"/>
                  </a:lnTo>
                </a:path>
              </a:pathLst>
            </a:custGeom>
            <a:ln w="1114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/>
          <p:nvPr/>
        </p:nvSpPr>
        <p:spPr>
          <a:xfrm>
            <a:off x="6530327" y="1078991"/>
            <a:ext cx="3299460" cy="5953125"/>
          </a:xfrm>
          <a:custGeom>
            <a:avLst/>
            <a:gdLst/>
            <a:ahLst/>
            <a:cxnLst/>
            <a:rect l="l" t="t" r="r" b="b"/>
            <a:pathLst>
              <a:path w="3299459" h="5953125">
                <a:moveTo>
                  <a:pt x="2426220" y="554736"/>
                </a:moveTo>
                <a:lnTo>
                  <a:pt x="2402624" y="540931"/>
                </a:lnTo>
                <a:lnTo>
                  <a:pt x="2319540" y="492252"/>
                </a:lnTo>
                <a:lnTo>
                  <a:pt x="2313444" y="487680"/>
                </a:lnTo>
                <a:lnTo>
                  <a:pt x="2304300" y="490728"/>
                </a:lnTo>
                <a:lnTo>
                  <a:pt x="2299728" y="496824"/>
                </a:lnTo>
                <a:lnTo>
                  <a:pt x="2296680" y="504444"/>
                </a:lnTo>
                <a:lnTo>
                  <a:pt x="2298204" y="513588"/>
                </a:lnTo>
                <a:lnTo>
                  <a:pt x="2305824" y="516636"/>
                </a:lnTo>
                <a:lnTo>
                  <a:pt x="2347023" y="540931"/>
                </a:lnTo>
                <a:lnTo>
                  <a:pt x="861441" y="538073"/>
                </a:lnTo>
                <a:lnTo>
                  <a:pt x="810768" y="537972"/>
                </a:lnTo>
                <a:lnTo>
                  <a:pt x="861618" y="537972"/>
                </a:lnTo>
                <a:lnTo>
                  <a:pt x="903732" y="513588"/>
                </a:lnTo>
                <a:lnTo>
                  <a:pt x="909828" y="510540"/>
                </a:lnTo>
                <a:lnTo>
                  <a:pt x="912876" y="501396"/>
                </a:lnTo>
                <a:lnTo>
                  <a:pt x="908316" y="495300"/>
                </a:lnTo>
                <a:lnTo>
                  <a:pt x="903732" y="487680"/>
                </a:lnTo>
                <a:lnTo>
                  <a:pt x="896124" y="486156"/>
                </a:lnTo>
                <a:lnTo>
                  <a:pt x="888492" y="489204"/>
                </a:lnTo>
                <a:lnTo>
                  <a:pt x="781824" y="551688"/>
                </a:lnTo>
                <a:lnTo>
                  <a:pt x="888492" y="614172"/>
                </a:lnTo>
                <a:lnTo>
                  <a:pt x="896124" y="618744"/>
                </a:lnTo>
                <a:lnTo>
                  <a:pt x="903732" y="615696"/>
                </a:lnTo>
                <a:lnTo>
                  <a:pt x="908316" y="609600"/>
                </a:lnTo>
                <a:lnTo>
                  <a:pt x="912876" y="601980"/>
                </a:lnTo>
                <a:lnTo>
                  <a:pt x="909828" y="594360"/>
                </a:lnTo>
                <a:lnTo>
                  <a:pt x="903732" y="589788"/>
                </a:lnTo>
                <a:lnTo>
                  <a:pt x="861783" y="565505"/>
                </a:lnTo>
                <a:lnTo>
                  <a:pt x="2347341" y="568363"/>
                </a:lnTo>
                <a:lnTo>
                  <a:pt x="2305824" y="592836"/>
                </a:lnTo>
                <a:lnTo>
                  <a:pt x="2298204" y="595884"/>
                </a:lnTo>
                <a:lnTo>
                  <a:pt x="2296680" y="605028"/>
                </a:lnTo>
                <a:lnTo>
                  <a:pt x="2299728" y="612648"/>
                </a:lnTo>
                <a:lnTo>
                  <a:pt x="2304300" y="618744"/>
                </a:lnTo>
                <a:lnTo>
                  <a:pt x="2313444" y="621792"/>
                </a:lnTo>
                <a:lnTo>
                  <a:pt x="2319540" y="617220"/>
                </a:lnTo>
                <a:lnTo>
                  <a:pt x="2402967" y="568363"/>
                </a:lnTo>
                <a:lnTo>
                  <a:pt x="2426220" y="554736"/>
                </a:lnTo>
                <a:close/>
              </a:path>
              <a:path w="3299459" h="5953125">
                <a:moveTo>
                  <a:pt x="3299460" y="0"/>
                </a:moveTo>
                <a:lnTo>
                  <a:pt x="3290316" y="0"/>
                </a:lnTo>
                <a:lnTo>
                  <a:pt x="3290316" y="9144"/>
                </a:lnTo>
                <a:lnTo>
                  <a:pt x="3290316" y="5943612"/>
                </a:lnTo>
                <a:lnTo>
                  <a:pt x="9144" y="5943612"/>
                </a:lnTo>
                <a:lnTo>
                  <a:pt x="9144" y="9144"/>
                </a:lnTo>
                <a:lnTo>
                  <a:pt x="3290316" y="9144"/>
                </a:lnTo>
                <a:lnTo>
                  <a:pt x="3290316" y="0"/>
                </a:lnTo>
                <a:lnTo>
                  <a:pt x="0" y="0"/>
                </a:lnTo>
                <a:lnTo>
                  <a:pt x="0" y="5952756"/>
                </a:lnTo>
                <a:lnTo>
                  <a:pt x="3299460" y="5952756"/>
                </a:lnTo>
                <a:lnTo>
                  <a:pt x="3299460" y="5948172"/>
                </a:lnTo>
                <a:lnTo>
                  <a:pt x="3299460" y="5943612"/>
                </a:lnTo>
                <a:lnTo>
                  <a:pt x="3299460" y="9144"/>
                </a:lnTo>
                <a:lnTo>
                  <a:pt x="3299460" y="4572"/>
                </a:lnTo>
                <a:lnTo>
                  <a:pt x="32994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657091" y="3069033"/>
            <a:ext cx="151130" cy="295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spc="-50" dirty="0">
                <a:solidFill>
                  <a:srgbClr val="0000FF"/>
                </a:solidFill>
                <a:latin typeface="Microsoft Sans Serif"/>
                <a:cs typeface="Microsoft Sans Serif"/>
              </a:rPr>
              <a:t>2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127527" y="3087147"/>
            <a:ext cx="260350" cy="0"/>
          </a:xfrm>
          <a:custGeom>
            <a:avLst/>
            <a:gdLst/>
            <a:ahLst/>
            <a:cxnLst/>
            <a:rect l="l" t="t" r="r" b="b"/>
            <a:pathLst>
              <a:path w="260350">
                <a:moveTo>
                  <a:pt x="0" y="0"/>
                </a:moveTo>
                <a:lnTo>
                  <a:pt x="260127" y="0"/>
                </a:lnTo>
              </a:path>
            </a:pathLst>
          </a:custGeom>
          <a:ln w="1113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125971" y="3082159"/>
            <a:ext cx="262255" cy="2965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spc="-25" dirty="0">
                <a:solidFill>
                  <a:srgbClr val="FF0000"/>
                </a:solidFill>
                <a:latin typeface="Microsoft Sans Serif"/>
                <a:cs typeface="Microsoft Sans Serif"/>
              </a:rPr>
              <a:t>2L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614415" y="2905375"/>
            <a:ext cx="736600" cy="2965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750" dirty="0">
                <a:solidFill>
                  <a:srgbClr val="FF0000"/>
                </a:solidFill>
                <a:latin typeface="Microsoft Sans Serif"/>
                <a:cs typeface="Microsoft Sans Serif"/>
              </a:rPr>
              <a:t>f</a:t>
            </a:r>
            <a:r>
              <a:rPr sz="1750" spc="15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FF0000"/>
                </a:solidFill>
                <a:latin typeface="Cambria"/>
                <a:cs typeface="Cambria"/>
              </a:rPr>
              <a:t>=</a:t>
            </a:r>
            <a:r>
              <a:rPr sz="1750" spc="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50" dirty="0">
                <a:solidFill>
                  <a:srgbClr val="FF0000"/>
                </a:solidFill>
                <a:latin typeface="Microsoft Sans Serif"/>
                <a:cs typeface="Microsoft Sans Serif"/>
              </a:rPr>
              <a:t>2</a:t>
            </a:r>
            <a:r>
              <a:rPr sz="1750" spc="32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625" spc="-75" baseline="36507" dirty="0">
                <a:solidFill>
                  <a:srgbClr val="FF0000"/>
                </a:solidFill>
                <a:latin typeface="Microsoft Sans Serif"/>
                <a:cs typeface="Microsoft Sans Serif"/>
              </a:rPr>
              <a:t>v</a:t>
            </a:r>
            <a:endParaRPr sz="2625" baseline="36507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599402" y="3988593"/>
            <a:ext cx="260985" cy="0"/>
          </a:xfrm>
          <a:custGeom>
            <a:avLst/>
            <a:gdLst/>
            <a:ahLst/>
            <a:cxnLst/>
            <a:rect l="l" t="t" r="r" b="b"/>
            <a:pathLst>
              <a:path w="260985">
                <a:moveTo>
                  <a:pt x="0" y="0"/>
                </a:moveTo>
                <a:lnTo>
                  <a:pt x="260413" y="0"/>
                </a:lnTo>
              </a:path>
            </a:pathLst>
          </a:custGeom>
          <a:ln w="11144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654044" y="3983433"/>
            <a:ext cx="151130" cy="295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spc="-50" dirty="0">
                <a:solidFill>
                  <a:srgbClr val="0000FF"/>
                </a:solidFill>
                <a:latin typeface="Microsoft Sans Serif"/>
                <a:cs typeface="Microsoft Sans Serif"/>
              </a:rPr>
              <a:t>3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188207" y="3664917"/>
            <a:ext cx="698500" cy="295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625" spc="172" baseline="-34920" dirty="0">
                <a:solidFill>
                  <a:srgbClr val="0000FF"/>
                </a:solidFill>
                <a:latin typeface="Cambria"/>
                <a:cs typeface="Cambria"/>
              </a:rPr>
              <a:t>λ</a:t>
            </a:r>
            <a:r>
              <a:rPr sz="2625" spc="157" baseline="-3492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625" baseline="-34920" dirty="0">
                <a:solidFill>
                  <a:srgbClr val="0000FF"/>
                </a:solidFill>
                <a:latin typeface="Cambria"/>
                <a:cs typeface="Cambria"/>
              </a:rPr>
              <a:t>=</a:t>
            </a:r>
            <a:r>
              <a:rPr sz="2625" spc="277" baseline="-3492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1750" spc="-25" dirty="0">
                <a:solidFill>
                  <a:srgbClr val="0000FF"/>
                </a:solidFill>
                <a:latin typeface="Microsoft Sans Serif"/>
                <a:cs typeface="Microsoft Sans Serif"/>
              </a:rPr>
              <a:t>2L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127527" y="4001547"/>
            <a:ext cx="260350" cy="0"/>
          </a:xfrm>
          <a:custGeom>
            <a:avLst/>
            <a:gdLst/>
            <a:ahLst/>
            <a:cxnLst/>
            <a:rect l="l" t="t" r="r" b="b"/>
            <a:pathLst>
              <a:path w="260350">
                <a:moveTo>
                  <a:pt x="0" y="0"/>
                </a:moveTo>
                <a:lnTo>
                  <a:pt x="260127" y="0"/>
                </a:lnTo>
              </a:path>
            </a:pathLst>
          </a:custGeom>
          <a:ln w="1113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6125971" y="3996559"/>
            <a:ext cx="262255" cy="2965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spc="-25" dirty="0">
                <a:solidFill>
                  <a:srgbClr val="FF0000"/>
                </a:solidFill>
                <a:latin typeface="Microsoft Sans Serif"/>
                <a:cs typeface="Microsoft Sans Serif"/>
              </a:rPr>
              <a:t>2L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614415" y="3819774"/>
            <a:ext cx="736600" cy="2965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750" dirty="0">
                <a:solidFill>
                  <a:srgbClr val="FF0000"/>
                </a:solidFill>
                <a:latin typeface="Microsoft Sans Serif"/>
                <a:cs typeface="Microsoft Sans Serif"/>
              </a:rPr>
              <a:t>f</a:t>
            </a:r>
            <a:r>
              <a:rPr sz="1750" spc="15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FF0000"/>
                </a:solidFill>
                <a:latin typeface="Cambria"/>
                <a:cs typeface="Cambria"/>
              </a:rPr>
              <a:t>=</a:t>
            </a:r>
            <a:r>
              <a:rPr sz="1750" spc="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50" dirty="0">
                <a:solidFill>
                  <a:srgbClr val="FF0000"/>
                </a:solidFill>
                <a:latin typeface="Microsoft Sans Serif"/>
                <a:cs typeface="Microsoft Sans Serif"/>
              </a:rPr>
              <a:t>3</a:t>
            </a:r>
            <a:r>
              <a:rPr sz="1750" spc="36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625" spc="-75" baseline="36507" dirty="0">
                <a:solidFill>
                  <a:srgbClr val="FF0000"/>
                </a:solidFill>
                <a:latin typeface="Microsoft Sans Serif"/>
                <a:cs typeface="Microsoft Sans Serif"/>
              </a:rPr>
              <a:t>v</a:t>
            </a:r>
            <a:endParaRPr sz="2625" baseline="36507">
              <a:latin typeface="Microsoft Sans Serif"/>
              <a:cs typeface="Microsoft Sans Serif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599402" y="4902993"/>
            <a:ext cx="260985" cy="0"/>
          </a:xfrm>
          <a:custGeom>
            <a:avLst/>
            <a:gdLst/>
            <a:ahLst/>
            <a:cxnLst/>
            <a:rect l="l" t="t" r="r" b="b"/>
            <a:pathLst>
              <a:path w="260985">
                <a:moveTo>
                  <a:pt x="0" y="0"/>
                </a:moveTo>
                <a:lnTo>
                  <a:pt x="260413" y="0"/>
                </a:lnTo>
              </a:path>
            </a:pathLst>
          </a:custGeom>
          <a:ln w="11144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3657091" y="4897833"/>
            <a:ext cx="151130" cy="295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spc="-50" dirty="0">
                <a:solidFill>
                  <a:srgbClr val="0000FF"/>
                </a:solidFill>
                <a:latin typeface="Microsoft Sans Serif"/>
                <a:cs typeface="Microsoft Sans Serif"/>
              </a:rPr>
              <a:t>4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133338" y="4949475"/>
            <a:ext cx="259715" cy="0"/>
          </a:xfrm>
          <a:custGeom>
            <a:avLst/>
            <a:gdLst/>
            <a:ahLst/>
            <a:cxnLst/>
            <a:rect l="l" t="t" r="r" b="b"/>
            <a:pathLst>
              <a:path w="259714">
                <a:moveTo>
                  <a:pt x="0" y="0"/>
                </a:moveTo>
                <a:lnTo>
                  <a:pt x="259556" y="0"/>
                </a:lnTo>
              </a:path>
            </a:pathLst>
          </a:custGeom>
          <a:ln w="111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6130544" y="4944486"/>
            <a:ext cx="264160" cy="2965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spc="-25" dirty="0">
                <a:solidFill>
                  <a:srgbClr val="FF0000"/>
                </a:solidFill>
                <a:latin typeface="Microsoft Sans Serif"/>
                <a:cs typeface="Microsoft Sans Serif"/>
              </a:rPr>
              <a:t>2L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614415" y="4767702"/>
            <a:ext cx="742950" cy="2965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750" dirty="0">
                <a:solidFill>
                  <a:srgbClr val="FF0000"/>
                </a:solidFill>
                <a:latin typeface="Microsoft Sans Serif"/>
                <a:cs typeface="Microsoft Sans Serif"/>
              </a:rPr>
              <a:t>f</a:t>
            </a:r>
            <a:r>
              <a:rPr sz="1750" spc="14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FF0000"/>
                </a:solidFill>
                <a:latin typeface="Cambria"/>
                <a:cs typeface="Cambria"/>
              </a:rPr>
              <a:t>=</a:t>
            </a:r>
            <a:r>
              <a:rPr sz="1750" spc="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50" dirty="0">
                <a:solidFill>
                  <a:srgbClr val="FF0000"/>
                </a:solidFill>
                <a:latin typeface="Microsoft Sans Serif"/>
                <a:cs typeface="Microsoft Sans Serif"/>
              </a:rPr>
              <a:t>4</a:t>
            </a:r>
            <a:r>
              <a:rPr sz="1750" spc="35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625" spc="-75" baseline="36507" dirty="0">
                <a:solidFill>
                  <a:srgbClr val="FF0000"/>
                </a:solidFill>
                <a:latin typeface="Microsoft Sans Serif"/>
                <a:cs typeface="Microsoft Sans Serif"/>
              </a:rPr>
              <a:t>v</a:t>
            </a:r>
            <a:endParaRPr sz="2625" baseline="36507">
              <a:latin typeface="Microsoft Sans Serif"/>
              <a:cs typeface="Microsoft Sans Serif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599402" y="5817393"/>
            <a:ext cx="260985" cy="0"/>
          </a:xfrm>
          <a:custGeom>
            <a:avLst/>
            <a:gdLst/>
            <a:ahLst/>
            <a:cxnLst/>
            <a:rect l="l" t="t" r="r" b="b"/>
            <a:pathLst>
              <a:path w="260985">
                <a:moveTo>
                  <a:pt x="0" y="0"/>
                </a:moveTo>
                <a:lnTo>
                  <a:pt x="260413" y="0"/>
                </a:lnTo>
              </a:path>
            </a:pathLst>
          </a:custGeom>
          <a:ln w="11144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3654044" y="5812233"/>
            <a:ext cx="151130" cy="295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spc="-50" dirty="0">
                <a:solidFill>
                  <a:srgbClr val="0000FF"/>
                </a:solidFill>
                <a:latin typeface="Microsoft Sans Serif"/>
                <a:cs typeface="Microsoft Sans Serif"/>
              </a:rPr>
              <a:t>5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127527" y="5830347"/>
            <a:ext cx="260350" cy="0"/>
          </a:xfrm>
          <a:custGeom>
            <a:avLst/>
            <a:gdLst/>
            <a:ahLst/>
            <a:cxnLst/>
            <a:rect l="l" t="t" r="r" b="b"/>
            <a:pathLst>
              <a:path w="260350">
                <a:moveTo>
                  <a:pt x="0" y="0"/>
                </a:moveTo>
                <a:lnTo>
                  <a:pt x="260127" y="0"/>
                </a:lnTo>
              </a:path>
            </a:pathLst>
          </a:custGeom>
          <a:ln w="1113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6125971" y="5825359"/>
            <a:ext cx="262255" cy="2965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spc="-25" dirty="0">
                <a:solidFill>
                  <a:srgbClr val="FF0000"/>
                </a:solidFill>
                <a:latin typeface="Microsoft Sans Serif"/>
                <a:cs typeface="Microsoft Sans Serif"/>
              </a:rPr>
              <a:t>2L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614415" y="5648575"/>
            <a:ext cx="736600" cy="2965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750" dirty="0">
                <a:solidFill>
                  <a:srgbClr val="FF0000"/>
                </a:solidFill>
                <a:latin typeface="Microsoft Sans Serif"/>
                <a:cs typeface="Microsoft Sans Serif"/>
              </a:rPr>
              <a:t>f</a:t>
            </a:r>
            <a:r>
              <a:rPr sz="1750" spc="15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FF0000"/>
                </a:solidFill>
                <a:latin typeface="Cambria"/>
                <a:cs typeface="Cambria"/>
              </a:rPr>
              <a:t>=</a:t>
            </a:r>
            <a:r>
              <a:rPr sz="1750" spc="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50" dirty="0">
                <a:solidFill>
                  <a:srgbClr val="FF0000"/>
                </a:solidFill>
                <a:latin typeface="Microsoft Sans Serif"/>
                <a:cs typeface="Microsoft Sans Serif"/>
              </a:rPr>
              <a:t>5</a:t>
            </a:r>
            <a:r>
              <a:rPr sz="1750" spc="36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625" spc="-75" baseline="36507" dirty="0">
                <a:solidFill>
                  <a:srgbClr val="FF0000"/>
                </a:solidFill>
                <a:latin typeface="Microsoft Sans Serif"/>
                <a:cs typeface="Microsoft Sans Serif"/>
              </a:rPr>
              <a:t>v</a:t>
            </a:r>
            <a:endParaRPr sz="2625" baseline="36507">
              <a:latin typeface="Microsoft Sans Serif"/>
              <a:cs typeface="Microsoft Sans Serif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3599402" y="6731793"/>
            <a:ext cx="260985" cy="0"/>
          </a:xfrm>
          <a:custGeom>
            <a:avLst/>
            <a:gdLst/>
            <a:ahLst/>
            <a:cxnLst/>
            <a:rect l="l" t="t" r="r" b="b"/>
            <a:pathLst>
              <a:path w="260985">
                <a:moveTo>
                  <a:pt x="0" y="0"/>
                </a:moveTo>
                <a:lnTo>
                  <a:pt x="260413" y="0"/>
                </a:lnTo>
              </a:path>
            </a:pathLst>
          </a:custGeom>
          <a:ln w="11144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3654044" y="6726633"/>
            <a:ext cx="151130" cy="295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spc="-50" dirty="0">
                <a:solidFill>
                  <a:srgbClr val="0000FF"/>
                </a:solidFill>
                <a:latin typeface="Microsoft Sans Serif"/>
                <a:cs typeface="Microsoft Sans Serif"/>
              </a:rPr>
              <a:t>n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188207" y="6408117"/>
            <a:ext cx="698500" cy="295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625" spc="172" baseline="-34920" dirty="0">
                <a:solidFill>
                  <a:srgbClr val="0000FF"/>
                </a:solidFill>
                <a:latin typeface="Cambria"/>
                <a:cs typeface="Cambria"/>
              </a:rPr>
              <a:t>λ</a:t>
            </a:r>
            <a:r>
              <a:rPr sz="2625" spc="157" baseline="-3492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625" baseline="-34920" dirty="0">
                <a:solidFill>
                  <a:srgbClr val="0000FF"/>
                </a:solidFill>
                <a:latin typeface="Cambria"/>
                <a:cs typeface="Cambria"/>
              </a:rPr>
              <a:t>=</a:t>
            </a:r>
            <a:r>
              <a:rPr sz="2625" spc="277" baseline="-3492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1750" spc="-25" dirty="0">
                <a:solidFill>
                  <a:srgbClr val="0000FF"/>
                </a:solidFill>
                <a:latin typeface="Microsoft Sans Serif"/>
                <a:cs typeface="Microsoft Sans Serif"/>
              </a:rPr>
              <a:t>2L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6120479" y="6744747"/>
            <a:ext cx="260350" cy="0"/>
          </a:xfrm>
          <a:custGeom>
            <a:avLst/>
            <a:gdLst/>
            <a:ahLst/>
            <a:cxnLst/>
            <a:rect l="l" t="t" r="r" b="b"/>
            <a:pathLst>
              <a:path w="260350">
                <a:moveTo>
                  <a:pt x="0" y="0"/>
                </a:moveTo>
                <a:lnTo>
                  <a:pt x="260223" y="0"/>
                </a:lnTo>
              </a:path>
            </a:pathLst>
          </a:custGeom>
          <a:ln w="1113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6118352" y="6739759"/>
            <a:ext cx="264160" cy="2965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spc="-25" dirty="0">
                <a:solidFill>
                  <a:srgbClr val="FF0000"/>
                </a:solidFill>
                <a:latin typeface="Microsoft Sans Serif"/>
                <a:cs typeface="Microsoft Sans Serif"/>
              </a:rPr>
              <a:t>2L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614415" y="6562975"/>
            <a:ext cx="728980" cy="2965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750" dirty="0">
                <a:solidFill>
                  <a:srgbClr val="FF0000"/>
                </a:solidFill>
                <a:latin typeface="Microsoft Sans Serif"/>
                <a:cs typeface="Microsoft Sans Serif"/>
              </a:rPr>
              <a:t>f</a:t>
            </a:r>
            <a:r>
              <a:rPr sz="1750" spc="16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FF0000"/>
                </a:solidFill>
                <a:latin typeface="Cambria"/>
                <a:cs typeface="Cambria"/>
              </a:rPr>
              <a:t>=</a:t>
            </a:r>
            <a:r>
              <a:rPr sz="1750" spc="-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50" dirty="0">
                <a:solidFill>
                  <a:srgbClr val="FF0000"/>
                </a:solidFill>
                <a:latin typeface="Microsoft Sans Serif"/>
                <a:cs typeface="Microsoft Sans Serif"/>
              </a:rPr>
              <a:t>n</a:t>
            </a:r>
            <a:r>
              <a:rPr sz="1750" spc="32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625" spc="-75" baseline="36507" dirty="0">
                <a:solidFill>
                  <a:srgbClr val="FF0000"/>
                </a:solidFill>
                <a:latin typeface="Microsoft Sans Serif"/>
                <a:cs typeface="Microsoft Sans Serif"/>
              </a:rPr>
              <a:t>v</a:t>
            </a:r>
            <a:endParaRPr sz="2625" baseline="36507">
              <a:latin typeface="Microsoft Sans Serif"/>
              <a:cs typeface="Microsoft Sans Serif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996428" y="1415796"/>
            <a:ext cx="325120" cy="40132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810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00"/>
              </a:spcBef>
            </a:pPr>
            <a:r>
              <a:rPr sz="2000" spc="-50" dirty="0">
                <a:solidFill>
                  <a:srgbClr val="FF3300"/>
                </a:solidFill>
                <a:latin typeface="Microsoft Sans Serif"/>
                <a:cs typeface="Microsoft Sans Serif"/>
              </a:rPr>
              <a:t>L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6976967" y="1485900"/>
            <a:ext cx="1995170" cy="680085"/>
            <a:chOff x="6976967" y="1485900"/>
            <a:chExt cx="1995170" cy="680085"/>
          </a:xfrm>
        </p:grpSpPr>
        <p:sp>
          <p:nvSpPr>
            <p:cNvPr id="49" name="object 49"/>
            <p:cNvSpPr/>
            <p:nvPr/>
          </p:nvSpPr>
          <p:spPr>
            <a:xfrm>
              <a:off x="7296911" y="1485899"/>
              <a:ext cx="1675130" cy="287020"/>
            </a:xfrm>
            <a:custGeom>
              <a:avLst/>
              <a:gdLst/>
              <a:ahLst/>
              <a:cxnLst/>
              <a:rect l="l" t="t" r="r" b="b"/>
              <a:pathLst>
                <a:path w="1675129" h="287019">
                  <a:moveTo>
                    <a:pt x="27432" y="0"/>
                  </a:moveTo>
                  <a:lnTo>
                    <a:pt x="0" y="0"/>
                  </a:lnTo>
                  <a:lnTo>
                    <a:pt x="0" y="286512"/>
                  </a:lnTo>
                  <a:lnTo>
                    <a:pt x="27432" y="286512"/>
                  </a:lnTo>
                  <a:lnTo>
                    <a:pt x="27432" y="0"/>
                  </a:lnTo>
                  <a:close/>
                </a:path>
                <a:path w="1675129" h="287019">
                  <a:moveTo>
                    <a:pt x="1674876" y="0"/>
                  </a:moveTo>
                  <a:lnTo>
                    <a:pt x="1645920" y="0"/>
                  </a:lnTo>
                  <a:lnTo>
                    <a:pt x="1645920" y="286512"/>
                  </a:lnTo>
                  <a:lnTo>
                    <a:pt x="1674876" y="286512"/>
                  </a:lnTo>
                  <a:lnTo>
                    <a:pt x="16748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982682" y="2159793"/>
              <a:ext cx="267970" cy="0"/>
            </a:xfrm>
            <a:custGeom>
              <a:avLst/>
              <a:gdLst/>
              <a:ahLst/>
              <a:cxnLst/>
              <a:rect l="l" t="t" r="r" b="b"/>
              <a:pathLst>
                <a:path w="267970">
                  <a:moveTo>
                    <a:pt x="0" y="0"/>
                  </a:moveTo>
                  <a:lnTo>
                    <a:pt x="267461" y="0"/>
                  </a:lnTo>
                </a:path>
              </a:pathLst>
            </a:custGeom>
            <a:ln w="1114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7049516" y="2154633"/>
            <a:ext cx="151130" cy="295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spc="-50" dirty="0">
                <a:solidFill>
                  <a:srgbClr val="0000FF"/>
                </a:solidFill>
                <a:latin typeface="Microsoft Sans Serif"/>
                <a:cs typeface="Microsoft Sans Serif"/>
              </a:rPr>
              <a:t>1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571488" y="1836117"/>
            <a:ext cx="703580" cy="295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625" spc="172" baseline="-34920" dirty="0">
                <a:solidFill>
                  <a:srgbClr val="0000FF"/>
                </a:solidFill>
                <a:latin typeface="Cambria"/>
                <a:cs typeface="Cambria"/>
              </a:rPr>
              <a:t>λ</a:t>
            </a:r>
            <a:r>
              <a:rPr sz="2625" spc="157" baseline="-3492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625" baseline="-34920" dirty="0">
                <a:solidFill>
                  <a:srgbClr val="0000FF"/>
                </a:solidFill>
                <a:latin typeface="Cambria"/>
                <a:cs typeface="Cambria"/>
              </a:rPr>
              <a:t>=</a:t>
            </a:r>
            <a:r>
              <a:rPr sz="2625" spc="315" baseline="-3492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1750" spc="-25" dirty="0">
                <a:solidFill>
                  <a:srgbClr val="0000FF"/>
                </a:solidFill>
                <a:latin typeface="Microsoft Sans Serif"/>
                <a:cs typeface="Microsoft Sans Serif"/>
              </a:rPr>
              <a:t>4L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9464134" y="2159793"/>
            <a:ext cx="267970" cy="0"/>
          </a:xfrm>
          <a:custGeom>
            <a:avLst/>
            <a:gdLst/>
            <a:ahLst/>
            <a:cxnLst/>
            <a:rect l="l" t="t" r="r" b="b"/>
            <a:pathLst>
              <a:path w="267970">
                <a:moveTo>
                  <a:pt x="0" y="0"/>
                </a:moveTo>
                <a:lnTo>
                  <a:pt x="267557" y="0"/>
                </a:lnTo>
              </a:path>
            </a:pathLst>
          </a:custGeom>
          <a:ln w="11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9465055" y="2154633"/>
            <a:ext cx="267970" cy="295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spc="-25" dirty="0">
                <a:solidFill>
                  <a:srgbClr val="FF0000"/>
                </a:solidFill>
                <a:latin typeface="Microsoft Sans Serif"/>
                <a:cs typeface="Microsoft Sans Serif"/>
              </a:rPr>
              <a:t>4L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8996171" y="1977849"/>
            <a:ext cx="695325" cy="295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750" dirty="0">
                <a:solidFill>
                  <a:srgbClr val="FF0000"/>
                </a:solidFill>
                <a:latin typeface="Microsoft Sans Serif"/>
                <a:cs typeface="Microsoft Sans Serif"/>
              </a:rPr>
              <a:t>f</a:t>
            </a:r>
            <a:r>
              <a:rPr sz="1750" spc="15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FF0000"/>
                </a:solidFill>
                <a:latin typeface="Cambria"/>
                <a:cs typeface="Cambria"/>
              </a:rPr>
              <a:t>=</a:t>
            </a:r>
            <a:r>
              <a:rPr sz="1750" spc="-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50" dirty="0">
                <a:solidFill>
                  <a:srgbClr val="FF0000"/>
                </a:solidFill>
                <a:latin typeface="Microsoft Sans Serif"/>
                <a:cs typeface="Microsoft Sans Serif"/>
              </a:rPr>
              <a:t>1</a:t>
            </a:r>
            <a:r>
              <a:rPr sz="1750" spc="13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625" spc="-75" baseline="34920" dirty="0">
                <a:solidFill>
                  <a:srgbClr val="FF0000"/>
                </a:solidFill>
                <a:latin typeface="Microsoft Sans Serif"/>
                <a:cs typeface="Microsoft Sans Serif"/>
              </a:rPr>
              <a:t>v</a:t>
            </a:r>
            <a:endParaRPr sz="2625" baseline="34920">
              <a:latin typeface="Microsoft Sans Serif"/>
              <a:cs typeface="Microsoft Sans Serif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226365" y="1122644"/>
            <a:ext cx="19056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Oscillation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mode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6976967" y="1981200"/>
            <a:ext cx="1978660" cy="2013585"/>
            <a:chOff x="6976967" y="1981200"/>
            <a:chExt cx="1978660" cy="2013585"/>
          </a:xfrm>
        </p:grpSpPr>
        <p:sp>
          <p:nvSpPr>
            <p:cNvPr id="58" name="object 58"/>
            <p:cNvSpPr/>
            <p:nvPr/>
          </p:nvSpPr>
          <p:spPr>
            <a:xfrm>
              <a:off x="7310627" y="1981199"/>
              <a:ext cx="1644650" cy="349250"/>
            </a:xfrm>
            <a:custGeom>
              <a:avLst/>
              <a:gdLst/>
              <a:ahLst/>
              <a:cxnLst/>
              <a:rect l="l" t="t" r="r" b="b"/>
              <a:pathLst>
                <a:path w="1644650" h="349250">
                  <a:moveTo>
                    <a:pt x="1644396" y="321564"/>
                  </a:moveTo>
                  <a:lnTo>
                    <a:pt x="0" y="321564"/>
                  </a:lnTo>
                  <a:lnTo>
                    <a:pt x="0" y="348996"/>
                  </a:lnTo>
                  <a:lnTo>
                    <a:pt x="1644396" y="348996"/>
                  </a:lnTo>
                  <a:lnTo>
                    <a:pt x="1644396" y="321564"/>
                  </a:lnTo>
                  <a:close/>
                </a:path>
                <a:path w="1644650" h="349250">
                  <a:moveTo>
                    <a:pt x="1644396" y="0"/>
                  </a:moveTo>
                  <a:lnTo>
                    <a:pt x="0" y="0"/>
                  </a:lnTo>
                  <a:lnTo>
                    <a:pt x="0" y="28956"/>
                  </a:lnTo>
                  <a:lnTo>
                    <a:pt x="1644396" y="28956"/>
                  </a:lnTo>
                  <a:lnTo>
                    <a:pt x="16443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982682" y="3988593"/>
              <a:ext cx="267970" cy="0"/>
            </a:xfrm>
            <a:custGeom>
              <a:avLst/>
              <a:gdLst/>
              <a:ahLst/>
              <a:cxnLst/>
              <a:rect l="l" t="t" r="r" b="b"/>
              <a:pathLst>
                <a:path w="267970">
                  <a:moveTo>
                    <a:pt x="0" y="0"/>
                  </a:moveTo>
                  <a:lnTo>
                    <a:pt x="267461" y="0"/>
                  </a:lnTo>
                </a:path>
              </a:pathLst>
            </a:custGeom>
            <a:ln w="1114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7040371" y="3983433"/>
            <a:ext cx="151130" cy="295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spc="-50" dirty="0">
                <a:solidFill>
                  <a:srgbClr val="0000FF"/>
                </a:solidFill>
                <a:latin typeface="Microsoft Sans Serif"/>
                <a:cs typeface="Microsoft Sans Serif"/>
              </a:rPr>
              <a:t>3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571488" y="3664917"/>
            <a:ext cx="703580" cy="295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625" spc="172" baseline="-34920" dirty="0">
                <a:solidFill>
                  <a:srgbClr val="0000FF"/>
                </a:solidFill>
                <a:latin typeface="Cambria"/>
                <a:cs typeface="Cambria"/>
              </a:rPr>
              <a:t>λ</a:t>
            </a:r>
            <a:r>
              <a:rPr sz="2625" spc="157" baseline="-3492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625" baseline="-34920" dirty="0">
                <a:solidFill>
                  <a:srgbClr val="0000FF"/>
                </a:solidFill>
                <a:latin typeface="Cambria"/>
                <a:cs typeface="Cambria"/>
              </a:rPr>
              <a:t>=</a:t>
            </a:r>
            <a:r>
              <a:rPr sz="2625" spc="315" baseline="-3492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1750" spc="-25" dirty="0">
                <a:solidFill>
                  <a:srgbClr val="0000FF"/>
                </a:solidFill>
                <a:latin typeface="Microsoft Sans Serif"/>
                <a:cs typeface="Microsoft Sans Serif"/>
              </a:rPr>
              <a:t>4L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9510521" y="4001547"/>
            <a:ext cx="267335" cy="0"/>
          </a:xfrm>
          <a:custGeom>
            <a:avLst/>
            <a:gdLst/>
            <a:ahLst/>
            <a:cxnLst/>
            <a:rect l="l" t="t" r="r" b="b"/>
            <a:pathLst>
              <a:path w="267334">
                <a:moveTo>
                  <a:pt x="0" y="0"/>
                </a:moveTo>
                <a:lnTo>
                  <a:pt x="267081" y="0"/>
                </a:lnTo>
              </a:path>
            </a:pathLst>
          </a:custGeom>
          <a:ln w="111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9512300" y="3996559"/>
            <a:ext cx="266700" cy="2965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spc="-25" dirty="0">
                <a:solidFill>
                  <a:srgbClr val="FF0000"/>
                </a:solidFill>
                <a:latin typeface="Microsoft Sans Serif"/>
                <a:cs typeface="Microsoft Sans Serif"/>
              </a:rPr>
              <a:t>4L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8997696" y="3819774"/>
            <a:ext cx="739775" cy="2965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750" dirty="0">
                <a:solidFill>
                  <a:srgbClr val="FF0000"/>
                </a:solidFill>
                <a:latin typeface="Microsoft Sans Serif"/>
                <a:cs typeface="Microsoft Sans Serif"/>
              </a:rPr>
              <a:t>f</a:t>
            </a:r>
            <a:r>
              <a:rPr sz="1750" spc="15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FF0000"/>
                </a:solidFill>
                <a:latin typeface="Cambria"/>
                <a:cs typeface="Cambria"/>
              </a:rPr>
              <a:t>=</a:t>
            </a:r>
            <a:r>
              <a:rPr sz="1750" spc="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50" dirty="0">
                <a:solidFill>
                  <a:srgbClr val="FF0000"/>
                </a:solidFill>
                <a:latin typeface="Microsoft Sans Serif"/>
                <a:cs typeface="Microsoft Sans Serif"/>
              </a:rPr>
              <a:t>3</a:t>
            </a:r>
            <a:r>
              <a:rPr sz="1750" spc="38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625" spc="-75" baseline="36507" dirty="0">
                <a:solidFill>
                  <a:srgbClr val="FF0000"/>
                </a:solidFill>
                <a:latin typeface="Microsoft Sans Serif"/>
                <a:cs typeface="Microsoft Sans Serif"/>
              </a:rPr>
              <a:t>v</a:t>
            </a:r>
            <a:endParaRPr sz="2625" baseline="36507">
              <a:latin typeface="Microsoft Sans Serif"/>
              <a:cs typeface="Microsoft Sans Serif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6976967" y="3811524"/>
            <a:ext cx="1978660" cy="2011680"/>
            <a:chOff x="6976967" y="3811524"/>
            <a:chExt cx="1978660" cy="2011680"/>
          </a:xfrm>
        </p:grpSpPr>
        <p:sp>
          <p:nvSpPr>
            <p:cNvPr id="66" name="object 66"/>
            <p:cNvSpPr/>
            <p:nvPr/>
          </p:nvSpPr>
          <p:spPr>
            <a:xfrm>
              <a:off x="7310627" y="3811536"/>
              <a:ext cx="1644650" cy="347980"/>
            </a:xfrm>
            <a:custGeom>
              <a:avLst/>
              <a:gdLst/>
              <a:ahLst/>
              <a:cxnLst/>
              <a:rect l="l" t="t" r="r" b="b"/>
              <a:pathLst>
                <a:path w="1644650" h="347979">
                  <a:moveTo>
                    <a:pt x="1644396" y="320040"/>
                  </a:moveTo>
                  <a:lnTo>
                    <a:pt x="0" y="320040"/>
                  </a:lnTo>
                  <a:lnTo>
                    <a:pt x="0" y="347472"/>
                  </a:lnTo>
                  <a:lnTo>
                    <a:pt x="1644396" y="347472"/>
                  </a:lnTo>
                  <a:lnTo>
                    <a:pt x="1644396" y="320040"/>
                  </a:lnTo>
                  <a:close/>
                </a:path>
                <a:path w="1644650" h="347979">
                  <a:moveTo>
                    <a:pt x="1644396" y="0"/>
                  </a:moveTo>
                  <a:lnTo>
                    <a:pt x="0" y="0"/>
                  </a:lnTo>
                  <a:lnTo>
                    <a:pt x="0" y="28956"/>
                  </a:lnTo>
                  <a:lnTo>
                    <a:pt x="1644396" y="28956"/>
                  </a:lnTo>
                  <a:lnTo>
                    <a:pt x="16443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982682" y="5817393"/>
              <a:ext cx="267970" cy="0"/>
            </a:xfrm>
            <a:custGeom>
              <a:avLst/>
              <a:gdLst/>
              <a:ahLst/>
              <a:cxnLst/>
              <a:rect l="l" t="t" r="r" b="b"/>
              <a:pathLst>
                <a:path w="267970">
                  <a:moveTo>
                    <a:pt x="0" y="0"/>
                  </a:moveTo>
                  <a:lnTo>
                    <a:pt x="267461" y="0"/>
                  </a:lnTo>
                </a:path>
              </a:pathLst>
            </a:custGeom>
            <a:ln w="1114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7040371" y="5812233"/>
            <a:ext cx="151130" cy="295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spc="-50" dirty="0">
                <a:solidFill>
                  <a:srgbClr val="0000FF"/>
                </a:solidFill>
                <a:latin typeface="Microsoft Sans Serif"/>
                <a:cs typeface="Microsoft Sans Serif"/>
              </a:rPr>
              <a:t>5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6571488" y="5493717"/>
            <a:ext cx="703580" cy="295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625" spc="172" baseline="-34920" dirty="0">
                <a:solidFill>
                  <a:srgbClr val="0000FF"/>
                </a:solidFill>
                <a:latin typeface="Cambria"/>
                <a:cs typeface="Cambria"/>
              </a:rPr>
              <a:t>λ</a:t>
            </a:r>
            <a:r>
              <a:rPr sz="2625" spc="157" baseline="-3492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625" baseline="-34920" dirty="0">
                <a:solidFill>
                  <a:srgbClr val="0000FF"/>
                </a:solidFill>
                <a:latin typeface="Cambria"/>
                <a:cs typeface="Cambria"/>
              </a:rPr>
              <a:t>=</a:t>
            </a:r>
            <a:r>
              <a:rPr sz="2625" spc="315" baseline="-3492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1750" spc="-25" dirty="0">
                <a:solidFill>
                  <a:srgbClr val="0000FF"/>
                </a:solidFill>
                <a:latin typeface="Microsoft Sans Serif"/>
                <a:cs typeface="Microsoft Sans Serif"/>
              </a:rPr>
              <a:t>4L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9501378" y="5830347"/>
            <a:ext cx="267335" cy="0"/>
          </a:xfrm>
          <a:custGeom>
            <a:avLst/>
            <a:gdLst/>
            <a:ahLst/>
            <a:cxnLst/>
            <a:rect l="l" t="t" r="r" b="b"/>
            <a:pathLst>
              <a:path w="267334">
                <a:moveTo>
                  <a:pt x="0" y="0"/>
                </a:moveTo>
                <a:lnTo>
                  <a:pt x="267081" y="0"/>
                </a:lnTo>
              </a:path>
            </a:pathLst>
          </a:custGeom>
          <a:ln w="111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9503155" y="5825359"/>
            <a:ext cx="266700" cy="2965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spc="-25" dirty="0">
                <a:solidFill>
                  <a:srgbClr val="FF0000"/>
                </a:solidFill>
                <a:latin typeface="Microsoft Sans Serif"/>
                <a:cs typeface="Microsoft Sans Serif"/>
              </a:rPr>
              <a:t>4L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8988552" y="5648575"/>
            <a:ext cx="739775" cy="2965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750" dirty="0">
                <a:solidFill>
                  <a:srgbClr val="FF0000"/>
                </a:solidFill>
                <a:latin typeface="Microsoft Sans Serif"/>
                <a:cs typeface="Microsoft Sans Serif"/>
              </a:rPr>
              <a:t>f</a:t>
            </a:r>
            <a:r>
              <a:rPr sz="1750" spc="15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FF0000"/>
                </a:solidFill>
                <a:latin typeface="Cambria"/>
                <a:cs typeface="Cambria"/>
              </a:rPr>
              <a:t>=</a:t>
            </a:r>
            <a:r>
              <a:rPr sz="1750" spc="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50" dirty="0">
                <a:solidFill>
                  <a:srgbClr val="FF0000"/>
                </a:solidFill>
                <a:latin typeface="Microsoft Sans Serif"/>
                <a:cs typeface="Microsoft Sans Serif"/>
              </a:rPr>
              <a:t>5</a:t>
            </a:r>
            <a:r>
              <a:rPr sz="1750" spc="38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625" spc="-75" baseline="36507" dirty="0">
                <a:solidFill>
                  <a:srgbClr val="FF0000"/>
                </a:solidFill>
                <a:latin typeface="Microsoft Sans Serif"/>
                <a:cs typeface="Microsoft Sans Serif"/>
              </a:rPr>
              <a:t>v</a:t>
            </a:r>
            <a:endParaRPr sz="2625" baseline="36507">
              <a:latin typeface="Microsoft Sans Serif"/>
              <a:cs typeface="Microsoft Sans Serif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6976967" y="5640323"/>
            <a:ext cx="1978660" cy="1097280"/>
            <a:chOff x="6976967" y="5640323"/>
            <a:chExt cx="1978660" cy="1097280"/>
          </a:xfrm>
        </p:grpSpPr>
        <p:sp>
          <p:nvSpPr>
            <p:cNvPr id="74" name="object 74"/>
            <p:cNvSpPr/>
            <p:nvPr/>
          </p:nvSpPr>
          <p:spPr>
            <a:xfrm>
              <a:off x="7310627" y="5640324"/>
              <a:ext cx="1644650" cy="347980"/>
            </a:xfrm>
            <a:custGeom>
              <a:avLst/>
              <a:gdLst/>
              <a:ahLst/>
              <a:cxnLst/>
              <a:rect l="l" t="t" r="r" b="b"/>
              <a:pathLst>
                <a:path w="1644650" h="347979">
                  <a:moveTo>
                    <a:pt x="1644396" y="320052"/>
                  </a:moveTo>
                  <a:lnTo>
                    <a:pt x="0" y="320052"/>
                  </a:lnTo>
                  <a:lnTo>
                    <a:pt x="0" y="347484"/>
                  </a:lnTo>
                  <a:lnTo>
                    <a:pt x="1644396" y="347484"/>
                  </a:lnTo>
                  <a:lnTo>
                    <a:pt x="1644396" y="320052"/>
                  </a:lnTo>
                  <a:close/>
                </a:path>
                <a:path w="1644650" h="347979">
                  <a:moveTo>
                    <a:pt x="1644396" y="0"/>
                  </a:moveTo>
                  <a:lnTo>
                    <a:pt x="0" y="0"/>
                  </a:lnTo>
                  <a:lnTo>
                    <a:pt x="0" y="28968"/>
                  </a:lnTo>
                  <a:lnTo>
                    <a:pt x="1644396" y="28968"/>
                  </a:lnTo>
                  <a:lnTo>
                    <a:pt x="16443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982682" y="6731793"/>
              <a:ext cx="267970" cy="0"/>
            </a:xfrm>
            <a:custGeom>
              <a:avLst/>
              <a:gdLst/>
              <a:ahLst/>
              <a:cxnLst/>
              <a:rect l="l" t="t" r="r" b="b"/>
              <a:pathLst>
                <a:path w="267970">
                  <a:moveTo>
                    <a:pt x="0" y="0"/>
                  </a:moveTo>
                  <a:lnTo>
                    <a:pt x="267461" y="0"/>
                  </a:lnTo>
                </a:path>
              </a:pathLst>
            </a:custGeom>
            <a:ln w="1114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7040371" y="6726633"/>
            <a:ext cx="151130" cy="295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spc="-50" dirty="0">
                <a:solidFill>
                  <a:srgbClr val="0000FF"/>
                </a:solidFill>
                <a:latin typeface="Microsoft Sans Serif"/>
                <a:cs typeface="Microsoft Sans Serif"/>
              </a:rPr>
              <a:t>n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6571488" y="6408117"/>
            <a:ext cx="703580" cy="295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625" spc="172" baseline="-34920" dirty="0">
                <a:solidFill>
                  <a:srgbClr val="0000FF"/>
                </a:solidFill>
                <a:latin typeface="Cambria"/>
                <a:cs typeface="Cambria"/>
              </a:rPr>
              <a:t>λ</a:t>
            </a:r>
            <a:r>
              <a:rPr sz="2625" spc="157" baseline="-3492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625" baseline="-34920" dirty="0">
                <a:solidFill>
                  <a:srgbClr val="0000FF"/>
                </a:solidFill>
                <a:latin typeface="Cambria"/>
                <a:cs typeface="Cambria"/>
              </a:rPr>
              <a:t>=</a:t>
            </a:r>
            <a:r>
              <a:rPr sz="2625" spc="315" baseline="-3492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1750" spc="-25" dirty="0">
                <a:solidFill>
                  <a:srgbClr val="0000FF"/>
                </a:solidFill>
                <a:latin typeface="Microsoft Sans Serif"/>
                <a:cs typeface="Microsoft Sans Serif"/>
              </a:rPr>
              <a:t>4L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9503188" y="6744747"/>
            <a:ext cx="267970" cy="0"/>
          </a:xfrm>
          <a:custGeom>
            <a:avLst/>
            <a:gdLst/>
            <a:ahLst/>
            <a:cxnLst/>
            <a:rect l="l" t="t" r="r" b="b"/>
            <a:pathLst>
              <a:path w="267970">
                <a:moveTo>
                  <a:pt x="0" y="0"/>
                </a:moveTo>
                <a:lnTo>
                  <a:pt x="267747" y="0"/>
                </a:lnTo>
              </a:path>
            </a:pathLst>
          </a:custGeom>
          <a:ln w="11153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 txBox="1"/>
          <p:nvPr/>
        </p:nvSpPr>
        <p:spPr>
          <a:xfrm>
            <a:off x="9504680" y="6739759"/>
            <a:ext cx="266700" cy="2965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spc="-25" dirty="0">
                <a:solidFill>
                  <a:srgbClr val="FF0000"/>
                </a:solidFill>
                <a:latin typeface="Microsoft Sans Serif"/>
                <a:cs typeface="Microsoft Sans Serif"/>
              </a:rPr>
              <a:t>4L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8996171" y="6562975"/>
            <a:ext cx="733425" cy="2965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750" dirty="0">
                <a:solidFill>
                  <a:srgbClr val="FF0000"/>
                </a:solidFill>
                <a:latin typeface="Microsoft Sans Serif"/>
                <a:cs typeface="Microsoft Sans Serif"/>
              </a:rPr>
              <a:t>f</a:t>
            </a:r>
            <a:r>
              <a:rPr sz="1750" spc="16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FF0000"/>
                </a:solidFill>
                <a:latin typeface="Cambria"/>
                <a:cs typeface="Cambria"/>
              </a:rPr>
              <a:t>=</a:t>
            </a:r>
            <a:r>
              <a:rPr sz="1750" spc="-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50" dirty="0">
                <a:solidFill>
                  <a:srgbClr val="FF0000"/>
                </a:solidFill>
                <a:latin typeface="Microsoft Sans Serif"/>
                <a:cs typeface="Microsoft Sans Serif"/>
              </a:rPr>
              <a:t>n</a:t>
            </a:r>
            <a:r>
              <a:rPr sz="1750" spc="35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625" spc="-75" baseline="36507" dirty="0">
                <a:solidFill>
                  <a:srgbClr val="FF0000"/>
                </a:solidFill>
                <a:latin typeface="Microsoft Sans Serif"/>
                <a:cs typeface="Microsoft Sans Serif"/>
              </a:rPr>
              <a:t>v</a:t>
            </a:r>
            <a:endParaRPr sz="2625" baseline="36507">
              <a:latin typeface="Microsoft Sans Serif"/>
              <a:cs typeface="Microsoft Sans Serif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035778" y="2890531"/>
            <a:ext cx="5289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n</a:t>
            </a:r>
            <a:r>
              <a:rPr sz="2000" spc="5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009900"/>
                </a:solidFill>
                <a:latin typeface="Microsoft Sans Serif"/>
                <a:cs typeface="Microsoft Sans Serif"/>
              </a:rPr>
              <a:t>=2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769375" y="2905737"/>
            <a:ext cx="2117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2</a:t>
            </a:r>
            <a:r>
              <a:rPr sz="1800" baseline="25462" dirty="0">
                <a:latin typeface="Microsoft Sans Serif"/>
                <a:cs typeface="Microsoft Sans Serif"/>
              </a:rPr>
              <a:t>nd</a:t>
            </a:r>
            <a:r>
              <a:rPr sz="1800" spc="225" baseline="25462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harmonic</a:t>
            </a:r>
            <a:r>
              <a:rPr sz="1800" spc="450" dirty="0">
                <a:latin typeface="Microsoft Sans Serif"/>
                <a:cs typeface="Microsoft Sans Serif"/>
              </a:rPr>
              <a:t> </a:t>
            </a:r>
            <a:r>
              <a:rPr sz="2625" spc="172" baseline="4761" dirty="0">
                <a:solidFill>
                  <a:srgbClr val="0000FF"/>
                </a:solidFill>
                <a:latin typeface="Cambria"/>
                <a:cs typeface="Cambria"/>
              </a:rPr>
              <a:t>λ</a:t>
            </a:r>
            <a:r>
              <a:rPr sz="2625" spc="135" baseline="4761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625" baseline="4761" dirty="0">
                <a:solidFill>
                  <a:srgbClr val="0000FF"/>
                </a:solidFill>
                <a:latin typeface="Cambria"/>
                <a:cs typeface="Cambria"/>
              </a:rPr>
              <a:t>=</a:t>
            </a:r>
            <a:r>
              <a:rPr sz="2625" spc="254" baseline="4761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625" spc="-37" baseline="39682" dirty="0">
                <a:solidFill>
                  <a:srgbClr val="0000FF"/>
                </a:solidFill>
                <a:latin typeface="Microsoft Sans Serif"/>
                <a:cs typeface="Microsoft Sans Serif"/>
              </a:rPr>
              <a:t>2L</a:t>
            </a:r>
            <a:endParaRPr sz="2625" baseline="39682">
              <a:latin typeface="Microsoft Sans Serif"/>
              <a:cs typeface="Microsoft Sans Serif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009930" y="3804921"/>
            <a:ext cx="5289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n</a:t>
            </a:r>
            <a:r>
              <a:rPr sz="2000" spc="5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009900"/>
                </a:solidFill>
                <a:latin typeface="Microsoft Sans Serif"/>
                <a:cs typeface="Microsoft Sans Serif"/>
              </a:rPr>
              <a:t>=3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1761785" y="3820135"/>
            <a:ext cx="1339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3</a:t>
            </a:r>
            <a:r>
              <a:rPr sz="1800" baseline="25462" dirty="0">
                <a:latin typeface="Microsoft Sans Serif"/>
                <a:cs typeface="Microsoft Sans Serif"/>
              </a:rPr>
              <a:t>rd</a:t>
            </a:r>
            <a:r>
              <a:rPr sz="1800" spc="262" baseline="25462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harmonic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1010378" y="4751373"/>
            <a:ext cx="28892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817880" algn="l"/>
                <a:tab pos="2215515" algn="l"/>
              </a:tabLst>
            </a:pP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n</a:t>
            </a:r>
            <a:r>
              <a:rPr sz="2000" spc="5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009900"/>
                </a:solidFill>
                <a:latin typeface="Microsoft Sans Serif"/>
                <a:cs typeface="Microsoft Sans Serif"/>
              </a:rPr>
              <a:t>=4</a:t>
            </a: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	</a:t>
            </a:r>
            <a:r>
              <a:rPr sz="2700" baseline="3086" dirty="0">
                <a:latin typeface="Microsoft Sans Serif"/>
                <a:cs typeface="Microsoft Sans Serif"/>
              </a:rPr>
              <a:t>4</a:t>
            </a:r>
            <a:r>
              <a:rPr sz="1800" baseline="27777" dirty="0">
                <a:latin typeface="Microsoft Sans Serif"/>
                <a:cs typeface="Microsoft Sans Serif"/>
              </a:rPr>
              <a:t>th</a:t>
            </a:r>
            <a:r>
              <a:rPr sz="1800" spc="247" baseline="27777" dirty="0">
                <a:latin typeface="Microsoft Sans Serif"/>
                <a:cs typeface="Microsoft Sans Serif"/>
              </a:rPr>
              <a:t> </a:t>
            </a:r>
            <a:r>
              <a:rPr sz="2700" spc="-15" baseline="3086" dirty="0">
                <a:latin typeface="Microsoft Sans Serif"/>
                <a:cs typeface="Microsoft Sans Serif"/>
              </a:rPr>
              <a:t>harmonic</a:t>
            </a:r>
            <a:r>
              <a:rPr sz="2700" baseline="3086" dirty="0">
                <a:latin typeface="Microsoft Sans Serif"/>
                <a:cs typeface="Microsoft Sans Serif"/>
              </a:rPr>
              <a:t>	</a:t>
            </a:r>
            <a:r>
              <a:rPr sz="2625" spc="172" baseline="14285" dirty="0">
                <a:solidFill>
                  <a:srgbClr val="0000FF"/>
                </a:solidFill>
                <a:latin typeface="Cambria"/>
                <a:cs typeface="Cambria"/>
              </a:rPr>
              <a:t>λ</a:t>
            </a:r>
            <a:r>
              <a:rPr sz="2625" spc="157" baseline="14285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625" baseline="14285" dirty="0">
                <a:solidFill>
                  <a:srgbClr val="0000FF"/>
                </a:solidFill>
                <a:latin typeface="Cambria"/>
                <a:cs typeface="Cambria"/>
              </a:rPr>
              <a:t>=</a:t>
            </a:r>
            <a:r>
              <a:rPr sz="2625" spc="277" baseline="14285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625" spc="-37" baseline="50793" dirty="0">
                <a:solidFill>
                  <a:srgbClr val="0000FF"/>
                </a:solidFill>
                <a:latin typeface="Microsoft Sans Serif"/>
                <a:cs typeface="Microsoft Sans Serif"/>
              </a:rPr>
              <a:t>2L</a:t>
            </a:r>
            <a:endParaRPr sz="2625" baseline="50793">
              <a:latin typeface="Microsoft Sans Serif"/>
              <a:cs typeface="Microsoft Sans Serif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1057153" y="5647495"/>
            <a:ext cx="5289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n</a:t>
            </a:r>
            <a:r>
              <a:rPr sz="2000" spc="5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009900"/>
                </a:solidFill>
                <a:latin typeface="Microsoft Sans Serif"/>
                <a:cs typeface="Microsoft Sans Serif"/>
              </a:rPr>
              <a:t>=5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1812014" y="5664222"/>
            <a:ext cx="2074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5</a:t>
            </a:r>
            <a:r>
              <a:rPr sz="1800" baseline="25462" dirty="0">
                <a:latin typeface="Microsoft Sans Serif"/>
                <a:cs typeface="Microsoft Sans Serif"/>
              </a:rPr>
              <a:t>th</a:t>
            </a:r>
            <a:r>
              <a:rPr sz="1800" spc="240" baseline="25462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harmonic</a:t>
            </a:r>
            <a:r>
              <a:rPr sz="1800" spc="434" dirty="0">
                <a:latin typeface="Microsoft Sans Serif"/>
                <a:cs typeface="Microsoft Sans Serif"/>
              </a:rPr>
              <a:t> </a:t>
            </a:r>
            <a:r>
              <a:rPr sz="2625" spc="172" baseline="7936" dirty="0">
                <a:solidFill>
                  <a:srgbClr val="0000FF"/>
                </a:solidFill>
                <a:latin typeface="Cambria"/>
                <a:cs typeface="Cambria"/>
              </a:rPr>
              <a:t>λ</a:t>
            </a:r>
            <a:r>
              <a:rPr sz="2625" spc="135" baseline="7936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625" baseline="7936" dirty="0">
                <a:solidFill>
                  <a:srgbClr val="0000FF"/>
                </a:solidFill>
                <a:latin typeface="Cambria"/>
                <a:cs typeface="Cambria"/>
              </a:rPr>
              <a:t>=</a:t>
            </a:r>
            <a:r>
              <a:rPr sz="2625" spc="254" baseline="7936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625" spc="-37" baseline="42857" dirty="0">
                <a:solidFill>
                  <a:srgbClr val="0000FF"/>
                </a:solidFill>
                <a:latin typeface="Microsoft Sans Serif"/>
                <a:cs typeface="Microsoft Sans Serif"/>
              </a:rPr>
              <a:t>2L</a:t>
            </a:r>
            <a:endParaRPr sz="2625" baseline="42857">
              <a:latin typeface="Microsoft Sans Serif"/>
              <a:cs typeface="Microsoft Sans Serif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511755" y="6549599"/>
            <a:ext cx="1330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n</a:t>
            </a:r>
            <a:r>
              <a:rPr sz="1800" baseline="25462" dirty="0">
                <a:latin typeface="Microsoft Sans Serif"/>
                <a:cs typeface="Microsoft Sans Serif"/>
              </a:rPr>
              <a:t>th</a:t>
            </a:r>
            <a:r>
              <a:rPr sz="1800" spc="247" baseline="25462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harmonic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7310628" y="1836420"/>
            <a:ext cx="1661160" cy="4331335"/>
            <a:chOff x="7310628" y="1836420"/>
            <a:chExt cx="1661160" cy="4331335"/>
          </a:xfrm>
        </p:grpSpPr>
        <p:sp>
          <p:nvSpPr>
            <p:cNvPr id="90" name="object 90"/>
            <p:cNvSpPr/>
            <p:nvPr/>
          </p:nvSpPr>
          <p:spPr>
            <a:xfrm>
              <a:off x="7310628" y="1836419"/>
              <a:ext cx="1647825" cy="628015"/>
            </a:xfrm>
            <a:custGeom>
              <a:avLst/>
              <a:gdLst/>
              <a:ahLst/>
              <a:cxnLst/>
              <a:rect l="l" t="t" r="r" b="b"/>
              <a:pathLst>
                <a:path w="1647825" h="628014">
                  <a:moveTo>
                    <a:pt x="76200" y="608088"/>
                  </a:moveTo>
                  <a:lnTo>
                    <a:pt x="0" y="608088"/>
                  </a:lnTo>
                  <a:lnTo>
                    <a:pt x="0" y="627900"/>
                  </a:lnTo>
                  <a:lnTo>
                    <a:pt x="76200" y="627900"/>
                  </a:lnTo>
                  <a:lnTo>
                    <a:pt x="76200" y="608088"/>
                  </a:lnTo>
                  <a:close/>
                </a:path>
                <a:path w="1647825" h="628014">
                  <a:moveTo>
                    <a:pt x="210312" y="621804"/>
                  </a:moveTo>
                  <a:lnTo>
                    <a:pt x="208788" y="603516"/>
                  </a:lnTo>
                  <a:lnTo>
                    <a:pt x="169164" y="603516"/>
                  </a:lnTo>
                  <a:lnTo>
                    <a:pt x="132588" y="608088"/>
                  </a:lnTo>
                  <a:lnTo>
                    <a:pt x="134112" y="627900"/>
                  </a:lnTo>
                  <a:lnTo>
                    <a:pt x="170688" y="623328"/>
                  </a:lnTo>
                  <a:lnTo>
                    <a:pt x="205740" y="623328"/>
                  </a:lnTo>
                  <a:lnTo>
                    <a:pt x="210312" y="621804"/>
                  </a:lnTo>
                  <a:close/>
                </a:path>
                <a:path w="1647825" h="628014">
                  <a:moveTo>
                    <a:pt x="344424" y="612660"/>
                  </a:moveTo>
                  <a:lnTo>
                    <a:pt x="341376" y="594372"/>
                  </a:lnTo>
                  <a:lnTo>
                    <a:pt x="338328" y="594372"/>
                  </a:lnTo>
                  <a:lnTo>
                    <a:pt x="301752" y="597420"/>
                  </a:lnTo>
                  <a:lnTo>
                    <a:pt x="265176" y="597420"/>
                  </a:lnTo>
                  <a:lnTo>
                    <a:pt x="266700" y="617232"/>
                  </a:lnTo>
                  <a:lnTo>
                    <a:pt x="301752" y="617232"/>
                  </a:lnTo>
                  <a:lnTo>
                    <a:pt x="339852" y="614184"/>
                  </a:lnTo>
                  <a:lnTo>
                    <a:pt x="344424" y="612660"/>
                  </a:lnTo>
                  <a:close/>
                </a:path>
                <a:path w="1647825" h="628014">
                  <a:moveTo>
                    <a:pt x="475488" y="597420"/>
                  </a:moveTo>
                  <a:lnTo>
                    <a:pt x="473964" y="579132"/>
                  </a:lnTo>
                  <a:lnTo>
                    <a:pt x="470916" y="579132"/>
                  </a:lnTo>
                  <a:lnTo>
                    <a:pt x="434340" y="583704"/>
                  </a:lnTo>
                  <a:lnTo>
                    <a:pt x="403860" y="586752"/>
                  </a:lnTo>
                  <a:lnTo>
                    <a:pt x="397764" y="586752"/>
                  </a:lnTo>
                  <a:lnTo>
                    <a:pt x="399288" y="606564"/>
                  </a:lnTo>
                  <a:lnTo>
                    <a:pt x="405384" y="605040"/>
                  </a:lnTo>
                  <a:lnTo>
                    <a:pt x="435864" y="601992"/>
                  </a:lnTo>
                  <a:lnTo>
                    <a:pt x="473964" y="597420"/>
                  </a:lnTo>
                  <a:lnTo>
                    <a:pt x="475488" y="597420"/>
                  </a:lnTo>
                  <a:close/>
                </a:path>
                <a:path w="1647825" h="628014">
                  <a:moveTo>
                    <a:pt x="608076" y="576084"/>
                  </a:moveTo>
                  <a:lnTo>
                    <a:pt x="605028" y="557796"/>
                  </a:lnTo>
                  <a:lnTo>
                    <a:pt x="603504" y="557796"/>
                  </a:lnTo>
                  <a:lnTo>
                    <a:pt x="573024" y="563892"/>
                  </a:lnTo>
                  <a:lnTo>
                    <a:pt x="536448" y="569988"/>
                  </a:lnTo>
                  <a:lnTo>
                    <a:pt x="528828" y="569988"/>
                  </a:lnTo>
                  <a:lnTo>
                    <a:pt x="533400" y="589800"/>
                  </a:lnTo>
                  <a:lnTo>
                    <a:pt x="539496" y="588276"/>
                  </a:lnTo>
                  <a:lnTo>
                    <a:pt x="576072" y="583704"/>
                  </a:lnTo>
                  <a:lnTo>
                    <a:pt x="606552" y="576084"/>
                  </a:lnTo>
                  <a:lnTo>
                    <a:pt x="608076" y="576084"/>
                  </a:lnTo>
                  <a:close/>
                </a:path>
                <a:path w="1647825" h="628014">
                  <a:moveTo>
                    <a:pt x="739140" y="554748"/>
                  </a:moveTo>
                  <a:lnTo>
                    <a:pt x="734568" y="536460"/>
                  </a:lnTo>
                  <a:lnTo>
                    <a:pt x="705612" y="544080"/>
                  </a:lnTo>
                  <a:lnTo>
                    <a:pt x="707136" y="544080"/>
                  </a:lnTo>
                  <a:lnTo>
                    <a:pt x="669036" y="547128"/>
                  </a:lnTo>
                  <a:lnTo>
                    <a:pt x="659892" y="548652"/>
                  </a:lnTo>
                  <a:lnTo>
                    <a:pt x="664464" y="566940"/>
                  </a:lnTo>
                  <a:lnTo>
                    <a:pt x="672084" y="565416"/>
                  </a:lnTo>
                  <a:lnTo>
                    <a:pt x="708660" y="562368"/>
                  </a:lnTo>
                  <a:lnTo>
                    <a:pt x="710184" y="562368"/>
                  </a:lnTo>
                  <a:lnTo>
                    <a:pt x="739140" y="554748"/>
                  </a:lnTo>
                  <a:close/>
                </a:path>
                <a:path w="1647825" h="628014">
                  <a:moveTo>
                    <a:pt x="868680" y="530364"/>
                  </a:moveTo>
                  <a:lnTo>
                    <a:pt x="867156" y="510552"/>
                  </a:lnTo>
                  <a:lnTo>
                    <a:pt x="838200" y="513600"/>
                  </a:lnTo>
                  <a:lnTo>
                    <a:pt x="801624" y="521220"/>
                  </a:lnTo>
                  <a:lnTo>
                    <a:pt x="790956" y="524268"/>
                  </a:lnTo>
                  <a:lnTo>
                    <a:pt x="795528" y="542556"/>
                  </a:lnTo>
                  <a:lnTo>
                    <a:pt x="807720" y="539508"/>
                  </a:lnTo>
                  <a:lnTo>
                    <a:pt x="842772" y="531888"/>
                  </a:lnTo>
                  <a:lnTo>
                    <a:pt x="868680" y="530364"/>
                  </a:lnTo>
                  <a:close/>
                </a:path>
                <a:path w="1647825" h="628014">
                  <a:moveTo>
                    <a:pt x="999744" y="499884"/>
                  </a:moveTo>
                  <a:lnTo>
                    <a:pt x="996696" y="480072"/>
                  </a:lnTo>
                  <a:lnTo>
                    <a:pt x="970788" y="484644"/>
                  </a:lnTo>
                  <a:lnTo>
                    <a:pt x="922020" y="496836"/>
                  </a:lnTo>
                  <a:lnTo>
                    <a:pt x="925068" y="515124"/>
                  </a:lnTo>
                  <a:lnTo>
                    <a:pt x="944880" y="512076"/>
                  </a:lnTo>
                  <a:lnTo>
                    <a:pt x="975360" y="502932"/>
                  </a:lnTo>
                  <a:lnTo>
                    <a:pt x="999744" y="499884"/>
                  </a:lnTo>
                  <a:close/>
                </a:path>
                <a:path w="1647825" h="628014">
                  <a:moveTo>
                    <a:pt x="1129284" y="467880"/>
                  </a:moveTo>
                  <a:lnTo>
                    <a:pt x="1124712" y="449592"/>
                  </a:lnTo>
                  <a:lnTo>
                    <a:pt x="1072896" y="464832"/>
                  </a:lnTo>
                  <a:lnTo>
                    <a:pt x="1051560" y="469404"/>
                  </a:lnTo>
                  <a:lnTo>
                    <a:pt x="1056132" y="487692"/>
                  </a:lnTo>
                  <a:lnTo>
                    <a:pt x="1077468" y="483120"/>
                  </a:lnTo>
                  <a:lnTo>
                    <a:pt x="1115568" y="472452"/>
                  </a:lnTo>
                  <a:lnTo>
                    <a:pt x="1129284" y="467880"/>
                  </a:lnTo>
                  <a:close/>
                </a:path>
                <a:path w="1647825" h="628014">
                  <a:moveTo>
                    <a:pt x="1257300" y="435864"/>
                  </a:moveTo>
                  <a:lnTo>
                    <a:pt x="1249680" y="417576"/>
                  </a:lnTo>
                  <a:lnTo>
                    <a:pt x="1242060" y="420624"/>
                  </a:lnTo>
                  <a:lnTo>
                    <a:pt x="1178052" y="434340"/>
                  </a:lnTo>
                  <a:lnTo>
                    <a:pt x="1181100" y="452628"/>
                  </a:lnTo>
                  <a:lnTo>
                    <a:pt x="1211580" y="446532"/>
                  </a:lnTo>
                  <a:lnTo>
                    <a:pt x="1246632" y="438912"/>
                  </a:lnTo>
                  <a:lnTo>
                    <a:pt x="1257300" y="435864"/>
                  </a:lnTo>
                  <a:close/>
                </a:path>
                <a:path w="1647825" h="628014">
                  <a:moveTo>
                    <a:pt x="1382268" y="397764"/>
                  </a:moveTo>
                  <a:lnTo>
                    <a:pt x="1379220" y="379476"/>
                  </a:lnTo>
                  <a:lnTo>
                    <a:pt x="1376172" y="381000"/>
                  </a:lnTo>
                  <a:lnTo>
                    <a:pt x="1374648" y="381000"/>
                  </a:lnTo>
                  <a:lnTo>
                    <a:pt x="1345692" y="391668"/>
                  </a:lnTo>
                  <a:lnTo>
                    <a:pt x="1309116" y="399288"/>
                  </a:lnTo>
                  <a:lnTo>
                    <a:pt x="1306068" y="400812"/>
                  </a:lnTo>
                  <a:lnTo>
                    <a:pt x="1310640" y="419100"/>
                  </a:lnTo>
                  <a:lnTo>
                    <a:pt x="1315212" y="417576"/>
                  </a:lnTo>
                  <a:lnTo>
                    <a:pt x="1348740" y="409956"/>
                  </a:lnTo>
                  <a:lnTo>
                    <a:pt x="1380744" y="399288"/>
                  </a:lnTo>
                  <a:lnTo>
                    <a:pt x="1379220" y="399288"/>
                  </a:lnTo>
                  <a:lnTo>
                    <a:pt x="1382268" y="397764"/>
                  </a:lnTo>
                  <a:close/>
                </a:path>
                <a:path w="1647825" h="628014">
                  <a:moveTo>
                    <a:pt x="1511808" y="362712"/>
                  </a:moveTo>
                  <a:lnTo>
                    <a:pt x="1507236" y="344424"/>
                  </a:lnTo>
                  <a:lnTo>
                    <a:pt x="1478280" y="352044"/>
                  </a:lnTo>
                  <a:lnTo>
                    <a:pt x="1449324" y="362712"/>
                  </a:lnTo>
                  <a:lnTo>
                    <a:pt x="1434084" y="367284"/>
                  </a:lnTo>
                  <a:lnTo>
                    <a:pt x="1440180" y="385572"/>
                  </a:lnTo>
                  <a:lnTo>
                    <a:pt x="1453896" y="381000"/>
                  </a:lnTo>
                  <a:lnTo>
                    <a:pt x="1484376" y="370332"/>
                  </a:lnTo>
                  <a:lnTo>
                    <a:pt x="1511808" y="362712"/>
                  </a:lnTo>
                  <a:close/>
                </a:path>
                <a:path w="1647825" h="628014">
                  <a:moveTo>
                    <a:pt x="1647444" y="304800"/>
                  </a:moveTo>
                  <a:lnTo>
                    <a:pt x="1623060" y="298704"/>
                  </a:lnTo>
                  <a:lnTo>
                    <a:pt x="1616964" y="297180"/>
                  </a:lnTo>
                  <a:lnTo>
                    <a:pt x="1618488" y="298704"/>
                  </a:lnTo>
                  <a:lnTo>
                    <a:pt x="1586484" y="286512"/>
                  </a:lnTo>
                  <a:lnTo>
                    <a:pt x="1549908" y="275844"/>
                  </a:lnTo>
                  <a:lnTo>
                    <a:pt x="1511808" y="265176"/>
                  </a:lnTo>
                  <a:lnTo>
                    <a:pt x="1484376" y="259080"/>
                  </a:lnTo>
                  <a:lnTo>
                    <a:pt x="1453896" y="246888"/>
                  </a:lnTo>
                  <a:lnTo>
                    <a:pt x="1415796" y="236220"/>
                  </a:lnTo>
                  <a:lnTo>
                    <a:pt x="1379220" y="230124"/>
                  </a:lnTo>
                  <a:lnTo>
                    <a:pt x="1380744" y="230124"/>
                  </a:lnTo>
                  <a:lnTo>
                    <a:pt x="1348740" y="217932"/>
                  </a:lnTo>
                  <a:lnTo>
                    <a:pt x="1315212" y="210312"/>
                  </a:lnTo>
                  <a:lnTo>
                    <a:pt x="1246632" y="190500"/>
                  </a:lnTo>
                  <a:lnTo>
                    <a:pt x="1211580" y="181356"/>
                  </a:lnTo>
                  <a:lnTo>
                    <a:pt x="1181100" y="173736"/>
                  </a:lnTo>
                  <a:lnTo>
                    <a:pt x="1144524" y="164592"/>
                  </a:lnTo>
                  <a:lnTo>
                    <a:pt x="1115568" y="156972"/>
                  </a:lnTo>
                  <a:lnTo>
                    <a:pt x="1077468" y="144780"/>
                  </a:lnTo>
                  <a:lnTo>
                    <a:pt x="1011936" y="131064"/>
                  </a:lnTo>
                  <a:lnTo>
                    <a:pt x="975360" y="124968"/>
                  </a:lnTo>
                  <a:lnTo>
                    <a:pt x="944880" y="117348"/>
                  </a:lnTo>
                  <a:lnTo>
                    <a:pt x="909828" y="109728"/>
                  </a:lnTo>
                  <a:lnTo>
                    <a:pt x="879348" y="99060"/>
                  </a:lnTo>
                  <a:lnTo>
                    <a:pt x="806196" y="83820"/>
                  </a:lnTo>
                  <a:lnTo>
                    <a:pt x="775716" y="80772"/>
                  </a:lnTo>
                  <a:lnTo>
                    <a:pt x="740664" y="74676"/>
                  </a:lnTo>
                  <a:lnTo>
                    <a:pt x="710184" y="65532"/>
                  </a:lnTo>
                  <a:lnTo>
                    <a:pt x="708660" y="65532"/>
                  </a:lnTo>
                  <a:lnTo>
                    <a:pt x="672795" y="62674"/>
                  </a:lnTo>
                  <a:lnTo>
                    <a:pt x="672084" y="62484"/>
                  </a:lnTo>
                  <a:lnTo>
                    <a:pt x="641604" y="54864"/>
                  </a:lnTo>
                  <a:lnTo>
                    <a:pt x="606552" y="48768"/>
                  </a:lnTo>
                  <a:lnTo>
                    <a:pt x="576072" y="44196"/>
                  </a:lnTo>
                  <a:lnTo>
                    <a:pt x="539496" y="41148"/>
                  </a:lnTo>
                  <a:lnTo>
                    <a:pt x="509016" y="33528"/>
                  </a:lnTo>
                  <a:lnTo>
                    <a:pt x="472440" y="28956"/>
                  </a:lnTo>
                  <a:lnTo>
                    <a:pt x="435864" y="25908"/>
                  </a:lnTo>
                  <a:lnTo>
                    <a:pt x="406908" y="22860"/>
                  </a:lnTo>
                  <a:lnTo>
                    <a:pt x="370332" y="18288"/>
                  </a:lnTo>
                  <a:lnTo>
                    <a:pt x="339852" y="15240"/>
                  </a:lnTo>
                  <a:lnTo>
                    <a:pt x="301752" y="12192"/>
                  </a:lnTo>
                  <a:lnTo>
                    <a:pt x="272796" y="12192"/>
                  </a:lnTo>
                  <a:lnTo>
                    <a:pt x="236220" y="9144"/>
                  </a:lnTo>
                  <a:lnTo>
                    <a:pt x="207264" y="4572"/>
                  </a:lnTo>
                  <a:lnTo>
                    <a:pt x="170688" y="4572"/>
                  </a:lnTo>
                  <a:lnTo>
                    <a:pt x="132588" y="0"/>
                  </a:lnTo>
                  <a:lnTo>
                    <a:pt x="0" y="0"/>
                  </a:lnTo>
                  <a:lnTo>
                    <a:pt x="0" y="19812"/>
                  </a:lnTo>
                  <a:lnTo>
                    <a:pt x="132588" y="19812"/>
                  </a:lnTo>
                  <a:lnTo>
                    <a:pt x="169164" y="22860"/>
                  </a:lnTo>
                  <a:lnTo>
                    <a:pt x="204216" y="22860"/>
                  </a:lnTo>
                  <a:lnTo>
                    <a:pt x="233172" y="27432"/>
                  </a:lnTo>
                  <a:lnTo>
                    <a:pt x="271272" y="30480"/>
                  </a:lnTo>
                  <a:lnTo>
                    <a:pt x="301752" y="30480"/>
                  </a:lnTo>
                  <a:lnTo>
                    <a:pt x="338328" y="33528"/>
                  </a:lnTo>
                  <a:lnTo>
                    <a:pt x="368808" y="36576"/>
                  </a:lnTo>
                  <a:lnTo>
                    <a:pt x="403860" y="41148"/>
                  </a:lnTo>
                  <a:lnTo>
                    <a:pt x="434340" y="45720"/>
                  </a:lnTo>
                  <a:lnTo>
                    <a:pt x="470916" y="48768"/>
                  </a:lnTo>
                  <a:lnTo>
                    <a:pt x="505968" y="53340"/>
                  </a:lnTo>
                  <a:lnTo>
                    <a:pt x="536448" y="59436"/>
                  </a:lnTo>
                  <a:lnTo>
                    <a:pt x="574548" y="62484"/>
                  </a:lnTo>
                  <a:lnTo>
                    <a:pt x="603504" y="67056"/>
                  </a:lnTo>
                  <a:lnTo>
                    <a:pt x="638556" y="73152"/>
                  </a:lnTo>
                  <a:lnTo>
                    <a:pt x="667512" y="80772"/>
                  </a:lnTo>
                  <a:lnTo>
                    <a:pt x="669036" y="80772"/>
                  </a:lnTo>
                  <a:lnTo>
                    <a:pt x="669036" y="82296"/>
                  </a:lnTo>
                  <a:lnTo>
                    <a:pt x="707136" y="85344"/>
                  </a:lnTo>
                  <a:lnTo>
                    <a:pt x="705612" y="83820"/>
                  </a:lnTo>
                  <a:lnTo>
                    <a:pt x="734568" y="92964"/>
                  </a:lnTo>
                  <a:lnTo>
                    <a:pt x="772668" y="99060"/>
                  </a:lnTo>
                  <a:lnTo>
                    <a:pt x="803148" y="102108"/>
                  </a:lnTo>
                  <a:lnTo>
                    <a:pt x="874776" y="117348"/>
                  </a:lnTo>
                  <a:lnTo>
                    <a:pt x="903732" y="128016"/>
                  </a:lnTo>
                  <a:lnTo>
                    <a:pt x="940308" y="135636"/>
                  </a:lnTo>
                  <a:lnTo>
                    <a:pt x="970788" y="143256"/>
                  </a:lnTo>
                  <a:lnTo>
                    <a:pt x="1007364" y="149352"/>
                  </a:lnTo>
                  <a:lnTo>
                    <a:pt x="1043940" y="156972"/>
                  </a:lnTo>
                  <a:lnTo>
                    <a:pt x="1072896" y="164592"/>
                  </a:lnTo>
                  <a:lnTo>
                    <a:pt x="1109472" y="175260"/>
                  </a:lnTo>
                  <a:lnTo>
                    <a:pt x="1176528" y="192024"/>
                  </a:lnTo>
                  <a:lnTo>
                    <a:pt x="1207008" y="201168"/>
                  </a:lnTo>
                  <a:lnTo>
                    <a:pt x="1242060" y="208788"/>
                  </a:lnTo>
                  <a:lnTo>
                    <a:pt x="1309116" y="228600"/>
                  </a:lnTo>
                  <a:lnTo>
                    <a:pt x="1345692" y="237744"/>
                  </a:lnTo>
                  <a:lnTo>
                    <a:pt x="1374648" y="248412"/>
                  </a:lnTo>
                  <a:lnTo>
                    <a:pt x="1376172" y="248412"/>
                  </a:lnTo>
                  <a:lnTo>
                    <a:pt x="1412748" y="254508"/>
                  </a:lnTo>
                  <a:lnTo>
                    <a:pt x="1449324" y="265176"/>
                  </a:lnTo>
                  <a:lnTo>
                    <a:pt x="1478280" y="275844"/>
                  </a:lnTo>
                  <a:lnTo>
                    <a:pt x="1508760" y="283464"/>
                  </a:lnTo>
                  <a:lnTo>
                    <a:pt x="1543812" y="294132"/>
                  </a:lnTo>
                  <a:lnTo>
                    <a:pt x="1581912" y="304800"/>
                  </a:lnTo>
                  <a:lnTo>
                    <a:pt x="1606727" y="313944"/>
                  </a:lnTo>
                  <a:lnTo>
                    <a:pt x="1581912" y="323088"/>
                  </a:lnTo>
                  <a:lnTo>
                    <a:pt x="1562100" y="329184"/>
                  </a:lnTo>
                  <a:lnTo>
                    <a:pt x="1566672" y="347472"/>
                  </a:lnTo>
                  <a:lnTo>
                    <a:pt x="1586484" y="341376"/>
                  </a:lnTo>
                  <a:lnTo>
                    <a:pt x="1618488" y="330708"/>
                  </a:lnTo>
                  <a:lnTo>
                    <a:pt x="1639824" y="324612"/>
                  </a:lnTo>
                  <a:lnTo>
                    <a:pt x="1639252" y="322376"/>
                  </a:lnTo>
                  <a:lnTo>
                    <a:pt x="1642872" y="323088"/>
                  </a:lnTo>
                  <a:lnTo>
                    <a:pt x="1647444" y="3048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8942832" y="1997963"/>
              <a:ext cx="29209" cy="2148840"/>
            </a:xfrm>
            <a:custGeom>
              <a:avLst/>
              <a:gdLst/>
              <a:ahLst/>
              <a:cxnLst/>
              <a:rect l="l" t="t" r="r" b="b"/>
              <a:pathLst>
                <a:path w="29209" h="2148840">
                  <a:moveTo>
                    <a:pt x="28956" y="1828812"/>
                  </a:moveTo>
                  <a:lnTo>
                    <a:pt x="0" y="1828812"/>
                  </a:lnTo>
                  <a:lnTo>
                    <a:pt x="0" y="2148840"/>
                  </a:lnTo>
                  <a:lnTo>
                    <a:pt x="28956" y="2148840"/>
                  </a:lnTo>
                  <a:lnTo>
                    <a:pt x="28956" y="1828812"/>
                  </a:lnTo>
                  <a:close/>
                </a:path>
                <a:path w="29209" h="2148840">
                  <a:moveTo>
                    <a:pt x="28956" y="0"/>
                  </a:moveTo>
                  <a:lnTo>
                    <a:pt x="0" y="0"/>
                  </a:lnTo>
                  <a:lnTo>
                    <a:pt x="0" y="318516"/>
                  </a:lnTo>
                  <a:lnTo>
                    <a:pt x="28956" y="318516"/>
                  </a:lnTo>
                  <a:lnTo>
                    <a:pt x="2895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7310628" y="3680460"/>
              <a:ext cx="1652270" cy="658495"/>
            </a:xfrm>
            <a:custGeom>
              <a:avLst/>
              <a:gdLst/>
              <a:ahLst/>
              <a:cxnLst/>
              <a:rect l="l" t="t" r="r" b="b"/>
              <a:pathLst>
                <a:path w="1652270" h="658495">
                  <a:moveTo>
                    <a:pt x="77724" y="6096"/>
                  </a:moveTo>
                  <a:lnTo>
                    <a:pt x="73152" y="4572"/>
                  </a:lnTo>
                  <a:lnTo>
                    <a:pt x="68580" y="3048"/>
                  </a:lnTo>
                  <a:lnTo>
                    <a:pt x="50292" y="3048"/>
                  </a:lnTo>
                  <a:lnTo>
                    <a:pt x="47244" y="1524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0" y="18288"/>
                  </a:lnTo>
                  <a:lnTo>
                    <a:pt x="38608" y="18288"/>
                  </a:lnTo>
                  <a:lnTo>
                    <a:pt x="42672" y="21336"/>
                  </a:lnTo>
                  <a:lnTo>
                    <a:pt x="44196" y="21336"/>
                  </a:lnTo>
                  <a:lnTo>
                    <a:pt x="45720" y="22860"/>
                  </a:lnTo>
                  <a:lnTo>
                    <a:pt x="64008" y="22860"/>
                  </a:lnTo>
                  <a:lnTo>
                    <a:pt x="73152" y="24384"/>
                  </a:lnTo>
                  <a:lnTo>
                    <a:pt x="74676" y="18288"/>
                  </a:lnTo>
                  <a:lnTo>
                    <a:pt x="75057" y="16764"/>
                  </a:lnTo>
                  <a:lnTo>
                    <a:pt x="77724" y="6096"/>
                  </a:lnTo>
                  <a:close/>
                </a:path>
                <a:path w="1652270" h="658495">
                  <a:moveTo>
                    <a:pt x="204216" y="51816"/>
                  </a:moveTo>
                  <a:lnTo>
                    <a:pt x="173736" y="35052"/>
                  </a:lnTo>
                  <a:lnTo>
                    <a:pt x="172212" y="35052"/>
                  </a:lnTo>
                  <a:lnTo>
                    <a:pt x="137160" y="22860"/>
                  </a:lnTo>
                  <a:lnTo>
                    <a:pt x="132588" y="22860"/>
                  </a:lnTo>
                  <a:lnTo>
                    <a:pt x="126492" y="39624"/>
                  </a:lnTo>
                  <a:lnTo>
                    <a:pt x="129540" y="41148"/>
                  </a:lnTo>
                  <a:lnTo>
                    <a:pt x="166116" y="53340"/>
                  </a:lnTo>
                  <a:lnTo>
                    <a:pt x="164592" y="51816"/>
                  </a:lnTo>
                  <a:lnTo>
                    <a:pt x="195072" y="68580"/>
                  </a:lnTo>
                  <a:lnTo>
                    <a:pt x="204216" y="51816"/>
                  </a:lnTo>
                  <a:close/>
                </a:path>
                <a:path w="1652270" h="658495">
                  <a:moveTo>
                    <a:pt x="318516" y="121920"/>
                  </a:moveTo>
                  <a:lnTo>
                    <a:pt x="307848" y="115824"/>
                  </a:lnTo>
                  <a:lnTo>
                    <a:pt x="298196" y="108204"/>
                  </a:lnTo>
                  <a:lnTo>
                    <a:pt x="278892" y="92964"/>
                  </a:lnTo>
                  <a:lnTo>
                    <a:pt x="277368" y="92964"/>
                  </a:lnTo>
                  <a:lnTo>
                    <a:pt x="277368" y="91440"/>
                  </a:lnTo>
                  <a:lnTo>
                    <a:pt x="252984" y="80772"/>
                  </a:lnTo>
                  <a:lnTo>
                    <a:pt x="245364" y="97536"/>
                  </a:lnTo>
                  <a:lnTo>
                    <a:pt x="268224" y="109728"/>
                  </a:lnTo>
                  <a:lnTo>
                    <a:pt x="266700" y="108204"/>
                  </a:lnTo>
                  <a:lnTo>
                    <a:pt x="295656" y="131064"/>
                  </a:lnTo>
                  <a:lnTo>
                    <a:pt x="307848" y="138684"/>
                  </a:lnTo>
                  <a:lnTo>
                    <a:pt x="318516" y="121920"/>
                  </a:lnTo>
                  <a:close/>
                </a:path>
                <a:path w="1652270" h="658495">
                  <a:moveTo>
                    <a:pt x="423672" y="205740"/>
                  </a:moveTo>
                  <a:lnTo>
                    <a:pt x="409956" y="192024"/>
                  </a:lnTo>
                  <a:lnTo>
                    <a:pt x="374904" y="166116"/>
                  </a:lnTo>
                  <a:lnTo>
                    <a:pt x="364236" y="156972"/>
                  </a:lnTo>
                  <a:lnTo>
                    <a:pt x="352044" y="170688"/>
                  </a:lnTo>
                  <a:lnTo>
                    <a:pt x="362712" y="179832"/>
                  </a:lnTo>
                  <a:lnTo>
                    <a:pt x="399288" y="207264"/>
                  </a:lnTo>
                  <a:lnTo>
                    <a:pt x="409956" y="219456"/>
                  </a:lnTo>
                  <a:lnTo>
                    <a:pt x="423672" y="205740"/>
                  </a:lnTo>
                  <a:close/>
                </a:path>
                <a:path w="1652270" h="658495">
                  <a:moveTo>
                    <a:pt x="524256" y="294132"/>
                  </a:moveTo>
                  <a:lnTo>
                    <a:pt x="513588" y="283464"/>
                  </a:lnTo>
                  <a:lnTo>
                    <a:pt x="477012" y="252984"/>
                  </a:lnTo>
                  <a:lnTo>
                    <a:pt x="466344" y="243840"/>
                  </a:lnTo>
                  <a:lnTo>
                    <a:pt x="454152" y="257556"/>
                  </a:lnTo>
                  <a:lnTo>
                    <a:pt x="464820" y="268224"/>
                  </a:lnTo>
                  <a:lnTo>
                    <a:pt x="501396" y="298704"/>
                  </a:lnTo>
                  <a:lnTo>
                    <a:pt x="510540" y="307848"/>
                  </a:lnTo>
                  <a:lnTo>
                    <a:pt x="524256" y="294132"/>
                  </a:lnTo>
                  <a:close/>
                </a:path>
                <a:path w="1652270" h="658495">
                  <a:moveTo>
                    <a:pt x="620268" y="384048"/>
                  </a:moveTo>
                  <a:lnTo>
                    <a:pt x="611124" y="376428"/>
                  </a:lnTo>
                  <a:lnTo>
                    <a:pt x="580644" y="344424"/>
                  </a:lnTo>
                  <a:lnTo>
                    <a:pt x="565404" y="332232"/>
                  </a:lnTo>
                  <a:lnTo>
                    <a:pt x="553212" y="345948"/>
                  </a:lnTo>
                  <a:lnTo>
                    <a:pt x="568452" y="359664"/>
                  </a:lnTo>
                  <a:lnTo>
                    <a:pt x="608076" y="399288"/>
                  </a:lnTo>
                  <a:lnTo>
                    <a:pt x="620268" y="384048"/>
                  </a:lnTo>
                  <a:close/>
                </a:path>
                <a:path w="1652270" h="658495">
                  <a:moveTo>
                    <a:pt x="722376" y="470916"/>
                  </a:moveTo>
                  <a:lnTo>
                    <a:pt x="676656" y="432816"/>
                  </a:lnTo>
                  <a:lnTo>
                    <a:pt x="664464" y="420624"/>
                  </a:lnTo>
                  <a:lnTo>
                    <a:pt x="652272" y="435864"/>
                  </a:lnTo>
                  <a:lnTo>
                    <a:pt x="664464" y="446532"/>
                  </a:lnTo>
                  <a:lnTo>
                    <a:pt x="710184" y="484632"/>
                  </a:lnTo>
                  <a:lnTo>
                    <a:pt x="722376" y="470916"/>
                  </a:lnTo>
                  <a:close/>
                </a:path>
                <a:path w="1652270" h="658495">
                  <a:moveTo>
                    <a:pt x="827532" y="550164"/>
                  </a:moveTo>
                  <a:lnTo>
                    <a:pt x="809244" y="537972"/>
                  </a:lnTo>
                  <a:lnTo>
                    <a:pt x="780288" y="515112"/>
                  </a:lnTo>
                  <a:lnTo>
                    <a:pt x="766572" y="505968"/>
                  </a:lnTo>
                  <a:lnTo>
                    <a:pt x="755904" y="521208"/>
                  </a:lnTo>
                  <a:lnTo>
                    <a:pt x="798576" y="553212"/>
                  </a:lnTo>
                  <a:lnTo>
                    <a:pt x="818388" y="565404"/>
                  </a:lnTo>
                  <a:lnTo>
                    <a:pt x="827532" y="550164"/>
                  </a:lnTo>
                  <a:close/>
                </a:path>
                <a:path w="1652270" h="658495">
                  <a:moveTo>
                    <a:pt x="944880" y="609600"/>
                  </a:moveTo>
                  <a:lnTo>
                    <a:pt x="911352" y="594360"/>
                  </a:lnTo>
                  <a:lnTo>
                    <a:pt x="880872" y="579120"/>
                  </a:lnTo>
                  <a:lnTo>
                    <a:pt x="876300" y="577596"/>
                  </a:lnTo>
                  <a:lnTo>
                    <a:pt x="868680" y="594360"/>
                  </a:lnTo>
                  <a:lnTo>
                    <a:pt x="871728" y="595884"/>
                  </a:lnTo>
                  <a:lnTo>
                    <a:pt x="903732" y="611124"/>
                  </a:lnTo>
                  <a:lnTo>
                    <a:pt x="937260" y="626364"/>
                  </a:lnTo>
                  <a:lnTo>
                    <a:pt x="944880" y="609600"/>
                  </a:lnTo>
                  <a:close/>
                </a:path>
                <a:path w="1652270" h="658495">
                  <a:moveTo>
                    <a:pt x="1149096" y="652272"/>
                  </a:moveTo>
                  <a:lnTo>
                    <a:pt x="1144524" y="653415"/>
                  </a:lnTo>
                  <a:lnTo>
                    <a:pt x="1144524" y="641604"/>
                  </a:lnTo>
                  <a:lnTo>
                    <a:pt x="1144524" y="640080"/>
                  </a:lnTo>
                  <a:lnTo>
                    <a:pt x="1144524" y="635508"/>
                  </a:lnTo>
                  <a:lnTo>
                    <a:pt x="1138428" y="635508"/>
                  </a:lnTo>
                  <a:lnTo>
                    <a:pt x="1136904" y="637032"/>
                  </a:lnTo>
                  <a:lnTo>
                    <a:pt x="1132840" y="640080"/>
                  </a:lnTo>
                  <a:lnTo>
                    <a:pt x="1069848" y="640080"/>
                  </a:lnTo>
                  <a:lnTo>
                    <a:pt x="1062228" y="640080"/>
                  </a:lnTo>
                  <a:lnTo>
                    <a:pt x="1050036" y="635508"/>
                  </a:lnTo>
                  <a:lnTo>
                    <a:pt x="1030224" y="635508"/>
                  </a:lnTo>
                  <a:lnTo>
                    <a:pt x="1018032" y="632460"/>
                  </a:lnTo>
                  <a:lnTo>
                    <a:pt x="1011936" y="630936"/>
                  </a:lnTo>
                  <a:lnTo>
                    <a:pt x="1013460" y="632460"/>
                  </a:lnTo>
                  <a:lnTo>
                    <a:pt x="999744" y="626364"/>
                  </a:lnTo>
                  <a:lnTo>
                    <a:pt x="992124" y="644652"/>
                  </a:lnTo>
                  <a:lnTo>
                    <a:pt x="1005840" y="649224"/>
                  </a:lnTo>
                  <a:lnTo>
                    <a:pt x="1007364" y="650748"/>
                  </a:lnTo>
                  <a:lnTo>
                    <a:pt x="1025652" y="653796"/>
                  </a:lnTo>
                  <a:lnTo>
                    <a:pt x="1043940" y="653796"/>
                  </a:lnTo>
                  <a:lnTo>
                    <a:pt x="1054608" y="658368"/>
                  </a:lnTo>
                  <a:lnTo>
                    <a:pt x="1069848" y="658368"/>
                  </a:lnTo>
                  <a:lnTo>
                    <a:pt x="1141476" y="658368"/>
                  </a:lnTo>
                  <a:lnTo>
                    <a:pt x="1143000" y="656844"/>
                  </a:lnTo>
                  <a:lnTo>
                    <a:pt x="1147064" y="653796"/>
                  </a:lnTo>
                  <a:lnTo>
                    <a:pt x="1149096" y="652272"/>
                  </a:lnTo>
                  <a:close/>
                </a:path>
                <a:path w="1652270" h="658495">
                  <a:moveTo>
                    <a:pt x="1277112" y="617220"/>
                  </a:moveTo>
                  <a:lnTo>
                    <a:pt x="1267968" y="600456"/>
                  </a:lnTo>
                  <a:lnTo>
                    <a:pt x="1242060" y="612648"/>
                  </a:lnTo>
                  <a:lnTo>
                    <a:pt x="1211580" y="624840"/>
                  </a:lnTo>
                  <a:lnTo>
                    <a:pt x="1213104" y="624840"/>
                  </a:lnTo>
                  <a:lnTo>
                    <a:pt x="1199388" y="626364"/>
                  </a:lnTo>
                  <a:lnTo>
                    <a:pt x="1203960" y="646176"/>
                  </a:lnTo>
                  <a:lnTo>
                    <a:pt x="1217676" y="643128"/>
                  </a:lnTo>
                  <a:lnTo>
                    <a:pt x="1219200" y="643128"/>
                  </a:lnTo>
                  <a:lnTo>
                    <a:pt x="1248156" y="630936"/>
                  </a:lnTo>
                  <a:lnTo>
                    <a:pt x="1277112" y="617220"/>
                  </a:lnTo>
                  <a:close/>
                </a:path>
                <a:path w="1652270" h="658495">
                  <a:moveTo>
                    <a:pt x="1392936" y="551688"/>
                  </a:moveTo>
                  <a:lnTo>
                    <a:pt x="1382268" y="536448"/>
                  </a:lnTo>
                  <a:lnTo>
                    <a:pt x="1373124" y="542544"/>
                  </a:lnTo>
                  <a:lnTo>
                    <a:pt x="1342644" y="565404"/>
                  </a:lnTo>
                  <a:lnTo>
                    <a:pt x="1344168" y="563880"/>
                  </a:lnTo>
                  <a:lnTo>
                    <a:pt x="1319784" y="576072"/>
                  </a:lnTo>
                  <a:lnTo>
                    <a:pt x="1328928" y="594360"/>
                  </a:lnTo>
                  <a:lnTo>
                    <a:pt x="1353312" y="580644"/>
                  </a:lnTo>
                  <a:lnTo>
                    <a:pt x="1354836" y="580644"/>
                  </a:lnTo>
                  <a:lnTo>
                    <a:pt x="1374140" y="565404"/>
                  </a:lnTo>
                  <a:lnTo>
                    <a:pt x="1383792" y="557784"/>
                  </a:lnTo>
                  <a:lnTo>
                    <a:pt x="1392936" y="551688"/>
                  </a:lnTo>
                  <a:close/>
                </a:path>
                <a:path w="1652270" h="658495">
                  <a:moveTo>
                    <a:pt x="1499616" y="470916"/>
                  </a:moveTo>
                  <a:lnTo>
                    <a:pt x="1487424" y="455676"/>
                  </a:lnTo>
                  <a:lnTo>
                    <a:pt x="1475232" y="466344"/>
                  </a:lnTo>
                  <a:lnTo>
                    <a:pt x="1429512" y="504444"/>
                  </a:lnTo>
                  <a:lnTo>
                    <a:pt x="1440180" y="519684"/>
                  </a:lnTo>
                  <a:lnTo>
                    <a:pt x="1450848" y="512064"/>
                  </a:lnTo>
                  <a:lnTo>
                    <a:pt x="1487424" y="481584"/>
                  </a:lnTo>
                  <a:lnTo>
                    <a:pt x="1499616" y="470916"/>
                  </a:lnTo>
                  <a:close/>
                </a:path>
                <a:path w="1652270" h="658495">
                  <a:moveTo>
                    <a:pt x="1600200" y="384048"/>
                  </a:moveTo>
                  <a:lnTo>
                    <a:pt x="1588008" y="368808"/>
                  </a:lnTo>
                  <a:lnTo>
                    <a:pt x="1571244" y="384048"/>
                  </a:lnTo>
                  <a:lnTo>
                    <a:pt x="1542288" y="413004"/>
                  </a:lnTo>
                  <a:lnTo>
                    <a:pt x="1533144" y="419100"/>
                  </a:lnTo>
                  <a:lnTo>
                    <a:pt x="1543812" y="435864"/>
                  </a:lnTo>
                  <a:lnTo>
                    <a:pt x="1554480" y="428244"/>
                  </a:lnTo>
                  <a:lnTo>
                    <a:pt x="1554480" y="426720"/>
                  </a:lnTo>
                  <a:lnTo>
                    <a:pt x="1584960" y="396240"/>
                  </a:lnTo>
                  <a:lnTo>
                    <a:pt x="1600200" y="384048"/>
                  </a:lnTo>
                  <a:close/>
                </a:path>
                <a:path w="1652270" h="658495">
                  <a:moveTo>
                    <a:pt x="1652016" y="321564"/>
                  </a:moveTo>
                  <a:lnTo>
                    <a:pt x="1621536" y="291084"/>
                  </a:lnTo>
                  <a:lnTo>
                    <a:pt x="1584960" y="262128"/>
                  </a:lnTo>
                  <a:lnTo>
                    <a:pt x="1566672" y="243840"/>
                  </a:lnTo>
                  <a:lnTo>
                    <a:pt x="1554480" y="231648"/>
                  </a:lnTo>
                  <a:lnTo>
                    <a:pt x="1554480" y="230124"/>
                  </a:lnTo>
                  <a:lnTo>
                    <a:pt x="1517904" y="204216"/>
                  </a:lnTo>
                  <a:lnTo>
                    <a:pt x="1487424" y="176784"/>
                  </a:lnTo>
                  <a:lnTo>
                    <a:pt x="1450848" y="146304"/>
                  </a:lnTo>
                  <a:lnTo>
                    <a:pt x="1420368" y="123444"/>
                  </a:lnTo>
                  <a:lnTo>
                    <a:pt x="1383792" y="100584"/>
                  </a:lnTo>
                  <a:lnTo>
                    <a:pt x="1374140" y="92964"/>
                  </a:lnTo>
                  <a:lnTo>
                    <a:pt x="1354836" y="77724"/>
                  </a:lnTo>
                  <a:lnTo>
                    <a:pt x="1353312" y="77724"/>
                  </a:lnTo>
                  <a:lnTo>
                    <a:pt x="1315212" y="57912"/>
                  </a:lnTo>
                  <a:lnTo>
                    <a:pt x="1280160" y="42672"/>
                  </a:lnTo>
                  <a:lnTo>
                    <a:pt x="1248156" y="27432"/>
                  </a:lnTo>
                  <a:lnTo>
                    <a:pt x="1219200" y="15240"/>
                  </a:lnTo>
                  <a:lnTo>
                    <a:pt x="1217676" y="15240"/>
                  </a:lnTo>
                  <a:lnTo>
                    <a:pt x="1181100" y="7620"/>
                  </a:lnTo>
                  <a:lnTo>
                    <a:pt x="1162812" y="3048"/>
                  </a:lnTo>
                  <a:lnTo>
                    <a:pt x="1144524" y="0"/>
                  </a:lnTo>
                  <a:lnTo>
                    <a:pt x="1069848" y="0"/>
                  </a:lnTo>
                  <a:lnTo>
                    <a:pt x="1056132" y="0"/>
                  </a:lnTo>
                  <a:lnTo>
                    <a:pt x="1043940" y="4572"/>
                  </a:lnTo>
                  <a:lnTo>
                    <a:pt x="1046988" y="3048"/>
                  </a:lnTo>
                  <a:lnTo>
                    <a:pt x="1025652" y="3048"/>
                  </a:lnTo>
                  <a:lnTo>
                    <a:pt x="1007364" y="7620"/>
                  </a:lnTo>
                  <a:lnTo>
                    <a:pt x="990600" y="12192"/>
                  </a:lnTo>
                  <a:lnTo>
                    <a:pt x="987552" y="12192"/>
                  </a:lnTo>
                  <a:lnTo>
                    <a:pt x="970788" y="19812"/>
                  </a:lnTo>
                  <a:lnTo>
                    <a:pt x="938784" y="30480"/>
                  </a:lnTo>
                  <a:lnTo>
                    <a:pt x="903732" y="45720"/>
                  </a:lnTo>
                  <a:lnTo>
                    <a:pt x="871728" y="62484"/>
                  </a:lnTo>
                  <a:lnTo>
                    <a:pt x="835152" y="80772"/>
                  </a:lnTo>
                  <a:lnTo>
                    <a:pt x="798576" y="105156"/>
                  </a:lnTo>
                  <a:lnTo>
                    <a:pt x="731520" y="155448"/>
                  </a:lnTo>
                  <a:lnTo>
                    <a:pt x="702564" y="179832"/>
                  </a:lnTo>
                  <a:lnTo>
                    <a:pt x="665988" y="207264"/>
                  </a:lnTo>
                  <a:lnTo>
                    <a:pt x="664464" y="207264"/>
                  </a:lnTo>
                  <a:lnTo>
                    <a:pt x="664464" y="208788"/>
                  </a:lnTo>
                  <a:lnTo>
                    <a:pt x="635508" y="237744"/>
                  </a:lnTo>
                  <a:lnTo>
                    <a:pt x="597408" y="269748"/>
                  </a:lnTo>
                  <a:lnTo>
                    <a:pt x="568452" y="298704"/>
                  </a:lnTo>
                  <a:lnTo>
                    <a:pt x="530352" y="330708"/>
                  </a:lnTo>
                  <a:lnTo>
                    <a:pt x="501396" y="359664"/>
                  </a:lnTo>
                  <a:lnTo>
                    <a:pt x="464820" y="390144"/>
                  </a:lnTo>
                  <a:lnTo>
                    <a:pt x="429768" y="420624"/>
                  </a:lnTo>
                  <a:lnTo>
                    <a:pt x="397764" y="448056"/>
                  </a:lnTo>
                  <a:lnTo>
                    <a:pt x="362712" y="477012"/>
                  </a:lnTo>
                  <a:lnTo>
                    <a:pt x="295656" y="527304"/>
                  </a:lnTo>
                  <a:lnTo>
                    <a:pt x="266700" y="550164"/>
                  </a:lnTo>
                  <a:lnTo>
                    <a:pt x="268224" y="548640"/>
                  </a:lnTo>
                  <a:lnTo>
                    <a:pt x="230124" y="568452"/>
                  </a:lnTo>
                  <a:lnTo>
                    <a:pt x="201168" y="586740"/>
                  </a:lnTo>
                  <a:lnTo>
                    <a:pt x="202692" y="586740"/>
                  </a:lnTo>
                  <a:lnTo>
                    <a:pt x="129540" y="617220"/>
                  </a:lnTo>
                  <a:lnTo>
                    <a:pt x="99060" y="627888"/>
                  </a:lnTo>
                  <a:lnTo>
                    <a:pt x="100584" y="627888"/>
                  </a:lnTo>
                  <a:lnTo>
                    <a:pt x="82296" y="630936"/>
                  </a:lnTo>
                  <a:lnTo>
                    <a:pt x="64008" y="635508"/>
                  </a:lnTo>
                  <a:lnTo>
                    <a:pt x="44196" y="635508"/>
                  </a:lnTo>
                  <a:lnTo>
                    <a:pt x="42672" y="637032"/>
                  </a:lnTo>
                  <a:lnTo>
                    <a:pt x="38608" y="640080"/>
                  </a:lnTo>
                  <a:lnTo>
                    <a:pt x="0" y="640080"/>
                  </a:lnTo>
                  <a:lnTo>
                    <a:pt x="0" y="658368"/>
                  </a:lnTo>
                  <a:lnTo>
                    <a:pt x="45720" y="658368"/>
                  </a:lnTo>
                  <a:lnTo>
                    <a:pt x="47244" y="656844"/>
                  </a:lnTo>
                  <a:lnTo>
                    <a:pt x="51308" y="653796"/>
                  </a:lnTo>
                  <a:lnTo>
                    <a:pt x="68580" y="653796"/>
                  </a:lnTo>
                  <a:lnTo>
                    <a:pt x="77724" y="652272"/>
                  </a:lnTo>
                  <a:lnTo>
                    <a:pt x="86868" y="650748"/>
                  </a:lnTo>
                  <a:lnTo>
                    <a:pt x="105156" y="646176"/>
                  </a:lnTo>
                  <a:lnTo>
                    <a:pt x="118872" y="641604"/>
                  </a:lnTo>
                  <a:lnTo>
                    <a:pt x="123444" y="640080"/>
                  </a:lnTo>
                  <a:lnTo>
                    <a:pt x="137160" y="635508"/>
                  </a:lnTo>
                  <a:lnTo>
                    <a:pt x="172212" y="620268"/>
                  </a:lnTo>
                  <a:lnTo>
                    <a:pt x="208788" y="603504"/>
                  </a:lnTo>
                  <a:lnTo>
                    <a:pt x="210312" y="603504"/>
                  </a:lnTo>
                  <a:lnTo>
                    <a:pt x="240792" y="585216"/>
                  </a:lnTo>
                  <a:lnTo>
                    <a:pt x="277368" y="566928"/>
                  </a:lnTo>
                  <a:lnTo>
                    <a:pt x="277368" y="565404"/>
                  </a:lnTo>
                  <a:lnTo>
                    <a:pt x="278892" y="565404"/>
                  </a:lnTo>
                  <a:lnTo>
                    <a:pt x="298196" y="550164"/>
                  </a:lnTo>
                  <a:lnTo>
                    <a:pt x="307848" y="542544"/>
                  </a:lnTo>
                  <a:lnTo>
                    <a:pt x="374904" y="492252"/>
                  </a:lnTo>
                  <a:lnTo>
                    <a:pt x="411480" y="461772"/>
                  </a:lnTo>
                  <a:lnTo>
                    <a:pt x="441960" y="435864"/>
                  </a:lnTo>
                  <a:lnTo>
                    <a:pt x="477012" y="405384"/>
                  </a:lnTo>
                  <a:lnTo>
                    <a:pt x="513588" y="374904"/>
                  </a:lnTo>
                  <a:lnTo>
                    <a:pt x="544068" y="344424"/>
                  </a:lnTo>
                  <a:lnTo>
                    <a:pt x="580644" y="313944"/>
                  </a:lnTo>
                  <a:lnTo>
                    <a:pt x="611124" y="281940"/>
                  </a:lnTo>
                  <a:lnTo>
                    <a:pt x="647700" y="252984"/>
                  </a:lnTo>
                  <a:lnTo>
                    <a:pt x="676656" y="222504"/>
                  </a:lnTo>
                  <a:lnTo>
                    <a:pt x="678180" y="220980"/>
                  </a:lnTo>
                  <a:lnTo>
                    <a:pt x="676871" y="222351"/>
                  </a:lnTo>
                  <a:lnTo>
                    <a:pt x="678802" y="220980"/>
                  </a:lnTo>
                  <a:lnTo>
                    <a:pt x="713232" y="196596"/>
                  </a:lnTo>
                  <a:lnTo>
                    <a:pt x="743712" y="169164"/>
                  </a:lnTo>
                  <a:lnTo>
                    <a:pt x="780288" y="143256"/>
                  </a:lnTo>
                  <a:lnTo>
                    <a:pt x="809244" y="120396"/>
                  </a:lnTo>
                  <a:lnTo>
                    <a:pt x="845820" y="97536"/>
                  </a:lnTo>
                  <a:lnTo>
                    <a:pt x="880872" y="79248"/>
                  </a:lnTo>
                  <a:lnTo>
                    <a:pt x="946404" y="48768"/>
                  </a:lnTo>
                  <a:lnTo>
                    <a:pt x="976884" y="38100"/>
                  </a:lnTo>
                  <a:lnTo>
                    <a:pt x="995172" y="30480"/>
                  </a:lnTo>
                  <a:lnTo>
                    <a:pt x="993648" y="30480"/>
                  </a:lnTo>
                  <a:lnTo>
                    <a:pt x="1011936" y="25908"/>
                  </a:lnTo>
                  <a:lnTo>
                    <a:pt x="1030224" y="22860"/>
                  </a:lnTo>
                  <a:lnTo>
                    <a:pt x="1050036" y="22860"/>
                  </a:lnTo>
                  <a:lnTo>
                    <a:pt x="1060704" y="18288"/>
                  </a:lnTo>
                  <a:lnTo>
                    <a:pt x="1069848" y="18288"/>
                  </a:lnTo>
                  <a:lnTo>
                    <a:pt x="1141476" y="18288"/>
                  </a:lnTo>
                  <a:lnTo>
                    <a:pt x="1158240" y="22860"/>
                  </a:lnTo>
                  <a:lnTo>
                    <a:pt x="1178052" y="25908"/>
                  </a:lnTo>
                  <a:lnTo>
                    <a:pt x="1213104" y="33528"/>
                  </a:lnTo>
                  <a:lnTo>
                    <a:pt x="1211580" y="33528"/>
                  </a:lnTo>
                  <a:lnTo>
                    <a:pt x="1242060" y="45720"/>
                  </a:lnTo>
                  <a:lnTo>
                    <a:pt x="1272540" y="59436"/>
                  </a:lnTo>
                  <a:lnTo>
                    <a:pt x="1307592" y="76200"/>
                  </a:lnTo>
                  <a:lnTo>
                    <a:pt x="1344168" y="94488"/>
                  </a:lnTo>
                  <a:lnTo>
                    <a:pt x="1342644" y="92964"/>
                  </a:lnTo>
                  <a:lnTo>
                    <a:pt x="1373124" y="115824"/>
                  </a:lnTo>
                  <a:lnTo>
                    <a:pt x="1409700" y="138684"/>
                  </a:lnTo>
                  <a:lnTo>
                    <a:pt x="1438656" y="161544"/>
                  </a:lnTo>
                  <a:lnTo>
                    <a:pt x="1475232" y="192024"/>
                  </a:lnTo>
                  <a:lnTo>
                    <a:pt x="1505712" y="217932"/>
                  </a:lnTo>
                  <a:lnTo>
                    <a:pt x="1542288" y="245364"/>
                  </a:lnTo>
                  <a:lnTo>
                    <a:pt x="1571244" y="274320"/>
                  </a:lnTo>
                  <a:lnTo>
                    <a:pt x="1609344" y="306324"/>
                  </a:lnTo>
                  <a:lnTo>
                    <a:pt x="1631442" y="328422"/>
                  </a:lnTo>
                  <a:lnTo>
                    <a:pt x="1629156" y="330708"/>
                  </a:lnTo>
                  <a:lnTo>
                    <a:pt x="1642872" y="344424"/>
                  </a:lnTo>
                  <a:lnTo>
                    <a:pt x="1652016" y="335280"/>
                  </a:lnTo>
                  <a:lnTo>
                    <a:pt x="1645158" y="328422"/>
                  </a:lnTo>
                  <a:lnTo>
                    <a:pt x="1652016" y="321564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7310628" y="5509260"/>
              <a:ext cx="1652270" cy="658495"/>
            </a:xfrm>
            <a:custGeom>
              <a:avLst/>
              <a:gdLst/>
              <a:ahLst/>
              <a:cxnLst/>
              <a:rect l="l" t="t" r="r" b="b"/>
              <a:pathLst>
                <a:path w="1652270" h="658495">
                  <a:moveTo>
                    <a:pt x="76200" y="638556"/>
                  </a:moveTo>
                  <a:lnTo>
                    <a:pt x="75361" y="637032"/>
                  </a:lnTo>
                  <a:lnTo>
                    <a:pt x="74536" y="635508"/>
                  </a:lnTo>
                  <a:lnTo>
                    <a:pt x="67056" y="621792"/>
                  </a:lnTo>
                  <a:lnTo>
                    <a:pt x="60960" y="624840"/>
                  </a:lnTo>
                  <a:lnTo>
                    <a:pt x="62484" y="624840"/>
                  </a:lnTo>
                  <a:lnTo>
                    <a:pt x="44196" y="632460"/>
                  </a:lnTo>
                  <a:lnTo>
                    <a:pt x="42672" y="632460"/>
                  </a:lnTo>
                  <a:lnTo>
                    <a:pt x="38608" y="635508"/>
                  </a:lnTo>
                  <a:lnTo>
                    <a:pt x="25908" y="635508"/>
                  </a:lnTo>
                  <a:lnTo>
                    <a:pt x="24384" y="637032"/>
                  </a:lnTo>
                  <a:lnTo>
                    <a:pt x="20320" y="640080"/>
                  </a:lnTo>
                  <a:lnTo>
                    <a:pt x="0" y="640080"/>
                  </a:lnTo>
                  <a:lnTo>
                    <a:pt x="0" y="658368"/>
                  </a:lnTo>
                  <a:lnTo>
                    <a:pt x="27432" y="658368"/>
                  </a:lnTo>
                  <a:lnTo>
                    <a:pt x="28956" y="656844"/>
                  </a:lnTo>
                  <a:lnTo>
                    <a:pt x="33020" y="653796"/>
                  </a:lnTo>
                  <a:lnTo>
                    <a:pt x="45720" y="653796"/>
                  </a:lnTo>
                  <a:lnTo>
                    <a:pt x="47244" y="652272"/>
                  </a:lnTo>
                  <a:lnTo>
                    <a:pt x="53340" y="649224"/>
                  </a:lnTo>
                  <a:lnTo>
                    <a:pt x="51816" y="649224"/>
                  </a:lnTo>
                  <a:lnTo>
                    <a:pt x="70104" y="641604"/>
                  </a:lnTo>
                  <a:lnTo>
                    <a:pt x="71628" y="641604"/>
                  </a:lnTo>
                  <a:lnTo>
                    <a:pt x="73914" y="640080"/>
                  </a:lnTo>
                  <a:lnTo>
                    <a:pt x="76200" y="638556"/>
                  </a:lnTo>
                  <a:close/>
                </a:path>
                <a:path w="1652270" h="658495">
                  <a:moveTo>
                    <a:pt x="179832" y="551688"/>
                  </a:moveTo>
                  <a:lnTo>
                    <a:pt x="164592" y="539496"/>
                  </a:lnTo>
                  <a:lnTo>
                    <a:pt x="161544" y="542544"/>
                  </a:lnTo>
                  <a:lnTo>
                    <a:pt x="126492" y="580644"/>
                  </a:lnTo>
                  <a:lnTo>
                    <a:pt x="128016" y="580644"/>
                  </a:lnTo>
                  <a:lnTo>
                    <a:pt x="112776" y="591312"/>
                  </a:lnTo>
                  <a:lnTo>
                    <a:pt x="124968" y="606552"/>
                  </a:lnTo>
                  <a:lnTo>
                    <a:pt x="138684" y="595884"/>
                  </a:lnTo>
                  <a:lnTo>
                    <a:pt x="138684" y="594360"/>
                  </a:lnTo>
                  <a:lnTo>
                    <a:pt x="140208" y="594360"/>
                  </a:lnTo>
                  <a:lnTo>
                    <a:pt x="175260" y="556260"/>
                  </a:lnTo>
                  <a:lnTo>
                    <a:pt x="179832" y="551688"/>
                  </a:lnTo>
                  <a:close/>
                </a:path>
                <a:path w="1652270" h="658495">
                  <a:moveTo>
                    <a:pt x="262128" y="445008"/>
                  </a:moveTo>
                  <a:lnTo>
                    <a:pt x="246888" y="434340"/>
                  </a:lnTo>
                  <a:lnTo>
                    <a:pt x="228600" y="460248"/>
                  </a:lnTo>
                  <a:lnTo>
                    <a:pt x="201168" y="493776"/>
                  </a:lnTo>
                  <a:lnTo>
                    <a:pt x="216408" y="505968"/>
                  </a:lnTo>
                  <a:lnTo>
                    <a:pt x="242316" y="472440"/>
                  </a:lnTo>
                  <a:lnTo>
                    <a:pt x="262128" y="445008"/>
                  </a:lnTo>
                  <a:close/>
                </a:path>
                <a:path w="1652270" h="658495">
                  <a:moveTo>
                    <a:pt x="411480" y="225552"/>
                  </a:moveTo>
                  <a:lnTo>
                    <a:pt x="396240" y="213360"/>
                  </a:lnTo>
                  <a:lnTo>
                    <a:pt x="361188" y="259080"/>
                  </a:lnTo>
                  <a:lnTo>
                    <a:pt x="350520" y="275844"/>
                  </a:lnTo>
                  <a:lnTo>
                    <a:pt x="367284" y="284988"/>
                  </a:lnTo>
                  <a:lnTo>
                    <a:pt x="376428" y="269748"/>
                  </a:lnTo>
                  <a:lnTo>
                    <a:pt x="411480" y="225552"/>
                  </a:lnTo>
                  <a:close/>
                </a:path>
                <a:path w="1652270" h="658495">
                  <a:moveTo>
                    <a:pt x="490728" y="118872"/>
                  </a:moveTo>
                  <a:lnTo>
                    <a:pt x="475488" y="106680"/>
                  </a:lnTo>
                  <a:lnTo>
                    <a:pt x="463296" y="121920"/>
                  </a:lnTo>
                  <a:lnTo>
                    <a:pt x="428244" y="163068"/>
                  </a:lnTo>
                  <a:lnTo>
                    <a:pt x="428244" y="164592"/>
                  </a:lnTo>
                  <a:lnTo>
                    <a:pt x="426720" y="164592"/>
                  </a:lnTo>
                  <a:lnTo>
                    <a:pt x="426720" y="166116"/>
                  </a:lnTo>
                  <a:lnTo>
                    <a:pt x="441960" y="175260"/>
                  </a:lnTo>
                  <a:lnTo>
                    <a:pt x="478536" y="134112"/>
                  </a:lnTo>
                  <a:lnTo>
                    <a:pt x="490728" y="118872"/>
                  </a:lnTo>
                  <a:close/>
                </a:path>
                <a:path w="1652270" h="658495">
                  <a:moveTo>
                    <a:pt x="589788" y="35052"/>
                  </a:moveTo>
                  <a:lnTo>
                    <a:pt x="579120" y="18288"/>
                  </a:lnTo>
                  <a:lnTo>
                    <a:pt x="562356" y="28956"/>
                  </a:lnTo>
                  <a:lnTo>
                    <a:pt x="531876" y="51816"/>
                  </a:lnTo>
                  <a:lnTo>
                    <a:pt x="516636" y="64008"/>
                  </a:lnTo>
                  <a:lnTo>
                    <a:pt x="528828" y="79248"/>
                  </a:lnTo>
                  <a:lnTo>
                    <a:pt x="544068" y="65532"/>
                  </a:lnTo>
                  <a:lnTo>
                    <a:pt x="574548" y="44196"/>
                  </a:lnTo>
                  <a:lnTo>
                    <a:pt x="589788" y="35052"/>
                  </a:lnTo>
                  <a:close/>
                </a:path>
                <a:path w="1652270" h="658495">
                  <a:moveTo>
                    <a:pt x="736092" y="18300"/>
                  </a:moveTo>
                  <a:lnTo>
                    <a:pt x="728472" y="16776"/>
                  </a:lnTo>
                  <a:lnTo>
                    <a:pt x="710184" y="7632"/>
                  </a:lnTo>
                  <a:lnTo>
                    <a:pt x="699516" y="4584"/>
                  </a:lnTo>
                  <a:lnTo>
                    <a:pt x="697992" y="3060"/>
                  </a:lnTo>
                  <a:lnTo>
                    <a:pt x="690372" y="3060"/>
                  </a:lnTo>
                  <a:lnTo>
                    <a:pt x="691896" y="4584"/>
                  </a:lnTo>
                  <a:lnTo>
                    <a:pt x="679704" y="12"/>
                  </a:lnTo>
                  <a:lnTo>
                    <a:pt x="658368" y="12"/>
                  </a:lnTo>
                  <a:lnTo>
                    <a:pt x="637032" y="0"/>
                  </a:lnTo>
                  <a:lnTo>
                    <a:pt x="637032" y="18288"/>
                  </a:lnTo>
                  <a:lnTo>
                    <a:pt x="658368" y="18288"/>
                  </a:lnTo>
                  <a:lnTo>
                    <a:pt x="673608" y="18300"/>
                  </a:lnTo>
                  <a:lnTo>
                    <a:pt x="687324" y="22872"/>
                  </a:lnTo>
                  <a:lnTo>
                    <a:pt x="694944" y="22872"/>
                  </a:lnTo>
                  <a:lnTo>
                    <a:pt x="691896" y="21348"/>
                  </a:lnTo>
                  <a:lnTo>
                    <a:pt x="704088" y="25920"/>
                  </a:lnTo>
                  <a:lnTo>
                    <a:pt x="722376" y="33540"/>
                  </a:lnTo>
                  <a:lnTo>
                    <a:pt x="728472" y="36588"/>
                  </a:lnTo>
                  <a:lnTo>
                    <a:pt x="734822" y="21348"/>
                  </a:lnTo>
                  <a:lnTo>
                    <a:pt x="736092" y="18300"/>
                  </a:lnTo>
                  <a:close/>
                </a:path>
                <a:path w="1652270" h="658495">
                  <a:moveTo>
                    <a:pt x="839724" y="108216"/>
                  </a:moveTo>
                  <a:lnTo>
                    <a:pt x="816864" y="82308"/>
                  </a:lnTo>
                  <a:lnTo>
                    <a:pt x="784860" y="51828"/>
                  </a:lnTo>
                  <a:lnTo>
                    <a:pt x="772668" y="65544"/>
                  </a:lnTo>
                  <a:lnTo>
                    <a:pt x="803148" y="96024"/>
                  </a:lnTo>
                  <a:lnTo>
                    <a:pt x="824484" y="120408"/>
                  </a:lnTo>
                  <a:lnTo>
                    <a:pt x="839724" y="108216"/>
                  </a:lnTo>
                  <a:close/>
                </a:path>
                <a:path w="1652270" h="658495">
                  <a:moveTo>
                    <a:pt x="920496" y="213372"/>
                  </a:moveTo>
                  <a:lnTo>
                    <a:pt x="915924" y="205752"/>
                  </a:lnTo>
                  <a:lnTo>
                    <a:pt x="883920" y="160032"/>
                  </a:lnTo>
                  <a:lnTo>
                    <a:pt x="876300" y="150888"/>
                  </a:lnTo>
                  <a:lnTo>
                    <a:pt x="862584" y="163080"/>
                  </a:lnTo>
                  <a:lnTo>
                    <a:pt x="868680" y="172224"/>
                  </a:lnTo>
                  <a:lnTo>
                    <a:pt x="899160" y="216420"/>
                  </a:lnTo>
                  <a:lnTo>
                    <a:pt x="906780" y="225564"/>
                  </a:lnTo>
                  <a:lnTo>
                    <a:pt x="920496" y="213372"/>
                  </a:lnTo>
                  <a:close/>
                </a:path>
                <a:path w="1652270" h="658495">
                  <a:moveTo>
                    <a:pt x="1068324" y="435876"/>
                  </a:moveTo>
                  <a:lnTo>
                    <a:pt x="1048512" y="406920"/>
                  </a:lnTo>
                  <a:lnTo>
                    <a:pt x="1027176" y="373392"/>
                  </a:lnTo>
                  <a:lnTo>
                    <a:pt x="1010412" y="382536"/>
                  </a:lnTo>
                  <a:lnTo>
                    <a:pt x="1031748" y="417588"/>
                  </a:lnTo>
                  <a:lnTo>
                    <a:pt x="1053084" y="446544"/>
                  </a:lnTo>
                  <a:lnTo>
                    <a:pt x="1068324" y="435876"/>
                  </a:lnTo>
                  <a:close/>
                </a:path>
                <a:path w="1652270" h="658495">
                  <a:moveTo>
                    <a:pt x="1150620" y="539508"/>
                  </a:moveTo>
                  <a:lnTo>
                    <a:pt x="1114044" y="498360"/>
                  </a:lnTo>
                  <a:lnTo>
                    <a:pt x="1101852" y="481596"/>
                  </a:lnTo>
                  <a:lnTo>
                    <a:pt x="1086612" y="492264"/>
                  </a:lnTo>
                  <a:lnTo>
                    <a:pt x="1098804" y="509028"/>
                  </a:lnTo>
                  <a:lnTo>
                    <a:pt x="1135380" y="551700"/>
                  </a:lnTo>
                  <a:lnTo>
                    <a:pt x="1135380" y="553224"/>
                  </a:lnTo>
                  <a:lnTo>
                    <a:pt x="1150620" y="539508"/>
                  </a:lnTo>
                  <a:close/>
                </a:path>
                <a:path w="1652270" h="658495">
                  <a:moveTo>
                    <a:pt x="1248156" y="620280"/>
                  </a:moveTo>
                  <a:lnTo>
                    <a:pt x="1234744" y="614184"/>
                  </a:lnTo>
                  <a:lnTo>
                    <a:pt x="1231392" y="612660"/>
                  </a:lnTo>
                  <a:lnTo>
                    <a:pt x="1232916" y="614184"/>
                  </a:lnTo>
                  <a:lnTo>
                    <a:pt x="1214628" y="603516"/>
                  </a:lnTo>
                  <a:lnTo>
                    <a:pt x="1216152" y="603516"/>
                  </a:lnTo>
                  <a:lnTo>
                    <a:pt x="1188720" y="579132"/>
                  </a:lnTo>
                  <a:lnTo>
                    <a:pt x="1176528" y="594372"/>
                  </a:lnTo>
                  <a:lnTo>
                    <a:pt x="1202436" y="618756"/>
                  </a:lnTo>
                  <a:lnTo>
                    <a:pt x="1203960" y="618756"/>
                  </a:lnTo>
                  <a:lnTo>
                    <a:pt x="1222248" y="630948"/>
                  </a:lnTo>
                  <a:lnTo>
                    <a:pt x="1223772" y="630948"/>
                  </a:lnTo>
                  <a:lnTo>
                    <a:pt x="1242060" y="638568"/>
                  </a:lnTo>
                  <a:lnTo>
                    <a:pt x="1248156" y="620280"/>
                  </a:lnTo>
                  <a:close/>
                </a:path>
                <a:path w="1652270" h="658495">
                  <a:moveTo>
                    <a:pt x="1400543" y="635508"/>
                  </a:moveTo>
                  <a:lnTo>
                    <a:pt x="1396669" y="629412"/>
                  </a:lnTo>
                  <a:lnTo>
                    <a:pt x="1395704" y="627888"/>
                  </a:lnTo>
                  <a:lnTo>
                    <a:pt x="1389875" y="618744"/>
                  </a:lnTo>
                  <a:lnTo>
                    <a:pt x="1375283" y="628040"/>
                  </a:lnTo>
                  <a:lnTo>
                    <a:pt x="1357871" y="630936"/>
                  </a:lnTo>
                  <a:lnTo>
                    <a:pt x="1357871" y="632460"/>
                  </a:lnTo>
                  <a:lnTo>
                    <a:pt x="1354823" y="632460"/>
                  </a:lnTo>
                  <a:lnTo>
                    <a:pt x="1350759" y="635508"/>
                  </a:lnTo>
                  <a:lnTo>
                    <a:pt x="1338059" y="635508"/>
                  </a:lnTo>
                  <a:lnTo>
                    <a:pt x="1336535" y="637032"/>
                  </a:lnTo>
                  <a:lnTo>
                    <a:pt x="1332471" y="640080"/>
                  </a:lnTo>
                  <a:lnTo>
                    <a:pt x="1324343" y="640080"/>
                  </a:lnTo>
                  <a:lnTo>
                    <a:pt x="1298448" y="640092"/>
                  </a:lnTo>
                  <a:lnTo>
                    <a:pt x="1298448" y="658380"/>
                  </a:lnTo>
                  <a:lnTo>
                    <a:pt x="1324356" y="658380"/>
                  </a:lnTo>
                  <a:lnTo>
                    <a:pt x="1341107" y="658368"/>
                  </a:lnTo>
                  <a:lnTo>
                    <a:pt x="1342631" y="656844"/>
                  </a:lnTo>
                  <a:lnTo>
                    <a:pt x="1346695" y="653796"/>
                  </a:lnTo>
                  <a:lnTo>
                    <a:pt x="1357871" y="653796"/>
                  </a:lnTo>
                  <a:lnTo>
                    <a:pt x="1359395" y="652272"/>
                  </a:lnTo>
                  <a:lnTo>
                    <a:pt x="1362443" y="650748"/>
                  </a:lnTo>
                  <a:lnTo>
                    <a:pt x="1368539" y="649224"/>
                  </a:lnTo>
                  <a:lnTo>
                    <a:pt x="1380731" y="646176"/>
                  </a:lnTo>
                  <a:lnTo>
                    <a:pt x="1382255" y="646176"/>
                  </a:lnTo>
                  <a:lnTo>
                    <a:pt x="1383779" y="644652"/>
                  </a:lnTo>
                  <a:lnTo>
                    <a:pt x="1389367" y="641604"/>
                  </a:lnTo>
                  <a:lnTo>
                    <a:pt x="1392161" y="640080"/>
                  </a:lnTo>
                  <a:lnTo>
                    <a:pt x="1397749" y="637032"/>
                  </a:lnTo>
                  <a:lnTo>
                    <a:pt x="1400543" y="635508"/>
                  </a:lnTo>
                  <a:close/>
                </a:path>
                <a:path w="1652270" h="658495">
                  <a:moveTo>
                    <a:pt x="1502651" y="545592"/>
                  </a:moveTo>
                  <a:lnTo>
                    <a:pt x="1487411" y="534924"/>
                  </a:lnTo>
                  <a:lnTo>
                    <a:pt x="1475219" y="550164"/>
                  </a:lnTo>
                  <a:lnTo>
                    <a:pt x="1444739" y="580644"/>
                  </a:lnTo>
                  <a:lnTo>
                    <a:pt x="1435595" y="586740"/>
                  </a:lnTo>
                  <a:lnTo>
                    <a:pt x="1447787" y="601980"/>
                  </a:lnTo>
                  <a:lnTo>
                    <a:pt x="1456931" y="595884"/>
                  </a:lnTo>
                  <a:lnTo>
                    <a:pt x="1488935" y="563880"/>
                  </a:lnTo>
                  <a:lnTo>
                    <a:pt x="1502651" y="545592"/>
                  </a:lnTo>
                  <a:close/>
                </a:path>
                <a:path w="1652270" h="658495">
                  <a:moveTo>
                    <a:pt x="1584947" y="441960"/>
                  </a:moveTo>
                  <a:lnTo>
                    <a:pt x="1571231" y="429768"/>
                  </a:lnTo>
                  <a:lnTo>
                    <a:pt x="1540751" y="467868"/>
                  </a:lnTo>
                  <a:lnTo>
                    <a:pt x="1523987" y="489204"/>
                  </a:lnTo>
                  <a:lnTo>
                    <a:pt x="1537703" y="501396"/>
                  </a:lnTo>
                  <a:lnTo>
                    <a:pt x="1555991" y="480060"/>
                  </a:lnTo>
                  <a:lnTo>
                    <a:pt x="1584947" y="441960"/>
                  </a:lnTo>
                  <a:close/>
                </a:path>
                <a:path w="1652270" h="658495">
                  <a:moveTo>
                    <a:pt x="1652016" y="323100"/>
                  </a:moveTo>
                  <a:lnTo>
                    <a:pt x="1623047" y="278904"/>
                  </a:lnTo>
                  <a:lnTo>
                    <a:pt x="1598663" y="236232"/>
                  </a:lnTo>
                  <a:lnTo>
                    <a:pt x="1592567" y="225564"/>
                  </a:lnTo>
                  <a:lnTo>
                    <a:pt x="1592567" y="224040"/>
                  </a:lnTo>
                  <a:lnTo>
                    <a:pt x="1591043" y="224040"/>
                  </a:lnTo>
                  <a:lnTo>
                    <a:pt x="1555991" y="178320"/>
                  </a:lnTo>
                  <a:lnTo>
                    <a:pt x="1488935" y="94500"/>
                  </a:lnTo>
                  <a:lnTo>
                    <a:pt x="1456931" y="64020"/>
                  </a:lnTo>
                  <a:lnTo>
                    <a:pt x="1438579" y="47256"/>
                  </a:lnTo>
                  <a:lnTo>
                    <a:pt x="1421879" y="32016"/>
                  </a:lnTo>
                  <a:lnTo>
                    <a:pt x="1420355" y="32016"/>
                  </a:lnTo>
                  <a:lnTo>
                    <a:pt x="1418831" y="30492"/>
                  </a:lnTo>
                  <a:lnTo>
                    <a:pt x="1415173" y="28968"/>
                  </a:lnTo>
                  <a:lnTo>
                    <a:pt x="1411300" y="27355"/>
                  </a:lnTo>
                  <a:lnTo>
                    <a:pt x="1411300" y="48666"/>
                  </a:lnTo>
                  <a:lnTo>
                    <a:pt x="1410957" y="48514"/>
                  </a:lnTo>
                  <a:lnTo>
                    <a:pt x="1409687" y="47256"/>
                  </a:lnTo>
                  <a:lnTo>
                    <a:pt x="1411300" y="48666"/>
                  </a:lnTo>
                  <a:lnTo>
                    <a:pt x="1411300" y="27355"/>
                  </a:lnTo>
                  <a:lnTo>
                    <a:pt x="1404200" y="24396"/>
                  </a:lnTo>
                  <a:lnTo>
                    <a:pt x="1400543" y="22872"/>
                  </a:lnTo>
                  <a:lnTo>
                    <a:pt x="1402067" y="24396"/>
                  </a:lnTo>
                  <a:lnTo>
                    <a:pt x="1397495" y="21348"/>
                  </a:lnTo>
                  <a:lnTo>
                    <a:pt x="1383779" y="12204"/>
                  </a:lnTo>
                  <a:lnTo>
                    <a:pt x="1380731" y="12204"/>
                  </a:lnTo>
                  <a:lnTo>
                    <a:pt x="1368539" y="9156"/>
                  </a:lnTo>
                  <a:lnTo>
                    <a:pt x="1363967" y="8013"/>
                  </a:lnTo>
                  <a:lnTo>
                    <a:pt x="1363459" y="7632"/>
                  </a:lnTo>
                  <a:lnTo>
                    <a:pt x="1359395" y="4584"/>
                  </a:lnTo>
                  <a:lnTo>
                    <a:pt x="1357871" y="4584"/>
                  </a:lnTo>
                  <a:lnTo>
                    <a:pt x="1345679" y="12"/>
                  </a:lnTo>
                  <a:lnTo>
                    <a:pt x="1324356" y="12"/>
                  </a:lnTo>
                  <a:lnTo>
                    <a:pt x="1290828" y="0"/>
                  </a:lnTo>
                  <a:lnTo>
                    <a:pt x="1289304" y="1524"/>
                  </a:lnTo>
                  <a:lnTo>
                    <a:pt x="1286256" y="3048"/>
                  </a:lnTo>
                  <a:lnTo>
                    <a:pt x="1280160" y="3048"/>
                  </a:lnTo>
                  <a:lnTo>
                    <a:pt x="1261872" y="7620"/>
                  </a:lnTo>
                  <a:lnTo>
                    <a:pt x="1260348" y="7620"/>
                  </a:lnTo>
                  <a:lnTo>
                    <a:pt x="1260348" y="9144"/>
                  </a:lnTo>
                  <a:lnTo>
                    <a:pt x="1242060" y="16764"/>
                  </a:lnTo>
                  <a:lnTo>
                    <a:pt x="1240536" y="16764"/>
                  </a:lnTo>
                  <a:lnTo>
                    <a:pt x="1222248" y="27432"/>
                  </a:lnTo>
                  <a:lnTo>
                    <a:pt x="1203960" y="39624"/>
                  </a:lnTo>
                  <a:lnTo>
                    <a:pt x="1202436" y="39624"/>
                  </a:lnTo>
                  <a:lnTo>
                    <a:pt x="1173480" y="67056"/>
                  </a:lnTo>
                  <a:lnTo>
                    <a:pt x="1135380" y="106680"/>
                  </a:lnTo>
                  <a:lnTo>
                    <a:pt x="1098804" y="149352"/>
                  </a:lnTo>
                  <a:lnTo>
                    <a:pt x="1068324" y="190500"/>
                  </a:lnTo>
                  <a:lnTo>
                    <a:pt x="1031748" y="240792"/>
                  </a:lnTo>
                  <a:lnTo>
                    <a:pt x="1001268" y="289560"/>
                  </a:lnTo>
                  <a:lnTo>
                    <a:pt x="986472" y="312077"/>
                  </a:lnTo>
                  <a:lnTo>
                    <a:pt x="981456" y="304812"/>
                  </a:lnTo>
                  <a:lnTo>
                    <a:pt x="955548" y="260616"/>
                  </a:lnTo>
                  <a:lnTo>
                    <a:pt x="938784" y="269760"/>
                  </a:lnTo>
                  <a:lnTo>
                    <a:pt x="966216" y="315480"/>
                  </a:lnTo>
                  <a:lnTo>
                    <a:pt x="975448" y="328841"/>
                  </a:lnTo>
                  <a:lnTo>
                    <a:pt x="966216" y="342900"/>
                  </a:lnTo>
                  <a:lnTo>
                    <a:pt x="935736" y="391668"/>
                  </a:lnTo>
                  <a:lnTo>
                    <a:pt x="899160" y="441960"/>
                  </a:lnTo>
                  <a:lnTo>
                    <a:pt x="868680" y="486156"/>
                  </a:lnTo>
                  <a:lnTo>
                    <a:pt x="833628" y="528828"/>
                  </a:lnTo>
                  <a:lnTo>
                    <a:pt x="803148" y="562356"/>
                  </a:lnTo>
                  <a:lnTo>
                    <a:pt x="768096" y="595884"/>
                  </a:lnTo>
                  <a:lnTo>
                    <a:pt x="737616" y="618744"/>
                  </a:lnTo>
                  <a:lnTo>
                    <a:pt x="739140" y="617220"/>
                  </a:lnTo>
                  <a:lnTo>
                    <a:pt x="722376" y="624840"/>
                  </a:lnTo>
                  <a:lnTo>
                    <a:pt x="704088" y="632460"/>
                  </a:lnTo>
                  <a:lnTo>
                    <a:pt x="693420" y="635508"/>
                  </a:lnTo>
                  <a:lnTo>
                    <a:pt x="687324" y="635508"/>
                  </a:lnTo>
                  <a:lnTo>
                    <a:pt x="673608" y="640080"/>
                  </a:lnTo>
                  <a:lnTo>
                    <a:pt x="658368" y="640080"/>
                  </a:lnTo>
                  <a:lnTo>
                    <a:pt x="632460" y="640092"/>
                  </a:lnTo>
                  <a:lnTo>
                    <a:pt x="629412" y="637044"/>
                  </a:lnTo>
                  <a:lnTo>
                    <a:pt x="627888" y="637044"/>
                  </a:lnTo>
                  <a:lnTo>
                    <a:pt x="626364" y="635520"/>
                  </a:lnTo>
                  <a:lnTo>
                    <a:pt x="612648" y="632472"/>
                  </a:lnTo>
                  <a:lnTo>
                    <a:pt x="612648" y="630948"/>
                  </a:lnTo>
                  <a:lnTo>
                    <a:pt x="605028" y="630948"/>
                  </a:lnTo>
                  <a:lnTo>
                    <a:pt x="608076" y="632472"/>
                  </a:lnTo>
                  <a:lnTo>
                    <a:pt x="589788" y="624852"/>
                  </a:lnTo>
                  <a:lnTo>
                    <a:pt x="591312" y="624852"/>
                  </a:lnTo>
                  <a:lnTo>
                    <a:pt x="574548" y="614184"/>
                  </a:lnTo>
                  <a:lnTo>
                    <a:pt x="544068" y="591324"/>
                  </a:lnTo>
                  <a:lnTo>
                    <a:pt x="507492" y="562368"/>
                  </a:lnTo>
                  <a:lnTo>
                    <a:pt x="509016" y="562368"/>
                  </a:lnTo>
                  <a:lnTo>
                    <a:pt x="478536" y="524268"/>
                  </a:lnTo>
                  <a:lnTo>
                    <a:pt x="441960" y="483120"/>
                  </a:lnTo>
                  <a:lnTo>
                    <a:pt x="443903" y="485305"/>
                  </a:lnTo>
                  <a:lnTo>
                    <a:pt x="442506" y="483120"/>
                  </a:lnTo>
                  <a:lnTo>
                    <a:pt x="411480" y="434352"/>
                  </a:lnTo>
                  <a:lnTo>
                    <a:pt x="376428" y="388632"/>
                  </a:lnTo>
                  <a:lnTo>
                    <a:pt x="345948" y="339864"/>
                  </a:lnTo>
                  <a:lnTo>
                    <a:pt x="310896" y="286524"/>
                  </a:lnTo>
                  <a:lnTo>
                    <a:pt x="280416" y="236232"/>
                  </a:lnTo>
                  <a:lnTo>
                    <a:pt x="242316" y="185940"/>
                  </a:lnTo>
                  <a:lnTo>
                    <a:pt x="175260" y="102120"/>
                  </a:lnTo>
                  <a:lnTo>
                    <a:pt x="140208" y="64020"/>
                  </a:lnTo>
                  <a:lnTo>
                    <a:pt x="124206" y="50304"/>
                  </a:lnTo>
                  <a:lnTo>
                    <a:pt x="108204" y="36588"/>
                  </a:lnTo>
                  <a:lnTo>
                    <a:pt x="108204" y="35064"/>
                  </a:lnTo>
                  <a:lnTo>
                    <a:pt x="106680" y="35064"/>
                  </a:lnTo>
                  <a:lnTo>
                    <a:pt x="97599" y="30530"/>
                  </a:lnTo>
                  <a:lnTo>
                    <a:pt x="97599" y="51739"/>
                  </a:lnTo>
                  <a:lnTo>
                    <a:pt x="97269" y="51562"/>
                  </a:lnTo>
                  <a:lnTo>
                    <a:pt x="96012" y="50304"/>
                  </a:lnTo>
                  <a:lnTo>
                    <a:pt x="97599" y="51739"/>
                  </a:lnTo>
                  <a:lnTo>
                    <a:pt x="97599" y="30530"/>
                  </a:lnTo>
                  <a:lnTo>
                    <a:pt x="82296" y="22872"/>
                  </a:lnTo>
                  <a:lnTo>
                    <a:pt x="73152" y="18300"/>
                  </a:lnTo>
                  <a:lnTo>
                    <a:pt x="70104" y="16776"/>
                  </a:lnTo>
                  <a:lnTo>
                    <a:pt x="51816" y="9156"/>
                  </a:lnTo>
                  <a:lnTo>
                    <a:pt x="53340" y="9156"/>
                  </a:lnTo>
                  <a:lnTo>
                    <a:pt x="47244" y="4584"/>
                  </a:lnTo>
                  <a:lnTo>
                    <a:pt x="45720" y="4584"/>
                  </a:lnTo>
                  <a:lnTo>
                    <a:pt x="44196" y="3060"/>
                  </a:lnTo>
                  <a:lnTo>
                    <a:pt x="32004" y="3060"/>
                  </a:lnTo>
                  <a:lnTo>
                    <a:pt x="28956" y="1536"/>
                  </a:lnTo>
                  <a:lnTo>
                    <a:pt x="27432" y="12"/>
                  </a:lnTo>
                  <a:lnTo>
                    <a:pt x="0" y="12"/>
                  </a:lnTo>
                  <a:lnTo>
                    <a:pt x="0" y="18300"/>
                  </a:lnTo>
                  <a:lnTo>
                    <a:pt x="20320" y="18300"/>
                  </a:lnTo>
                  <a:lnTo>
                    <a:pt x="24384" y="21348"/>
                  </a:lnTo>
                  <a:lnTo>
                    <a:pt x="25908" y="21348"/>
                  </a:lnTo>
                  <a:lnTo>
                    <a:pt x="27432" y="22872"/>
                  </a:lnTo>
                  <a:lnTo>
                    <a:pt x="39624" y="22872"/>
                  </a:lnTo>
                  <a:lnTo>
                    <a:pt x="42672" y="24396"/>
                  </a:lnTo>
                  <a:lnTo>
                    <a:pt x="42672" y="25920"/>
                  </a:lnTo>
                  <a:lnTo>
                    <a:pt x="44196" y="25920"/>
                  </a:lnTo>
                  <a:lnTo>
                    <a:pt x="97929" y="52031"/>
                  </a:lnTo>
                  <a:lnTo>
                    <a:pt x="126492" y="77736"/>
                  </a:lnTo>
                  <a:lnTo>
                    <a:pt x="161544" y="115836"/>
                  </a:lnTo>
                  <a:lnTo>
                    <a:pt x="192024" y="152412"/>
                  </a:lnTo>
                  <a:lnTo>
                    <a:pt x="228600" y="198132"/>
                  </a:lnTo>
                  <a:lnTo>
                    <a:pt x="265176" y="246900"/>
                  </a:lnTo>
                  <a:lnTo>
                    <a:pt x="294132" y="295668"/>
                  </a:lnTo>
                  <a:lnTo>
                    <a:pt x="316255" y="328866"/>
                  </a:lnTo>
                  <a:lnTo>
                    <a:pt x="294132" y="362712"/>
                  </a:lnTo>
                  <a:lnTo>
                    <a:pt x="278892" y="387096"/>
                  </a:lnTo>
                  <a:lnTo>
                    <a:pt x="294132" y="397764"/>
                  </a:lnTo>
                  <a:lnTo>
                    <a:pt x="310896" y="371856"/>
                  </a:lnTo>
                  <a:lnTo>
                    <a:pt x="327558" y="345821"/>
                  </a:lnTo>
                  <a:lnTo>
                    <a:pt x="330708" y="350532"/>
                  </a:lnTo>
                  <a:lnTo>
                    <a:pt x="361188" y="399300"/>
                  </a:lnTo>
                  <a:lnTo>
                    <a:pt x="397764" y="445020"/>
                  </a:lnTo>
                  <a:lnTo>
                    <a:pt x="426720" y="493788"/>
                  </a:lnTo>
                  <a:lnTo>
                    <a:pt x="428244" y="493788"/>
                  </a:lnTo>
                  <a:lnTo>
                    <a:pt x="428244" y="495312"/>
                  </a:lnTo>
                  <a:lnTo>
                    <a:pt x="463296" y="536460"/>
                  </a:lnTo>
                  <a:lnTo>
                    <a:pt x="493776" y="574560"/>
                  </a:lnTo>
                  <a:lnTo>
                    <a:pt x="531876" y="606564"/>
                  </a:lnTo>
                  <a:lnTo>
                    <a:pt x="562356" y="629424"/>
                  </a:lnTo>
                  <a:lnTo>
                    <a:pt x="580644" y="641616"/>
                  </a:lnTo>
                  <a:lnTo>
                    <a:pt x="582168" y="641616"/>
                  </a:lnTo>
                  <a:lnTo>
                    <a:pt x="600456" y="649236"/>
                  </a:lnTo>
                  <a:lnTo>
                    <a:pt x="601980" y="650760"/>
                  </a:lnTo>
                  <a:lnTo>
                    <a:pt x="608076" y="650760"/>
                  </a:lnTo>
                  <a:lnTo>
                    <a:pt x="618744" y="653427"/>
                  </a:lnTo>
                  <a:lnTo>
                    <a:pt x="623316" y="656856"/>
                  </a:lnTo>
                  <a:lnTo>
                    <a:pt x="624840" y="658380"/>
                  </a:lnTo>
                  <a:lnTo>
                    <a:pt x="658368" y="658380"/>
                  </a:lnTo>
                  <a:lnTo>
                    <a:pt x="679704" y="658368"/>
                  </a:lnTo>
                  <a:lnTo>
                    <a:pt x="693420" y="653796"/>
                  </a:lnTo>
                  <a:lnTo>
                    <a:pt x="697992" y="653796"/>
                  </a:lnTo>
                  <a:lnTo>
                    <a:pt x="710184" y="650748"/>
                  </a:lnTo>
                  <a:lnTo>
                    <a:pt x="728472" y="641604"/>
                  </a:lnTo>
                  <a:lnTo>
                    <a:pt x="746760" y="633984"/>
                  </a:lnTo>
                  <a:lnTo>
                    <a:pt x="749808" y="633984"/>
                  </a:lnTo>
                  <a:lnTo>
                    <a:pt x="770128" y="618744"/>
                  </a:lnTo>
                  <a:lnTo>
                    <a:pt x="780288" y="611124"/>
                  </a:lnTo>
                  <a:lnTo>
                    <a:pt x="816864" y="576072"/>
                  </a:lnTo>
                  <a:lnTo>
                    <a:pt x="847344" y="541020"/>
                  </a:lnTo>
                  <a:lnTo>
                    <a:pt x="883920" y="498348"/>
                  </a:lnTo>
                  <a:lnTo>
                    <a:pt x="915924" y="452628"/>
                  </a:lnTo>
                  <a:lnTo>
                    <a:pt x="950976" y="403860"/>
                  </a:lnTo>
                  <a:lnTo>
                    <a:pt x="981456" y="353568"/>
                  </a:lnTo>
                  <a:lnTo>
                    <a:pt x="1018032" y="300228"/>
                  </a:lnTo>
                  <a:lnTo>
                    <a:pt x="1048512" y="249936"/>
                  </a:lnTo>
                  <a:lnTo>
                    <a:pt x="1083564" y="201168"/>
                  </a:lnTo>
                  <a:lnTo>
                    <a:pt x="1114044" y="160020"/>
                  </a:lnTo>
                  <a:lnTo>
                    <a:pt x="1150620" y="118872"/>
                  </a:lnTo>
                  <a:lnTo>
                    <a:pt x="1187196" y="80772"/>
                  </a:lnTo>
                  <a:lnTo>
                    <a:pt x="1216152" y="54864"/>
                  </a:lnTo>
                  <a:lnTo>
                    <a:pt x="1214628" y="54864"/>
                  </a:lnTo>
                  <a:lnTo>
                    <a:pt x="1232916" y="44196"/>
                  </a:lnTo>
                  <a:lnTo>
                    <a:pt x="1249680" y="33528"/>
                  </a:lnTo>
                  <a:lnTo>
                    <a:pt x="1248156" y="33528"/>
                  </a:lnTo>
                  <a:lnTo>
                    <a:pt x="1267968" y="25908"/>
                  </a:lnTo>
                  <a:lnTo>
                    <a:pt x="1266444" y="25908"/>
                  </a:lnTo>
                  <a:lnTo>
                    <a:pt x="1284732" y="22860"/>
                  </a:lnTo>
                  <a:lnTo>
                    <a:pt x="1289304" y="22860"/>
                  </a:lnTo>
                  <a:lnTo>
                    <a:pt x="1290828" y="21336"/>
                  </a:lnTo>
                  <a:lnTo>
                    <a:pt x="1292352" y="21336"/>
                  </a:lnTo>
                  <a:lnTo>
                    <a:pt x="1296416" y="18288"/>
                  </a:lnTo>
                  <a:lnTo>
                    <a:pt x="1324343" y="18288"/>
                  </a:lnTo>
                  <a:lnTo>
                    <a:pt x="1339583" y="18300"/>
                  </a:lnTo>
                  <a:lnTo>
                    <a:pt x="1351775" y="22872"/>
                  </a:lnTo>
                  <a:lnTo>
                    <a:pt x="1354823" y="24396"/>
                  </a:lnTo>
                  <a:lnTo>
                    <a:pt x="1356347" y="25920"/>
                  </a:lnTo>
                  <a:lnTo>
                    <a:pt x="1357871" y="25920"/>
                  </a:lnTo>
                  <a:lnTo>
                    <a:pt x="1375206" y="30251"/>
                  </a:lnTo>
                  <a:lnTo>
                    <a:pt x="1392923" y="41160"/>
                  </a:lnTo>
                  <a:lnTo>
                    <a:pt x="1411630" y="48958"/>
                  </a:lnTo>
                  <a:lnTo>
                    <a:pt x="1444739" y="77736"/>
                  </a:lnTo>
                  <a:lnTo>
                    <a:pt x="1475219" y="106692"/>
                  </a:lnTo>
                  <a:lnTo>
                    <a:pt x="1504175" y="144792"/>
                  </a:lnTo>
                  <a:lnTo>
                    <a:pt x="1577327" y="236232"/>
                  </a:lnTo>
                  <a:lnTo>
                    <a:pt x="1575803" y="234708"/>
                  </a:lnTo>
                  <a:lnTo>
                    <a:pt x="1606283" y="288048"/>
                  </a:lnTo>
                  <a:lnTo>
                    <a:pt x="1633258" y="328523"/>
                  </a:lnTo>
                  <a:lnTo>
                    <a:pt x="1606283" y="370332"/>
                  </a:lnTo>
                  <a:lnTo>
                    <a:pt x="1598663" y="382524"/>
                  </a:lnTo>
                  <a:lnTo>
                    <a:pt x="1615427" y="391668"/>
                  </a:lnTo>
                  <a:lnTo>
                    <a:pt x="1623047" y="379476"/>
                  </a:lnTo>
                  <a:lnTo>
                    <a:pt x="1652016" y="333756"/>
                  </a:lnTo>
                  <a:lnTo>
                    <a:pt x="1644396" y="328434"/>
                  </a:lnTo>
                  <a:lnTo>
                    <a:pt x="1652016" y="323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8942832" y="5655564"/>
              <a:ext cx="29209" cy="318770"/>
            </a:xfrm>
            <a:custGeom>
              <a:avLst/>
              <a:gdLst/>
              <a:ahLst/>
              <a:cxnLst/>
              <a:rect l="l" t="t" r="r" b="b"/>
              <a:pathLst>
                <a:path w="29209" h="318770">
                  <a:moveTo>
                    <a:pt x="28955" y="318516"/>
                  </a:moveTo>
                  <a:lnTo>
                    <a:pt x="0" y="318516"/>
                  </a:lnTo>
                  <a:lnTo>
                    <a:pt x="0" y="0"/>
                  </a:lnTo>
                  <a:lnTo>
                    <a:pt x="28955" y="0"/>
                  </a:lnTo>
                  <a:lnTo>
                    <a:pt x="28955" y="3185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5" name="object 95"/>
          <p:cNvSpPr txBox="1"/>
          <p:nvPr/>
        </p:nvSpPr>
        <p:spPr>
          <a:xfrm>
            <a:off x="7721587" y="2799067"/>
            <a:ext cx="89026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FF3300"/>
                </a:solidFill>
                <a:latin typeface="Microsoft Sans Serif"/>
                <a:cs typeface="Microsoft Sans Serif"/>
              </a:rPr>
              <a:t>Missing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96" name="object 96"/>
          <p:cNvGrpSpPr/>
          <p:nvPr/>
        </p:nvGrpSpPr>
        <p:grpSpPr>
          <a:xfrm>
            <a:off x="3927347" y="1851660"/>
            <a:ext cx="1691639" cy="4314825"/>
            <a:chOff x="3927347" y="1851660"/>
            <a:chExt cx="1691639" cy="4314825"/>
          </a:xfrm>
        </p:grpSpPr>
        <p:pic>
          <p:nvPicPr>
            <p:cNvPr id="97" name="object 9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27347" y="2764536"/>
              <a:ext cx="1645919" cy="659892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3973055" y="1851659"/>
              <a:ext cx="1646555" cy="658495"/>
            </a:xfrm>
            <a:custGeom>
              <a:avLst/>
              <a:gdLst/>
              <a:ahLst/>
              <a:cxnLst/>
              <a:rect l="l" t="t" r="r" b="b"/>
              <a:pathLst>
                <a:path w="1646554" h="658494">
                  <a:moveTo>
                    <a:pt x="1184148" y="522732"/>
                  </a:moveTo>
                  <a:lnTo>
                    <a:pt x="1147584" y="502920"/>
                  </a:lnTo>
                  <a:lnTo>
                    <a:pt x="1118628" y="487680"/>
                  </a:lnTo>
                  <a:lnTo>
                    <a:pt x="1082040" y="469392"/>
                  </a:lnTo>
                  <a:lnTo>
                    <a:pt x="1051572" y="449580"/>
                  </a:lnTo>
                  <a:lnTo>
                    <a:pt x="1014984" y="431292"/>
                  </a:lnTo>
                  <a:lnTo>
                    <a:pt x="947928" y="393192"/>
                  </a:lnTo>
                  <a:lnTo>
                    <a:pt x="912876" y="374904"/>
                  </a:lnTo>
                  <a:lnTo>
                    <a:pt x="914400" y="374904"/>
                  </a:lnTo>
                  <a:lnTo>
                    <a:pt x="882396" y="352044"/>
                  </a:lnTo>
                  <a:lnTo>
                    <a:pt x="882396" y="350520"/>
                  </a:lnTo>
                  <a:lnTo>
                    <a:pt x="845832" y="332232"/>
                  </a:lnTo>
                  <a:lnTo>
                    <a:pt x="809244" y="309372"/>
                  </a:lnTo>
                  <a:lnTo>
                    <a:pt x="778764" y="291084"/>
                  </a:lnTo>
                  <a:lnTo>
                    <a:pt x="742188" y="271272"/>
                  </a:lnTo>
                  <a:lnTo>
                    <a:pt x="743712" y="271272"/>
                  </a:lnTo>
                  <a:lnTo>
                    <a:pt x="713232" y="249936"/>
                  </a:lnTo>
                  <a:lnTo>
                    <a:pt x="713232" y="248412"/>
                  </a:lnTo>
                  <a:lnTo>
                    <a:pt x="676656" y="230124"/>
                  </a:lnTo>
                  <a:lnTo>
                    <a:pt x="646176" y="210312"/>
                  </a:lnTo>
                  <a:lnTo>
                    <a:pt x="609600" y="192024"/>
                  </a:lnTo>
                  <a:lnTo>
                    <a:pt x="580644" y="172212"/>
                  </a:lnTo>
                  <a:lnTo>
                    <a:pt x="579120" y="172212"/>
                  </a:lnTo>
                  <a:lnTo>
                    <a:pt x="542544" y="156972"/>
                  </a:lnTo>
                  <a:lnTo>
                    <a:pt x="544068" y="156972"/>
                  </a:lnTo>
                  <a:lnTo>
                    <a:pt x="538988" y="153924"/>
                  </a:lnTo>
                  <a:lnTo>
                    <a:pt x="513588" y="138684"/>
                  </a:lnTo>
                  <a:lnTo>
                    <a:pt x="512064" y="137160"/>
                  </a:lnTo>
                  <a:lnTo>
                    <a:pt x="475488" y="121920"/>
                  </a:lnTo>
                  <a:lnTo>
                    <a:pt x="440436" y="108204"/>
                  </a:lnTo>
                  <a:lnTo>
                    <a:pt x="408432" y="91440"/>
                  </a:lnTo>
                  <a:lnTo>
                    <a:pt x="373380" y="76200"/>
                  </a:lnTo>
                  <a:lnTo>
                    <a:pt x="341376" y="65532"/>
                  </a:lnTo>
                  <a:lnTo>
                    <a:pt x="306324" y="54864"/>
                  </a:lnTo>
                  <a:lnTo>
                    <a:pt x="275844" y="42672"/>
                  </a:lnTo>
                  <a:lnTo>
                    <a:pt x="239268" y="30480"/>
                  </a:lnTo>
                  <a:lnTo>
                    <a:pt x="208788" y="22860"/>
                  </a:lnTo>
                  <a:lnTo>
                    <a:pt x="170688" y="15240"/>
                  </a:lnTo>
                  <a:lnTo>
                    <a:pt x="136398" y="12382"/>
                  </a:lnTo>
                  <a:lnTo>
                    <a:pt x="135636" y="12192"/>
                  </a:lnTo>
                  <a:lnTo>
                    <a:pt x="105156" y="4572"/>
                  </a:lnTo>
                  <a:lnTo>
                    <a:pt x="105156" y="3048"/>
                  </a:lnTo>
                  <a:lnTo>
                    <a:pt x="86868" y="3048"/>
                  </a:lnTo>
                  <a:lnTo>
                    <a:pt x="68580" y="0"/>
                  </a:lnTo>
                  <a:lnTo>
                    <a:pt x="0" y="0"/>
                  </a:lnTo>
                  <a:lnTo>
                    <a:pt x="0" y="18288"/>
                  </a:lnTo>
                  <a:lnTo>
                    <a:pt x="65532" y="18288"/>
                  </a:lnTo>
                  <a:lnTo>
                    <a:pt x="83820" y="22860"/>
                  </a:lnTo>
                  <a:lnTo>
                    <a:pt x="100584" y="22860"/>
                  </a:lnTo>
                  <a:lnTo>
                    <a:pt x="131064" y="30480"/>
                  </a:lnTo>
                  <a:lnTo>
                    <a:pt x="132588" y="30480"/>
                  </a:lnTo>
                  <a:lnTo>
                    <a:pt x="204216" y="41148"/>
                  </a:lnTo>
                  <a:lnTo>
                    <a:pt x="269748" y="60960"/>
                  </a:lnTo>
                  <a:lnTo>
                    <a:pt x="298704" y="71628"/>
                  </a:lnTo>
                  <a:lnTo>
                    <a:pt x="335280" y="83820"/>
                  </a:lnTo>
                  <a:lnTo>
                    <a:pt x="365760" y="94488"/>
                  </a:lnTo>
                  <a:lnTo>
                    <a:pt x="402336" y="109728"/>
                  </a:lnTo>
                  <a:lnTo>
                    <a:pt x="431292" y="124968"/>
                  </a:lnTo>
                  <a:lnTo>
                    <a:pt x="504444" y="155448"/>
                  </a:lnTo>
                  <a:lnTo>
                    <a:pt x="502920" y="153924"/>
                  </a:lnTo>
                  <a:lnTo>
                    <a:pt x="533400" y="173736"/>
                  </a:lnTo>
                  <a:lnTo>
                    <a:pt x="534924" y="173736"/>
                  </a:lnTo>
                  <a:lnTo>
                    <a:pt x="571500" y="188976"/>
                  </a:lnTo>
                  <a:lnTo>
                    <a:pt x="569976" y="188976"/>
                  </a:lnTo>
                  <a:lnTo>
                    <a:pt x="600456" y="207264"/>
                  </a:lnTo>
                  <a:lnTo>
                    <a:pt x="637032" y="227076"/>
                  </a:lnTo>
                  <a:lnTo>
                    <a:pt x="665988" y="245364"/>
                  </a:lnTo>
                  <a:lnTo>
                    <a:pt x="704088" y="265176"/>
                  </a:lnTo>
                  <a:lnTo>
                    <a:pt x="702564" y="265176"/>
                  </a:lnTo>
                  <a:lnTo>
                    <a:pt x="733044" y="286512"/>
                  </a:lnTo>
                  <a:lnTo>
                    <a:pt x="733044" y="288036"/>
                  </a:lnTo>
                  <a:lnTo>
                    <a:pt x="769632" y="307848"/>
                  </a:lnTo>
                  <a:lnTo>
                    <a:pt x="800100" y="326136"/>
                  </a:lnTo>
                  <a:lnTo>
                    <a:pt x="836676" y="348996"/>
                  </a:lnTo>
                  <a:lnTo>
                    <a:pt x="873252" y="367284"/>
                  </a:lnTo>
                  <a:lnTo>
                    <a:pt x="871728" y="367284"/>
                  </a:lnTo>
                  <a:lnTo>
                    <a:pt x="902208" y="390144"/>
                  </a:lnTo>
                  <a:lnTo>
                    <a:pt x="903732" y="390144"/>
                  </a:lnTo>
                  <a:lnTo>
                    <a:pt x="903732" y="391668"/>
                  </a:lnTo>
                  <a:lnTo>
                    <a:pt x="938784" y="409956"/>
                  </a:lnTo>
                  <a:lnTo>
                    <a:pt x="969276" y="428244"/>
                  </a:lnTo>
                  <a:lnTo>
                    <a:pt x="1005840" y="448056"/>
                  </a:lnTo>
                  <a:lnTo>
                    <a:pt x="1042428" y="466344"/>
                  </a:lnTo>
                  <a:lnTo>
                    <a:pt x="1071384" y="486156"/>
                  </a:lnTo>
                  <a:lnTo>
                    <a:pt x="1109484" y="504444"/>
                  </a:lnTo>
                  <a:lnTo>
                    <a:pt x="1138428" y="521208"/>
                  </a:lnTo>
                  <a:lnTo>
                    <a:pt x="1176528" y="539496"/>
                  </a:lnTo>
                  <a:lnTo>
                    <a:pt x="1184148" y="522732"/>
                  </a:lnTo>
                  <a:close/>
                </a:path>
                <a:path w="1646554" h="658494">
                  <a:moveTo>
                    <a:pt x="1645932" y="640080"/>
                  </a:moveTo>
                  <a:lnTo>
                    <a:pt x="1586496" y="640080"/>
                  </a:lnTo>
                  <a:lnTo>
                    <a:pt x="1569732" y="635508"/>
                  </a:lnTo>
                  <a:lnTo>
                    <a:pt x="1549920" y="635508"/>
                  </a:lnTo>
                  <a:lnTo>
                    <a:pt x="1525536" y="632460"/>
                  </a:lnTo>
                  <a:lnTo>
                    <a:pt x="1513344" y="630936"/>
                  </a:lnTo>
                  <a:lnTo>
                    <a:pt x="1514868" y="632460"/>
                  </a:lnTo>
                  <a:lnTo>
                    <a:pt x="1453908" y="617220"/>
                  </a:lnTo>
                  <a:lnTo>
                    <a:pt x="1380756" y="601980"/>
                  </a:lnTo>
                  <a:lnTo>
                    <a:pt x="1382280" y="601980"/>
                  </a:lnTo>
                  <a:lnTo>
                    <a:pt x="1351800" y="589788"/>
                  </a:lnTo>
                  <a:lnTo>
                    <a:pt x="1316748" y="579120"/>
                  </a:lnTo>
                  <a:lnTo>
                    <a:pt x="1280172" y="563880"/>
                  </a:lnTo>
                  <a:lnTo>
                    <a:pt x="1249692" y="553212"/>
                  </a:lnTo>
                  <a:lnTo>
                    <a:pt x="1214640" y="537972"/>
                  </a:lnTo>
                  <a:lnTo>
                    <a:pt x="1184160" y="522732"/>
                  </a:lnTo>
                  <a:lnTo>
                    <a:pt x="1176540" y="539496"/>
                  </a:lnTo>
                  <a:lnTo>
                    <a:pt x="1205496" y="554736"/>
                  </a:lnTo>
                  <a:lnTo>
                    <a:pt x="1242072" y="569976"/>
                  </a:lnTo>
                  <a:lnTo>
                    <a:pt x="1274076" y="582168"/>
                  </a:lnTo>
                  <a:lnTo>
                    <a:pt x="1309128" y="595884"/>
                  </a:lnTo>
                  <a:lnTo>
                    <a:pt x="1345704" y="608076"/>
                  </a:lnTo>
                  <a:lnTo>
                    <a:pt x="1376184" y="620268"/>
                  </a:lnTo>
                  <a:lnTo>
                    <a:pt x="1377708" y="620268"/>
                  </a:lnTo>
                  <a:lnTo>
                    <a:pt x="1449336" y="635508"/>
                  </a:lnTo>
                  <a:lnTo>
                    <a:pt x="1510296" y="650748"/>
                  </a:lnTo>
                  <a:lnTo>
                    <a:pt x="1511820" y="650748"/>
                  </a:lnTo>
                  <a:lnTo>
                    <a:pt x="1548396" y="653796"/>
                  </a:lnTo>
                  <a:lnTo>
                    <a:pt x="1565160" y="653796"/>
                  </a:lnTo>
                  <a:lnTo>
                    <a:pt x="1581924" y="658368"/>
                  </a:lnTo>
                  <a:lnTo>
                    <a:pt x="1645932" y="658368"/>
                  </a:lnTo>
                  <a:lnTo>
                    <a:pt x="1645932" y="64008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3973055" y="1851659"/>
              <a:ext cx="1637030" cy="658495"/>
            </a:xfrm>
            <a:custGeom>
              <a:avLst/>
              <a:gdLst/>
              <a:ahLst/>
              <a:cxnLst/>
              <a:rect l="l" t="t" r="r" b="b"/>
              <a:pathLst>
                <a:path w="1637029" h="658494">
                  <a:moveTo>
                    <a:pt x="79248" y="655320"/>
                  </a:moveTo>
                  <a:lnTo>
                    <a:pt x="74676" y="637032"/>
                  </a:lnTo>
                  <a:lnTo>
                    <a:pt x="65532" y="640080"/>
                  </a:lnTo>
                  <a:lnTo>
                    <a:pt x="0" y="640080"/>
                  </a:lnTo>
                  <a:lnTo>
                    <a:pt x="0" y="658368"/>
                  </a:lnTo>
                  <a:lnTo>
                    <a:pt x="70104" y="658368"/>
                  </a:lnTo>
                  <a:lnTo>
                    <a:pt x="79248" y="655320"/>
                  </a:lnTo>
                  <a:close/>
                </a:path>
                <a:path w="1637029" h="658494">
                  <a:moveTo>
                    <a:pt x="210312" y="635508"/>
                  </a:moveTo>
                  <a:lnTo>
                    <a:pt x="205740" y="615696"/>
                  </a:lnTo>
                  <a:lnTo>
                    <a:pt x="204216" y="617220"/>
                  </a:lnTo>
                  <a:lnTo>
                    <a:pt x="169164" y="623316"/>
                  </a:lnTo>
                  <a:lnTo>
                    <a:pt x="131064" y="627888"/>
                  </a:lnTo>
                  <a:lnTo>
                    <a:pt x="135636" y="646176"/>
                  </a:lnTo>
                  <a:lnTo>
                    <a:pt x="170688" y="643128"/>
                  </a:lnTo>
                  <a:lnTo>
                    <a:pt x="208788" y="635508"/>
                  </a:lnTo>
                  <a:lnTo>
                    <a:pt x="210312" y="635508"/>
                  </a:lnTo>
                  <a:close/>
                </a:path>
                <a:path w="1637029" h="658494">
                  <a:moveTo>
                    <a:pt x="338328" y="594360"/>
                  </a:moveTo>
                  <a:lnTo>
                    <a:pt x="332232" y="576072"/>
                  </a:lnTo>
                  <a:lnTo>
                    <a:pt x="298704" y="586740"/>
                  </a:lnTo>
                  <a:lnTo>
                    <a:pt x="269748" y="597408"/>
                  </a:lnTo>
                  <a:lnTo>
                    <a:pt x="260604" y="600456"/>
                  </a:lnTo>
                  <a:lnTo>
                    <a:pt x="265176" y="618744"/>
                  </a:lnTo>
                  <a:lnTo>
                    <a:pt x="275844" y="615696"/>
                  </a:lnTo>
                  <a:lnTo>
                    <a:pt x="306324" y="603504"/>
                  </a:lnTo>
                  <a:lnTo>
                    <a:pt x="338328" y="594360"/>
                  </a:lnTo>
                  <a:close/>
                </a:path>
                <a:path w="1637029" h="658494">
                  <a:moveTo>
                    <a:pt x="461772" y="542544"/>
                  </a:moveTo>
                  <a:lnTo>
                    <a:pt x="454152" y="524256"/>
                  </a:lnTo>
                  <a:lnTo>
                    <a:pt x="431292" y="533400"/>
                  </a:lnTo>
                  <a:lnTo>
                    <a:pt x="402336" y="548640"/>
                  </a:lnTo>
                  <a:lnTo>
                    <a:pt x="384048" y="556260"/>
                  </a:lnTo>
                  <a:lnTo>
                    <a:pt x="391668" y="573024"/>
                  </a:lnTo>
                  <a:lnTo>
                    <a:pt x="408432" y="566928"/>
                  </a:lnTo>
                  <a:lnTo>
                    <a:pt x="440436" y="550164"/>
                  </a:lnTo>
                  <a:lnTo>
                    <a:pt x="461772" y="542544"/>
                  </a:lnTo>
                  <a:close/>
                </a:path>
                <a:path w="1637029" h="658494">
                  <a:moveTo>
                    <a:pt x="580644" y="481584"/>
                  </a:moveTo>
                  <a:lnTo>
                    <a:pt x="571500" y="464820"/>
                  </a:lnTo>
                  <a:lnTo>
                    <a:pt x="533400" y="484632"/>
                  </a:lnTo>
                  <a:lnTo>
                    <a:pt x="504444" y="502920"/>
                  </a:lnTo>
                  <a:lnTo>
                    <a:pt x="515112" y="519684"/>
                  </a:lnTo>
                  <a:lnTo>
                    <a:pt x="544068" y="501396"/>
                  </a:lnTo>
                  <a:lnTo>
                    <a:pt x="579120" y="483108"/>
                  </a:lnTo>
                  <a:lnTo>
                    <a:pt x="580644" y="481584"/>
                  </a:lnTo>
                  <a:close/>
                </a:path>
                <a:path w="1637029" h="658494">
                  <a:moveTo>
                    <a:pt x="697992" y="417576"/>
                  </a:moveTo>
                  <a:lnTo>
                    <a:pt x="688848" y="400812"/>
                  </a:lnTo>
                  <a:lnTo>
                    <a:pt x="665988" y="411480"/>
                  </a:lnTo>
                  <a:lnTo>
                    <a:pt x="637032" y="431292"/>
                  </a:lnTo>
                  <a:lnTo>
                    <a:pt x="623316" y="438912"/>
                  </a:lnTo>
                  <a:lnTo>
                    <a:pt x="630936" y="455676"/>
                  </a:lnTo>
                  <a:lnTo>
                    <a:pt x="646176" y="448056"/>
                  </a:lnTo>
                  <a:lnTo>
                    <a:pt x="676656" y="428244"/>
                  </a:lnTo>
                  <a:lnTo>
                    <a:pt x="697992" y="417576"/>
                  </a:lnTo>
                  <a:close/>
                </a:path>
                <a:path w="1637029" h="658494">
                  <a:moveTo>
                    <a:pt x="810780" y="347472"/>
                  </a:moveTo>
                  <a:lnTo>
                    <a:pt x="801636" y="332232"/>
                  </a:lnTo>
                  <a:lnTo>
                    <a:pt x="800100" y="332232"/>
                  </a:lnTo>
                  <a:lnTo>
                    <a:pt x="769632" y="350520"/>
                  </a:lnTo>
                  <a:lnTo>
                    <a:pt x="736092" y="368808"/>
                  </a:lnTo>
                  <a:lnTo>
                    <a:pt x="745236" y="385572"/>
                  </a:lnTo>
                  <a:lnTo>
                    <a:pt x="778764" y="367284"/>
                  </a:lnTo>
                  <a:lnTo>
                    <a:pt x="809244" y="348996"/>
                  </a:lnTo>
                  <a:lnTo>
                    <a:pt x="810780" y="347472"/>
                  </a:lnTo>
                  <a:close/>
                </a:path>
                <a:path w="1637029" h="658494">
                  <a:moveTo>
                    <a:pt x="923544" y="277368"/>
                  </a:moveTo>
                  <a:lnTo>
                    <a:pt x="914400" y="260604"/>
                  </a:lnTo>
                  <a:lnTo>
                    <a:pt x="903732" y="266700"/>
                  </a:lnTo>
                  <a:lnTo>
                    <a:pt x="903732" y="268224"/>
                  </a:lnTo>
                  <a:lnTo>
                    <a:pt x="902208" y="268224"/>
                  </a:lnTo>
                  <a:lnTo>
                    <a:pt x="871728" y="291084"/>
                  </a:lnTo>
                  <a:lnTo>
                    <a:pt x="873252" y="291084"/>
                  </a:lnTo>
                  <a:lnTo>
                    <a:pt x="850392" y="301752"/>
                  </a:lnTo>
                  <a:lnTo>
                    <a:pt x="859536" y="318516"/>
                  </a:lnTo>
                  <a:lnTo>
                    <a:pt x="882396" y="307848"/>
                  </a:lnTo>
                  <a:lnTo>
                    <a:pt x="882396" y="306324"/>
                  </a:lnTo>
                  <a:lnTo>
                    <a:pt x="914400" y="283464"/>
                  </a:lnTo>
                  <a:lnTo>
                    <a:pt x="912876" y="283464"/>
                  </a:lnTo>
                  <a:lnTo>
                    <a:pt x="923544" y="277368"/>
                  </a:lnTo>
                  <a:close/>
                </a:path>
                <a:path w="1637029" h="658494">
                  <a:moveTo>
                    <a:pt x="1039380" y="210312"/>
                  </a:moveTo>
                  <a:lnTo>
                    <a:pt x="1030236" y="193548"/>
                  </a:lnTo>
                  <a:lnTo>
                    <a:pt x="1005840" y="207264"/>
                  </a:lnTo>
                  <a:lnTo>
                    <a:pt x="969276" y="230124"/>
                  </a:lnTo>
                  <a:lnTo>
                    <a:pt x="963180" y="233172"/>
                  </a:lnTo>
                  <a:lnTo>
                    <a:pt x="973836" y="248412"/>
                  </a:lnTo>
                  <a:lnTo>
                    <a:pt x="979932" y="245364"/>
                  </a:lnTo>
                  <a:lnTo>
                    <a:pt x="1014984" y="222504"/>
                  </a:lnTo>
                  <a:lnTo>
                    <a:pt x="1039380" y="210312"/>
                  </a:lnTo>
                  <a:close/>
                </a:path>
                <a:path w="1637029" h="658494">
                  <a:moveTo>
                    <a:pt x="1156728" y="149352"/>
                  </a:moveTo>
                  <a:lnTo>
                    <a:pt x="1149096" y="132588"/>
                  </a:lnTo>
                  <a:lnTo>
                    <a:pt x="1138428" y="137160"/>
                  </a:lnTo>
                  <a:lnTo>
                    <a:pt x="1109484" y="153924"/>
                  </a:lnTo>
                  <a:lnTo>
                    <a:pt x="1080528" y="167640"/>
                  </a:lnTo>
                  <a:lnTo>
                    <a:pt x="1089672" y="184404"/>
                  </a:lnTo>
                  <a:lnTo>
                    <a:pt x="1118628" y="170688"/>
                  </a:lnTo>
                  <a:lnTo>
                    <a:pt x="1147584" y="155448"/>
                  </a:lnTo>
                  <a:lnTo>
                    <a:pt x="1156728" y="149352"/>
                  </a:lnTo>
                  <a:close/>
                </a:path>
                <a:path w="1637029" h="658494">
                  <a:moveTo>
                    <a:pt x="1252740" y="105156"/>
                  </a:moveTo>
                  <a:lnTo>
                    <a:pt x="1246644" y="86868"/>
                  </a:lnTo>
                  <a:lnTo>
                    <a:pt x="1242072" y="88392"/>
                  </a:lnTo>
                  <a:lnTo>
                    <a:pt x="1205496" y="103632"/>
                  </a:lnTo>
                  <a:lnTo>
                    <a:pt x="1176540" y="118872"/>
                  </a:lnTo>
                  <a:lnTo>
                    <a:pt x="1184160" y="135636"/>
                  </a:lnTo>
                  <a:lnTo>
                    <a:pt x="1214640" y="120396"/>
                  </a:lnTo>
                  <a:lnTo>
                    <a:pt x="1249692" y="105156"/>
                  </a:lnTo>
                  <a:lnTo>
                    <a:pt x="1252740" y="105156"/>
                  </a:lnTo>
                  <a:close/>
                </a:path>
                <a:path w="1637029" h="658494">
                  <a:moveTo>
                    <a:pt x="1377708" y="57912"/>
                  </a:moveTo>
                  <a:lnTo>
                    <a:pt x="1371612" y="39624"/>
                  </a:lnTo>
                  <a:lnTo>
                    <a:pt x="1345704" y="50292"/>
                  </a:lnTo>
                  <a:lnTo>
                    <a:pt x="1309128" y="62484"/>
                  </a:lnTo>
                  <a:lnTo>
                    <a:pt x="1298460" y="65532"/>
                  </a:lnTo>
                  <a:lnTo>
                    <a:pt x="1306080" y="83820"/>
                  </a:lnTo>
                  <a:lnTo>
                    <a:pt x="1316748" y="79248"/>
                  </a:lnTo>
                  <a:lnTo>
                    <a:pt x="1377708" y="57912"/>
                  </a:lnTo>
                  <a:close/>
                </a:path>
                <a:path w="1637029" h="658494">
                  <a:moveTo>
                    <a:pt x="1507248" y="28956"/>
                  </a:moveTo>
                  <a:lnTo>
                    <a:pt x="1502676" y="10668"/>
                  </a:lnTo>
                  <a:lnTo>
                    <a:pt x="1479816" y="15240"/>
                  </a:lnTo>
                  <a:lnTo>
                    <a:pt x="1449336" y="22860"/>
                  </a:lnTo>
                  <a:lnTo>
                    <a:pt x="1428000" y="27432"/>
                  </a:lnTo>
                  <a:lnTo>
                    <a:pt x="1432572" y="45720"/>
                  </a:lnTo>
                  <a:lnTo>
                    <a:pt x="1453908" y="41148"/>
                  </a:lnTo>
                  <a:lnTo>
                    <a:pt x="1484388" y="33528"/>
                  </a:lnTo>
                  <a:lnTo>
                    <a:pt x="1507248" y="28956"/>
                  </a:lnTo>
                  <a:close/>
                </a:path>
                <a:path w="1637029" h="658494">
                  <a:moveTo>
                    <a:pt x="1636788" y="0"/>
                  </a:moveTo>
                  <a:lnTo>
                    <a:pt x="1583448" y="0"/>
                  </a:lnTo>
                  <a:lnTo>
                    <a:pt x="1565160" y="3048"/>
                  </a:lnTo>
                  <a:lnTo>
                    <a:pt x="1560588" y="3048"/>
                  </a:lnTo>
                  <a:lnTo>
                    <a:pt x="1560588" y="22860"/>
                  </a:lnTo>
                  <a:lnTo>
                    <a:pt x="1568208" y="22860"/>
                  </a:lnTo>
                  <a:lnTo>
                    <a:pt x="1586496" y="18288"/>
                  </a:lnTo>
                  <a:lnTo>
                    <a:pt x="1636788" y="18288"/>
                  </a:lnTo>
                  <a:lnTo>
                    <a:pt x="1636788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0" name="object 10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27347" y="4639056"/>
              <a:ext cx="1645919" cy="658368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27347" y="3678935"/>
              <a:ext cx="1645920" cy="658368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27347" y="5507735"/>
              <a:ext cx="1644396" cy="658368"/>
            </a:xfrm>
            <a:prstGeom prst="rect">
              <a:avLst/>
            </a:prstGeom>
          </p:spPr>
        </p:pic>
      </p:grpSp>
      <p:sp>
        <p:nvSpPr>
          <p:cNvPr id="103" name="object 103"/>
          <p:cNvSpPr txBox="1"/>
          <p:nvPr/>
        </p:nvSpPr>
        <p:spPr>
          <a:xfrm>
            <a:off x="7721587" y="4765043"/>
            <a:ext cx="89026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FF3300"/>
                </a:solidFill>
                <a:latin typeface="Microsoft Sans Serif"/>
                <a:cs typeface="Microsoft Sans Serif"/>
              </a:rPr>
              <a:t>Missing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7488453" y="6365288"/>
            <a:ext cx="129667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n</a:t>
            </a:r>
            <a:r>
              <a:rPr sz="2000" spc="15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= </a:t>
            </a:r>
            <a:r>
              <a:rPr sz="2000" spc="-25" dirty="0">
                <a:solidFill>
                  <a:srgbClr val="009900"/>
                </a:solidFill>
                <a:latin typeface="Microsoft Sans Serif"/>
                <a:cs typeface="Microsoft Sans Serif"/>
              </a:rPr>
              <a:t>odd</a:t>
            </a:r>
            <a:endParaRPr sz="2000">
              <a:latin typeface="Microsoft Sans Serif"/>
              <a:cs typeface="Microsoft Sans Serif"/>
            </a:endParaRPr>
          </a:p>
          <a:p>
            <a:pPr marL="506095">
              <a:lnSpc>
                <a:spcPct val="100000"/>
              </a:lnSpc>
            </a:pP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integer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4178357" y="6548091"/>
            <a:ext cx="12325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n</a:t>
            </a:r>
            <a:r>
              <a:rPr sz="2000" spc="15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= </a:t>
            </a: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integer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06" name="object 106"/>
          <p:cNvSpPr txBox="1">
            <a:spLocks noGrp="1"/>
          </p:cNvSpPr>
          <p:nvPr>
            <p:ph type="title"/>
          </p:nvPr>
        </p:nvSpPr>
        <p:spPr>
          <a:xfrm>
            <a:off x="915346" y="439952"/>
            <a:ext cx="7977505" cy="61341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pc="-10" dirty="0"/>
              <a:t>17-</a:t>
            </a:r>
            <a:r>
              <a:rPr dirty="0"/>
              <a:t>6</a:t>
            </a:r>
            <a:r>
              <a:rPr spc="-55" dirty="0"/>
              <a:t> </a:t>
            </a:r>
            <a:r>
              <a:rPr dirty="0"/>
              <a:t>Sources</a:t>
            </a:r>
            <a:r>
              <a:rPr spc="-5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Musical</a:t>
            </a:r>
            <a:r>
              <a:rPr spc="-35" dirty="0"/>
              <a:t> </a:t>
            </a:r>
            <a:r>
              <a:rPr dirty="0"/>
              <a:t>Sound</a:t>
            </a:r>
            <a:r>
              <a:rPr spc="-45" dirty="0"/>
              <a:t> </a:t>
            </a:r>
            <a:r>
              <a:rPr dirty="0"/>
              <a:t>(Sound</a:t>
            </a:r>
            <a:r>
              <a:rPr spc="-40" dirty="0"/>
              <a:t> </a:t>
            </a:r>
            <a:r>
              <a:rPr dirty="0"/>
              <a:t>Waves</a:t>
            </a:r>
            <a:r>
              <a:rPr spc="-50" dirty="0"/>
              <a:t> </a:t>
            </a:r>
            <a:r>
              <a:rPr spc="-10" dirty="0"/>
              <a:t>Resonances) </a:t>
            </a:r>
            <a:r>
              <a:rPr dirty="0">
                <a:solidFill>
                  <a:srgbClr val="E10000"/>
                </a:solidFill>
              </a:rPr>
              <a:t>Oscillation</a:t>
            </a:r>
            <a:r>
              <a:rPr spc="-85" dirty="0">
                <a:solidFill>
                  <a:srgbClr val="E10000"/>
                </a:solidFill>
              </a:rPr>
              <a:t> </a:t>
            </a:r>
            <a:r>
              <a:rPr spc="-10" dirty="0">
                <a:solidFill>
                  <a:srgbClr val="E10000"/>
                </a:solidFill>
              </a:rPr>
              <a:t>modes</a:t>
            </a:r>
          </a:p>
        </p:txBody>
      </p:sp>
      <p:sp>
        <p:nvSpPr>
          <p:cNvPr id="107" name="object 107"/>
          <p:cNvSpPr/>
          <p:nvPr/>
        </p:nvSpPr>
        <p:spPr>
          <a:xfrm>
            <a:off x="792479" y="370331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2852" y="6819900"/>
                </a:moveTo>
                <a:lnTo>
                  <a:pt x="3048" y="6819900"/>
                </a:lnTo>
                <a:lnTo>
                  <a:pt x="0" y="6816851"/>
                </a:lnTo>
                <a:lnTo>
                  <a:pt x="0" y="3048"/>
                </a:lnTo>
                <a:lnTo>
                  <a:pt x="3048" y="0"/>
                </a:lnTo>
                <a:lnTo>
                  <a:pt x="9102852" y="0"/>
                </a:lnTo>
                <a:lnTo>
                  <a:pt x="9105900" y="3048"/>
                </a:lnTo>
                <a:lnTo>
                  <a:pt x="9105900" y="6096"/>
                </a:ln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lnTo>
                  <a:pt x="12192" y="6807708"/>
                </a:lnTo>
                <a:lnTo>
                  <a:pt x="6096" y="6807708"/>
                </a:lnTo>
                <a:lnTo>
                  <a:pt x="12192" y="6813803"/>
                </a:lnTo>
                <a:lnTo>
                  <a:pt x="9105900" y="6813803"/>
                </a:lnTo>
                <a:lnTo>
                  <a:pt x="9105900" y="6816851"/>
                </a:lnTo>
                <a:lnTo>
                  <a:pt x="9102852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close/>
              </a:path>
              <a:path w="9105900" h="6819900">
                <a:moveTo>
                  <a:pt x="9093707" y="12192"/>
                </a:moveTo>
                <a:lnTo>
                  <a:pt x="12192" y="12192"/>
                </a:lnTo>
                <a:lnTo>
                  <a:pt x="12192" y="6096"/>
                </a:lnTo>
                <a:lnTo>
                  <a:pt x="9093707" y="6096"/>
                </a:lnTo>
                <a:lnTo>
                  <a:pt x="9093707" y="12192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9093707" y="6096"/>
                </a:lnTo>
                <a:lnTo>
                  <a:pt x="9099804" y="12192"/>
                </a:lnTo>
                <a:lnTo>
                  <a:pt x="9105900" y="12192"/>
                </a:lnTo>
                <a:lnTo>
                  <a:pt x="9105900" y="6807708"/>
                </a:lnTo>
                <a:lnTo>
                  <a:pt x="9099804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12192"/>
                </a:moveTo>
                <a:lnTo>
                  <a:pt x="9099804" y="12192"/>
                </a:lnTo>
                <a:lnTo>
                  <a:pt x="9093707" y="6096"/>
                </a:lnTo>
                <a:lnTo>
                  <a:pt x="9105900" y="6096"/>
                </a:lnTo>
                <a:lnTo>
                  <a:pt x="9105900" y="12192"/>
                </a:lnTo>
                <a:close/>
              </a:path>
              <a:path w="9105900" h="6819900">
                <a:moveTo>
                  <a:pt x="12192" y="6813803"/>
                </a:moveTo>
                <a:lnTo>
                  <a:pt x="6096" y="6807708"/>
                </a:lnTo>
                <a:lnTo>
                  <a:pt x="12192" y="6807708"/>
                </a:lnTo>
                <a:lnTo>
                  <a:pt x="12192" y="6813803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12192" y="6813803"/>
                </a:lnTo>
                <a:lnTo>
                  <a:pt x="12192" y="6807708"/>
                </a:lnTo>
                <a:lnTo>
                  <a:pt x="9093707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6813803"/>
                </a:moveTo>
                <a:lnTo>
                  <a:pt x="9093707" y="6813803"/>
                </a:lnTo>
                <a:lnTo>
                  <a:pt x="9099804" y="6807708"/>
                </a:lnTo>
                <a:lnTo>
                  <a:pt x="9105900" y="6807708"/>
                </a:lnTo>
                <a:lnTo>
                  <a:pt x="9105900" y="6813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061972" y="1801367"/>
            <a:ext cx="2011680" cy="2914015"/>
            <a:chOff x="2061972" y="1801367"/>
            <a:chExt cx="2011680" cy="2914015"/>
          </a:xfrm>
        </p:grpSpPr>
        <p:sp>
          <p:nvSpPr>
            <p:cNvPr id="4" name="object 4"/>
            <p:cNvSpPr/>
            <p:nvPr/>
          </p:nvSpPr>
          <p:spPr>
            <a:xfrm>
              <a:off x="2061972" y="1801367"/>
              <a:ext cx="2011680" cy="1428115"/>
            </a:xfrm>
            <a:custGeom>
              <a:avLst/>
              <a:gdLst/>
              <a:ahLst/>
              <a:cxnLst/>
              <a:rect l="l" t="t" r="r" b="b"/>
              <a:pathLst>
                <a:path w="2011679" h="1428114">
                  <a:moveTo>
                    <a:pt x="1235951" y="1347216"/>
                  </a:moveTo>
                  <a:lnTo>
                    <a:pt x="523862" y="1347216"/>
                  </a:lnTo>
                  <a:lnTo>
                    <a:pt x="563867" y="1324356"/>
                  </a:lnTo>
                  <a:lnTo>
                    <a:pt x="571487" y="1319784"/>
                  </a:lnTo>
                  <a:lnTo>
                    <a:pt x="573011" y="1310640"/>
                  </a:lnTo>
                  <a:lnTo>
                    <a:pt x="569963" y="1304544"/>
                  </a:lnTo>
                  <a:lnTo>
                    <a:pt x="565391" y="1296924"/>
                  </a:lnTo>
                  <a:lnTo>
                    <a:pt x="556247" y="1295400"/>
                  </a:lnTo>
                  <a:lnTo>
                    <a:pt x="550151" y="1298448"/>
                  </a:lnTo>
                  <a:lnTo>
                    <a:pt x="443471" y="1360932"/>
                  </a:lnTo>
                  <a:lnTo>
                    <a:pt x="550151" y="1423416"/>
                  </a:lnTo>
                  <a:lnTo>
                    <a:pt x="556247" y="1427988"/>
                  </a:lnTo>
                  <a:lnTo>
                    <a:pt x="565391" y="1424940"/>
                  </a:lnTo>
                  <a:lnTo>
                    <a:pt x="569963" y="1418844"/>
                  </a:lnTo>
                  <a:lnTo>
                    <a:pt x="573011" y="1411224"/>
                  </a:lnTo>
                  <a:lnTo>
                    <a:pt x="571487" y="1403604"/>
                  </a:lnTo>
                  <a:lnTo>
                    <a:pt x="563867" y="1399032"/>
                  </a:lnTo>
                  <a:lnTo>
                    <a:pt x="525081" y="1376172"/>
                  </a:lnTo>
                  <a:lnTo>
                    <a:pt x="1235951" y="1376172"/>
                  </a:lnTo>
                  <a:lnTo>
                    <a:pt x="1235951" y="1347216"/>
                  </a:lnTo>
                  <a:close/>
                </a:path>
                <a:path w="2011679" h="1428114">
                  <a:moveTo>
                    <a:pt x="2011680" y="409968"/>
                  </a:moveTo>
                  <a:lnTo>
                    <a:pt x="0" y="409968"/>
                  </a:lnTo>
                  <a:lnTo>
                    <a:pt x="0" y="438912"/>
                  </a:lnTo>
                  <a:lnTo>
                    <a:pt x="2011680" y="438912"/>
                  </a:lnTo>
                  <a:lnTo>
                    <a:pt x="2011680" y="409968"/>
                  </a:lnTo>
                  <a:close/>
                </a:path>
                <a:path w="2011679" h="1428114">
                  <a:moveTo>
                    <a:pt x="2011680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2011680" y="27432"/>
                  </a:lnTo>
                  <a:lnTo>
                    <a:pt x="20116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19171" y="3483863"/>
              <a:ext cx="792480" cy="132715"/>
            </a:xfrm>
            <a:custGeom>
              <a:avLst/>
              <a:gdLst/>
              <a:ahLst/>
              <a:cxnLst/>
              <a:rect l="l" t="t" r="r" b="b"/>
              <a:pathLst>
                <a:path w="792479" h="132714">
                  <a:moveTo>
                    <a:pt x="735445" y="66294"/>
                  </a:moveTo>
                  <a:lnTo>
                    <a:pt x="672084" y="28956"/>
                  </a:lnTo>
                  <a:lnTo>
                    <a:pt x="664464" y="24384"/>
                  </a:lnTo>
                  <a:lnTo>
                    <a:pt x="662940" y="15240"/>
                  </a:lnTo>
                  <a:lnTo>
                    <a:pt x="665988" y="9144"/>
                  </a:lnTo>
                  <a:lnTo>
                    <a:pt x="670560" y="1524"/>
                  </a:lnTo>
                  <a:lnTo>
                    <a:pt x="679704" y="0"/>
                  </a:lnTo>
                  <a:lnTo>
                    <a:pt x="685800" y="4572"/>
                  </a:lnTo>
                  <a:lnTo>
                    <a:pt x="768477" y="51816"/>
                  </a:lnTo>
                  <a:lnTo>
                    <a:pt x="765048" y="51816"/>
                  </a:lnTo>
                  <a:lnTo>
                    <a:pt x="765048" y="53340"/>
                  </a:lnTo>
                  <a:lnTo>
                    <a:pt x="757428" y="53340"/>
                  </a:lnTo>
                  <a:lnTo>
                    <a:pt x="735445" y="66294"/>
                  </a:lnTo>
                  <a:close/>
                </a:path>
                <a:path w="792479" h="132714">
                  <a:moveTo>
                    <a:pt x="710876" y="80772"/>
                  </a:moveTo>
                  <a:lnTo>
                    <a:pt x="0" y="80772"/>
                  </a:lnTo>
                  <a:lnTo>
                    <a:pt x="0" y="51816"/>
                  </a:lnTo>
                  <a:lnTo>
                    <a:pt x="710876" y="51816"/>
                  </a:lnTo>
                  <a:lnTo>
                    <a:pt x="735445" y="66294"/>
                  </a:lnTo>
                  <a:lnTo>
                    <a:pt x="710876" y="80772"/>
                  </a:lnTo>
                  <a:close/>
                </a:path>
                <a:path w="792479" h="132714">
                  <a:moveTo>
                    <a:pt x="766460" y="80772"/>
                  </a:moveTo>
                  <a:lnTo>
                    <a:pt x="765048" y="80772"/>
                  </a:lnTo>
                  <a:lnTo>
                    <a:pt x="765048" y="51816"/>
                  </a:lnTo>
                  <a:lnTo>
                    <a:pt x="768477" y="51816"/>
                  </a:lnTo>
                  <a:lnTo>
                    <a:pt x="792480" y="65532"/>
                  </a:lnTo>
                  <a:lnTo>
                    <a:pt x="766460" y="80772"/>
                  </a:lnTo>
                  <a:close/>
                </a:path>
                <a:path w="792479" h="132714">
                  <a:moveTo>
                    <a:pt x="757428" y="79248"/>
                  </a:moveTo>
                  <a:lnTo>
                    <a:pt x="735445" y="66294"/>
                  </a:lnTo>
                  <a:lnTo>
                    <a:pt x="757428" y="53340"/>
                  </a:lnTo>
                  <a:lnTo>
                    <a:pt x="757428" y="79248"/>
                  </a:lnTo>
                  <a:close/>
                </a:path>
                <a:path w="792479" h="132714">
                  <a:moveTo>
                    <a:pt x="765048" y="79248"/>
                  </a:moveTo>
                  <a:lnTo>
                    <a:pt x="757428" y="79248"/>
                  </a:lnTo>
                  <a:lnTo>
                    <a:pt x="757428" y="53340"/>
                  </a:lnTo>
                  <a:lnTo>
                    <a:pt x="765048" y="53340"/>
                  </a:lnTo>
                  <a:lnTo>
                    <a:pt x="765048" y="79248"/>
                  </a:lnTo>
                  <a:close/>
                </a:path>
                <a:path w="792479" h="132714">
                  <a:moveTo>
                    <a:pt x="679704" y="132588"/>
                  </a:moveTo>
                  <a:lnTo>
                    <a:pt x="670560" y="129540"/>
                  </a:lnTo>
                  <a:lnTo>
                    <a:pt x="665988" y="123444"/>
                  </a:lnTo>
                  <a:lnTo>
                    <a:pt x="662940" y="115824"/>
                  </a:lnTo>
                  <a:lnTo>
                    <a:pt x="664464" y="108204"/>
                  </a:lnTo>
                  <a:lnTo>
                    <a:pt x="672084" y="103632"/>
                  </a:lnTo>
                  <a:lnTo>
                    <a:pt x="735445" y="66294"/>
                  </a:lnTo>
                  <a:lnTo>
                    <a:pt x="757428" y="79248"/>
                  </a:lnTo>
                  <a:lnTo>
                    <a:pt x="765048" y="79248"/>
                  </a:lnTo>
                  <a:lnTo>
                    <a:pt x="765048" y="80772"/>
                  </a:lnTo>
                  <a:lnTo>
                    <a:pt x="766460" y="80772"/>
                  </a:lnTo>
                  <a:lnTo>
                    <a:pt x="685800" y="128016"/>
                  </a:lnTo>
                  <a:lnTo>
                    <a:pt x="679704" y="132588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473452" y="3872483"/>
              <a:ext cx="792480" cy="843280"/>
            </a:xfrm>
            <a:custGeom>
              <a:avLst/>
              <a:gdLst/>
              <a:ahLst/>
              <a:cxnLst/>
              <a:rect l="l" t="t" r="r" b="b"/>
              <a:pathLst>
                <a:path w="792479" h="843279">
                  <a:moveTo>
                    <a:pt x="461759" y="809244"/>
                  </a:moveTo>
                  <a:lnTo>
                    <a:pt x="460235" y="804672"/>
                  </a:lnTo>
                  <a:lnTo>
                    <a:pt x="460235" y="803148"/>
                  </a:lnTo>
                  <a:lnTo>
                    <a:pt x="458711" y="801624"/>
                  </a:lnTo>
                  <a:lnTo>
                    <a:pt x="457187" y="800100"/>
                  </a:lnTo>
                  <a:lnTo>
                    <a:pt x="457187" y="798576"/>
                  </a:lnTo>
                  <a:lnTo>
                    <a:pt x="455663" y="797052"/>
                  </a:lnTo>
                  <a:lnTo>
                    <a:pt x="454139" y="795528"/>
                  </a:lnTo>
                  <a:lnTo>
                    <a:pt x="444995" y="789432"/>
                  </a:lnTo>
                  <a:lnTo>
                    <a:pt x="440423" y="787908"/>
                  </a:lnTo>
                  <a:lnTo>
                    <a:pt x="428231" y="787908"/>
                  </a:lnTo>
                  <a:lnTo>
                    <a:pt x="423659" y="789432"/>
                  </a:lnTo>
                  <a:lnTo>
                    <a:pt x="414515" y="795528"/>
                  </a:lnTo>
                  <a:lnTo>
                    <a:pt x="411467" y="798576"/>
                  </a:lnTo>
                  <a:lnTo>
                    <a:pt x="411467" y="800100"/>
                  </a:lnTo>
                  <a:lnTo>
                    <a:pt x="408419" y="803148"/>
                  </a:lnTo>
                  <a:lnTo>
                    <a:pt x="408419" y="804672"/>
                  </a:lnTo>
                  <a:lnTo>
                    <a:pt x="406895" y="809244"/>
                  </a:lnTo>
                  <a:lnTo>
                    <a:pt x="406895" y="821436"/>
                  </a:lnTo>
                  <a:lnTo>
                    <a:pt x="408419" y="826008"/>
                  </a:lnTo>
                  <a:lnTo>
                    <a:pt x="411467" y="830580"/>
                  </a:lnTo>
                  <a:lnTo>
                    <a:pt x="414515" y="833628"/>
                  </a:lnTo>
                  <a:lnTo>
                    <a:pt x="414515" y="835152"/>
                  </a:lnTo>
                  <a:lnTo>
                    <a:pt x="419087" y="838200"/>
                  </a:lnTo>
                  <a:lnTo>
                    <a:pt x="423659" y="839724"/>
                  </a:lnTo>
                  <a:lnTo>
                    <a:pt x="423659" y="841248"/>
                  </a:lnTo>
                  <a:lnTo>
                    <a:pt x="428231" y="842772"/>
                  </a:lnTo>
                  <a:lnTo>
                    <a:pt x="440423" y="842772"/>
                  </a:lnTo>
                  <a:lnTo>
                    <a:pt x="444995" y="841248"/>
                  </a:lnTo>
                  <a:lnTo>
                    <a:pt x="444995" y="839724"/>
                  </a:lnTo>
                  <a:lnTo>
                    <a:pt x="449567" y="838200"/>
                  </a:lnTo>
                  <a:lnTo>
                    <a:pt x="454139" y="835152"/>
                  </a:lnTo>
                  <a:lnTo>
                    <a:pt x="454139" y="833628"/>
                  </a:lnTo>
                  <a:lnTo>
                    <a:pt x="457187" y="830580"/>
                  </a:lnTo>
                  <a:lnTo>
                    <a:pt x="460235" y="826008"/>
                  </a:lnTo>
                  <a:lnTo>
                    <a:pt x="461251" y="822960"/>
                  </a:lnTo>
                  <a:lnTo>
                    <a:pt x="461759" y="821436"/>
                  </a:lnTo>
                  <a:lnTo>
                    <a:pt x="461759" y="819912"/>
                  </a:lnTo>
                  <a:lnTo>
                    <a:pt x="461759" y="810768"/>
                  </a:lnTo>
                  <a:lnTo>
                    <a:pt x="461759" y="809244"/>
                  </a:lnTo>
                  <a:close/>
                </a:path>
                <a:path w="792479" h="843279">
                  <a:moveTo>
                    <a:pt x="461759" y="629412"/>
                  </a:moveTo>
                  <a:lnTo>
                    <a:pt x="461251" y="627888"/>
                  </a:lnTo>
                  <a:lnTo>
                    <a:pt x="460235" y="624840"/>
                  </a:lnTo>
                  <a:lnTo>
                    <a:pt x="459219" y="623316"/>
                  </a:lnTo>
                  <a:lnTo>
                    <a:pt x="458203" y="621792"/>
                  </a:lnTo>
                  <a:lnTo>
                    <a:pt x="455155" y="617220"/>
                  </a:lnTo>
                  <a:lnTo>
                    <a:pt x="454139" y="615696"/>
                  </a:lnTo>
                  <a:lnTo>
                    <a:pt x="444995" y="609600"/>
                  </a:lnTo>
                  <a:lnTo>
                    <a:pt x="440423" y="608076"/>
                  </a:lnTo>
                  <a:lnTo>
                    <a:pt x="428231" y="608076"/>
                  </a:lnTo>
                  <a:lnTo>
                    <a:pt x="423659" y="609600"/>
                  </a:lnTo>
                  <a:lnTo>
                    <a:pt x="414515" y="615696"/>
                  </a:lnTo>
                  <a:lnTo>
                    <a:pt x="408419" y="624840"/>
                  </a:lnTo>
                  <a:lnTo>
                    <a:pt x="406895" y="629412"/>
                  </a:lnTo>
                  <a:lnTo>
                    <a:pt x="406895" y="641604"/>
                  </a:lnTo>
                  <a:lnTo>
                    <a:pt x="408419" y="646176"/>
                  </a:lnTo>
                  <a:lnTo>
                    <a:pt x="414515" y="655320"/>
                  </a:lnTo>
                  <a:lnTo>
                    <a:pt x="423659" y="661416"/>
                  </a:lnTo>
                  <a:lnTo>
                    <a:pt x="428231" y="662940"/>
                  </a:lnTo>
                  <a:lnTo>
                    <a:pt x="440423" y="662940"/>
                  </a:lnTo>
                  <a:lnTo>
                    <a:pt x="444995" y="661416"/>
                  </a:lnTo>
                  <a:lnTo>
                    <a:pt x="454139" y="655320"/>
                  </a:lnTo>
                  <a:lnTo>
                    <a:pt x="455663" y="653796"/>
                  </a:lnTo>
                  <a:lnTo>
                    <a:pt x="457187" y="652272"/>
                  </a:lnTo>
                  <a:lnTo>
                    <a:pt x="457187" y="650748"/>
                  </a:lnTo>
                  <a:lnTo>
                    <a:pt x="458203" y="649224"/>
                  </a:lnTo>
                  <a:lnTo>
                    <a:pt x="460235" y="646176"/>
                  </a:lnTo>
                  <a:lnTo>
                    <a:pt x="461251" y="643128"/>
                  </a:lnTo>
                  <a:lnTo>
                    <a:pt x="461759" y="641604"/>
                  </a:lnTo>
                  <a:lnTo>
                    <a:pt x="461759" y="640080"/>
                  </a:lnTo>
                  <a:lnTo>
                    <a:pt x="461759" y="630936"/>
                  </a:lnTo>
                  <a:lnTo>
                    <a:pt x="461759" y="629412"/>
                  </a:lnTo>
                  <a:close/>
                </a:path>
                <a:path w="792479" h="843279">
                  <a:moveTo>
                    <a:pt x="461759" y="449580"/>
                  </a:moveTo>
                  <a:lnTo>
                    <a:pt x="460997" y="448056"/>
                  </a:lnTo>
                  <a:lnTo>
                    <a:pt x="460235" y="446532"/>
                  </a:lnTo>
                  <a:lnTo>
                    <a:pt x="460235" y="445008"/>
                  </a:lnTo>
                  <a:lnTo>
                    <a:pt x="457187" y="440436"/>
                  </a:lnTo>
                  <a:lnTo>
                    <a:pt x="454139" y="437388"/>
                  </a:lnTo>
                  <a:lnTo>
                    <a:pt x="454139" y="435864"/>
                  </a:lnTo>
                  <a:lnTo>
                    <a:pt x="449567" y="432816"/>
                  </a:lnTo>
                  <a:lnTo>
                    <a:pt x="444995" y="431292"/>
                  </a:lnTo>
                  <a:lnTo>
                    <a:pt x="444995" y="429768"/>
                  </a:lnTo>
                  <a:lnTo>
                    <a:pt x="440423" y="429768"/>
                  </a:lnTo>
                  <a:lnTo>
                    <a:pt x="440423" y="428244"/>
                  </a:lnTo>
                  <a:lnTo>
                    <a:pt x="428231" y="428244"/>
                  </a:lnTo>
                  <a:lnTo>
                    <a:pt x="428231" y="429768"/>
                  </a:lnTo>
                  <a:lnTo>
                    <a:pt x="423659" y="429768"/>
                  </a:lnTo>
                  <a:lnTo>
                    <a:pt x="423659" y="431292"/>
                  </a:lnTo>
                  <a:lnTo>
                    <a:pt x="419087" y="432816"/>
                  </a:lnTo>
                  <a:lnTo>
                    <a:pt x="414515" y="435864"/>
                  </a:lnTo>
                  <a:lnTo>
                    <a:pt x="414515" y="437388"/>
                  </a:lnTo>
                  <a:lnTo>
                    <a:pt x="411467" y="440436"/>
                  </a:lnTo>
                  <a:lnTo>
                    <a:pt x="408419" y="445008"/>
                  </a:lnTo>
                  <a:lnTo>
                    <a:pt x="408419" y="446532"/>
                  </a:lnTo>
                  <a:lnTo>
                    <a:pt x="406895" y="449580"/>
                  </a:lnTo>
                  <a:lnTo>
                    <a:pt x="406895" y="461772"/>
                  </a:lnTo>
                  <a:lnTo>
                    <a:pt x="408419" y="466344"/>
                  </a:lnTo>
                  <a:lnTo>
                    <a:pt x="408419" y="467868"/>
                  </a:lnTo>
                  <a:lnTo>
                    <a:pt x="411467" y="470916"/>
                  </a:lnTo>
                  <a:lnTo>
                    <a:pt x="411467" y="472440"/>
                  </a:lnTo>
                  <a:lnTo>
                    <a:pt x="414515" y="475488"/>
                  </a:lnTo>
                  <a:lnTo>
                    <a:pt x="419087" y="478536"/>
                  </a:lnTo>
                  <a:lnTo>
                    <a:pt x="419087" y="480060"/>
                  </a:lnTo>
                  <a:lnTo>
                    <a:pt x="428231" y="483108"/>
                  </a:lnTo>
                  <a:lnTo>
                    <a:pt x="429755" y="483108"/>
                  </a:lnTo>
                  <a:lnTo>
                    <a:pt x="434327" y="484632"/>
                  </a:lnTo>
                  <a:lnTo>
                    <a:pt x="438899" y="483108"/>
                  </a:lnTo>
                  <a:lnTo>
                    <a:pt x="440423" y="483108"/>
                  </a:lnTo>
                  <a:lnTo>
                    <a:pt x="449567" y="480060"/>
                  </a:lnTo>
                  <a:lnTo>
                    <a:pt x="449567" y="478536"/>
                  </a:lnTo>
                  <a:lnTo>
                    <a:pt x="454139" y="475488"/>
                  </a:lnTo>
                  <a:lnTo>
                    <a:pt x="455663" y="473964"/>
                  </a:lnTo>
                  <a:lnTo>
                    <a:pt x="457187" y="472440"/>
                  </a:lnTo>
                  <a:lnTo>
                    <a:pt x="457187" y="470916"/>
                  </a:lnTo>
                  <a:lnTo>
                    <a:pt x="460235" y="467868"/>
                  </a:lnTo>
                  <a:lnTo>
                    <a:pt x="460235" y="466344"/>
                  </a:lnTo>
                  <a:lnTo>
                    <a:pt x="461759" y="461772"/>
                  </a:lnTo>
                  <a:lnTo>
                    <a:pt x="461759" y="449580"/>
                  </a:lnTo>
                  <a:close/>
                </a:path>
                <a:path w="792479" h="843279">
                  <a:moveTo>
                    <a:pt x="792480" y="51816"/>
                  </a:moveTo>
                  <a:lnTo>
                    <a:pt x="82423" y="51816"/>
                  </a:lnTo>
                  <a:lnTo>
                    <a:pt x="121920" y="28956"/>
                  </a:lnTo>
                  <a:lnTo>
                    <a:pt x="128016" y="24384"/>
                  </a:lnTo>
                  <a:lnTo>
                    <a:pt x="131064" y="16764"/>
                  </a:lnTo>
                  <a:lnTo>
                    <a:pt x="126492" y="9144"/>
                  </a:lnTo>
                  <a:lnTo>
                    <a:pt x="121920" y="3048"/>
                  </a:lnTo>
                  <a:lnTo>
                    <a:pt x="114300" y="0"/>
                  </a:lnTo>
                  <a:lnTo>
                    <a:pt x="106680" y="4572"/>
                  </a:lnTo>
                  <a:lnTo>
                    <a:pt x="0" y="67056"/>
                  </a:lnTo>
                  <a:lnTo>
                    <a:pt x="106680" y="129540"/>
                  </a:lnTo>
                  <a:lnTo>
                    <a:pt x="114300" y="132588"/>
                  </a:lnTo>
                  <a:lnTo>
                    <a:pt x="121920" y="131064"/>
                  </a:lnTo>
                  <a:lnTo>
                    <a:pt x="126492" y="123444"/>
                  </a:lnTo>
                  <a:lnTo>
                    <a:pt x="131064" y="117348"/>
                  </a:lnTo>
                  <a:lnTo>
                    <a:pt x="128016" y="108204"/>
                  </a:lnTo>
                  <a:lnTo>
                    <a:pt x="121920" y="103632"/>
                  </a:lnTo>
                  <a:lnTo>
                    <a:pt x="81191" y="80772"/>
                  </a:lnTo>
                  <a:lnTo>
                    <a:pt x="792480" y="80772"/>
                  </a:lnTo>
                  <a:lnTo>
                    <a:pt x="792480" y="518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393986" y="2914933"/>
            <a:ext cx="147764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Microsoft Sans Serif"/>
                <a:cs typeface="Microsoft Sans Serif"/>
              </a:rPr>
              <a:t>After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3</a:t>
            </a:r>
            <a:r>
              <a:rPr sz="1350" baseline="24691" dirty="0">
                <a:latin typeface="Microsoft Sans Serif"/>
                <a:cs typeface="Microsoft Sans Serif"/>
              </a:rPr>
              <a:t>rd</a:t>
            </a:r>
            <a:r>
              <a:rPr sz="1350" spc="232" baseline="24691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reflection </a:t>
            </a:r>
            <a:r>
              <a:rPr sz="1400" dirty="0">
                <a:latin typeface="Microsoft Sans Serif"/>
                <a:cs typeface="Microsoft Sans Serif"/>
              </a:rPr>
              <a:t>from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the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right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-25" dirty="0">
                <a:latin typeface="Microsoft Sans Serif"/>
                <a:cs typeface="Microsoft Sans Serif"/>
              </a:rPr>
              <a:t>end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32033" y="3676923"/>
            <a:ext cx="147193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Microsoft Sans Serif"/>
                <a:cs typeface="Microsoft Sans Serif"/>
              </a:rPr>
              <a:t>After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4</a:t>
            </a:r>
            <a:r>
              <a:rPr sz="1350" baseline="24691" dirty="0">
                <a:latin typeface="Microsoft Sans Serif"/>
                <a:cs typeface="Microsoft Sans Serif"/>
              </a:rPr>
              <a:t>th</a:t>
            </a:r>
            <a:r>
              <a:rPr sz="1350" spc="247" baseline="24691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reflection </a:t>
            </a:r>
            <a:r>
              <a:rPr sz="1400" dirty="0">
                <a:latin typeface="Microsoft Sans Serif"/>
                <a:cs typeface="Microsoft Sans Serif"/>
              </a:rPr>
              <a:t>from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the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right </a:t>
            </a:r>
            <a:r>
              <a:rPr sz="1400" spc="-25" dirty="0">
                <a:latin typeface="Microsoft Sans Serif"/>
                <a:cs typeface="Microsoft Sans Serif"/>
              </a:rPr>
              <a:t>end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048255" y="2471927"/>
            <a:ext cx="2039620" cy="2755900"/>
            <a:chOff x="2048255" y="2471927"/>
            <a:chExt cx="2039620" cy="2755900"/>
          </a:xfrm>
        </p:grpSpPr>
        <p:sp>
          <p:nvSpPr>
            <p:cNvPr id="10" name="object 10"/>
            <p:cNvSpPr/>
            <p:nvPr/>
          </p:nvSpPr>
          <p:spPr>
            <a:xfrm>
              <a:off x="2880347" y="2471927"/>
              <a:ext cx="55244" cy="414655"/>
            </a:xfrm>
            <a:custGeom>
              <a:avLst/>
              <a:gdLst/>
              <a:ahLst/>
              <a:cxnLst/>
              <a:rect l="l" t="t" r="r" b="b"/>
              <a:pathLst>
                <a:path w="55244" h="414655">
                  <a:moveTo>
                    <a:pt x="54864" y="381000"/>
                  </a:moveTo>
                  <a:lnTo>
                    <a:pt x="53340" y="376428"/>
                  </a:lnTo>
                  <a:lnTo>
                    <a:pt x="53340" y="374904"/>
                  </a:lnTo>
                  <a:lnTo>
                    <a:pt x="51816" y="373380"/>
                  </a:lnTo>
                  <a:lnTo>
                    <a:pt x="50292" y="371856"/>
                  </a:lnTo>
                  <a:lnTo>
                    <a:pt x="50292" y="370332"/>
                  </a:lnTo>
                  <a:lnTo>
                    <a:pt x="48768" y="368808"/>
                  </a:lnTo>
                  <a:lnTo>
                    <a:pt x="47244" y="367284"/>
                  </a:lnTo>
                  <a:lnTo>
                    <a:pt x="38100" y="361188"/>
                  </a:lnTo>
                  <a:lnTo>
                    <a:pt x="33528" y="359664"/>
                  </a:lnTo>
                  <a:lnTo>
                    <a:pt x="21336" y="359664"/>
                  </a:lnTo>
                  <a:lnTo>
                    <a:pt x="16764" y="361188"/>
                  </a:lnTo>
                  <a:lnTo>
                    <a:pt x="7620" y="367284"/>
                  </a:lnTo>
                  <a:lnTo>
                    <a:pt x="4572" y="370332"/>
                  </a:lnTo>
                  <a:lnTo>
                    <a:pt x="4572" y="371856"/>
                  </a:lnTo>
                  <a:lnTo>
                    <a:pt x="1524" y="374904"/>
                  </a:lnTo>
                  <a:lnTo>
                    <a:pt x="1524" y="376428"/>
                  </a:lnTo>
                  <a:lnTo>
                    <a:pt x="0" y="381000"/>
                  </a:lnTo>
                  <a:lnTo>
                    <a:pt x="0" y="393192"/>
                  </a:lnTo>
                  <a:lnTo>
                    <a:pt x="1524" y="397764"/>
                  </a:lnTo>
                  <a:lnTo>
                    <a:pt x="4572" y="402336"/>
                  </a:lnTo>
                  <a:lnTo>
                    <a:pt x="7620" y="405384"/>
                  </a:lnTo>
                  <a:lnTo>
                    <a:pt x="7620" y="406908"/>
                  </a:lnTo>
                  <a:lnTo>
                    <a:pt x="12192" y="409956"/>
                  </a:lnTo>
                  <a:lnTo>
                    <a:pt x="16764" y="411480"/>
                  </a:lnTo>
                  <a:lnTo>
                    <a:pt x="16764" y="413004"/>
                  </a:lnTo>
                  <a:lnTo>
                    <a:pt x="21336" y="414528"/>
                  </a:lnTo>
                  <a:lnTo>
                    <a:pt x="33528" y="414528"/>
                  </a:lnTo>
                  <a:lnTo>
                    <a:pt x="38100" y="413004"/>
                  </a:lnTo>
                  <a:lnTo>
                    <a:pt x="38100" y="411480"/>
                  </a:lnTo>
                  <a:lnTo>
                    <a:pt x="42672" y="409956"/>
                  </a:lnTo>
                  <a:lnTo>
                    <a:pt x="47244" y="406908"/>
                  </a:lnTo>
                  <a:lnTo>
                    <a:pt x="47244" y="405384"/>
                  </a:lnTo>
                  <a:lnTo>
                    <a:pt x="50292" y="402336"/>
                  </a:lnTo>
                  <a:lnTo>
                    <a:pt x="53340" y="397764"/>
                  </a:lnTo>
                  <a:lnTo>
                    <a:pt x="54356" y="394716"/>
                  </a:lnTo>
                  <a:lnTo>
                    <a:pt x="54864" y="393192"/>
                  </a:lnTo>
                  <a:lnTo>
                    <a:pt x="54864" y="391668"/>
                  </a:lnTo>
                  <a:lnTo>
                    <a:pt x="54864" y="382524"/>
                  </a:lnTo>
                  <a:lnTo>
                    <a:pt x="54864" y="381000"/>
                  </a:lnTo>
                  <a:close/>
                </a:path>
                <a:path w="55244" h="414655">
                  <a:moveTo>
                    <a:pt x="54864" y="201168"/>
                  </a:moveTo>
                  <a:lnTo>
                    <a:pt x="54356" y="199644"/>
                  </a:lnTo>
                  <a:lnTo>
                    <a:pt x="53340" y="196596"/>
                  </a:lnTo>
                  <a:lnTo>
                    <a:pt x="52324" y="195072"/>
                  </a:lnTo>
                  <a:lnTo>
                    <a:pt x="51308" y="193548"/>
                  </a:lnTo>
                  <a:lnTo>
                    <a:pt x="48260" y="188976"/>
                  </a:lnTo>
                  <a:lnTo>
                    <a:pt x="47244" y="187452"/>
                  </a:lnTo>
                  <a:lnTo>
                    <a:pt x="38100" y="181356"/>
                  </a:lnTo>
                  <a:lnTo>
                    <a:pt x="33528" y="179832"/>
                  </a:lnTo>
                  <a:lnTo>
                    <a:pt x="21336" y="179832"/>
                  </a:lnTo>
                  <a:lnTo>
                    <a:pt x="16764" y="181356"/>
                  </a:lnTo>
                  <a:lnTo>
                    <a:pt x="7620" y="187452"/>
                  </a:lnTo>
                  <a:lnTo>
                    <a:pt x="1524" y="196596"/>
                  </a:lnTo>
                  <a:lnTo>
                    <a:pt x="0" y="201168"/>
                  </a:lnTo>
                  <a:lnTo>
                    <a:pt x="0" y="213360"/>
                  </a:lnTo>
                  <a:lnTo>
                    <a:pt x="1524" y="217932"/>
                  </a:lnTo>
                  <a:lnTo>
                    <a:pt x="7620" y="227076"/>
                  </a:lnTo>
                  <a:lnTo>
                    <a:pt x="16764" y="233172"/>
                  </a:lnTo>
                  <a:lnTo>
                    <a:pt x="21336" y="234696"/>
                  </a:lnTo>
                  <a:lnTo>
                    <a:pt x="33528" y="234696"/>
                  </a:lnTo>
                  <a:lnTo>
                    <a:pt x="38100" y="233172"/>
                  </a:lnTo>
                  <a:lnTo>
                    <a:pt x="47244" y="227076"/>
                  </a:lnTo>
                  <a:lnTo>
                    <a:pt x="48768" y="225552"/>
                  </a:lnTo>
                  <a:lnTo>
                    <a:pt x="50292" y="224028"/>
                  </a:lnTo>
                  <a:lnTo>
                    <a:pt x="50292" y="222504"/>
                  </a:lnTo>
                  <a:lnTo>
                    <a:pt x="51308" y="220980"/>
                  </a:lnTo>
                  <a:lnTo>
                    <a:pt x="53340" y="217932"/>
                  </a:lnTo>
                  <a:lnTo>
                    <a:pt x="54356" y="214884"/>
                  </a:lnTo>
                  <a:lnTo>
                    <a:pt x="54864" y="213360"/>
                  </a:lnTo>
                  <a:lnTo>
                    <a:pt x="54864" y="211836"/>
                  </a:lnTo>
                  <a:lnTo>
                    <a:pt x="54864" y="202692"/>
                  </a:lnTo>
                  <a:lnTo>
                    <a:pt x="54864" y="201168"/>
                  </a:lnTo>
                  <a:close/>
                </a:path>
                <a:path w="55244" h="414655">
                  <a:moveTo>
                    <a:pt x="54864" y="21336"/>
                  </a:moveTo>
                  <a:lnTo>
                    <a:pt x="54102" y="19812"/>
                  </a:lnTo>
                  <a:lnTo>
                    <a:pt x="53340" y="18288"/>
                  </a:lnTo>
                  <a:lnTo>
                    <a:pt x="53340" y="16764"/>
                  </a:lnTo>
                  <a:lnTo>
                    <a:pt x="50292" y="12192"/>
                  </a:lnTo>
                  <a:lnTo>
                    <a:pt x="47244" y="9144"/>
                  </a:lnTo>
                  <a:lnTo>
                    <a:pt x="47244" y="7620"/>
                  </a:lnTo>
                  <a:lnTo>
                    <a:pt x="42672" y="4572"/>
                  </a:lnTo>
                  <a:lnTo>
                    <a:pt x="38100" y="3048"/>
                  </a:lnTo>
                  <a:lnTo>
                    <a:pt x="38100" y="1524"/>
                  </a:lnTo>
                  <a:lnTo>
                    <a:pt x="33528" y="1524"/>
                  </a:lnTo>
                  <a:lnTo>
                    <a:pt x="33528" y="0"/>
                  </a:lnTo>
                  <a:lnTo>
                    <a:pt x="21336" y="0"/>
                  </a:lnTo>
                  <a:lnTo>
                    <a:pt x="21336" y="1524"/>
                  </a:lnTo>
                  <a:lnTo>
                    <a:pt x="16764" y="1524"/>
                  </a:lnTo>
                  <a:lnTo>
                    <a:pt x="16764" y="3048"/>
                  </a:lnTo>
                  <a:lnTo>
                    <a:pt x="12192" y="4572"/>
                  </a:lnTo>
                  <a:lnTo>
                    <a:pt x="7620" y="7620"/>
                  </a:lnTo>
                  <a:lnTo>
                    <a:pt x="7620" y="9144"/>
                  </a:lnTo>
                  <a:lnTo>
                    <a:pt x="4572" y="12192"/>
                  </a:lnTo>
                  <a:lnTo>
                    <a:pt x="1524" y="16764"/>
                  </a:lnTo>
                  <a:lnTo>
                    <a:pt x="1524" y="18288"/>
                  </a:lnTo>
                  <a:lnTo>
                    <a:pt x="0" y="21336"/>
                  </a:lnTo>
                  <a:lnTo>
                    <a:pt x="0" y="33528"/>
                  </a:lnTo>
                  <a:lnTo>
                    <a:pt x="1524" y="38100"/>
                  </a:lnTo>
                  <a:lnTo>
                    <a:pt x="1524" y="39624"/>
                  </a:lnTo>
                  <a:lnTo>
                    <a:pt x="4572" y="42672"/>
                  </a:lnTo>
                  <a:lnTo>
                    <a:pt x="4572" y="44196"/>
                  </a:lnTo>
                  <a:lnTo>
                    <a:pt x="7620" y="47244"/>
                  </a:lnTo>
                  <a:lnTo>
                    <a:pt x="12192" y="50292"/>
                  </a:lnTo>
                  <a:lnTo>
                    <a:pt x="12192" y="51816"/>
                  </a:lnTo>
                  <a:lnTo>
                    <a:pt x="21336" y="54864"/>
                  </a:lnTo>
                  <a:lnTo>
                    <a:pt x="22860" y="54864"/>
                  </a:lnTo>
                  <a:lnTo>
                    <a:pt x="27432" y="56388"/>
                  </a:lnTo>
                  <a:lnTo>
                    <a:pt x="32004" y="54864"/>
                  </a:lnTo>
                  <a:lnTo>
                    <a:pt x="33528" y="54864"/>
                  </a:lnTo>
                  <a:lnTo>
                    <a:pt x="42672" y="51816"/>
                  </a:lnTo>
                  <a:lnTo>
                    <a:pt x="42672" y="50292"/>
                  </a:lnTo>
                  <a:lnTo>
                    <a:pt x="47244" y="47244"/>
                  </a:lnTo>
                  <a:lnTo>
                    <a:pt x="48768" y="45720"/>
                  </a:lnTo>
                  <a:lnTo>
                    <a:pt x="50292" y="44196"/>
                  </a:lnTo>
                  <a:lnTo>
                    <a:pt x="50292" y="42672"/>
                  </a:lnTo>
                  <a:lnTo>
                    <a:pt x="53340" y="39624"/>
                  </a:lnTo>
                  <a:lnTo>
                    <a:pt x="53340" y="38100"/>
                  </a:lnTo>
                  <a:lnTo>
                    <a:pt x="54864" y="33528"/>
                  </a:lnTo>
                  <a:lnTo>
                    <a:pt x="54864" y="213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30396" y="5106923"/>
              <a:ext cx="156972" cy="12039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48255" y="5015483"/>
              <a:ext cx="156972" cy="12039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199132" y="5015496"/>
              <a:ext cx="1828800" cy="212090"/>
            </a:xfrm>
            <a:custGeom>
              <a:avLst/>
              <a:gdLst/>
              <a:ahLst/>
              <a:cxnLst/>
              <a:rect l="l" t="t" r="r" b="b"/>
              <a:pathLst>
                <a:path w="1828800" h="212089">
                  <a:moveTo>
                    <a:pt x="1053084" y="0"/>
                  </a:moveTo>
                  <a:lnTo>
                    <a:pt x="0" y="0"/>
                  </a:lnTo>
                  <a:lnTo>
                    <a:pt x="0" y="28943"/>
                  </a:lnTo>
                  <a:lnTo>
                    <a:pt x="1053084" y="28943"/>
                  </a:lnTo>
                  <a:lnTo>
                    <a:pt x="1053084" y="0"/>
                  </a:lnTo>
                  <a:close/>
                </a:path>
                <a:path w="1828800" h="212089">
                  <a:moveTo>
                    <a:pt x="1783067" y="91427"/>
                  </a:moveTo>
                  <a:lnTo>
                    <a:pt x="0" y="91427"/>
                  </a:lnTo>
                  <a:lnTo>
                    <a:pt x="0" y="120396"/>
                  </a:lnTo>
                  <a:lnTo>
                    <a:pt x="1783067" y="120396"/>
                  </a:lnTo>
                  <a:lnTo>
                    <a:pt x="1783067" y="91427"/>
                  </a:lnTo>
                  <a:close/>
                </a:path>
                <a:path w="1828800" h="212089">
                  <a:moveTo>
                    <a:pt x="1828800" y="184391"/>
                  </a:moveTo>
                  <a:lnTo>
                    <a:pt x="1098804" y="184391"/>
                  </a:lnTo>
                  <a:lnTo>
                    <a:pt x="1098804" y="211823"/>
                  </a:lnTo>
                  <a:lnTo>
                    <a:pt x="1828800" y="211823"/>
                  </a:lnTo>
                  <a:lnTo>
                    <a:pt x="1828800" y="1843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155992" y="5421883"/>
            <a:ext cx="195262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3300"/>
                </a:solidFill>
                <a:latin typeface="Microsoft Sans Serif"/>
                <a:cs typeface="Microsoft Sans Serif"/>
              </a:rPr>
              <a:t>Round</a:t>
            </a:r>
            <a:r>
              <a:rPr sz="1400" spc="-1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FF3300"/>
                </a:solidFill>
                <a:latin typeface="Microsoft Sans Serif"/>
                <a:cs typeface="Microsoft Sans Serif"/>
              </a:rPr>
              <a:t>trip</a:t>
            </a:r>
            <a:r>
              <a:rPr sz="1400" spc="-2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FF3300"/>
                </a:solidFill>
                <a:latin typeface="Microsoft Sans Serif"/>
                <a:cs typeface="Microsoft Sans Serif"/>
              </a:rPr>
              <a:t>distance</a:t>
            </a:r>
            <a:r>
              <a:rPr sz="1400" spc="-4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FF3300"/>
                </a:solidFill>
                <a:latin typeface="Microsoft Sans Serif"/>
                <a:cs typeface="Microsoft Sans Serif"/>
              </a:rPr>
              <a:t>=</a:t>
            </a:r>
            <a:r>
              <a:rPr sz="1400" spc="-1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1400" spc="-25" dirty="0">
                <a:solidFill>
                  <a:srgbClr val="FF3300"/>
                </a:solidFill>
                <a:latin typeface="Microsoft Sans Serif"/>
                <a:cs typeface="Microsoft Sans Serif"/>
              </a:rPr>
              <a:t>2L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42237" y="1176081"/>
            <a:ext cx="2976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distance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between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two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42237" y="1406679"/>
            <a:ext cx="3880485" cy="211772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000" dirty="0">
                <a:latin typeface="Microsoft Sans Serif"/>
                <a:cs typeface="Microsoft Sans Serif"/>
              </a:rPr>
              <a:t>consecutive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left-</a:t>
            </a:r>
            <a:r>
              <a:rPr sz="2000" dirty="0">
                <a:latin typeface="Microsoft Sans Serif"/>
                <a:cs typeface="Microsoft Sans Serif"/>
              </a:rPr>
              <a:t>going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waves is</a:t>
            </a:r>
            <a:r>
              <a:rPr sz="2000" spc="3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FF3300"/>
                </a:solidFill>
                <a:latin typeface="Microsoft Sans Serif"/>
                <a:cs typeface="Microsoft Sans Serif"/>
              </a:rPr>
              <a:t>2L</a:t>
            </a:r>
            <a:endParaRPr sz="2000">
              <a:latin typeface="Microsoft Sans Serif"/>
              <a:cs typeface="Microsoft Sans Serif"/>
            </a:endParaRPr>
          </a:p>
          <a:p>
            <a:pPr marL="12700" marR="68580">
              <a:lnSpc>
                <a:spcPct val="100000"/>
              </a:lnSpc>
              <a:spcBef>
                <a:spcPts val="590"/>
              </a:spcBef>
            </a:pPr>
            <a:r>
              <a:rPr sz="2000" dirty="0">
                <a:latin typeface="Microsoft Sans Serif"/>
                <a:cs typeface="Microsoft Sans Serif"/>
              </a:rPr>
              <a:t>For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constructive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interference,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the </a:t>
            </a:r>
            <a:r>
              <a:rPr sz="2000" dirty="0">
                <a:latin typeface="Microsoft Sans Serif"/>
                <a:cs typeface="Microsoft Sans Serif"/>
              </a:rPr>
              <a:t>phase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difference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between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two </a:t>
            </a:r>
            <a:r>
              <a:rPr sz="2000" dirty="0">
                <a:latin typeface="Microsoft Sans Serif"/>
                <a:cs typeface="Microsoft Sans Serif"/>
              </a:rPr>
              <a:t>waves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is</a:t>
            </a:r>
            <a:endParaRPr sz="20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  <a:spcBef>
                <a:spcPts val="580"/>
              </a:spcBef>
            </a:pPr>
            <a:r>
              <a:rPr sz="1900" dirty="0">
                <a:solidFill>
                  <a:srgbClr val="FF0000"/>
                </a:solidFill>
                <a:latin typeface="Microsoft Sans Serif"/>
                <a:cs typeface="Microsoft Sans Serif"/>
              </a:rPr>
              <a:t>phase</a:t>
            </a:r>
            <a:r>
              <a:rPr sz="1900" spc="10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FF0000"/>
                </a:solidFill>
                <a:latin typeface="Microsoft Sans Serif"/>
                <a:cs typeface="Microsoft Sans Serif"/>
              </a:rPr>
              <a:t>difference</a:t>
            </a:r>
            <a:r>
              <a:rPr sz="1900" spc="1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=</a:t>
            </a:r>
            <a:r>
              <a:rPr sz="1900" spc="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Microsoft Sans Serif"/>
                <a:cs typeface="Microsoft Sans Serif"/>
              </a:rPr>
              <a:t>n</a:t>
            </a:r>
            <a:r>
              <a:rPr sz="1900" spc="6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FF0000"/>
                </a:solidFill>
                <a:latin typeface="Microsoft Sans Serif"/>
                <a:cs typeface="Microsoft Sans Serif"/>
              </a:rPr>
              <a:t>2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π</a:t>
            </a:r>
            <a:r>
              <a:rPr sz="1900" spc="1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spc="-25" dirty="0">
                <a:solidFill>
                  <a:srgbClr val="FF0000"/>
                </a:solidFill>
                <a:latin typeface="Microsoft Sans Serif"/>
                <a:cs typeface="Microsoft Sans Serif"/>
              </a:rPr>
              <a:t>rad</a:t>
            </a:r>
            <a:endParaRPr sz="1900">
              <a:latin typeface="Microsoft Sans Serif"/>
              <a:cs typeface="Microsoft Sans Serif"/>
            </a:endParaRPr>
          </a:p>
          <a:p>
            <a:pPr marL="2098675">
              <a:lnSpc>
                <a:spcPct val="100000"/>
              </a:lnSpc>
              <a:spcBef>
                <a:spcPts val="550"/>
              </a:spcBef>
            </a:pP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= </a:t>
            </a:r>
            <a:r>
              <a:rPr sz="1900" dirty="0">
                <a:solidFill>
                  <a:srgbClr val="FF0000"/>
                </a:solidFill>
                <a:latin typeface="Microsoft Sans Serif"/>
                <a:cs typeface="Microsoft Sans Serif"/>
              </a:rPr>
              <a:t>n</a:t>
            </a:r>
            <a:r>
              <a:rPr sz="1900" spc="4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1900" spc="75" dirty="0">
                <a:solidFill>
                  <a:srgbClr val="FF0000"/>
                </a:solidFill>
                <a:latin typeface="Cambria"/>
                <a:cs typeface="Cambria"/>
              </a:rPr>
              <a:t>λ</a:t>
            </a:r>
            <a:endParaRPr sz="19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42237" y="3424525"/>
            <a:ext cx="2861310" cy="909319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220"/>
              </a:spcBef>
            </a:pPr>
            <a:r>
              <a:rPr sz="1900" spc="-25" dirty="0">
                <a:solidFill>
                  <a:srgbClr val="0000FF"/>
                </a:solidFill>
                <a:latin typeface="Microsoft Sans Serif"/>
                <a:cs typeface="Microsoft Sans Serif"/>
              </a:rPr>
              <a:t>for</a:t>
            </a:r>
            <a:endParaRPr sz="1900">
              <a:latin typeface="Microsoft Sans Serif"/>
              <a:cs typeface="Microsoft Sans Serif"/>
            </a:endParaRPr>
          </a:p>
          <a:p>
            <a:pPr marR="57150" algn="r">
              <a:lnSpc>
                <a:spcPct val="100000"/>
              </a:lnSpc>
              <a:spcBef>
                <a:spcPts val="1160"/>
              </a:spcBef>
            </a:pPr>
            <a:r>
              <a:rPr sz="2000" dirty="0">
                <a:latin typeface="Microsoft Sans Serif"/>
                <a:cs typeface="Microsoft Sans Serif"/>
              </a:rPr>
              <a:t>Resonance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occurs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when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535416" y="3403860"/>
            <a:ext cx="1017269" cy="932815"/>
          </a:xfrm>
          <a:prstGeom prst="rect">
            <a:avLst/>
          </a:prstGeom>
        </p:spPr>
        <p:txBody>
          <a:bodyPr vert="horz" wrap="square" lIns="0" tIns="175260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1380"/>
              </a:spcBef>
            </a:pPr>
            <a:r>
              <a:rPr sz="1900" dirty="0">
                <a:solidFill>
                  <a:srgbClr val="0000FF"/>
                </a:solidFill>
                <a:latin typeface="Microsoft Sans Serif"/>
                <a:cs typeface="Microsoft Sans Serif"/>
              </a:rPr>
              <a:t>n</a:t>
            </a:r>
            <a:r>
              <a:rPr sz="1900" spc="-4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0000FF"/>
                </a:solidFill>
                <a:latin typeface="Cambria"/>
                <a:cs typeface="Cambria"/>
              </a:rPr>
              <a:t>=</a:t>
            </a:r>
            <a:r>
              <a:rPr sz="1900" spc="-9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1900" spc="-370" dirty="0">
                <a:solidFill>
                  <a:srgbClr val="0000FF"/>
                </a:solidFill>
                <a:latin typeface="Microsoft Sans Serif"/>
                <a:cs typeface="Microsoft Sans Serif"/>
              </a:rPr>
              <a:t>1</a:t>
            </a:r>
            <a:r>
              <a:rPr sz="1900" spc="145" dirty="0">
                <a:solidFill>
                  <a:srgbClr val="0000FF"/>
                </a:solidFill>
                <a:latin typeface="Microsoft Sans Serif"/>
                <a:cs typeface="Microsoft Sans Serif"/>
              </a:rPr>
              <a:t>,</a:t>
            </a:r>
            <a:r>
              <a:rPr sz="1900" spc="-140" dirty="0">
                <a:solidFill>
                  <a:srgbClr val="0000FF"/>
                </a:solidFill>
                <a:latin typeface="Microsoft Sans Serif"/>
                <a:cs typeface="Microsoft Sans Serif"/>
              </a:rPr>
              <a:t>2</a:t>
            </a:r>
            <a:r>
              <a:rPr sz="1900" spc="30" dirty="0">
                <a:solidFill>
                  <a:srgbClr val="0000FF"/>
                </a:solidFill>
                <a:latin typeface="Microsoft Sans Serif"/>
                <a:cs typeface="Microsoft Sans Serif"/>
              </a:rPr>
              <a:t>,</a:t>
            </a:r>
            <a:r>
              <a:rPr sz="1900" spc="10" dirty="0">
                <a:solidFill>
                  <a:srgbClr val="0000FF"/>
                </a:solidFill>
                <a:latin typeface="Microsoft Sans Serif"/>
                <a:cs typeface="Microsoft Sans Serif"/>
              </a:rPr>
              <a:t>...</a:t>
            </a:r>
            <a:endParaRPr sz="19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1900" dirty="0">
                <a:solidFill>
                  <a:srgbClr val="FF0000"/>
                </a:solidFill>
                <a:latin typeface="Microsoft Sans Serif"/>
                <a:cs typeface="Microsoft Sans Serif"/>
              </a:rPr>
              <a:t>2L</a:t>
            </a:r>
            <a:r>
              <a:rPr sz="1900" spc="-6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=</a:t>
            </a:r>
            <a:r>
              <a:rPr sz="1900"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spc="40" dirty="0">
                <a:solidFill>
                  <a:srgbClr val="FF0000"/>
                </a:solidFill>
                <a:latin typeface="Microsoft Sans Serif"/>
                <a:cs typeface="Microsoft Sans Serif"/>
              </a:rPr>
              <a:t>n</a:t>
            </a:r>
            <a:r>
              <a:rPr sz="1900" spc="40" dirty="0">
                <a:solidFill>
                  <a:srgbClr val="FF0000"/>
                </a:solidFill>
                <a:latin typeface="Cambria"/>
                <a:cs typeface="Cambria"/>
              </a:rPr>
              <a:t>λ</a:t>
            </a:r>
            <a:endParaRPr sz="1900">
              <a:latin typeface="Cambria"/>
              <a:cs typeface="Cambr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951785" y="4749069"/>
            <a:ext cx="282575" cy="0"/>
          </a:xfrm>
          <a:custGeom>
            <a:avLst/>
            <a:gdLst/>
            <a:ahLst/>
            <a:cxnLst/>
            <a:rect l="l" t="t" r="r" b="b"/>
            <a:pathLst>
              <a:path w="282575">
                <a:moveTo>
                  <a:pt x="0" y="0"/>
                </a:moveTo>
                <a:lnTo>
                  <a:pt x="282130" y="0"/>
                </a:lnTo>
              </a:path>
            </a:pathLst>
          </a:custGeom>
          <a:ln w="1207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8497316" y="4346134"/>
            <a:ext cx="774700" cy="71755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535"/>
              </a:spcBef>
            </a:pPr>
            <a:r>
              <a:rPr sz="2850" spc="187" baseline="-35087" dirty="0">
                <a:solidFill>
                  <a:srgbClr val="FF0000"/>
                </a:solidFill>
                <a:latin typeface="Cambria"/>
                <a:cs typeface="Cambria"/>
              </a:rPr>
              <a:t>λ</a:t>
            </a:r>
            <a:r>
              <a:rPr sz="2850" spc="150" baseline="-35087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850" baseline="-35087" dirty="0">
                <a:solidFill>
                  <a:srgbClr val="FF0000"/>
                </a:solidFill>
                <a:latin typeface="Cambria"/>
                <a:cs typeface="Cambria"/>
              </a:rPr>
              <a:t>=</a:t>
            </a:r>
            <a:r>
              <a:rPr sz="2850" spc="307" baseline="-35087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spc="-25" dirty="0">
                <a:solidFill>
                  <a:srgbClr val="FF0000"/>
                </a:solidFill>
                <a:latin typeface="Microsoft Sans Serif"/>
                <a:cs typeface="Microsoft Sans Serif"/>
              </a:rPr>
              <a:t>2L</a:t>
            </a:r>
            <a:endParaRPr sz="1900">
              <a:latin typeface="Microsoft Sans Serif"/>
              <a:cs typeface="Microsoft Sans Serif"/>
            </a:endParaRPr>
          </a:p>
          <a:p>
            <a:pPr marR="104139" algn="r">
              <a:lnSpc>
                <a:spcPct val="100000"/>
              </a:lnSpc>
              <a:spcBef>
                <a:spcPts val="445"/>
              </a:spcBef>
            </a:pPr>
            <a:r>
              <a:rPr sz="1900" spc="-50" dirty="0">
                <a:solidFill>
                  <a:srgbClr val="FF0000"/>
                </a:solidFill>
                <a:latin typeface="Microsoft Sans Serif"/>
                <a:cs typeface="Microsoft Sans Serif"/>
              </a:rPr>
              <a:t>n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905779" y="5361717"/>
            <a:ext cx="160020" cy="0"/>
          </a:xfrm>
          <a:custGeom>
            <a:avLst/>
            <a:gdLst/>
            <a:ahLst/>
            <a:cxnLst/>
            <a:rect l="l" t="t" r="r" b="b"/>
            <a:pathLst>
              <a:path w="160020">
                <a:moveTo>
                  <a:pt x="0" y="0"/>
                </a:moveTo>
                <a:lnTo>
                  <a:pt x="160019" y="0"/>
                </a:lnTo>
              </a:path>
            </a:pathLst>
          </a:custGeom>
          <a:ln w="1206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513064" y="5164878"/>
            <a:ext cx="570865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900" dirty="0">
                <a:solidFill>
                  <a:srgbClr val="FF0000"/>
                </a:solidFill>
                <a:latin typeface="Microsoft Sans Serif"/>
                <a:cs typeface="Microsoft Sans Serif"/>
              </a:rPr>
              <a:t>f</a:t>
            </a:r>
            <a:r>
              <a:rPr sz="1900" spc="16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=</a:t>
            </a:r>
            <a:r>
              <a:rPr sz="1900" spc="2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850" spc="-75" baseline="35087" dirty="0">
                <a:solidFill>
                  <a:srgbClr val="FF0000"/>
                </a:solidFill>
                <a:latin typeface="Microsoft Sans Serif"/>
                <a:cs typeface="Microsoft Sans Serif"/>
              </a:rPr>
              <a:t>v</a:t>
            </a:r>
            <a:endParaRPr sz="2850" baseline="35087">
              <a:latin typeface="Microsoft Sans Serif"/>
              <a:cs typeface="Microsoft Sans Serif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904223" y="5356902"/>
            <a:ext cx="16002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spc="75" dirty="0">
                <a:solidFill>
                  <a:srgbClr val="FF0000"/>
                </a:solidFill>
                <a:latin typeface="Cambria"/>
                <a:cs typeface="Cambria"/>
              </a:rPr>
              <a:t>λ</a:t>
            </a:r>
            <a:endParaRPr sz="1900">
              <a:latin typeface="Cambria"/>
              <a:cs typeface="Cambri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965786" y="6014751"/>
            <a:ext cx="282575" cy="0"/>
          </a:xfrm>
          <a:custGeom>
            <a:avLst/>
            <a:gdLst/>
            <a:ahLst/>
            <a:cxnLst/>
            <a:rect l="l" t="t" r="r" b="b"/>
            <a:pathLst>
              <a:path w="282575">
                <a:moveTo>
                  <a:pt x="0" y="0"/>
                </a:moveTo>
                <a:lnTo>
                  <a:pt x="282321" y="0"/>
                </a:lnTo>
              </a:path>
            </a:pathLst>
          </a:custGeom>
          <a:ln w="1207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8965183" y="6009763"/>
            <a:ext cx="28384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25" dirty="0">
                <a:solidFill>
                  <a:srgbClr val="FF0000"/>
                </a:solidFill>
                <a:latin typeface="Microsoft Sans Serif"/>
                <a:cs typeface="Microsoft Sans Serif"/>
              </a:rPr>
              <a:t>2L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420100" y="5819263"/>
            <a:ext cx="78359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900" dirty="0">
                <a:solidFill>
                  <a:srgbClr val="FF0000"/>
                </a:solidFill>
                <a:latin typeface="Microsoft Sans Serif"/>
                <a:cs typeface="Microsoft Sans Serif"/>
              </a:rPr>
              <a:t>f</a:t>
            </a:r>
            <a:r>
              <a:rPr sz="1900" spc="16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=</a:t>
            </a:r>
            <a:r>
              <a:rPr sz="1900" spc="-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Microsoft Sans Serif"/>
                <a:cs typeface="Microsoft Sans Serif"/>
              </a:rPr>
              <a:t>n</a:t>
            </a:r>
            <a:r>
              <a:rPr sz="1900" spc="36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850" spc="-75" baseline="35087" dirty="0">
                <a:solidFill>
                  <a:srgbClr val="FF0000"/>
                </a:solidFill>
                <a:latin typeface="Microsoft Sans Serif"/>
                <a:cs typeface="Microsoft Sans Serif"/>
              </a:rPr>
              <a:t>v</a:t>
            </a:r>
            <a:endParaRPr sz="2850" baseline="35087">
              <a:latin typeface="Microsoft Sans Serif"/>
              <a:cs typeface="Microsoft Sans Serif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542237" y="5802834"/>
            <a:ext cx="24993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Resonant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frequencies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439155" y="5670803"/>
            <a:ext cx="4217035" cy="1106805"/>
          </a:xfrm>
          <a:custGeom>
            <a:avLst/>
            <a:gdLst/>
            <a:ahLst/>
            <a:cxnLst/>
            <a:rect l="l" t="t" r="r" b="b"/>
            <a:pathLst>
              <a:path w="4217034" h="1106804">
                <a:moveTo>
                  <a:pt x="4216908" y="1106424"/>
                </a:moveTo>
                <a:lnTo>
                  <a:pt x="0" y="1106424"/>
                </a:lnTo>
                <a:lnTo>
                  <a:pt x="0" y="0"/>
                </a:lnTo>
                <a:lnTo>
                  <a:pt x="4216908" y="0"/>
                </a:lnTo>
                <a:lnTo>
                  <a:pt x="4216908" y="4572"/>
                </a:lnTo>
                <a:lnTo>
                  <a:pt x="9144" y="4572"/>
                </a:lnTo>
                <a:lnTo>
                  <a:pt x="4572" y="9144"/>
                </a:lnTo>
                <a:lnTo>
                  <a:pt x="9144" y="9144"/>
                </a:lnTo>
                <a:lnTo>
                  <a:pt x="9144" y="1097280"/>
                </a:lnTo>
                <a:lnTo>
                  <a:pt x="4572" y="1097280"/>
                </a:lnTo>
                <a:lnTo>
                  <a:pt x="9144" y="1101852"/>
                </a:lnTo>
                <a:lnTo>
                  <a:pt x="4216908" y="1101852"/>
                </a:lnTo>
                <a:lnTo>
                  <a:pt x="4216908" y="1106424"/>
                </a:lnTo>
                <a:close/>
              </a:path>
              <a:path w="4217034" h="1106804">
                <a:moveTo>
                  <a:pt x="9144" y="9144"/>
                </a:moveTo>
                <a:lnTo>
                  <a:pt x="4572" y="9144"/>
                </a:lnTo>
                <a:lnTo>
                  <a:pt x="9144" y="4572"/>
                </a:lnTo>
                <a:lnTo>
                  <a:pt x="9144" y="9144"/>
                </a:lnTo>
                <a:close/>
              </a:path>
              <a:path w="4217034" h="1106804">
                <a:moveTo>
                  <a:pt x="4206240" y="9144"/>
                </a:moveTo>
                <a:lnTo>
                  <a:pt x="9144" y="9144"/>
                </a:lnTo>
                <a:lnTo>
                  <a:pt x="9144" y="4572"/>
                </a:lnTo>
                <a:lnTo>
                  <a:pt x="4206240" y="4572"/>
                </a:lnTo>
                <a:lnTo>
                  <a:pt x="4206240" y="9144"/>
                </a:lnTo>
                <a:close/>
              </a:path>
              <a:path w="4217034" h="1106804">
                <a:moveTo>
                  <a:pt x="4206240" y="1101852"/>
                </a:moveTo>
                <a:lnTo>
                  <a:pt x="4206240" y="4572"/>
                </a:lnTo>
                <a:lnTo>
                  <a:pt x="4210812" y="9144"/>
                </a:lnTo>
                <a:lnTo>
                  <a:pt x="4216908" y="9144"/>
                </a:lnTo>
                <a:lnTo>
                  <a:pt x="4216908" y="1097280"/>
                </a:lnTo>
                <a:lnTo>
                  <a:pt x="4210812" y="1097280"/>
                </a:lnTo>
                <a:lnTo>
                  <a:pt x="4206240" y="1101852"/>
                </a:lnTo>
                <a:close/>
              </a:path>
              <a:path w="4217034" h="1106804">
                <a:moveTo>
                  <a:pt x="4216908" y="9144"/>
                </a:moveTo>
                <a:lnTo>
                  <a:pt x="4210812" y="9144"/>
                </a:lnTo>
                <a:lnTo>
                  <a:pt x="4206240" y="4572"/>
                </a:lnTo>
                <a:lnTo>
                  <a:pt x="4216908" y="4572"/>
                </a:lnTo>
                <a:lnTo>
                  <a:pt x="4216908" y="9144"/>
                </a:lnTo>
                <a:close/>
              </a:path>
              <a:path w="4217034" h="1106804">
                <a:moveTo>
                  <a:pt x="9144" y="1101852"/>
                </a:moveTo>
                <a:lnTo>
                  <a:pt x="4572" y="1097280"/>
                </a:lnTo>
                <a:lnTo>
                  <a:pt x="9144" y="1097280"/>
                </a:lnTo>
                <a:lnTo>
                  <a:pt x="9144" y="1101852"/>
                </a:lnTo>
                <a:close/>
              </a:path>
              <a:path w="4217034" h="1106804">
                <a:moveTo>
                  <a:pt x="4206240" y="1101852"/>
                </a:moveTo>
                <a:lnTo>
                  <a:pt x="9144" y="1101852"/>
                </a:lnTo>
                <a:lnTo>
                  <a:pt x="9144" y="1097280"/>
                </a:lnTo>
                <a:lnTo>
                  <a:pt x="4206240" y="1097280"/>
                </a:lnTo>
                <a:lnTo>
                  <a:pt x="4206240" y="1101852"/>
                </a:lnTo>
                <a:close/>
              </a:path>
              <a:path w="4217034" h="1106804">
                <a:moveTo>
                  <a:pt x="4216908" y="1101852"/>
                </a:moveTo>
                <a:lnTo>
                  <a:pt x="4206240" y="1101852"/>
                </a:lnTo>
                <a:lnTo>
                  <a:pt x="4210812" y="1097280"/>
                </a:lnTo>
                <a:lnTo>
                  <a:pt x="4216908" y="1097280"/>
                </a:lnTo>
                <a:lnTo>
                  <a:pt x="4216908" y="11018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965440" y="6339722"/>
            <a:ext cx="1462405" cy="3181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515620" algn="l"/>
              </a:tabLst>
            </a:pPr>
            <a:r>
              <a:rPr sz="1900" spc="-25" dirty="0">
                <a:solidFill>
                  <a:srgbClr val="0000FF"/>
                </a:solidFill>
                <a:latin typeface="Microsoft Sans Serif"/>
                <a:cs typeface="Microsoft Sans Serif"/>
              </a:rPr>
              <a:t>for</a:t>
            </a:r>
            <a:r>
              <a:rPr sz="1900" dirty="0">
                <a:solidFill>
                  <a:srgbClr val="0000FF"/>
                </a:solidFill>
                <a:latin typeface="Microsoft Sans Serif"/>
                <a:cs typeface="Microsoft Sans Serif"/>
              </a:rPr>
              <a:t>	n</a:t>
            </a:r>
            <a:r>
              <a:rPr sz="1900" spc="-5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0000FF"/>
                </a:solidFill>
                <a:latin typeface="Cambria"/>
                <a:cs typeface="Cambria"/>
              </a:rPr>
              <a:t>=</a:t>
            </a:r>
            <a:r>
              <a:rPr sz="1900" spc="-9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1900" spc="-370" dirty="0">
                <a:solidFill>
                  <a:srgbClr val="0000FF"/>
                </a:solidFill>
                <a:latin typeface="Microsoft Sans Serif"/>
                <a:cs typeface="Microsoft Sans Serif"/>
              </a:rPr>
              <a:t>1</a:t>
            </a:r>
            <a:r>
              <a:rPr sz="1900" spc="145" dirty="0">
                <a:solidFill>
                  <a:srgbClr val="0000FF"/>
                </a:solidFill>
                <a:latin typeface="Microsoft Sans Serif"/>
                <a:cs typeface="Microsoft Sans Serif"/>
              </a:rPr>
              <a:t>,</a:t>
            </a:r>
            <a:r>
              <a:rPr sz="1900" spc="-140" dirty="0">
                <a:solidFill>
                  <a:srgbClr val="0000FF"/>
                </a:solidFill>
                <a:latin typeface="Microsoft Sans Serif"/>
                <a:cs typeface="Microsoft Sans Serif"/>
              </a:rPr>
              <a:t>2</a:t>
            </a:r>
            <a:r>
              <a:rPr sz="1900" spc="30" dirty="0">
                <a:solidFill>
                  <a:srgbClr val="0000FF"/>
                </a:solidFill>
                <a:latin typeface="Microsoft Sans Serif"/>
                <a:cs typeface="Microsoft Sans Serif"/>
              </a:rPr>
              <a:t>,</a:t>
            </a:r>
            <a:r>
              <a:rPr sz="1900" spc="10" dirty="0">
                <a:solidFill>
                  <a:srgbClr val="0000FF"/>
                </a:solidFill>
                <a:latin typeface="Microsoft Sans Serif"/>
                <a:cs typeface="Microsoft Sans Serif"/>
              </a:rPr>
              <a:t>...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019555" y="1104900"/>
            <a:ext cx="4217035" cy="5678805"/>
          </a:xfrm>
          <a:custGeom>
            <a:avLst/>
            <a:gdLst/>
            <a:ahLst/>
            <a:cxnLst/>
            <a:rect l="l" t="t" r="r" b="b"/>
            <a:pathLst>
              <a:path w="4217035" h="5678805">
                <a:moveTo>
                  <a:pt x="4216908" y="5678423"/>
                </a:moveTo>
                <a:lnTo>
                  <a:pt x="0" y="5678423"/>
                </a:lnTo>
                <a:lnTo>
                  <a:pt x="0" y="0"/>
                </a:lnTo>
                <a:lnTo>
                  <a:pt x="4216908" y="0"/>
                </a:lnTo>
                <a:lnTo>
                  <a:pt x="4216908" y="4572"/>
                </a:lnTo>
                <a:lnTo>
                  <a:pt x="9144" y="4572"/>
                </a:lnTo>
                <a:lnTo>
                  <a:pt x="4572" y="10668"/>
                </a:lnTo>
                <a:lnTo>
                  <a:pt x="9144" y="10668"/>
                </a:lnTo>
                <a:lnTo>
                  <a:pt x="9144" y="5669280"/>
                </a:lnTo>
                <a:lnTo>
                  <a:pt x="4572" y="5669280"/>
                </a:lnTo>
                <a:lnTo>
                  <a:pt x="9144" y="5673852"/>
                </a:lnTo>
                <a:lnTo>
                  <a:pt x="4216908" y="5673852"/>
                </a:lnTo>
                <a:lnTo>
                  <a:pt x="4216908" y="5678423"/>
                </a:lnTo>
                <a:close/>
              </a:path>
              <a:path w="4217035" h="5678805">
                <a:moveTo>
                  <a:pt x="9144" y="10668"/>
                </a:moveTo>
                <a:lnTo>
                  <a:pt x="4572" y="10668"/>
                </a:lnTo>
                <a:lnTo>
                  <a:pt x="9144" y="4572"/>
                </a:lnTo>
                <a:lnTo>
                  <a:pt x="9144" y="10668"/>
                </a:lnTo>
                <a:close/>
              </a:path>
              <a:path w="4217035" h="5678805">
                <a:moveTo>
                  <a:pt x="4206240" y="10668"/>
                </a:moveTo>
                <a:lnTo>
                  <a:pt x="9144" y="10668"/>
                </a:lnTo>
                <a:lnTo>
                  <a:pt x="9144" y="4572"/>
                </a:lnTo>
                <a:lnTo>
                  <a:pt x="4206240" y="4572"/>
                </a:lnTo>
                <a:lnTo>
                  <a:pt x="4206240" y="10668"/>
                </a:lnTo>
                <a:close/>
              </a:path>
              <a:path w="4217035" h="5678805">
                <a:moveTo>
                  <a:pt x="4206240" y="5673852"/>
                </a:moveTo>
                <a:lnTo>
                  <a:pt x="4206240" y="4572"/>
                </a:lnTo>
                <a:lnTo>
                  <a:pt x="4210812" y="10668"/>
                </a:lnTo>
                <a:lnTo>
                  <a:pt x="4216908" y="10668"/>
                </a:lnTo>
                <a:lnTo>
                  <a:pt x="4216908" y="5669280"/>
                </a:lnTo>
                <a:lnTo>
                  <a:pt x="4210812" y="5669280"/>
                </a:lnTo>
                <a:lnTo>
                  <a:pt x="4206240" y="5673852"/>
                </a:lnTo>
                <a:close/>
              </a:path>
              <a:path w="4217035" h="5678805">
                <a:moveTo>
                  <a:pt x="4216908" y="10668"/>
                </a:moveTo>
                <a:lnTo>
                  <a:pt x="4210812" y="10668"/>
                </a:lnTo>
                <a:lnTo>
                  <a:pt x="4206240" y="4572"/>
                </a:lnTo>
                <a:lnTo>
                  <a:pt x="4216908" y="4572"/>
                </a:lnTo>
                <a:lnTo>
                  <a:pt x="4216908" y="10668"/>
                </a:lnTo>
                <a:close/>
              </a:path>
              <a:path w="4217035" h="5678805">
                <a:moveTo>
                  <a:pt x="9144" y="5673852"/>
                </a:moveTo>
                <a:lnTo>
                  <a:pt x="4572" y="5669280"/>
                </a:lnTo>
                <a:lnTo>
                  <a:pt x="9144" y="5669280"/>
                </a:lnTo>
                <a:lnTo>
                  <a:pt x="9144" y="5673852"/>
                </a:lnTo>
                <a:close/>
              </a:path>
              <a:path w="4217035" h="5678805">
                <a:moveTo>
                  <a:pt x="4206240" y="5673852"/>
                </a:moveTo>
                <a:lnTo>
                  <a:pt x="9144" y="5673852"/>
                </a:lnTo>
                <a:lnTo>
                  <a:pt x="9144" y="5669280"/>
                </a:lnTo>
                <a:lnTo>
                  <a:pt x="4206240" y="5669280"/>
                </a:lnTo>
                <a:lnTo>
                  <a:pt x="4206240" y="5673852"/>
                </a:lnTo>
                <a:close/>
              </a:path>
              <a:path w="4217035" h="5678805">
                <a:moveTo>
                  <a:pt x="4216908" y="5673852"/>
                </a:moveTo>
                <a:lnTo>
                  <a:pt x="4206240" y="5673852"/>
                </a:lnTo>
                <a:lnTo>
                  <a:pt x="4210812" y="5669280"/>
                </a:lnTo>
                <a:lnTo>
                  <a:pt x="4216908" y="5669280"/>
                </a:lnTo>
                <a:lnTo>
                  <a:pt x="4216908" y="56738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915346" y="439952"/>
            <a:ext cx="7977505" cy="61341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pc="-10" dirty="0"/>
              <a:t>17-</a:t>
            </a:r>
            <a:r>
              <a:rPr dirty="0"/>
              <a:t>6</a:t>
            </a:r>
            <a:r>
              <a:rPr spc="-55" dirty="0"/>
              <a:t> </a:t>
            </a:r>
            <a:r>
              <a:rPr dirty="0"/>
              <a:t>Sources</a:t>
            </a:r>
            <a:r>
              <a:rPr spc="-5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Musical</a:t>
            </a:r>
            <a:r>
              <a:rPr spc="-35" dirty="0"/>
              <a:t> </a:t>
            </a:r>
            <a:r>
              <a:rPr dirty="0"/>
              <a:t>Sound</a:t>
            </a:r>
            <a:r>
              <a:rPr spc="-45" dirty="0"/>
              <a:t> </a:t>
            </a:r>
            <a:r>
              <a:rPr dirty="0"/>
              <a:t>(Sound</a:t>
            </a:r>
            <a:r>
              <a:rPr spc="-40" dirty="0"/>
              <a:t> </a:t>
            </a:r>
            <a:r>
              <a:rPr dirty="0"/>
              <a:t>Waves</a:t>
            </a:r>
            <a:r>
              <a:rPr spc="-50" dirty="0"/>
              <a:t> </a:t>
            </a:r>
            <a:r>
              <a:rPr spc="-10" dirty="0"/>
              <a:t>Resonances) </a:t>
            </a:r>
            <a:r>
              <a:rPr dirty="0">
                <a:solidFill>
                  <a:srgbClr val="E10000"/>
                </a:solidFill>
              </a:rPr>
              <a:t>Resonant</a:t>
            </a:r>
            <a:r>
              <a:rPr spc="-30" dirty="0">
                <a:solidFill>
                  <a:srgbClr val="E10000"/>
                </a:solidFill>
              </a:rPr>
              <a:t> </a:t>
            </a:r>
            <a:r>
              <a:rPr dirty="0">
                <a:solidFill>
                  <a:srgbClr val="E10000"/>
                </a:solidFill>
              </a:rPr>
              <a:t>frequencies</a:t>
            </a:r>
            <a:r>
              <a:rPr spc="-30" dirty="0">
                <a:solidFill>
                  <a:srgbClr val="E10000"/>
                </a:solidFill>
              </a:rPr>
              <a:t> </a:t>
            </a:r>
            <a:r>
              <a:rPr dirty="0">
                <a:solidFill>
                  <a:srgbClr val="E10000"/>
                </a:solidFill>
              </a:rPr>
              <a:t>of</a:t>
            </a:r>
            <a:r>
              <a:rPr spc="-50" dirty="0">
                <a:solidFill>
                  <a:srgbClr val="E10000"/>
                </a:solidFill>
              </a:rPr>
              <a:t> </a:t>
            </a:r>
            <a:r>
              <a:rPr dirty="0">
                <a:solidFill>
                  <a:srgbClr val="E10000"/>
                </a:solidFill>
              </a:rPr>
              <a:t>pipes</a:t>
            </a:r>
            <a:r>
              <a:rPr spc="-50" dirty="0">
                <a:solidFill>
                  <a:srgbClr val="E10000"/>
                </a:solidFill>
              </a:rPr>
              <a:t> </a:t>
            </a:r>
            <a:r>
              <a:rPr dirty="0">
                <a:solidFill>
                  <a:srgbClr val="E10000"/>
                </a:solidFill>
              </a:rPr>
              <a:t>with</a:t>
            </a:r>
            <a:r>
              <a:rPr spc="-60" dirty="0">
                <a:solidFill>
                  <a:srgbClr val="E10000"/>
                </a:solidFill>
              </a:rPr>
              <a:t> </a:t>
            </a:r>
            <a:r>
              <a:rPr dirty="0">
                <a:solidFill>
                  <a:srgbClr val="E10000"/>
                </a:solidFill>
              </a:rPr>
              <a:t>two</a:t>
            </a:r>
            <a:r>
              <a:rPr spc="-65" dirty="0">
                <a:solidFill>
                  <a:srgbClr val="E10000"/>
                </a:solidFill>
              </a:rPr>
              <a:t> </a:t>
            </a:r>
            <a:r>
              <a:rPr dirty="0">
                <a:solidFill>
                  <a:srgbClr val="E10000"/>
                </a:solidFill>
              </a:rPr>
              <a:t>open</a:t>
            </a:r>
            <a:r>
              <a:rPr spc="-40" dirty="0">
                <a:solidFill>
                  <a:srgbClr val="E10000"/>
                </a:solidFill>
              </a:rPr>
              <a:t> </a:t>
            </a:r>
            <a:r>
              <a:rPr spc="-20" dirty="0">
                <a:solidFill>
                  <a:srgbClr val="E10000"/>
                </a:solidFill>
              </a:rPr>
              <a:t>ends</a:t>
            </a:r>
          </a:p>
        </p:txBody>
      </p:sp>
      <p:sp>
        <p:nvSpPr>
          <p:cNvPr id="32" name="object 32"/>
          <p:cNvSpPr/>
          <p:nvPr/>
        </p:nvSpPr>
        <p:spPr>
          <a:xfrm>
            <a:off x="792479" y="370331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2852" y="6819900"/>
                </a:moveTo>
                <a:lnTo>
                  <a:pt x="3048" y="6819900"/>
                </a:lnTo>
                <a:lnTo>
                  <a:pt x="0" y="6816851"/>
                </a:lnTo>
                <a:lnTo>
                  <a:pt x="0" y="3048"/>
                </a:lnTo>
                <a:lnTo>
                  <a:pt x="3048" y="0"/>
                </a:lnTo>
                <a:lnTo>
                  <a:pt x="9102852" y="0"/>
                </a:lnTo>
                <a:lnTo>
                  <a:pt x="9105900" y="3048"/>
                </a:lnTo>
                <a:lnTo>
                  <a:pt x="9105900" y="6096"/>
                </a:ln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lnTo>
                  <a:pt x="12192" y="6807708"/>
                </a:lnTo>
                <a:lnTo>
                  <a:pt x="6096" y="6807708"/>
                </a:lnTo>
                <a:lnTo>
                  <a:pt x="12192" y="6813803"/>
                </a:lnTo>
                <a:lnTo>
                  <a:pt x="9105900" y="6813803"/>
                </a:lnTo>
                <a:lnTo>
                  <a:pt x="9105900" y="6816851"/>
                </a:lnTo>
                <a:lnTo>
                  <a:pt x="9102852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close/>
              </a:path>
              <a:path w="9105900" h="6819900">
                <a:moveTo>
                  <a:pt x="9093707" y="12192"/>
                </a:moveTo>
                <a:lnTo>
                  <a:pt x="12192" y="12192"/>
                </a:lnTo>
                <a:lnTo>
                  <a:pt x="12192" y="6096"/>
                </a:lnTo>
                <a:lnTo>
                  <a:pt x="9093707" y="6096"/>
                </a:lnTo>
                <a:lnTo>
                  <a:pt x="9093707" y="12192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9093707" y="6096"/>
                </a:lnTo>
                <a:lnTo>
                  <a:pt x="9099804" y="12192"/>
                </a:lnTo>
                <a:lnTo>
                  <a:pt x="9105900" y="12192"/>
                </a:lnTo>
                <a:lnTo>
                  <a:pt x="9105900" y="6807708"/>
                </a:lnTo>
                <a:lnTo>
                  <a:pt x="9099804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12192"/>
                </a:moveTo>
                <a:lnTo>
                  <a:pt x="9099804" y="12192"/>
                </a:lnTo>
                <a:lnTo>
                  <a:pt x="9093707" y="6096"/>
                </a:lnTo>
                <a:lnTo>
                  <a:pt x="9105900" y="6096"/>
                </a:lnTo>
                <a:lnTo>
                  <a:pt x="9105900" y="12192"/>
                </a:lnTo>
                <a:close/>
              </a:path>
              <a:path w="9105900" h="6819900">
                <a:moveTo>
                  <a:pt x="12192" y="6813803"/>
                </a:moveTo>
                <a:lnTo>
                  <a:pt x="6096" y="6807708"/>
                </a:lnTo>
                <a:lnTo>
                  <a:pt x="12192" y="6807708"/>
                </a:lnTo>
                <a:lnTo>
                  <a:pt x="12192" y="6813803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12192" y="6813803"/>
                </a:lnTo>
                <a:lnTo>
                  <a:pt x="12192" y="6807708"/>
                </a:lnTo>
                <a:lnTo>
                  <a:pt x="9093707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6813803"/>
                </a:moveTo>
                <a:lnTo>
                  <a:pt x="9093707" y="6813803"/>
                </a:lnTo>
                <a:lnTo>
                  <a:pt x="9099804" y="6807708"/>
                </a:lnTo>
                <a:lnTo>
                  <a:pt x="9105900" y="6807708"/>
                </a:lnTo>
                <a:lnTo>
                  <a:pt x="9105900" y="6813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061972" y="1801367"/>
            <a:ext cx="2011680" cy="2914015"/>
            <a:chOff x="2061972" y="1801367"/>
            <a:chExt cx="2011680" cy="2914015"/>
          </a:xfrm>
        </p:grpSpPr>
        <p:sp>
          <p:nvSpPr>
            <p:cNvPr id="4" name="object 4"/>
            <p:cNvSpPr/>
            <p:nvPr/>
          </p:nvSpPr>
          <p:spPr>
            <a:xfrm>
              <a:off x="2061972" y="1801367"/>
              <a:ext cx="2011680" cy="1428115"/>
            </a:xfrm>
            <a:custGeom>
              <a:avLst/>
              <a:gdLst/>
              <a:ahLst/>
              <a:cxnLst/>
              <a:rect l="l" t="t" r="r" b="b"/>
              <a:pathLst>
                <a:path w="2011679" h="1428114">
                  <a:moveTo>
                    <a:pt x="1235951" y="1347216"/>
                  </a:moveTo>
                  <a:lnTo>
                    <a:pt x="523862" y="1347216"/>
                  </a:lnTo>
                  <a:lnTo>
                    <a:pt x="563867" y="1324356"/>
                  </a:lnTo>
                  <a:lnTo>
                    <a:pt x="571487" y="1319784"/>
                  </a:lnTo>
                  <a:lnTo>
                    <a:pt x="573011" y="1310640"/>
                  </a:lnTo>
                  <a:lnTo>
                    <a:pt x="569963" y="1304544"/>
                  </a:lnTo>
                  <a:lnTo>
                    <a:pt x="565391" y="1296924"/>
                  </a:lnTo>
                  <a:lnTo>
                    <a:pt x="556247" y="1295400"/>
                  </a:lnTo>
                  <a:lnTo>
                    <a:pt x="550151" y="1298448"/>
                  </a:lnTo>
                  <a:lnTo>
                    <a:pt x="443471" y="1360932"/>
                  </a:lnTo>
                  <a:lnTo>
                    <a:pt x="550151" y="1423416"/>
                  </a:lnTo>
                  <a:lnTo>
                    <a:pt x="556247" y="1427988"/>
                  </a:lnTo>
                  <a:lnTo>
                    <a:pt x="565391" y="1424940"/>
                  </a:lnTo>
                  <a:lnTo>
                    <a:pt x="569963" y="1418844"/>
                  </a:lnTo>
                  <a:lnTo>
                    <a:pt x="573011" y="1411224"/>
                  </a:lnTo>
                  <a:lnTo>
                    <a:pt x="571487" y="1403604"/>
                  </a:lnTo>
                  <a:lnTo>
                    <a:pt x="563867" y="1399032"/>
                  </a:lnTo>
                  <a:lnTo>
                    <a:pt x="525081" y="1376172"/>
                  </a:lnTo>
                  <a:lnTo>
                    <a:pt x="1235951" y="1376172"/>
                  </a:lnTo>
                  <a:lnTo>
                    <a:pt x="1235951" y="1347216"/>
                  </a:lnTo>
                  <a:close/>
                </a:path>
                <a:path w="2011679" h="1428114">
                  <a:moveTo>
                    <a:pt x="2011680" y="409968"/>
                  </a:moveTo>
                  <a:lnTo>
                    <a:pt x="0" y="409968"/>
                  </a:lnTo>
                  <a:lnTo>
                    <a:pt x="0" y="438912"/>
                  </a:lnTo>
                  <a:lnTo>
                    <a:pt x="2011680" y="438912"/>
                  </a:lnTo>
                  <a:lnTo>
                    <a:pt x="2011680" y="409968"/>
                  </a:lnTo>
                  <a:close/>
                </a:path>
                <a:path w="2011679" h="1428114">
                  <a:moveTo>
                    <a:pt x="2011680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2011680" y="27432"/>
                  </a:lnTo>
                  <a:lnTo>
                    <a:pt x="20116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19171" y="3483863"/>
              <a:ext cx="792480" cy="132715"/>
            </a:xfrm>
            <a:custGeom>
              <a:avLst/>
              <a:gdLst/>
              <a:ahLst/>
              <a:cxnLst/>
              <a:rect l="l" t="t" r="r" b="b"/>
              <a:pathLst>
                <a:path w="792479" h="132714">
                  <a:moveTo>
                    <a:pt x="735445" y="66294"/>
                  </a:moveTo>
                  <a:lnTo>
                    <a:pt x="672084" y="28956"/>
                  </a:lnTo>
                  <a:lnTo>
                    <a:pt x="664464" y="24384"/>
                  </a:lnTo>
                  <a:lnTo>
                    <a:pt x="662940" y="15240"/>
                  </a:lnTo>
                  <a:lnTo>
                    <a:pt x="665988" y="9144"/>
                  </a:lnTo>
                  <a:lnTo>
                    <a:pt x="670560" y="1524"/>
                  </a:lnTo>
                  <a:lnTo>
                    <a:pt x="679704" y="0"/>
                  </a:lnTo>
                  <a:lnTo>
                    <a:pt x="685800" y="4572"/>
                  </a:lnTo>
                  <a:lnTo>
                    <a:pt x="768477" y="51816"/>
                  </a:lnTo>
                  <a:lnTo>
                    <a:pt x="765048" y="51816"/>
                  </a:lnTo>
                  <a:lnTo>
                    <a:pt x="765048" y="53340"/>
                  </a:lnTo>
                  <a:lnTo>
                    <a:pt x="757428" y="53340"/>
                  </a:lnTo>
                  <a:lnTo>
                    <a:pt x="735445" y="66294"/>
                  </a:lnTo>
                  <a:close/>
                </a:path>
                <a:path w="792479" h="132714">
                  <a:moveTo>
                    <a:pt x="710876" y="80772"/>
                  </a:moveTo>
                  <a:lnTo>
                    <a:pt x="0" y="80772"/>
                  </a:lnTo>
                  <a:lnTo>
                    <a:pt x="0" y="51816"/>
                  </a:lnTo>
                  <a:lnTo>
                    <a:pt x="710876" y="51816"/>
                  </a:lnTo>
                  <a:lnTo>
                    <a:pt x="735445" y="66294"/>
                  </a:lnTo>
                  <a:lnTo>
                    <a:pt x="710876" y="80772"/>
                  </a:lnTo>
                  <a:close/>
                </a:path>
                <a:path w="792479" h="132714">
                  <a:moveTo>
                    <a:pt x="766460" y="80772"/>
                  </a:moveTo>
                  <a:lnTo>
                    <a:pt x="765048" y="80772"/>
                  </a:lnTo>
                  <a:lnTo>
                    <a:pt x="765048" y="51816"/>
                  </a:lnTo>
                  <a:lnTo>
                    <a:pt x="768477" y="51816"/>
                  </a:lnTo>
                  <a:lnTo>
                    <a:pt x="792480" y="65532"/>
                  </a:lnTo>
                  <a:lnTo>
                    <a:pt x="766460" y="80772"/>
                  </a:lnTo>
                  <a:close/>
                </a:path>
                <a:path w="792479" h="132714">
                  <a:moveTo>
                    <a:pt x="757428" y="79248"/>
                  </a:moveTo>
                  <a:lnTo>
                    <a:pt x="735445" y="66294"/>
                  </a:lnTo>
                  <a:lnTo>
                    <a:pt x="757428" y="53340"/>
                  </a:lnTo>
                  <a:lnTo>
                    <a:pt x="757428" y="79248"/>
                  </a:lnTo>
                  <a:close/>
                </a:path>
                <a:path w="792479" h="132714">
                  <a:moveTo>
                    <a:pt x="765048" y="79248"/>
                  </a:moveTo>
                  <a:lnTo>
                    <a:pt x="757428" y="79248"/>
                  </a:lnTo>
                  <a:lnTo>
                    <a:pt x="757428" y="53340"/>
                  </a:lnTo>
                  <a:lnTo>
                    <a:pt x="765048" y="53340"/>
                  </a:lnTo>
                  <a:lnTo>
                    <a:pt x="765048" y="79248"/>
                  </a:lnTo>
                  <a:close/>
                </a:path>
                <a:path w="792479" h="132714">
                  <a:moveTo>
                    <a:pt x="679704" y="132588"/>
                  </a:moveTo>
                  <a:lnTo>
                    <a:pt x="670560" y="129540"/>
                  </a:lnTo>
                  <a:lnTo>
                    <a:pt x="665988" y="123444"/>
                  </a:lnTo>
                  <a:lnTo>
                    <a:pt x="662940" y="115824"/>
                  </a:lnTo>
                  <a:lnTo>
                    <a:pt x="664464" y="108204"/>
                  </a:lnTo>
                  <a:lnTo>
                    <a:pt x="672084" y="103632"/>
                  </a:lnTo>
                  <a:lnTo>
                    <a:pt x="735445" y="66294"/>
                  </a:lnTo>
                  <a:lnTo>
                    <a:pt x="757428" y="79248"/>
                  </a:lnTo>
                  <a:lnTo>
                    <a:pt x="765048" y="79248"/>
                  </a:lnTo>
                  <a:lnTo>
                    <a:pt x="765048" y="80772"/>
                  </a:lnTo>
                  <a:lnTo>
                    <a:pt x="766460" y="80772"/>
                  </a:lnTo>
                  <a:lnTo>
                    <a:pt x="685800" y="128016"/>
                  </a:lnTo>
                  <a:lnTo>
                    <a:pt x="679704" y="132588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473452" y="3872483"/>
              <a:ext cx="792480" cy="843280"/>
            </a:xfrm>
            <a:custGeom>
              <a:avLst/>
              <a:gdLst/>
              <a:ahLst/>
              <a:cxnLst/>
              <a:rect l="l" t="t" r="r" b="b"/>
              <a:pathLst>
                <a:path w="792479" h="843279">
                  <a:moveTo>
                    <a:pt x="461759" y="809244"/>
                  </a:moveTo>
                  <a:lnTo>
                    <a:pt x="460235" y="804672"/>
                  </a:lnTo>
                  <a:lnTo>
                    <a:pt x="460235" y="803148"/>
                  </a:lnTo>
                  <a:lnTo>
                    <a:pt x="458711" y="801624"/>
                  </a:lnTo>
                  <a:lnTo>
                    <a:pt x="457187" y="800100"/>
                  </a:lnTo>
                  <a:lnTo>
                    <a:pt x="457187" y="798576"/>
                  </a:lnTo>
                  <a:lnTo>
                    <a:pt x="455663" y="797052"/>
                  </a:lnTo>
                  <a:lnTo>
                    <a:pt x="454139" y="795528"/>
                  </a:lnTo>
                  <a:lnTo>
                    <a:pt x="444995" y="789432"/>
                  </a:lnTo>
                  <a:lnTo>
                    <a:pt x="440423" y="787908"/>
                  </a:lnTo>
                  <a:lnTo>
                    <a:pt x="428231" y="787908"/>
                  </a:lnTo>
                  <a:lnTo>
                    <a:pt x="423659" y="789432"/>
                  </a:lnTo>
                  <a:lnTo>
                    <a:pt x="414515" y="795528"/>
                  </a:lnTo>
                  <a:lnTo>
                    <a:pt x="411467" y="798576"/>
                  </a:lnTo>
                  <a:lnTo>
                    <a:pt x="411467" y="800100"/>
                  </a:lnTo>
                  <a:lnTo>
                    <a:pt x="408419" y="803148"/>
                  </a:lnTo>
                  <a:lnTo>
                    <a:pt x="408419" y="804672"/>
                  </a:lnTo>
                  <a:lnTo>
                    <a:pt x="406895" y="809244"/>
                  </a:lnTo>
                  <a:lnTo>
                    <a:pt x="406895" y="821436"/>
                  </a:lnTo>
                  <a:lnTo>
                    <a:pt x="408419" y="826008"/>
                  </a:lnTo>
                  <a:lnTo>
                    <a:pt x="411467" y="830580"/>
                  </a:lnTo>
                  <a:lnTo>
                    <a:pt x="414515" y="833628"/>
                  </a:lnTo>
                  <a:lnTo>
                    <a:pt x="414515" y="835152"/>
                  </a:lnTo>
                  <a:lnTo>
                    <a:pt x="419087" y="838200"/>
                  </a:lnTo>
                  <a:lnTo>
                    <a:pt x="423659" y="839724"/>
                  </a:lnTo>
                  <a:lnTo>
                    <a:pt x="423659" y="841248"/>
                  </a:lnTo>
                  <a:lnTo>
                    <a:pt x="428231" y="842772"/>
                  </a:lnTo>
                  <a:lnTo>
                    <a:pt x="440423" y="842772"/>
                  </a:lnTo>
                  <a:lnTo>
                    <a:pt x="444995" y="841248"/>
                  </a:lnTo>
                  <a:lnTo>
                    <a:pt x="444995" y="839724"/>
                  </a:lnTo>
                  <a:lnTo>
                    <a:pt x="449567" y="838200"/>
                  </a:lnTo>
                  <a:lnTo>
                    <a:pt x="454139" y="835152"/>
                  </a:lnTo>
                  <a:lnTo>
                    <a:pt x="454139" y="833628"/>
                  </a:lnTo>
                  <a:lnTo>
                    <a:pt x="457187" y="830580"/>
                  </a:lnTo>
                  <a:lnTo>
                    <a:pt x="460235" y="826008"/>
                  </a:lnTo>
                  <a:lnTo>
                    <a:pt x="461251" y="822960"/>
                  </a:lnTo>
                  <a:lnTo>
                    <a:pt x="461759" y="821436"/>
                  </a:lnTo>
                  <a:lnTo>
                    <a:pt x="461759" y="819912"/>
                  </a:lnTo>
                  <a:lnTo>
                    <a:pt x="461759" y="810768"/>
                  </a:lnTo>
                  <a:lnTo>
                    <a:pt x="461759" y="809244"/>
                  </a:lnTo>
                  <a:close/>
                </a:path>
                <a:path w="792479" h="843279">
                  <a:moveTo>
                    <a:pt x="461759" y="629412"/>
                  </a:moveTo>
                  <a:lnTo>
                    <a:pt x="461251" y="627888"/>
                  </a:lnTo>
                  <a:lnTo>
                    <a:pt x="460235" y="624840"/>
                  </a:lnTo>
                  <a:lnTo>
                    <a:pt x="459219" y="623316"/>
                  </a:lnTo>
                  <a:lnTo>
                    <a:pt x="458203" y="621792"/>
                  </a:lnTo>
                  <a:lnTo>
                    <a:pt x="455155" y="617220"/>
                  </a:lnTo>
                  <a:lnTo>
                    <a:pt x="454139" y="615696"/>
                  </a:lnTo>
                  <a:lnTo>
                    <a:pt x="444995" y="609600"/>
                  </a:lnTo>
                  <a:lnTo>
                    <a:pt x="440423" y="608076"/>
                  </a:lnTo>
                  <a:lnTo>
                    <a:pt x="428231" y="608076"/>
                  </a:lnTo>
                  <a:lnTo>
                    <a:pt x="423659" y="609600"/>
                  </a:lnTo>
                  <a:lnTo>
                    <a:pt x="414515" y="615696"/>
                  </a:lnTo>
                  <a:lnTo>
                    <a:pt x="408419" y="624840"/>
                  </a:lnTo>
                  <a:lnTo>
                    <a:pt x="406895" y="629412"/>
                  </a:lnTo>
                  <a:lnTo>
                    <a:pt x="406895" y="641604"/>
                  </a:lnTo>
                  <a:lnTo>
                    <a:pt x="408419" y="646176"/>
                  </a:lnTo>
                  <a:lnTo>
                    <a:pt x="414515" y="655320"/>
                  </a:lnTo>
                  <a:lnTo>
                    <a:pt x="423659" y="661416"/>
                  </a:lnTo>
                  <a:lnTo>
                    <a:pt x="428231" y="662940"/>
                  </a:lnTo>
                  <a:lnTo>
                    <a:pt x="440423" y="662940"/>
                  </a:lnTo>
                  <a:lnTo>
                    <a:pt x="444995" y="661416"/>
                  </a:lnTo>
                  <a:lnTo>
                    <a:pt x="454139" y="655320"/>
                  </a:lnTo>
                  <a:lnTo>
                    <a:pt x="455663" y="653796"/>
                  </a:lnTo>
                  <a:lnTo>
                    <a:pt x="457187" y="652272"/>
                  </a:lnTo>
                  <a:lnTo>
                    <a:pt x="457187" y="650748"/>
                  </a:lnTo>
                  <a:lnTo>
                    <a:pt x="458203" y="649224"/>
                  </a:lnTo>
                  <a:lnTo>
                    <a:pt x="460235" y="646176"/>
                  </a:lnTo>
                  <a:lnTo>
                    <a:pt x="461251" y="643128"/>
                  </a:lnTo>
                  <a:lnTo>
                    <a:pt x="461759" y="641604"/>
                  </a:lnTo>
                  <a:lnTo>
                    <a:pt x="461759" y="640080"/>
                  </a:lnTo>
                  <a:lnTo>
                    <a:pt x="461759" y="630936"/>
                  </a:lnTo>
                  <a:lnTo>
                    <a:pt x="461759" y="629412"/>
                  </a:lnTo>
                  <a:close/>
                </a:path>
                <a:path w="792479" h="843279">
                  <a:moveTo>
                    <a:pt x="461759" y="449580"/>
                  </a:moveTo>
                  <a:lnTo>
                    <a:pt x="460997" y="448056"/>
                  </a:lnTo>
                  <a:lnTo>
                    <a:pt x="460235" y="446532"/>
                  </a:lnTo>
                  <a:lnTo>
                    <a:pt x="460235" y="445008"/>
                  </a:lnTo>
                  <a:lnTo>
                    <a:pt x="457187" y="440436"/>
                  </a:lnTo>
                  <a:lnTo>
                    <a:pt x="454139" y="437388"/>
                  </a:lnTo>
                  <a:lnTo>
                    <a:pt x="454139" y="435864"/>
                  </a:lnTo>
                  <a:lnTo>
                    <a:pt x="449567" y="432816"/>
                  </a:lnTo>
                  <a:lnTo>
                    <a:pt x="444995" y="431292"/>
                  </a:lnTo>
                  <a:lnTo>
                    <a:pt x="444995" y="429768"/>
                  </a:lnTo>
                  <a:lnTo>
                    <a:pt x="440423" y="429768"/>
                  </a:lnTo>
                  <a:lnTo>
                    <a:pt x="440423" y="428244"/>
                  </a:lnTo>
                  <a:lnTo>
                    <a:pt x="428231" y="428244"/>
                  </a:lnTo>
                  <a:lnTo>
                    <a:pt x="428231" y="429768"/>
                  </a:lnTo>
                  <a:lnTo>
                    <a:pt x="423659" y="429768"/>
                  </a:lnTo>
                  <a:lnTo>
                    <a:pt x="423659" y="431292"/>
                  </a:lnTo>
                  <a:lnTo>
                    <a:pt x="419087" y="432816"/>
                  </a:lnTo>
                  <a:lnTo>
                    <a:pt x="414515" y="435864"/>
                  </a:lnTo>
                  <a:lnTo>
                    <a:pt x="414515" y="437388"/>
                  </a:lnTo>
                  <a:lnTo>
                    <a:pt x="411467" y="440436"/>
                  </a:lnTo>
                  <a:lnTo>
                    <a:pt x="408419" y="445008"/>
                  </a:lnTo>
                  <a:lnTo>
                    <a:pt x="408419" y="446532"/>
                  </a:lnTo>
                  <a:lnTo>
                    <a:pt x="406895" y="449580"/>
                  </a:lnTo>
                  <a:lnTo>
                    <a:pt x="406895" y="461772"/>
                  </a:lnTo>
                  <a:lnTo>
                    <a:pt x="408419" y="466344"/>
                  </a:lnTo>
                  <a:lnTo>
                    <a:pt x="408419" y="467868"/>
                  </a:lnTo>
                  <a:lnTo>
                    <a:pt x="411467" y="470916"/>
                  </a:lnTo>
                  <a:lnTo>
                    <a:pt x="411467" y="472440"/>
                  </a:lnTo>
                  <a:lnTo>
                    <a:pt x="414515" y="475488"/>
                  </a:lnTo>
                  <a:lnTo>
                    <a:pt x="419087" y="478536"/>
                  </a:lnTo>
                  <a:lnTo>
                    <a:pt x="419087" y="480060"/>
                  </a:lnTo>
                  <a:lnTo>
                    <a:pt x="428231" y="483108"/>
                  </a:lnTo>
                  <a:lnTo>
                    <a:pt x="429755" y="483108"/>
                  </a:lnTo>
                  <a:lnTo>
                    <a:pt x="434327" y="484632"/>
                  </a:lnTo>
                  <a:lnTo>
                    <a:pt x="438899" y="483108"/>
                  </a:lnTo>
                  <a:lnTo>
                    <a:pt x="440423" y="483108"/>
                  </a:lnTo>
                  <a:lnTo>
                    <a:pt x="449567" y="480060"/>
                  </a:lnTo>
                  <a:lnTo>
                    <a:pt x="449567" y="478536"/>
                  </a:lnTo>
                  <a:lnTo>
                    <a:pt x="454139" y="475488"/>
                  </a:lnTo>
                  <a:lnTo>
                    <a:pt x="455663" y="473964"/>
                  </a:lnTo>
                  <a:lnTo>
                    <a:pt x="457187" y="472440"/>
                  </a:lnTo>
                  <a:lnTo>
                    <a:pt x="457187" y="470916"/>
                  </a:lnTo>
                  <a:lnTo>
                    <a:pt x="460235" y="467868"/>
                  </a:lnTo>
                  <a:lnTo>
                    <a:pt x="460235" y="466344"/>
                  </a:lnTo>
                  <a:lnTo>
                    <a:pt x="461759" y="461772"/>
                  </a:lnTo>
                  <a:lnTo>
                    <a:pt x="461759" y="449580"/>
                  </a:lnTo>
                  <a:close/>
                </a:path>
                <a:path w="792479" h="843279">
                  <a:moveTo>
                    <a:pt x="792480" y="51816"/>
                  </a:moveTo>
                  <a:lnTo>
                    <a:pt x="82423" y="51816"/>
                  </a:lnTo>
                  <a:lnTo>
                    <a:pt x="121920" y="28956"/>
                  </a:lnTo>
                  <a:lnTo>
                    <a:pt x="128016" y="24384"/>
                  </a:lnTo>
                  <a:lnTo>
                    <a:pt x="131064" y="16764"/>
                  </a:lnTo>
                  <a:lnTo>
                    <a:pt x="126492" y="9144"/>
                  </a:lnTo>
                  <a:lnTo>
                    <a:pt x="121920" y="3048"/>
                  </a:lnTo>
                  <a:lnTo>
                    <a:pt x="114300" y="0"/>
                  </a:lnTo>
                  <a:lnTo>
                    <a:pt x="106680" y="4572"/>
                  </a:lnTo>
                  <a:lnTo>
                    <a:pt x="0" y="67056"/>
                  </a:lnTo>
                  <a:lnTo>
                    <a:pt x="106680" y="129540"/>
                  </a:lnTo>
                  <a:lnTo>
                    <a:pt x="114300" y="132588"/>
                  </a:lnTo>
                  <a:lnTo>
                    <a:pt x="121920" y="131064"/>
                  </a:lnTo>
                  <a:lnTo>
                    <a:pt x="126492" y="123444"/>
                  </a:lnTo>
                  <a:lnTo>
                    <a:pt x="131064" y="117348"/>
                  </a:lnTo>
                  <a:lnTo>
                    <a:pt x="128016" y="108204"/>
                  </a:lnTo>
                  <a:lnTo>
                    <a:pt x="121920" y="103632"/>
                  </a:lnTo>
                  <a:lnTo>
                    <a:pt x="81191" y="80772"/>
                  </a:lnTo>
                  <a:lnTo>
                    <a:pt x="792480" y="80772"/>
                  </a:lnTo>
                  <a:lnTo>
                    <a:pt x="792480" y="518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393986" y="2914933"/>
            <a:ext cx="147764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Microsoft Sans Serif"/>
                <a:cs typeface="Microsoft Sans Serif"/>
              </a:rPr>
              <a:t>After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3</a:t>
            </a:r>
            <a:r>
              <a:rPr sz="1350" baseline="24691" dirty="0">
                <a:latin typeface="Microsoft Sans Serif"/>
                <a:cs typeface="Microsoft Sans Serif"/>
              </a:rPr>
              <a:t>rd</a:t>
            </a:r>
            <a:r>
              <a:rPr sz="1350" spc="232" baseline="24691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reflection </a:t>
            </a:r>
            <a:r>
              <a:rPr sz="1400" dirty="0">
                <a:latin typeface="Microsoft Sans Serif"/>
                <a:cs typeface="Microsoft Sans Serif"/>
              </a:rPr>
              <a:t>from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the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right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-25" dirty="0">
                <a:latin typeface="Microsoft Sans Serif"/>
                <a:cs typeface="Microsoft Sans Serif"/>
              </a:rPr>
              <a:t>end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32033" y="3676923"/>
            <a:ext cx="147193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Microsoft Sans Serif"/>
                <a:cs typeface="Microsoft Sans Serif"/>
              </a:rPr>
              <a:t>After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4</a:t>
            </a:r>
            <a:r>
              <a:rPr sz="1350" baseline="24691" dirty="0">
                <a:latin typeface="Microsoft Sans Serif"/>
                <a:cs typeface="Microsoft Sans Serif"/>
              </a:rPr>
              <a:t>th</a:t>
            </a:r>
            <a:r>
              <a:rPr sz="1350" spc="247" baseline="24691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reflection </a:t>
            </a:r>
            <a:r>
              <a:rPr sz="1400" dirty="0">
                <a:latin typeface="Microsoft Sans Serif"/>
                <a:cs typeface="Microsoft Sans Serif"/>
              </a:rPr>
              <a:t>from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the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right </a:t>
            </a:r>
            <a:r>
              <a:rPr sz="1400" spc="-25" dirty="0">
                <a:latin typeface="Microsoft Sans Serif"/>
                <a:cs typeface="Microsoft Sans Serif"/>
              </a:rPr>
              <a:t>end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19555" y="1104900"/>
            <a:ext cx="4217035" cy="5954395"/>
            <a:chOff x="1019555" y="1104900"/>
            <a:chExt cx="4217035" cy="5954395"/>
          </a:xfrm>
        </p:grpSpPr>
        <p:sp>
          <p:nvSpPr>
            <p:cNvPr id="10" name="object 10"/>
            <p:cNvSpPr/>
            <p:nvPr/>
          </p:nvSpPr>
          <p:spPr>
            <a:xfrm>
              <a:off x="2880347" y="2471927"/>
              <a:ext cx="55244" cy="414655"/>
            </a:xfrm>
            <a:custGeom>
              <a:avLst/>
              <a:gdLst/>
              <a:ahLst/>
              <a:cxnLst/>
              <a:rect l="l" t="t" r="r" b="b"/>
              <a:pathLst>
                <a:path w="55244" h="414655">
                  <a:moveTo>
                    <a:pt x="54864" y="381000"/>
                  </a:moveTo>
                  <a:lnTo>
                    <a:pt x="53340" y="376428"/>
                  </a:lnTo>
                  <a:lnTo>
                    <a:pt x="53340" y="374904"/>
                  </a:lnTo>
                  <a:lnTo>
                    <a:pt x="51816" y="373380"/>
                  </a:lnTo>
                  <a:lnTo>
                    <a:pt x="50292" y="371856"/>
                  </a:lnTo>
                  <a:lnTo>
                    <a:pt x="50292" y="370332"/>
                  </a:lnTo>
                  <a:lnTo>
                    <a:pt x="48768" y="368808"/>
                  </a:lnTo>
                  <a:lnTo>
                    <a:pt x="47244" y="367284"/>
                  </a:lnTo>
                  <a:lnTo>
                    <a:pt x="38100" y="361188"/>
                  </a:lnTo>
                  <a:lnTo>
                    <a:pt x="33528" y="359664"/>
                  </a:lnTo>
                  <a:lnTo>
                    <a:pt x="21336" y="359664"/>
                  </a:lnTo>
                  <a:lnTo>
                    <a:pt x="16764" y="361188"/>
                  </a:lnTo>
                  <a:lnTo>
                    <a:pt x="7620" y="367284"/>
                  </a:lnTo>
                  <a:lnTo>
                    <a:pt x="4572" y="370332"/>
                  </a:lnTo>
                  <a:lnTo>
                    <a:pt x="4572" y="371856"/>
                  </a:lnTo>
                  <a:lnTo>
                    <a:pt x="1524" y="374904"/>
                  </a:lnTo>
                  <a:lnTo>
                    <a:pt x="1524" y="376428"/>
                  </a:lnTo>
                  <a:lnTo>
                    <a:pt x="0" y="381000"/>
                  </a:lnTo>
                  <a:lnTo>
                    <a:pt x="0" y="393192"/>
                  </a:lnTo>
                  <a:lnTo>
                    <a:pt x="1524" y="397764"/>
                  </a:lnTo>
                  <a:lnTo>
                    <a:pt x="4572" y="402336"/>
                  </a:lnTo>
                  <a:lnTo>
                    <a:pt x="7620" y="405384"/>
                  </a:lnTo>
                  <a:lnTo>
                    <a:pt x="7620" y="406908"/>
                  </a:lnTo>
                  <a:lnTo>
                    <a:pt x="12192" y="409956"/>
                  </a:lnTo>
                  <a:lnTo>
                    <a:pt x="16764" y="411480"/>
                  </a:lnTo>
                  <a:lnTo>
                    <a:pt x="16764" y="413004"/>
                  </a:lnTo>
                  <a:lnTo>
                    <a:pt x="21336" y="414528"/>
                  </a:lnTo>
                  <a:lnTo>
                    <a:pt x="33528" y="414528"/>
                  </a:lnTo>
                  <a:lnTo>
                    <a:pt x="38100" y="413004"/>
                  </a:lnTo>
                  <a:lnTo>
                    <a:pt x="38100" y="411480"/>
                  </a:lnTo>
                  <a:lnTo>
                    <a:pt x="42672" y="409956"/>
                  </a:lnTo>
                  <a:lnTo>
                    <a:pt x="47244" y="406908"/>
                  </a:lnTo>
                  <a:lnTo>
                    <a:pt x="47244" y="405384"/>
                  </a:lnTo>
                  <a:lnTo>
                    <a:pt x="50292" y="402336"/>
                  </a:lnTo>
                  <a:lnTo>
                    <a:pt x="53340" y="397764"/>
                  </a:lnTo>
                  <a:lnTo>
                    <a:pt x="54356" y="394716"/>
                  </a:lnTo>
                  <a:lnTo>
                    <a:pt x="54864" y="393192"/>
                  </a:lnTo>
                  <a:lnTo>
                    <a:pt x="54864" y="391668"/>
                  </a:lnTo>
                  <a:lnTo>
                    <a:pt x="54864" y="382524"/>
                  </a:lnTo>
                  <a:lnTo>
                    <a:pt x="54864" y="381000"/>
                  </a:lnTo>
                  <a:close/>
                </a:path>
                <a:path w="55244" h="414655">
                  <a:moveTo>
                    <a:pt x="54864" y="201168"/>
                  </a:moveTo>
                  <a:lnTo>
                    <a:pt x="54356" y="199644"/>
                  </a:lnTo>
                  <a:lnTo>
                    <a:pt x="53340" y="196596"/>
                  </a:lnTo>
                  <a:lnTo>
                    <a:pt x="52324" y="195072"/>
                  </a:lnTo>
                  <a:lnTo>
                    <a:pt x="51308" y="193548"/>
                  </a:lnTo>
                  <a:lnTo>
                    <a:pt x="48260" y="188976"/>
                  </a:lnTo>
                  <a:lnTo>
                    <a:pt x="47244" y="187452"/>
                  </a:lnTo>
                  <a:lnTo>
                    <a:pt x="38100" y="181356"/>
                  </a:lnTo>
                  <a:lnTo>
                    <a:pt x="33528" y="179832"/>
                  </a:lnTo>
                  <a:lnTo>
                    <a:pt x="21336" y="179832"/>
                  </a:lnTo>
                  <a:lnTo>
                    <a:pt x="16764" y="181356"/>
                  </a:lnTo>
                  <a:lnTo>
                    <a:pt x="7620" y="187452"/>
                  </a:lnTo>
                  <a:lnTo>
                    <a:pt x="1524" y="196596"/>
                  </a:lnTo>
                  <a:lnTo>
                    <a:pt x="0" y="201168"/>
                  </a:lnTo>
                  <a:lnTo>
                    <a:pt x="0" y="213360"/>
                  </a:lnTo>
                  <a:lnTo>
                    <a:pt x="1524" y="217932"/>
                  </a:lnTo>
                  <a:lnTo>
                    <a:pt x="7620" y="227076"/>
                  </a:lnTo>
                  <a:lnTo>
                    <a:pt x="16764" y="233172"/>
                  </a:lnTo>
                  <a:lnTo>
                    <a:pt x="21336" y="234696"/>
                  </a:lnTo>
                  <a:lnTo>
                    <a:pt x="33528" y="234696"/>
                  </a:lnTo>
                  <a:lnTo>
                    <a:pt x="38100" y="233172"/>
                  </a:lnTo>
                  <a:lnTo>
                    <a:pt x="47244" y="227076"/>
                  </a:lnTo>
                  <a:lnTo>
                    <a:pt x="48768" y="225552"/>
                  </a:lnTo>
                  <a:lnTo>
                    <a:pt x="50292" y="224028"/>
                  </a:lnTo>
                  <a:lnTo>
                    <a:pt x="50292" y="222504"/>
                  </a:lnTo>
                  <a:lnTo>
                    <a:pt x="51308" y="220980"/>
                  </a:lnTo>
                  <a:lnTo>
                    <a:pt x="53340" y="217932"/>
                  </a:lnTo>
                  <a:lnTo>
                    <a:pt x="54356" y="214884"/>
                  </a:lnTo>
                  <a:lnTo>
                    <a:pt x="54864" y="213360"/>
                  </a:lnTo>
                  <a:lnTo>
                    <a:pt x="54864" y="211836"/>
                  </a:lnTo>
                  <a:lnTo>
                    <a:pt x="54864" y="202692"/>
                  </a:lnTo>
                  <a:lnTo>
                    <a:pt x="54864" y="201168"/>
                  </a:lnTo>
                  <a:close/>
                </a:path>
                <a:path w="55244" h="414655">
                  <a:moveTo>
                    <a:pt x="54864" y="21336"/>
                  </a:moveTo>
                  <a:lnTo>
                    <a:pt x="54102" y="19812"/>
                  </a:lnTo>
                  <a:lnTo>
                    <a:pt x="53340" y="18288"/>
                  </a:lnTo>
                  <a:lnTo>
                    <a:pt x="53340" y="16764"/>
                  </a:lnTo>
                  <a:lnTo>
                    <a:pt x="50292" y="12192"/>
                  </a:lnTo>
                  <a:lnTo>
                    <a:pt x="47244" y="9144"/>
                  </a:lnTo>
                  <a:lnTo>
                    <a:pt x="47244" y="7620"/>
                  </a:lnTo>
                  <a:lnTo>
                    <a:pt x="42672" y="4572"/>
                  </a:lnTo>
                  <a:lnTo>
                    <a:pt x="38100" y="3048"/>
                  </a:lnTo>
                  <a:lnTo>
                    <a:pt x="38100" y="1524"/>
                  </a:lnTo>
                  <a:lnTo>
                    <a:pt x="33528" y="1524"/>
                  </a:lnTo>
                  <a:lnTo>
                    <a:pt x="33528" y="0"/>
                  </a:lnTo>
                  <a:lnTo>
                    <a:pt x="21336" y="0"/>
                  </a:lnTo>
                  <a:lnTo>
                    <a:pt x="21336" y="1524"/>
                  </a:lnTo>
                  <a:lnTo>
                    <a:pt x="16764" y="1524"/>
                  </a:lnTo>
                  <a:lnTo>
                    <a:pt x="16764" y="3048"/>
                  </a:lnTo>
                  <a:lnTo>
                    <a:pt x="12192" y="4572"/>
                  </a:lnTo>
                  <a:lnTo>
                    <a:pt x="7620" y="7620"/>
                  </a:lnTo>
                  <a:lnTo>
                    <a:pt x="7620" y="9144"/>
                  </a:lnTo>
                  <a:lnTo>
                    <a:pt x="4572" y="12192"/>
                  </a:lnTo>
                  <a:lnTo>
                    <a:pt x="1524" y="16764"/>
                  </a:lnTo>
                  <a:lnTo>
                    <a:pt x="1524" y="18288"/>
                  </a:lnTo>
                  <a:lnTo>
                    <a:pt x="0" y="21336"/>
                  </a:lnTo>
                  <a:lnTo>
                    <a:pt x="0" y="33528"/>
                  </a:lnTo>
                  <a:lnTo>
                    <a:pt x="1524" y="38100"/>
                  </a:lnTo>
                  <a:lnTo>
                    <a:pt x="1524" y="39624"/>
                  </a:lnTo>
                  <a:lnTo>
                    <a:pt x="4572" y="42672"/>
                  </a:lnTo>
                  <a:lnTo>
                    <a:pt x="4572" y="44196"/>
                  </a:lnTo>
                  <a:lnTo>
                    <a:pt x="7620" y="47244"/>
                  </a:lnTo>
                  <a:lnTo>
                    <a:pt x="12192" y="50292"/>
                  </a:lnTo>
                  <a:lnTo>
                    <a:pt x="12192" y="51816"/>
                  </a:lnTo>
                  <a:lnTo>
                    <a:pt x="21336" y="54864"/>
                  </a:lnTo>
                  <a:lnTo>
                    <a:pt x="22860" y="54864"/>
                  </a:lnTo>
                  <a:lnTo>
                    <a:pt x="27432" y="56388"/>
                  </a:lnTo>
                  <a:lnTo>
                    <a:pt x="32004" y="54864"/>
                  </a:lnTo>
                  <a:lnTo>
                    <a:pt x="33528" y="54864"/>
                  </a:lnTo>
                  <a:lnTo>
                    <a:pt x="42672" y="51816"/>
                  </a:lnTo>
                  <a:lnTo>
                    <a:pt x="42672" y="50292"/>
                  </a:lnTo>
                  <a:lnTo>
                    <a:pt x="47244" y="47244"/>
                  </a:lnTo>
                  <a:lnTo>
                    <a:pt x="48768" y="45720"/>
                  </a:lnTo>
                  <a:lnTo>
                    <a:pt x="50292" y="44196"/>
                  </a:lnTo>
                  <a:lnTo>
                    <a:pt x="50292" y="42672"/>
                  </a:lnTo>
                  <a:lnTo>
                    <a:pt x="53340" y="39624"/>
                  </a:lnTo>
                  <a:lnTo>
                    <a:pt x="53340" y="38100"/>
                  </a:lnTo>
                  <a:lnTo>
                    <a:pt x="54864" y="33528"/>
                  </a:lnTo>
                  <a:lnTo>
                    <a:pt x="54864" y="213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30396" y="5106923"/>
              <a:ext cx="156972" cy="12039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48255" y="5015484"/>
              <a:ext cx="156972" cy="12039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9556" y="1104899"/>
              <a:ext cx="4217035" cy="5954395"/>
            </a:xfrm>
            <a:custGeom>
              <a:avLst/>
              <a:gdLst/>
              <a:ahLst/>
              <a:cxnLst/>
              <a:rect l="l" t="t" r="r" b="b"/>
              <a:pathLst>
                <a:path w="4217035" h="5954395">
                  <a:moveTo>
                    <a:pt x="2232660" y="3910596"/>
                  </a:moveTo>
                  <a:lnTo>
                    <a:pt x="1179576" y="3910596"/>
                  </a:lnTo>
                  <a:lnTo>
                    <a:pt x="1179576" y="3939540"/>
                  </a:lnTo>
                  <a:lnTo>
                    <a:pt x="2232660" y="3939540"/>
                  </a:lnTo>
                  <a:lnTo>
                    <a:pt x="2232660" y="3910596"/>
                  </a:lnTo>
                  <a:close/>
                </a:path>
                <a:path w="4217035" h="5954395">
                  <a:moveTo>
                    <a:pt x="2962643" y="4002024"/>
                  </a:moveTo>
                  <a:lnTo>
                    <a:pt x="1179576" y="4002024"/>
                  </a:lnTo>
                  <a:lnTo>
                    <a:pt x="1179576" y="4030992"/>
                  </a:lnTo>
                  <a:lnTo>
                    <a:pt x="2962643" y="4030992"/>
                  </a:lnTo>
                  <a:lnTo>
                    <a:pt x="2962643" y="4002024"/>
                  </a:lnTo>
                  <a:close/>
                </a:path>
                <a:path w="4217035" h="5954395">
                  <a:moveTo>
                    <a:pt x="3008376" y="4094988"/>
                  </a:moveTo>
                  <a:lnTo>
                    <a:pt x="2278380" y="4094988"/>
                  </a:lnTo>
                  <a:lnTo>
                    <a:pt x="2278380" y="4122420"/>
                  </a:lnTo>
                  <a:lnTo>
                    <a:pt x="3008376" y="4122420"/>
                  </a:lnTo>
                  <a:lnTo>
                    <a:pt x="3008376" y="4094988"/>
                  </a:lnTo>
                  <a:close/>
                </a:path>
                <a:path w="4217035" h="5954395">
                  <a:moveTo>
                    <a:pt x="3060192" y="710184"/>
                  </a:moveTo>
                  <a:lnTo>
                    <a:pt x="3032760" y="710184"/>
                  </a:lnTo>
                  <a:lnTo>
                    <a:pt x="3032760" y="1121664"/>
                  </a:lnTo>
                  <a:lnTo>
                    <a:pt x="3060192" y="1121664"/>
                  </a:lnTo>
                  <a:lnTo>
                    <a:pt x="3060192" y="710184"/>
                  </a:lnTo>
                  <a:close/>
                </a:path>
                <a:path w="4217035" h="5954395">
                  <a:moveTo>
                    <a:pt x="4216908" y="0"/>
                  </a:moveTo>
                  <a:lnTo>
                    <a:pt x="4206240" y="0"/>
                  </a:lnTo>
                  <a:lnTo>
                    <a:pt x="4206240" y="10668"/>
                  </a:lnTo>
                  <a:lnTo>
                    <a:pt x="4206240" y="5943612"/>
                  </a:lnTo>
                  <a:lnTo>
                    <a:pt x="9144" y="5943612"/>
                  </a:lnTo>
                  <a:lnTo>
                    <a:pt x="9144" y="10668"/>
                  </a:lnTo>
                  <a:lnTo>
                    <a:pt x="4206240" y="10668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5954280"/>
                  </a:lnTo>
                  <a:lnTo>
                    <a:pt x="4216908" y="5954280"/>
                  </a:lnTo>
                  <a:lnTo>
                    <a:pt x="4216908" y="5948172"/>
                  </a:lnTo>
                  <a:lnTo>
                    <a:pt x="4216908" y="5943612"/>
                  </a:lnTo>
                  <a:lnTo>
                    <a:pt x="4216908" y="10668"/>
                  </a:lnTo>
                  <a:lnTo>
                    <a:pt x="4216908" y="4572"/>
                  </a:lnTo>
                  <a:lnTo>
                    <a:pt x="4216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88135" y="5329428"/>
              <a:ext cx="3987165" cy="935990"/>
            </a:xfrm>
            <a:custGeom>
              <a:avLst/>
              <a:gdLst/>
              <a:ahLst/>
              <a:cxnLst/>
              <a:rect l="l" t="t" r="r" b="b"/>
              <a:pathLst>
                <a:path w="3987165" h="935989">
                  <a:moveTo>
                    <a:pt x="3986784" y="935736"/>
                  </a:moveTo>
                  <a:lnTo>
                    <a:pt x="0" y="935736"/>
                  </a:lnTo>
                  <a:lnTo>
                    <a:pt x="0" y="0"/>
                  </a:lnTo>
                  <a:lnTo>
                    <a:pt x="3986784" y="0"/>
                  </a:lnTo>
                  <a:lnTo>
                    <a:pt x="3986784" y="4572"/>
                  </a:lnTo>
                  <a:lnTo>
                    <a:pt x="9144" y="4572"/>
                  </a:lnTo>
                  <a:lnTo>
                    <a:pt x="4572" y="9144"/>
                  </a:lnTo>
                  <a:lnTo>
                    <a:pt x="9144" y="9144"/>
                  </a:lnTo>
                  <a:lnTo>
                    <a:pt x="9144" y="925068"/>
                  </a:lnTo>
                  <a:lnTo>
                    <a:pt x="4572" y="925068"/>
                  </a:lnTo>
                  <a:lnTo>
                    <a:pt x="9144" y="931164"/>
                  </a:lnTo>
                  <a:lnTo>
                    <a:pt x="3986784" y="931164"/>
                  </a:lnTo>
                  <a:lnTo>
                    <a:pt x="3986784" y="935736"/>
                  </a:lnTo>
                  <a:close/>
                </a:path>
                <a:path w="3987165" h="935989">
                  <a:moveTo>
                    <a:pt x="9144" y="9144"/>
                  </a:moveTo>
                  <a:lnTo>
                    <a:pt x="4572" y="9144"/>
                  </a:lnTo>
                  <a:lnTo>
                    <a:pt x="9144" y="4572"/>
                  </a:lnTo>
                  <a:lnTo>
                    <a:pt x="9144" y="9144"/>
                  </a:lnTo>
                  <a:close/>
                </a:path>
                <a:path w="3987165" h="935989">
                  <a:moveTo>
                    <a:pt x="3977640" y="9144"/>
                  </a:moveTo>
                  <a:lnTo>
                    <a:pt x="9144" y="9144"/>
                  </a:lnTo>
                  <a:lnTo>
                    <a:pt x="9144" y="4572"/>
                  </a:lnTo>
                  <a:lnTo>
                    <a:pt x="3977640" y="4572"/>
                  </a:lnTo>
                  <a:lnTo>
                    <a:pt x="3977640" y="9144"/>
                  </a:lnTo>
                  <a:close/>
                </a:path>
                <a:path w="3987165" h="935989">
                  <a:moveTo>
                    <a:pt x="3977640" y="931164"/>
                  </a:moveTo>
                  <a:lnTo>
                    <a:pt x="3977640" y="4572"/>
                  </a:lnTo>
                  <a:lnTo>
                    <a:pt x="3982211" y="9144"/>
                  </a:lnTo>
                  <a:lnTo>
                    <a:pt x="3986784" y="9144"/>
                  </a:lnTo>
                  <a:lnTo>
                    <a:pt x="3986784" y="925068"/>
                  </a:lnTo>
                  <a:lnTo>
                    <a:pt x="3982211" y="925068"/>
                  </a:lnTo>
                  <a:lnTo>
                    <a:pt x="3977640" y="931164"/>
                  </a:lnTo>
                  <a:close/>
                </a:path>
                <a:path w="3987165" h="935989">
                  <a:moveTo>
                    <a:pt x="3986784" y="9144"/>
                  </a:moveTo>
                  <a:lnTo>
                    <a:pt x="3982211" y="9144"/>
                  </a:lnTo>
                  <a:lnTo>
                    <a:pt x="3977640" y="4572"/>
                  </a:lnTo>
                  <a:lnTo>
                    <a:pt x="3986784" y="4572"/>
                  </a:lnTo>
                  <a:lnTo>
                    <a:pt x="3986784" y="9144"/>
                  </a:lnTo>
                  <a:close/>
                </a:path>
                <a:path w="3987165" h="935989">
                  <a:moveTo>
                    <a:pt x="9144" y="931164"/>
                  </a:moveTo>
                  <a:lnTo>
                    <a:pt x="4572" y="925068"/>
                  </a:lnTo>
                  <a:lnTo>
                    <a:pt x="9144" y="925068"/>
                  </a:lnTo>
                  <a:lnTo>
                    <a:pt x="9144" y="931164"/>
                  </a:lnTo>
                  <a:close/>
                </a:path>
                <a:path w="3987165" h="935989">
                  <a:moveTo>
                    <a:pt x="3977640" y="931164"/>
                  </a:moveTo>
                  <a:lnTo>
                    <a:pt x="9144" y="931164"/>
                  </a:lnTo>
                  <a:lnTo>
                    <a:pt x="9144" y="925068"/>
                  </a:lnTo>
                  <a:lnTo>
                    <a:pt x="3977640" y="925068"/>
                  </a:lnTo>
                  <a:lnTo>
                    <a:pt x="3977640" y="931164"/>
                  </a:lnTo>
                  <a:close/>
                </a:path>
                <a:path w="3987165" h="935989">
                  <a:moveTo>
                    <a:pt x="3986784" y="931164"/>
                  </a:moveTo>
                  <a:lnTo>
                    <a:pt x="3977640" y="931164"/>
                  </a:lnTo>
                  <a:lnTo>
                    <a:pt x="3982211" y="925068"/>
                  </a:lnTo>
                  <a:lnTo>
                    <a:pt x="3986784" y="925068"/>
                  </a:lnTo>
                  <a:lnTo>
                    <a:pt x="3986784" y="931164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377701" y="1150108"/>
            <a:ext cx="2976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distance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between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two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77701" y="4065518"/>
            <a:ext cx="28092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Resonance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occurs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when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933944" y="3548090"/>
            <a:ext cx="1526540" cy="3175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  <a:tabLst>
                <a:tab pos="542925" algn="l"/>
              </a:tabLst>
            </a:pPr>
            <a:r>
              <a:rPr sz="1900" spc="-25" dirty="0">
                <a:solidFill>
                  <a:srgbClr val="0000FF"/>
                </a:solidFill>
                <a:latin typeface="Microsoft Sans Serif"/>
                <a:cs typeface="Microsoft Sans Serif"/>
              </a:rPr>
              <a:t>for</a:t>
            </a:r>
            <a:r>
              <a:rPr sz="1900" dirty="0">
                <a:solidFill>
                  <a:srgbClr val="0000FF"/>
                </a:solidFill>
                <a:latin typeface="Microsoft Sans Serif"/>
                <a:cs typeface="Microsoft Sans Serif"/>
              </a:rPr>
              <a:t>	</a:t>
            </a:r>
            <a:r>
              <a:rPr sz="1900" spc="-1075" dirty="0">
                <a:solidFill>
                  <a:srgbClr val="0000FF"/>
                </a:solidFill>
                <a:latin typeface="Microsoft Sans Serif"/>
                <a:cs typeface="Microsoft Sans Serif"/>
              </a:rPr>
              <a:t>n</a:t>
            </a:r>
            <a:r>
              <a:rPr sz="2850" spc="-1612" baseline="8771" dirty="0">
                <a:solidFill>
                  <a:srgbClr val="0000FF"/>
                </a:solidFill>
                <a:latin typeface="Times New Roman"/>
                <a:cs typeface="Times New Roman"/>
              </a:rPr>
              <a:t></a:t>
            </a:r>
            <a:r>
              <a:rPr sz="2850" spc="300" baseline="8771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0000FF"/>
                </a:solidFill>
                <a:latin typeface="Cambria"/>
                <a:cs typeface="Cambria"/>
              </a:rPr>
              <a:t>=</a:t>
            </a:r>
            <a:r>
              <a:rPr sz="1900" spc="-10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1900" spc="-10" dirty="0">
                <a:solidFill>
                  <a:srgbClr val="0000FF"/>
                </a:solidFill>
                <a:latin typeface="Microsoft Sans Serif"/>
                <a:cs typeface="Microsoft Sans Serif"/>
              </a:rPr>
              <a:t>1,2,...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941498" y="4309395"/>
            <a:ext cx="160655" cy="0"/>
          </a:xfrm>
          <a:custGeom>
            <a:avLst/>
            <a:gdLst/>
            <a:ahLst/>
            <a:cxnLst/>
            <a:rect l="l" t="t" r="r" b="b"/>
            <a:pathLst>
              <a:path w="160654">
                <a:moveTo>
                  <a:pt x="0" y="0"/>
                </a:moveTo>
                <a:lnTo>
                  <a:pt x="160496" y="0"/>
                </a:lnTo>
              </a:path>
            </a:pathLst>
          </a:custGeom>
          <a:ln w="1209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8943847" y="4304408"/>
            <a:ext cx="16129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50" dirty="0">
                <a:solidFill>
                  <a:srgbClr val="FF0000"/>
                </a:solidFill>
                <a:latin typeface="Microsoft Sans Serif"/>
                <a:cs typeface="Microsoft Sans Serif"/>
              </a:rPr>
              <a:t>2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940800" y="3959984"/>
            <a:ext cx="16002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75" dirty="0">
                <a:solidFill>
                  <a:srgbClr val="FF0000"/>
                </a:solidFill>
                <a:latin typeface="Cambria"/>
                <a:cs typeface="Cambria"/>
              </a:rPr>
              <a:t>λ</a:t>
            </a:r>
            <a:endParaRPr sz="19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403335" y="4113908"/>
            <a:ext cx="126746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769620" algn="l"/>
              </a:tabLst>
            </a:pPr>
            <a:r>
              <a:rPr sz="1900" spc="-55" dirty="0">
                <a:solidFill>
                  <a:srgbClr val="FF0000"/>
                </a:solidFill>
                <a:latin typeface="Microsoft Sans Serif"/>
                <a:cs typeface="Microsoft Sans Serif"/>
              </a:rPr>
              <a:t>2L</a:t>
            </a:r>
            <a:r>
              <a:rPr sz="1900" spc="-10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1900" spc="-50" dirty="0">
                <a:solidFill>
                  <a:srgbClr val="FF0000"/>
                </a:solidFill>
                <a:latin typeface="Cambria"/>
                <a:cs typeface="Cambria"/>
              </a:rPr>
              <a:t>+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	=</a:t>
            </a:r>
            <a:r>
              <a:rPr sz="1900" spc="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spc="-1060" dirty="0">
                <a:solidFill>
                  <a:srgbClr val="FF0000"/>
                </a:solidFill>
                <a:latin typeface="Microsoft Sans Serif"/>
                <a:cs typeface="Microsoft Sans Serif"/>
              </a:rPr>
              <a:t>n</a:t>
            </a:r>
            <a:r>
              <a:rPr sz="2850" spc="-1589" baseline="8771" dirty="0">
                <a:solidFill>
                  <a:srgbClr val="FF0000"/>
                </a:solidFill>
                <a:latin typeface="Times New Roman"/>
                <a:cs typeface="Times New Roman"/>
              </a:rPr>
              <a:t></a:t>
            </a:r>
            <a:r>
              <a:rPr sz="2850" spc="-412" baseline="877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spc="75" dirty="0">
                <a:solidFill>
                  <a:srgbClr val="FF0000"/>
                </a:solidFill>
                <a:latin typeface="Cambria"/>
                <a:cs typeface="Cambria"/>
              </a:rPr>
              <a:t>λ</a:t>
            </a:r>
            <a:endParaRPr sz="1900">
              <a:latin typeface="Cambria"/>
              <a:cs typeface="Cambri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781961" y="4899945"/>
            <a:ext cx="587375" cy="0"/>
          </a:xfrm>
          <a:custGeom>
            <a:avLst/>
            <a:gdLst/>
            <a:ahLst/>
            <a:cxnLst/>
            <a:rect l="l" t="t" r="r" b="b"/>
            <a:pathLst>
              <a:path w="587375">
                <a:moveTo>
                  <a:pt x="0" y="0"/>
                </a:moveTo>
                <a:lnTo>
                  <a:pt x="587311" y="0"/>
                </a:lnTo>
              </a:path>
            </a:pathLst>
          </a:custGeom>
          <a:ln w="1207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643782" y="4899945"/>
            <a:ext cx="290195" cy="0"/>
          </a:xfrm>
          <a:custGeom>
            <a:avLst/>
            <a:gdLst/>
            <a:ahLst/>
            <a:cxnLst/>
            <a:rect l="l" t="t" r="r" b="b"/>
            <a:pathLst>
              <a:path w="290195">
                <a:moveTo>
                  <a:pt x="0" y="0"/>
                </a:moveTo>
                <a:lnTo>
                  <a:pt x="289845" y="0"/>
                </a:lnTo>
              </a:path>
            </a:pathLst>
          </a:custGeom>
          <a:ln w="1207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365496" y="4703106"/>
            <a:ext cx="36068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spc="125" dirty="0">
                <a:solidFill>
                  <a:srgbClr val="FF0000"/>
                </a:solidFill>
                <a:latin typeface="Cambria"/>
                <a:cs typeface="Cambria"/>
              </a:rPr>
              <a:t>λ</a:t>
            </a:r>
            <a:r>
              <a:rPr sz="1900" spc="1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spc="-50" dirty="0">
                <a:solidFill>
                  <a:srgbClr val="FF0000"/>
                </a:solidFill>
                <a:latin typeface="Cambria"/>
                <a:cs typeface="Cambria"/>
              </a:rPr>
              <a:t>=</a:t>
            </a:r>
            <a:endParaRPr sz="190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729223" y="4497010"/>
            <a:ext cx="1254760" cy="71755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17170">
              <a:lnSpc>
                <a:spcPct val="100000"/>
              </a:lnSpc>
              <a:spcBef>
                <a:spcPts val="535"/>
              </a:spcBef>
              <a:tabLst>
                <a:tab pos="713740" algn="l"/>
              </a:tabLst>
            </a:pPr>
            <a:r>
              <a:rPr sz="1900" spc="-25" dirty="0">
                <a:solidFill>
                  <a:srgbClr val="FF0000"/>
                </a:solidFill>
                <a:latin typeface="Microsoft Sans Serif"/>
                <a:cs typeface="Microsoft Sans Serif"/>
              </a:rPr>
              <a:t>4L</a:t>
            </a:r>
            <a:r>
              <a:rPr sz="1900" dirty="0">
                <a:solidFill>
                  <a:srgbClr val="FF0000"/>
                </a:solidFill>
                <a:latin typeface="Microsoft Sans Serif"/>
                <a:cs typeface="Microsoft Sans Serif"/>
              </a:rPr>
              <a:t>	</a:t>
            </a:r>
            <a:r>
              <a:rPr sz="2850" baseline="-35087" dirty="0">
                <a:solidFill>
                  <a:srgbClr val="FF0000"/>
                </a:solidFill>
                <a:latin typeface="Cambria"/>
                <a:cs typeface="Cambria"/>
              </a:rPr>
              <a:t>=</a:t>
            </a:r>
            <a:r>
              <a:rPr sz="2850" spc="322" baseline="-35087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spc="-25" dirty="0">
                <a:solidFill>
                  <a:srgbClr val="FF0000"/>
                </a:solidFill>
                <a:latin typeface="Microsoft Sans Serif"/>
                <a:cs typeface="Microsoft Sans Serif"/>
              </a:rPr>
              <a:t>4L</a:t>
            </a:r>
            <a:endParaRPr sz="1900">
              <a:latin typeface="Microsoft Sans Serif"/>
              <a:cs typeface="Microsoft Sans Serif"/>
            </a:endParaRPr>
          </a:p>
          <a:p>
            <a:pPr marL="63500">
              <a:lnSpc>
                <a:spcPct val="100000"/>
              </a:lnSpc>
              <a:spcBef>
                <a:spcPts val="445"/>
              </a:spcBef>
              <a:tabLst>
                <a:tab pos="991235" algn="l"/>
              </a:tabLst>
            </a:pPr>
            <a:r>
              <a:rPr sz="1900" spc="-735" dirty="0">
                <a:solidFill>
                  <a:srgbClr val="FF0000"/>
                </a:solidFill>
                <a:latin typeface="Microsoft Sans Serif"/>
                <a:cs typeface="Microsoft Sans Serif"/>
              </a:rPr>
              <a:t>2n</a:t>
            </a:r>
            <a:r>
              <a:rPr sz="2850" spc="-1102" baseline="8771" dirty="0">
                <a:solidFill>
                  <a:srgbClr val="FF0000"/>
                </a:solidFill>
                <a:latin typeface="Times New Roman"/>
                <a:cs typeface="Times New Roman"/>
              </a:rPr>
              <a:t></a:t>
            </a:r>
            <a:r>
              <a:rPr sz="2850" spc="112" baseline="877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spc="100" dirty="0">
                <a:solidFill>
                  <a:srgbClr val="FF0000"/>
                </a:solidFill>
                <a:latin typeface="Cambria"/>
                <a:cs typeface="Cambria"/>
              </a:rPr>
              <a:t>–</a:t>
            </a:r>
            <a:r>
              <a:rPr sz="1900" spc="-2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spc="-50" dirty="0">
                <a:solidFill>
                  <a:srgbClr val="FF0000"/>
                </a:solidFill>
                <a:latin typeface="Microsoft Sans Serif"/>
                <a:cs typeface="Microsoft Sans Serif"/>
              </a:rPr>
              <a:t>1</a:t>
            </a:r>
            <a:r>
              <a:rPr sz="1900" dirty="0">
                <a:solidFill>
                  <a:srgbClr val="FF0000"/>
                </a:solidFill>
                <a:latin typeface="Microsoft Sans Serif"/>
                <a:cs typeface="Microsoft Sans Serif"/>
              </a:rPr>
              <a:t>	</a:t>
            </a:r>
            <a:r>
              <a:rPr sz="1900" spc="-50" dirty="0">
                <a:solidFill>
                  <a:srgbClr val="FF0000"/>
                </a:solidFill>
                <a:latin typeface="Microsoft Sans Serif"/>
                <a:cs typeface="Microsoft Sans Serif"/>
              </a:rPr>
              <a:t>n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966740" y="5457729"/>
            <a:ext cx="160020" cy="0"/>
          </a:xfrm>
          <a:custGeom>
            <a:avLst/>
            <a:gdLst/>
            <a:ahLst/>
            <a:cxnLst/>
            <a:rect l="l" t="t" r="r" b="b"/>
            <a:pathLst>
              <a:path w="160020">
                <a:moveTo>
                  <a:pt x="0" y="0"/>
                </a:moveTo>
                <a:lnTo>
                  <a:pt x="160019" y="0"/>
                </a:lnTo>
              </a:path>
            </a:pathLst>
          </a:custGeom>
          <a:ln w="1206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8574023" y="5260890"/>
            <a:ext cx="570865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900" dirty="0">
                <a:solidFill>
                  <a:srgbClr val="FF0000"/>
                </a:solidFill>
                <a:latin typeface="Microsoft Sans Serif"/>
                <a:cs typeface="Microsoft Sans Serif"/>
              </a:rPr>
              <a:t>f</a:t>
            </a:r>
            <a:r>
              <a:rPr sz="1900" spc="16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=</a:t>
            </a:r>
            <a:r>
              <a:rPr sz="1900" spc="2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850" spc="-75" baseline="35087" dirty="0">
                <a:solidFill>
                  <a:srgbClr val="FF0000"/>
                </a:solidFill>
                <a:latin typeface="Microsoft Sans Serif"/>
                <a:cs typeface="Microsoft Sans Serif"/>
              </a:rPr>
              <a:t>v</a:t>
            </a:r>
            <a:endParaRPr sz="2850" baseline="35087">
              <a:latin typeface="Microsoft Sans Serif"/>
              <a:cs typeface="Microsoft Sans Serif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965183" y="5452914"/>
            <a:ext cx="16002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spc="75" dirty="0">
                <a:solidFill>
                  <a:srgbClr val="FF0000"/>
                </a:solidFill>
                <a:latin typeface="Cambria"/>
                <a:cs typeface="Cambria"/>
              </a:rPr>
              <a:t>λ</a:t>
            </a:r>
            <a:endParaRPr sz="1900">
              <a:latin typeface="Cambria"/>
              <a:cs typeface="Cambri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831675" y="6168675"/>
            <a:ext cx="290195" cy="0"/>
          </a:xfrm>
          <a:custGeom>
            <a:avLst/>
            <a:gdLst/>
            <a:ahLst/>
            <a:cxnLst/>
            <a:rect l="l" t="t" r="r" b="b"/>
            <a:pathLst>
              <a:path w="290195">
                <a:moveTo>
                  <a:pt x="0" y="0"/>
                </a:moveTo>
                <a:lnTo>
                  <a:pt x="289941" y="0"/>
                </a:lnTo>
              </a:path>
            </a:pathLst>
          </a:custGeom>
          <a:ln w="1207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8834119" y="6163688"/>
            <a:ext cx="28829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25" dirty="0">
                <a:solidFill>
                  <a:srgbClr val="FF0000"/>
                </a:solidFill>
                <a:latin typeface="Microsoft Sans Serif"/>
                <a:cs typeface="Microsoft Sans Serif"/>
              </a:rPr>
              <a:t>4L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352301" y="5962904"/>
            <a:ext cx="37350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2971165" algn="l"/>
              </a:tabLst>
            </a:pPr>
            <a:r>
              <a:rPr sz="3000" baseline="1388" dirty="0">
                <a:latin typeface="Microsoft Sans Serif"/>
                <a:cs typeface="Microsoft Sans Serif"/>
              </a:rPr>
              <a:t>Resonant</a:t>
            </a:r>
            <a:r>
              <a:rPr sz="3000" spc="-60" baseline="1388" dirty="0">
                <a:latin typeface="Microsoft Sans Serif"/>
                <a:cs typeface="Microsoft Sans Serif"/>
              </a:rPr>
              <a:t> </a:t>
            </a:r>
            <a:r>
              <a:rPr sz="3000" spc="-15" baseline="1388" dirty="0">
                <a:latin typeface="Microsoft Sans Serif"/>
                <a:cs typeface="Microsoft Sans Serif"/>
              </a:rPr>
              <a:t>frequencies</a:t>
            </a:r>
            <a:r>
              <a:rPr sz="3000" baseline="1388" dirty="0">
                <a:latin typeface="Microsoft Sans Serif"/>
                <a:cs typeface="Microsoft Sans Serif"/>
              </a:rPr>
              <a:t>	</a:t>
            </a:r>
            <a:r>
              <a:rPr sz="1900" dirty="0">
                <a:solidFill>
                  <a:srgbClr val="FF0000"/>
                </a:solidFill>
                <a:latin typeface="Microsoft Sans Serif"/>
                <a:cs typeface="Microsoft Sans Serif"/>
              </a:rPr>
              <a:t>f</a:t>
            </a:r>
            <a:r>
              <a:rPr sz="1900" spc="16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=</a:t>
            </a:r>
            <a:r>
              <a:rPr sz="1900" spc="-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Microsoft Sans Serif"/>
                <a:cs typeface="Microsoft Sans Serif"/>
              </a:rPr>
              <a:t>n</a:t>
            </a:r>
            <a:r>
              <a:rPr sz="1900" spc="39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850" spc="-75" baseline="35087" dirty="0">
                <a:solidFill>
                  <a:srgbClr val="FF0000"/>
                </a:solidFill>
                <a:latin typeface="Microsoft Sans Serif"/>
                <a:cs typeface="Microsoft Sans Serif"/>
              </a:rPr>
              <a:t>v</a:t>
            </a:r>
            <a:endParaRPr sz="2850" baseline="35087">
              <a:latin typeface="Microsoft Sans Serif"/>
              <a:cs typeface="Microsoft Sans Serif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303520" y="5859780"/>
            <a:ext cx="4188460" cy="1199515"/>
          </a:xfrm>
          <a:custGeom>
            <a:avLst/>
            <a:gdLst/>
            <a:ahLst/>
            <a:cxnLst/>
            <a:rect l="l" t="t" r="r" b="b"/>
            <a:pathLst>
              <a:path w="4188459" h="1199515">
                <a:moveTo>
                  <a:pt x="4187952" y="1199388"/>
                </a:moveTo>
                <a:lnTo>
                  <a:pt x="0" y="1199388"/>
                </a:lnTo>
                <a:lnTo>
                  <a:pt x="0" y="0"/>
                </a:lnTo>
                <a:lnTo>
                  <a:pt x="4187952" y="0"/>
                </a:lnTo>
                <a:lnTo>
                  <a:pt x="4187952" y="4572"/>
                </a:lnTo>
                <a:lnTo>
                  <a:pt x="10668" y="4572"/>
                </a:lnTo>
                <a:lnTo>
                  <a:pt x="6096" y="9144"/>
                </a:lnTo>
                <a:lnTo>
                  <a:pt x="10668" y="9144"/>
                </a:lnTo>
                <a:lnTo>
                  <a:pt x="10668" y="1188720"/>
                </a:lnTo>
                <a:lnTo>
                  <a:pt x="6096" y="1188720"/>
                </a:lnTo>
                <a:lnTo>
                  <a:pt x="10668" y="1193292"/>
                </a:lnTo>
                <a:lnTo>
                  <a:pt x="4187952" y="1193292"/>
                </a:lnTo>
                <a:lnTo>
                  <a:pt x="4187952" y="1199388"/>
                </a:lnTo>
                <a:close/>
              </a:path>
              <a:path w="4188459" h="1199515">
                <a:moveTo>
                  <a:pt x="10668" y="9144"/>
                </a:moveTo>
                <a:lnTo>
                  <a:pt x="6096" y="9144"/>
                </a:lnTo>
                <a:lnTo>
                  <a:pt x="10668" y="4572"/>
                </a:lnTo>
                <a:lnTo>
                  <a:pt x="10668" y="9144"/>
                </a:lnTo>
                <a:close/>
              </a:path>
              <a:path w="4188459" h="1199515">
                <a:moveTo>
                  <a:pt x="4178808" y="9144"/>
                </a:moveTo>
                <a:lnTo>
                  <a:pt x="10668" y="9144"/>
                </a:lnTo>
                <a:lnTo>
                  <a:pt x="10668" y="4572"/>
                </a:lnTo>
                <a:lnTo>
                  <a:pt x="4178808" y="4572"/>
                </a:lnTo>
                <a:lnTo>
                  <a:pt x="4178808" y="9144"/>
                </a:lnTo>
                <a:close/>
              </a:path>
              <a:path w="4188459" h="1199515">
                <a:moveTo>
                  <a:pt x="4178808" y="1193292"/>
                </a:moveTo>
                <a:lnTo>
                  <a:pt x="4178808" y="4572"/>
                </a:lnTo>
                <a:lnTo>
                  <a:pt x="4183380" y="9144"/>
                </a:lnTo>
                <a:lnTo>
                  <a:pt x="4187952" y="9144"/>
                </a:lnTo>
                <a:lnTo>
                  <a:pt x="4187952" y="1188720"/>
                </a:lnTo>
                <a:lnTo>
                  <a:pt x="4183380" y="1188720"/>
                </a:lnTo>
                <a:lnTo>
                  <a:pt x="4178808" y="1193292"/>
                </a:lnTo>
                <a:close/>
              </a:path>
              <a:path w="4188459" h="1199515">
                <a:moveTo>
                  <a:pt x="4187952" y="9144"/>
                </a:moveTo>
                <a:lnTo>
                  <a:pt x="4183380" y="9144"/>
                </a:lnTo>
                <a:lnTo>
                  <a:pt x="4178808" y="4572"/>
                </a:lnTo>
                <a:lnTo>
                  <a:pt x="4187952" y="4572"/>
                </a:lnTo>
                <a:lnTo>
                  <a:pt x="4187952" y="9144"/>
                </a:lnTo>
                <a:close/>
              </a:path>
              <a:path w="4188459" h="1199515">
                <a:moveTo>
                  <a:pt x="10668" y="1193292"/>
                </a:moveTo>
                <a:lnTo>
                  <a:pt x="6096" y="1188720"/>
                </a:lnTo>
                <a:lnTo>
                  <a:pt x="10668" y="1188720"/>
                </a:lnTo>
                <a:lnTo>
                  <a:pt x="10668" y="1193292"/>
                </a:lnTo>
                <a:close/>
              </a:path>
              <a:path w="4188459" h="1199515">
                <a:moveTo>
                  <a:pt x="4178808" y="1193292"/>
                </a:moveTo>
                <a:lnTo>
                  <a:pt x="10668" y="1193292"/>
                </a:lnTo>
                <a:lnTo>
                  <a:pt x="10668" y="1188720"/>
                </a:lnTo>
                <a:lnTo>
                  <a:pt x="4178808" y="1188720"/>
                </a:lnTo>
                <a:lnTo>
                  <a:pt x="4178808" y="1193292"/>
                </a:lnTo>
                <a:close/>
              </a:path>
              <a:path w="4188459" h="1199515">
                <a:moveTo>
                  <a:pt x="4187952" y="1193292"/>
                </a:moveTo>
                <a:lnTo>
                  <a:pt x="4178808" y="1193292"/>
                </a:lnTo>
                <a:lnTo>
                  <a:pt x="4183380" y="1188720"/>
                </a:lnTo>
                <a:lnTo>
                  <a:pt x="4187952" y="1188720"/>
                </a:lnTo>
                <a:lnTo>
                  <a:pt x="4187952" y="11932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9511759" y="1657350"/>
            <a:ext cx="155575" cy="0"/>
          </a:xfrm>
          <a:custGeom>
            <a:avLst/>
            <a:gdLst/>
            <a:ahLst/>
            <a:cxnLst/>
            <a:rect l="l" t="t" r="r" b="b"/>
            <a:pathLst>
              <a:path w="155575">
                <a:moveTo>
                  <a:pt x="0" y="0"/>
                </a:moveTo>
                <a:lnTo>
                  <a:pt x="155067" y="0"/>
                </a:lnTo>
              </a:path>
            </a:pathLst>
          </a:custGeom>
          <a:ln w="1168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9510776" y="1264832"/>
            <a:ext cx="161290" cy="69913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850" spc="75" dirty="0">
                <a:solidFill>
                  <a:srgbClr val="FF0000"/>
                </a:solidFill>
                <a:latin typeface="Cambria"/>
                <a:cs typeface="Cambria"/>
              </a:rPr>
              <a:t>λ</a:t>
            </a:r>
            <a:endParaRPr sz="1850">
              <a:latin typeface="Cambria"/>
              <a:cs typeface="Cambria"/>
            </a:endParaRPr>
          </a:p>
          <a:p>
            <a:pPr marL="15240">
              <a:lnSpc>
                <a:spcPct val="100000"/>
              </a:lnSpc>
              <a:spcBef>
                <a:spcPts val="430"/>
              </a:spcBef>
            </a:pPr>
            <a:r>
              <a:rPr sz="1850" spc="-50" dirty="0">
                <a:solidFill>
                  <a:srgbClr val="FF0000"/>
                </a:solidFill>
                <a:latin typeface="Microsoft Sans Serif"/>
                <a:cs typeface="Microsoft Sans Serif"/>
              </a:rPr>
              <a:t>2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352301" y="1380955"/>
            <a:ext cx="4144010" cy="212788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85"/>
              </a:spcBef>
            </a:pPr>
            <a:r>
              <a:rPr sz="2000" dirty="0">
                <a:latin typeface="Microsoft Sans Serif"/>
                <a:cs typeface="Microsoft Sans Serif"/>
              </a:rPr>
              <a:t>consecutive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left-</a:t>
            </a:r>
            <a:r>
              <a:rPr sz="2000" dirty="0">
                <a:latin typeface="Microsoft Sans Serif"/>
                <a:cs typeface="Microsoft Sans Serif"/>
              </a:rPr>
              <a:t>going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waves is</a:t>
            </a:r>
            <a:r>
              <a:rPr sz="2000" spc="355" dirty="0">
                <a:latin typeface="Microsoft Sans Serif"/>
                <a:cs typeface="Microsoft Sans Serif"/>
              </a:rPr>
              <a:t> </a:t>
            </a:r>
            <a:r>
              <a:rPr sz="2775" spc="89" baseline="1501" dirty="0">
                <a:solidFill>
                  <a:srgbClr val="FF0000"/>
                </a:solidFill>
                <a:latin typeface="Microsoft Sans Serif"/>
                <a:cs typeface="Microsoft Sans Serif"/>
              </a:rPr>
              <a:t>2L</a:t>
            </a:r>
            <a:r>
              <a:rPr sz="2775" spc="-187" baseline="1501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775" spc="-75" baseline="1501" dirty="0">
                <a:solidFill>
                  <a:srgbClr val="FF0000"/>
                </a:solidFill>
                <a:latin typeface="Cambria"/>
                <a:cs typeface="Cambria"/>
              </a:rPr>
              <a:t>+</a:t>
            </a:r>
            <a:endParaRPr sz="2775" baseline="1501">
              <a:latin typeface="Cambria"/>
              <a:cs typeface="Cambria"/>
            </a:endParaRPr>
          </a:p>
          <a:p>
            <a:pPr marL="38100" marR="306070">
              <a:lnSpc>
                <a:spcPct val="100000"/>
              </a:lnSpc>
              <a:spcBef>
                <a:spcPts val="590"/>
              </a:spcBef>
            </a:pPr>
            <a:r>
              <a:rPr sz="2000" dirty="0">
                <a:latin typeface="Microsoft Sans Serif"/>
                <a:cs typeface="Microsoft Sans Serif"/>
              </a:rPr>
              <a:t>For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constructive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interference,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the </a:t>
            </a:r>
            <a:r>
              <a:rPr sz="2000" dirty="0">
                <a:latin typeface="Microsoft Sans Serif"/>
                <a:cs typeface="Microsoft Sans Serif"/>
              </a:rPr>
              <a:t>phase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difference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between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two </a:t>
            </a:r>
            <a:r>
              <a:rPr sz="2000" dirty="0">
                <a:latin typeface="Microsoft Sans Serif"/>
                <a:cs typeface="Microsoft Sans Serif"/>
              </a:rPr>
              <a:t>waves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is</a:t>
            </a:r>
            <a:endParaRPr sz="2000">
              <a:latin typeface="Microsoft Sans Serif"/>
              <a:cs typeface="Microsoft Sans Serif"/>
            </a:endParaRPr>
          </a:p>
          <a:p>
            <a:pPr marL="234315">
              <a:lnSpc>
                <a:spcPct val="100000"/>
              </a:lnSpc>
              <a:spcBef>
                <a:spcPts val="675"/>
              </a:spcBef>
            </a:pPr>
            <a:r>
              <a:rPr sz="1900" dirty="0">
                <a:solidFill>
                  <a:srgbClr val="FF0000"/>
                </a:solidFill>
                <a:latin typeface="Microsoft Sans Serif"/>
                <a:cs typeface="Microsoft Sans Serif"/>
              </a:rPr>
              <a:t>phase</a:t>
            </a:r>
            <a:r>
              <a:rPr sz="1900" spc="11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FF0000"/>
                </a:solidFill>
                <a:latin typeface="Microsoft Sans Serif"/>
                <a:cs typeface="Microsoft Sans Serif"/>
              </a:rPr>
              <a:t>difference</a:t>
            </a:r>
            <a:r>
              <a:rPr sz="1900" spc="-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=</a:t>
            </a:r>
            <a:r>
              <a:rPr sz="1900" spc="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spc="-1055" dirty="0">
                <a:solidFill>
                  <a:srgbClr val="FF0000"/>
                </a:solidFill>
                <a:latin typeface="Microsoft Sans Serif"/>
                <a:cs typeface="Microsoft Sans Serif"/>
              </a:rPr>
              <a:t>n</a:t>
            </a:r>
            <a:r>
              <a:rPr sz="2850" spc="-1582" baseline="8771" dirty="0">
                <a:solidFill>
                  <a:srgbClr val="FF0000"/>
                </a:solidFill>
                <a:latin typeface="Times New Roman"/>
                <a:cs typeface="Times New Roman"/>
              </a:rPr>
              <a:t></a:t>
            </a:r>
            <a:r>
              <a:rPr sz="2850" spc="450" baseline="877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0000"/>
                </a:solidFill>
                <a:latin typeface="Microsoft Sans Serif"/>
                <a:cs typeface="Microsoft Sans Serif"/>
              </a:rPr>
              <a:t>2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π</a:t>
            </a:r>
            <a:r>
              <a:rPr sz="1900" spc="1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spc="-25" dirty="0">
                <a:solidFill>
                  <a:srgbClr val="FF0000"/>
                </a:solidFill>
                <a:latin typeface="Microsoft Sans Serif"/>
                <a:cs typeface="Microsoft Sans Serif"/>
              </a:rPr>
              <a:t>rad</a:t>
            </a:r>
            <a:endParaRPr sz="1900">
              <a:latin typeface="Microsoft Sans Serif"/>
              <a:cs typeface="Microsoft Sans Serif"/>
            </a:endParaRPr>
          </a:p>
          <a:p>
            <a:pPr marL="690245" algn="ctr">
              <a:lnSpc>
                <a:spcPct val="100000"/>
              </a:lnSpc>
              <a:spcBef>
                <a:spcPts val="540"/>
              </a:spcBef>
            </a:pP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=</a:t>
            </a:r>
            <a:r>
              <a:rPr sz="1900" spc="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spc="-1060" dirty="0">
                <a:solidFill>
                  <a:srgbClr val="FF0000"/>
                </a:solidFill>
                <a:latin typeface="Microsoft Sans Serif"/>
                <a:cs typeface="Microsoft Sans Serif"/>
              </a:rPr>
              <a:t>n</a:t>
            </a:r>
            <a:r>
              <a:rPr sz="2850" spc="-1589" baseline="8771" dirty="0">
                <a:solidFill>
                  <a:srgbClr val="FF0000"/>
                </a:solidFill>
                <a:latin typeface="Times New Roman"/>
                <a:cs typeface="Times New Roman"/>
              </a:rPr>
              <a:t></a:t>
            </a:r>
            <a:r>
              <a:rPr sz="2850" spc="427" baseline="877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spc="60" dirty="0">
                <a:solidFill>
                  <a:srgbClr val="FF0000"/>
                </a:solidFill>
                <a:latin typeface="Cambria"/>
                <a:cs typeface="Cambria"/>
              </a:rPr>
              <a:t>λ</a:t>
            </a:r>
            <a:endParaRPr sz="1900">
              <a:latin typeface="Cambria"/>
              <a:cs typeface="Cambr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169922" y="5360949"/>
            <a:ext cx="377952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At</a:t>
            </a:r>
            <a:r>
              <a:rPr sz="1800" spc="-2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the</a:t>
            </a:r>
            <a:r>
              <a:rPr sz="18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closed</a:t>
            </a:r>
            <a:r>
              <a:rPr sz="1800" spc="-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end,</a:t>
            </a:r>
            <a:r>
              <a:rPr sz="1800" spc="1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the</a:t>
            </a:r>
            <a:r>
              <a:rPr sz="1800" spc="-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wave</a:t>
            </a:r>
            <a:r>
              <a:rPr sz="1800" spc="1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will</a:t>
            </a:r>
            <a:r>
              <a:rPr sz="1800" spc="3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3333CC"/>
                </a:solidFill>
                <a:latin typeface="Microsoft Sans Serif"/>
                <a:cs typeface="Microsoft Sans Serif"/>
              </a:rPr>
              <a:t>be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inverted.</a:t>
            </a:r>
            <a:r>
              <a:rPr sz="1800" spc="42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spc="-75" dirty="0">
                <a:solidFill>
                  <a:srgbClr val="3333CC"/>
                </a:solidFill>
                <a:latin typeface="Microsoft Sans Serif"/>
                <a:cs typeface="Microsoft Sans Serif"/>
              </a:rPr>
              <a:t>To</a:t>
            </a:r>
            <a:r>
              <a:rPr sz="1800" spc="-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do</a:t>
            </a:r>
            <a:r>
              <a:rPr sz="1800" spc="-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this,</a:t>
            </a:r>
            <a:r>
              <a:rPr sz="1800" spc="-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the</a:t>
            </a:r>
            <a:r>
              <a:rPr sz="1800" spc="-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wave</a:t>
            </a:r>
            <a:r>
              <a:rPr sz="1800" spc="2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moves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an</a:t>
            </a:r>
            <a:r>
              <a:rPr sz="1800" spc="-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Sans Serif"/>
                <a:cs typeface="Microsoft Sans Serif"/>
              </a:rPr>
              <a:t>extra half</a:t>
            </a:r>
            <a:r>
              <a:rPr sz="1800" spc="1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wavelength.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299870" y="6547104"/>
            <a:ext cx="155575" cy="0"/>
          </a:xfrm>
          <a:custGeom>
            <a:avLst/>
            <a:gdLst/>
            <a:ahLst/>
            <a:cxnLst/>
            <a:rect l="l" t="t" r="r" b="b"/>
            <a:pathLst>
              <a:path w="155575">
                <a:moveTo>
                  <a:pt x="0" y="0"/>
                </a:moveTo>
                <a:lnTo>
                  <a:pt x="155162" y="0"/>
                </a:lnTo>
              </a:path>
            </a:pathLst>
          </a:custGeom>
          <a:ln w="117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4301744" y="6542033"/>
            <a:ext cx="15811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spc="-50" dirty="0">
                <a:solidFill>
                  <a:srgbClr val="FF0000"/>
                </a:solidFill>
                <a:latin typeface="Microsoft Sans Serif"/>
                <a:cs typeface="Microsoft Sans Serif"/>
              </a:rPr>
              <a:t>2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449324" y="6356105"/>
            <a:ext cx="303085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850" dirty="0">
                <a:solidFill>
                  <a:srgbClr val="FF0000"/>
                </a:solidFill>
                <a:latin typeface="Microsoft Sans Serif"/>
                <a:cs typeface="Microsoft Sans Serif"/>
              </a:rPr>
              <a:t>Round</a:t>
            </a:r>
            <a:r>
              <a:rPr sz="1850" spc="5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FF0000"/>
                </a:solidFill>
                <a:latin typeface="Microsoft Sans Serif"/>
                <a:cs typeface="Microsoft Sans Serif"/>
              </a:rPr>
              <a:t>trip</a:t>
            </a:r>
            <a:r>
              <a:rPr sz="1850" spc="7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FF0000"/>
                </a:solidFill>
                <a:latin typeface="Microsoft Sans Serif"/>
                <a:cs typeface="Microsoft Sans Serif"/>
              </a:rPr>
              <a:t>distance</a:t>
            </a:r>
            <a:r>
              <a:rPr sz="1850" spc="-1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FF0000"/>
                </a:solidFill>
                <a:latin typeface="Cambria"/>
                <a:cs typeface="Cambria"/>
              </a:rPr>
              <a:t>=</a:t>
            </a:r>
            <a:r>
              <a:rPr sz="1850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50" spc="50" dirty="0">
                <a:solidFill>
                  <a:srgbClr val="FF0000"/>
                </a:solidFill>
                <a:latin typeface="Microsoft Sans Serif"/>
                <a:cs typeface="Microsoft Sans Serif"/>
              </a:rPr>
              <a:t>2L</a:t>
            </a:r>
            <a:r>
              <a:rPr sz="1850" spc="-9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FF0000"/>
                </a:solidFill>
                <a:latin typeface="Cambria"/>
                <a:cs typeface="Cambria"/>
              </a:rPr>
              <a:t>+</a:t>
            </a:r>
            <a:r>
              <a:rPr sz="1850" spc="1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75" spc="112" baseline="36036" dirty="0">
                <a:solidFill>
                  <a:srgbClr val="FF0000"/>
                </a:solidFill>
                <a:latin typeface="Cambria"/>
                <a:cs typeface="Cambria"/>
              </a:rPr>
              <a:t>λ</a:t>
            </a:r>
            <a:endParaRPr sz="2775" baseline="36036">
              <a:latin typeface="Cambria"/>
              <a:cs typeface="Cambri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334503" y="4719710"/>
            <a:ext cx="2171065" cy="3181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515620" algn="l"/>
              </a:tabLst>
            </a:pPr>
            <a:r>
              <a:rPr sz="1900" spc="-25" dirty="0">
                <a:solidFill>
                  <a:srgbClr val="0000FF"/>
                </a:solidFill>
                <a:latin typeface="Microsoft Sans Serif"/>
                <a:cs typeface="Microsoft Sans Serif"/>
              </a:rPr>
              <a:t>for</a:t>
            </a:r>
            <a:r>
              <a:rPr sz="1900" dirty="0">
                <a:solidFill>
                  <a:srgbClr val="0000FF"/>
                </a:solidFill>
                <a:latin typeface="Microsoft Sans Serif"/>
                <a:cs typeface="Microsoft Sans Serif"/>
              </a:rPr>
              <a:t>	n</a:t>
            </a:r>
            <a:r>
              <a:rPr sz="1900" spc="-3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0000FF"/>
                </a:solidFill>
                <a:latin typeface="Cambria"/>
                <a:cs typeface="Cambria"/>
              </a:rPr>
              <a:t>=</a:t>
            </a:r>
            <a:r>
              <a:rPr sz="1900" spc="4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0000FF"/>
                </a:solidFill>
                <a:latin typeface="Microsoft Sans Serif"/>
                <a:cs typeface="Microsoft Sans Serif"/>
              </a:rPr>
              <a:t>odd</a:t>
            </a:r>
            <a:r>
              <a:rPr sz="1900" spc="-3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0000FF"/>
                </a:solidFill>
                <a:latin typeface="Microsoft Sans Serif"/>
                <a:cs typeface="Microsoft Sans Serif"/>
              </a:rPr>
              <a:t>int</a:t>
            </a:r>
            <a:r>
              <a:rPr sz="1900" spc="-204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0000FF"/>
                </a:solidFill>
                <a:latin typeface="Microsoft Sans Serif"/>
                <a:cs typeface="Microsoft Sans Serif"/>
              </a:rPr>
              <a:t>eger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151623" y="6508505"/>
            <a:ext cx="2170430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15620" algn="l"/>
              </a:tabLst>
            </a:pPr>
            <a:r>
              <a:rPr sz="1900" spc="-25" dirty="0">
                <a:solidFill>
                  <a:srgbClr val="0000FF"/>
                </a:solidFill>
                <a:latin typeface="Microsoft Sans Serif"/>
                <a:cs typeface="Microsoft Sans Serif"/>
              </a:rPr>
              <a:t>for</a:t>
            </a:r>
            <a:r>
              <a:rPr sz="1900" dirty="0">
                <a:solidFill>
                  <a:srgbClr val="0000FF"/>
                </a:solidFill>
                <a:latin typeface="Microsoft Sans Serif"/>
                <a:cs typeface="Microsoft Sans Serif"/>
              </a:rPr>
              <a:t>	n</a:t>
            </a:r>
            <a:r>
              <a:rPr sz="1900" spc="-5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0000FF"/>
                </a:solidFill>
                <a:latin typeface="Cambria"/>
                <a:cs typeface="Cambria"/>
              </a:rPr>
              <a:t>=</a:t>
            </a:r>
            <a:r>
              <a:rPr sz="1900" spc="3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0000FF"/>
                </a:solidFill>
                <a:latin typeface="Microsoft Sans Serif"/>
                <a:cs typeface="Microsoft Sans Serif"/>
              </a:rPr>
              <a:t>odd</a:t>
            </a:r>
            <a:r>
              <a:rPr sz="1900" spc="-3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0000FF"/>
                </a:solidFill>
                <a:latin typeface="Microsoft Sans Serif"/>
                <a:cs typeface="Microsoft Sans Serif"/>
              </a:rPr>
              <a:t>int</a:t>
            </a:r>
            <a:r>
              <a:rPr sz="1900" spc="-20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0000FF"/>
                </a:solidFill>
                <a:latin typeface="Microsoft Sans Serif"/>
                <a:cs typeface="Microsoft Sans Serif"/>
              </a:rPr>
              <a:t>eger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title"/>
          </p:nvPr>
        </p:nvSpPr>
        <p:spPr>
          <a:xfrm>
            <a:off x="915346" y="439952"/>
            <a:ext cx="7977505" cy="61341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pc="-10" dirty="0"/>
              <a:t>17-</a:t>
            </a:r>
            <a:r>
              <a:rPr dirty="0"/>
              <a:t>6</a:t>
            </a:r>
            <a:r>
              <a:rPr spc="-55" dirty="0"/>
              <a:t> </a:t>
            </a:r>
            <a:r>
              <a:rPr dirty="0"/>
              <a:t>Sources</a:t>
            </a:r>
            <a:r>
              <a:rPr spc="-5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Musical</a:t>
            </a:r>
            <a:r>
              <a:rPr spc="-35" dirty="0"/>
              <a:t> </a:t>
            </a:r>
            <a:r>
              <a:rPr dirty="0"/>
              <a:t>Sound</a:t>
            </a:r>
            <a:r>
              <a:rPr spc="-45" dirty="0"/>
              <a:t> </a:t>
            </a:r>
            <a:r>
              <a:rPr dirty="0"/>
              <a:t>(Sound</a:t>
            </a:r>
            <a:r>
              <a:rPr spc="-40" dirty="0"/>
              <a:t> </a:t>
            </a:r>
            <a:r>
              <a:rPr dirty="0"/>
              <a:t>Waves</a:t>
            </a:r>
            <a:r>
              <a:rPr spc="-50" dirty="0"/>
              <a:t> </a:t>
            </a:r>
            <a:r>
              <a:rPr spc="-10" dirty="0"/>
              <a:t>Resonances) </a:t>
            </a:r>
            <a:r>
              <a:rPr dirty="0">
                <a:solidFill>
                  <a:srgbClr val="E10000"/>
                </a:solidFill>
              </a:rPr>
              <a:t>Resonant</a:t>
            </a:r>
            <a:r>
              <a:rPr spc="-30" dirty="0">
                <a:solidFill>
                  <a:srgbClr val="E10000"/>
                </a:solidFill>
              </a:rPr>
              <a:t> </a:t>
            </a:r>
            <a:r>
              <a:rPr dirty="0">
                <a:solidFill>
                  <a:srgbClr val="E10000"/>
                </a:solidFill>
              </a:rPr>
              <a:t>frequencies</a:t>
            </a:r>
            <a:r>
              <a:rPr spc="-35" dirty="0">
                <a:solidFill>
                  <a:srgbClr val="E10000"/>
                </a:solidFill>
              </a:rPr>
              <a:t> </a:t>
            </a:r>
            <a:r>
              <a:rPr dirty="0">
                <a:solidFill>
                  <a:srgbClr val="E10000"/>
                </a:solidFill>
              </a:rPr>
              <a:t>of</a:t>
            </a:r>
            <a:r>
              <a:rPr spc="-45" dirty="0">
                <a:solidFill>
                  <a:srgbClr val="E10000"/>
                </a:solidFill>
              </a:rPr>
              <a:t> </a:t>
            </a:r>
            <a:r>
              <a:rPr dirty="0">
                <a:solidFill>
                  <a:srgbClr val="E10000"/>
                </a:solidFill>
              </a:rPr>
              <a:t>pipes</a:t>
            </a:r>
            <a:r>
              <a:rPr spc="-55" dirty="0">
                <a:solidFill>
                  <a:srgbClr val="E10000"/>
                </a:solidFill>
              </a:rPr>
              <a:t> </a:t>
            </a:r>
            <a:r>
              <a:rPr dirty="0">
                <a:solidFill>
                  <a:srgbClr val="E10000"/>
                </a:solidFill>
              </a:rPr>
              <a:t>with</a:t>
            </a:r>
            <a:r>
              <a:rPr spc="-60" dirty="0">
                <a:solidFill>
                  <a:srgbClr val="E10000"/>
                </a:solidFill>
              </a:rPr>
              <a:t> </a:t>
            </a:r>
            <a:r>
              <a:rPr dirty="0">
                <a:solidFill>
                  <a:srgbClr val="E10000"/>
                </a:solidFill>
              </a:rPr>
              <a:t>one</a:t>
            </a:r>
            <a:r>
              <a:rPr spc="-55" dirty="0">
                <a:solidFill>
                  <a:srgbClr val="E10000"/>
                </a:solidFill>
              </a:rPr>
              <a:t> </a:t>
            </a:r>
            <a:r>
              <a:rPr dirty="0">
                <a:solidFill>
                  <a:srgbClr val="E10000"/>
                </a:solidFill>
              </a:rPr>
              <a:t>open</a:t>
            </a:r>
            <a:r>
              <a:rPr spc="-45" dirty="0">
                <a:solidFill>
                  <a:srgbClr val="E10000"/>
                </a:solidFill>
              </a:rPr>
              <a:t> </a:t>
            </a:r>
            <a:r>
              <a:rPr spc="-25" dirty="0">
                <a:solidFill>
                  <a:srgbClr val="E10000"/>
                </a:solidFill>
              </a:rPr>
              <a:t>end</a:t>
            </a:r>
          </a:p>
        </p:txBody>
      </p:sp>
      <p:sp>
        <p:nvSpPr>
          <p:cNvPr id="43" name="object 43"/>
          <p:cNvSpPr/>
          <p:nvPr/>
        </p:nvSpPr>
        <p:spPr>
          <a:xfrm>
            <a:off x="792479" y="370331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2852" y="6819900"/>
                </a:moveTo>
                <a:lnTo>
                  <a:pt x="3048" y="6819900"/>
                </a:lnTo>
                <a:lnTo>
                  <a:pt x="0" y="6816851"/>
                </a:lnTo>
                <a:lnTo>
                  <a:pt x="0" y="3048"/>
                </a:lnTo>
                <a:lnTo>
                  <a:pt x="3048" y="0"/>
                </a:lnTo>
                <a:lnTo>
                  <a:pt x="9102852" y="0"/>
                </a:lnTo>
                <a:lnTo>
                  <a:pt x="9105900" y="3048"/>
                </a:lnTo>
                <a:lnTo>
                  <a:pt x="9105900" y="6096"/>
                </a:ln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lnTo>
                  <a:pt x="12192" y="6807708"/>
                </a:lnTo>
                <a:lnTo>
                  <a:pt x="6096" y="6807708"/>
                </a:lnTo>
                <a:lnTo>
                  <a:pt x="12192" y="6813803"/>
                </a:lnTo>
                <a:lnTo>
                  <a:pt x="9105900" y="6813803"/>
                </a:lnTo>
                <a:lnTo>
                  <a:pt x="9105900" y="6816851"/>
                </a:lnTo>
                <a:lnTo>
                  <a:pt x="9102852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close/>
              </a:path>
              <a:path w="9105900" h="6819900">
                <a:moveTo>
                  <a:pt x="9093707" y="12192"/>
                </a:moveTo>
                <a:lnTo>
                  <a:pt x="12192" y="12192"/>
                </a:lnTo>
                <a:lnTo>
                  <a:pt x="12192" y="6096"/>
                </a:lnTo>
                <a:lnTo>
                  <a:pt x="9093707" y="6096"/>
                </a:lnTo>
                <a:lnTo>
                  <a:pt x="9093707" y="12192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9093707" y="6096"/>
                </a:lnTo>
                <a:lnTo>
                  <a:pt x="9099804" y="12192"/>
                </a:lnTo>
                <a:lnTo>
                  <a:pt x="9105900" y="12192"/>
                </a:lnTo>
                <a:lnTo>
                  <a:pt x="9105900" y="6807708"/>
                </a:lnTo>
                <a:lnTo>
                  <a:pt x="9099804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12192"/>
                </a:moveTo>
                <a:lnTo>
                  <a:pt x="9099804" y="12192"/>
                </a:lnTo>
                <a:lnTo>
                  <a:pt x="9093707" y="6096"/>
                </a:lnTo>
                <a:lnTo>
                  <a:pt x="9105900" y="6096"/>
                </a:lnTo>
                <a:lnTo>
                  <a:pt x="9105900" y="12192"/>
                </a:lnTo>
                <a:close/>
              </a:path>
              <a:path w="9105900" h="6819900">
                <a:moveTo>
                  <a:pt x="12192" y="6813803"/>
                </a:moveTo>
                <a:lnTo>
                  <a:pt x="6096" y="6807708"/>
                </a:lnTo>
                <a:lnTo>
                  <a:pt x="12192" y="6807708"/>
                </a:lnTo>
                <a:lnTo>
                  <a:pt x="12192" y="6813803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12192" y="6813803"/>
                </a:lnTo>
                <a:lnTo>
                  <a:pt x="12192" y="6807708"/>
                </a:lnTo>
                <a:lnTo>
                  <a:pt x="9093707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6813803"/>
                </a:moveTo>
                <a:lnTo>
                  <a:pt x="9093707" y="6813803"/>
                </a:lnTo>
                <a:lnTo>
                  <a:pt x="9099804" y="6807708"/>
                </a:lnTo>
                <a:lnTo>
                  <a:pt x="9105900" y="6807708"/>
                </a:lnTo>
                <a:lnTo>
                  <a:pt x="9105900" y="6813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84197" y="1518946"/>
            <a:ext cx="805180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When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musical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instrument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is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played,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fundamental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and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one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or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more </a:t>
            </a:r>
            <a:r>
              <a:rPr sz="2000" dirty="0">
                <a:latin typeface="Microsoft Sans Serif"/>
                <a:cs typeface="Microsoft Sans Serif"/>
              </a:rPr>
              <a:t>higher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harmonics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are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generated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at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same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time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8554" y="3468145"/>
            <a:ext cx="7404734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90" dirty="0">
                <a:latin typeface="Microsoft Sans Serif"/>
                <a:cs typeface="Microsoft Sans Serif"/>
              </a:rPr>
              <a:t>To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produce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low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frequency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sounds,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you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need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to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use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larger</a:t>
            </a:r>
            <a:r>
              <a:rPr sz="2000" spc="-10" dirty="0">
                <a:latin typeface="Microsoft Sans Serif"/>
                <a:cs typeface="Microsoft Sans Serif"/>
              </a:rPr>
              <a:t> musical instruments.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67739" y="1382267"/>
            <a:ext cx="8787765" cy="1015365"/>
          </a:xfrm>
          <a:custGeom>
            <a:avLst/>
            <a:gdLst/>
            <a:ahLst/>
            <a:cxnLst/>
            <a:rect l="l" t="t" r="r" b="b"/>
            <a:pathLst>
              <a:path w="8787765" h="1015364">
                <a:moveTo>
                  <a:pt x="8787384" y="1014984"/>
                </a:moveTo>
                <a:lnTo>
                  <a:pt x="0" y="1014984"/>
                </a:lnTo>
                <a:lnTo>
                  <a:pt x="0" y="0"/>
                </a:lnTo>
                <a:lnTo>
                  <a:pt x="8787384" y="0"/>
                </a:lnTo>
                <a:lnTo>
                  <a:pt x="8787384" y="4572"/>
                </a:lnTo>
                <a:lnTo>
                  <a:pt x="9144" y="4572"/>
                </a:lnTo>
                <a:lnTo>
                  <a:pt x="4572" y="9144"/>
                </a:lnTo>
                <a:lnTo>
                  <a:pt x="9144" y="9144"/>
                </a:lnTo>
                <a:lnTo>
                  <a:pt x="9144" y="1005840"/>
                </a:lnTo>
                <a:lnTo>
                  <a:pt x="4572" y="1005840"/>
                </a:lnTo>
                <a:lnTo>
                  <a:pt x="9144" y="1010412"/>
                </a:lnTo>
                <a:lnTo>
                  <a:pt x="8787384" y="1010412"/>
                </a:lnTo>
                <a:lnTo>
                  <a:pt x="8787384" y="1014984"/>
                </a:lnTo>
                <a:close/>
              </a:path>
              <a:path w="8787765" h="1015364">
                <a:moveTo>
                  <a:pt x="9144" y="9144"/>
                </a:moveTo>
                <a:lnTo>
                  <a:pt x="4572" y="9144"/>
                </a:lnTo>
                <a:lnTo>
                  <a:pt x="9144" y="4572"/>
                </a:lnTo>
                <a:lnTo>
                  <a:pt x="9144" y="9144"/>
                </a:lnTo>
                <a:close/>
              </a:path>
              <a:path w="8787765" h="1015364">
                <a:moveTo>
                  <a:pt x="8778240" y="9144"/>
                </a:moveTo>
                <a:lnTo>
                  <a:pt x="9144" y="9144"/>
                </a:lnTo>
                <a:lnTo>
                  <a:pt x="9144" y="4572"/>
                </a:lnTo>
                <a:lnTo>
                  <a:pt x="8778240" y="4572"/>
                </a:lnTo>
                <a:lnTo>
                  <a:pt x="8778240" y="9144"/>
                </a:lnTo>
                <a:close/>
              </a:path>
              <a:path w="8787765" h="1015364">
                <a:moveTo>
                  <a:pt x="8778240" y="1010412"/>
                </a:moveTo>
                <a:lnTo>
                  <a:pt x="8778240" y="4572"/>
                </a:lnTo>
                <a:lnTo>
                  <a:pt x="8782812" y="9144"/>
                </a:lnTo>
                <a:lnTo>
                  <a:pt x="8787384" y="9144"/>
                </a:lnTo>
                <a:lnTo>
                  <a:pt x="8787384" y="1005840"/>
                </a:lnTo>
                <a:lnTo>
                  <a:pt x="8782812" y="1005840"/>
                </a:lnTo>
                <a:lnTo>
                  <a:pt x="8778240" y="1010412"/>
                </a:lnTo>
                <a:close/>
              </a:path>
              <a:path w="8787765" h="1015364">
                <a:moveTo>
                  <a:pt x="8787384" y="9144"/>
                </a:moveTo>
                <a:lnTo>
                  <a:pt x="8782812" y="9144"/>
                </a:lnTo>
                <a:lnTo>
                  <a:pt x="8778240" y="4572"/>
                </a:lnTo>
                <a:lnTo>
                  <a:pt x="8787384" y="4572"/>
                </a:lnTo>
                <a:lnTo>
                  <a:pt x="8787384" y="9144"/>
                </a:lnTo>
                <a:close/>
              </a:path>
              <a:path w="8787765" h="1015364">
                <a:moveTo>
                  <a:pt x="9144" y="1010412"/>
                </a:moveTo>
                <a:lnTo>
                  <a:pt x="4572" y="1005840"/>
                </a:lnTo>
                <a:lnTo>
                  <a:pt x="9144" y="1005840"/>
                </a:lnTo>
                <a:lnTo>
                  <a:pt x="9144" y="1010412"/>
                </a:lnTo>
                <a:close/>
              </a:path>
              <a:path w="8787765" h="1015364">
                <a:moveTo>
                  <a:pt x="8778240" y="1010412"/>
                </a:moveTo>
                <a:lnTo>
                  <a:pt x="9144" y="1010412"/>
                </a:lnTo>
                <a:lnTo>
                  <a:pt x="9144" y="1005840"/>
                </a:lnTo>
                <a:lnTo>
                  <a:pt x="8778240" y="1005840"/>
                </a:lnTo>
                <a:lnTo>
                  <a:pt x="8778240" y="1010412"/>
                </a:lnTo>
                <a:close/>
              </a:path>
              <a:path w="8787765" h="1015364">
                <a:moveTo>
                  <a:pt x="8787384" y="1010412"/>
                </a:moveTo>
                <a:lnTo>
                  <a:pt x="8778240" y="1010412"/>
                </a:lnTo>
                <a:lnTo>
                  <a:pt x="8782812" y="1005840"/>
                </a:lnTo>
                <a:lnTo>
                  <a:pt x="8787384" y="1005840"/>
                </a:lnTo>
                <a:lnTo>
                  <a:pt x="8787384" y="10104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967739" y="2631948"/>
            <a:ext cx="8787765" cy="4307205"/>
            <a:chOff x="967739" y="2631948"/>
            <a:chExt cx="8787765" cy="430720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63111" y="4055364"/>
              <a:ext cx="1424940" cy="190042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8549" y="4398873"/>
              <a:ext cx="1642018" cy="147718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67739" y="2631948"/>
              <a:ext cx="8787765" cy="4307205"/>
            </a:xfrm>
            <a:custGeom>
              <a:avLst/>
              <a:gdLst/>
              <a:ahLst/>
              <a:cxnLst/>
              <a:rect l="l" t="t" r="r" b="b"/>
              <a:pathLst>
                <a:path w="8787765" h="4307205">
                  <a:moveTo>
                    <a:pt x="8787384" y="4306824"/>
                  </a:moveTo>
                  <a:lnTo>
                    <a:pt x="0" y="4306824"/>
                  </a:lnTo>
                  <a:lnTo>
                    <a:pt x="0" y="0"/>
                  </a:lnTo>
                  <a:lnTo>
                    <a:pt x="8787384" y="0"/>
                  </a:lnTo>
                  <a:lnTo>
                    <a:pt x="8787384" y="4572"/>
                  </a:lnTo>
                  <a:lnTo>
                    <a:pt x="9144" y="4572"/>
                  </a:lnTo>
                  <a:lnTo>
                    <a:pt x="4572" y="10668"/>
                  </a:lnTo>
                  <a:lnTo>
                    <a:pt x="9144" y="10668"/>
                  </a:lnTo>
                  <a:lnTo>
                    <a:pt x="9144" y="4297680"/>
                  </a:lnTo>
                  <a:lnTo>
                    <a:pt x="4572" y="4297680"/>
                  </a:lnTo>
                  <a:lnTo>
                    <a:pt x="9144" y="4302252"/>
                  </a:lnTo>
                  <a:lnTo>
                    <a:pt x="8787384" y="4302252"/>
                  </a:lnTo>
                  <a:lnTo>
                    <a:pt x="8787384" y="4306824"/>
                  </a:lnTo>
                  <a:close/>
                </a:path>
                <a:path w="8787765" h="4307205">
                  <a:moveTo>
                    <a:pt x="9144" y="10668"/>
                  </a:moveTo>
                  <a:lnTo>
                    <a:pt x="4572" y="10668"/>
                  </a:lnTo>
                  <a:lnTo>
                    <a:pt x="9144" y="4572"/>
                  </a:lnTo>
                  <a:lnTo>
                    <a:pt x="9144" y="10668"/>
                  </a:lnTo>
                  <a:close/>
                </a:path>
                <a:path w="8787765" h="4307205">
                  <a:moveTo>
                    <a:pt x="8778240" y="10668"/>
                  </a:moveTo>
                  <a:lnTo>
                    <a:pt x="9144" y="10668"/>
                  </a:lnTo>
                  <a:lnTo>
                    <a:pt x="9144" y="4572"/>
                  </a:lnTo>
                  <a:lnTo>
                    <a:pt x="8778240" y="4572"/>
                  </a:lnTo>
                  <a:lnTo>
                    <a:pt x="8778240" y="10668"/>
                  </a:lnTo>
                  <a:close/>
                </a:path>
                <a:path w="8787765" h="4307205">
                  <a:moveTo>
                    <a:pt x="8778240" y="4302252"/>
                  </a:moveTo>
                  <a:lnTo>
                    <a:pt x="8778240" y="4572"/>
                  </a:lnTo>
                  <a:lnTo>
                    <a:pt x="8782812" y="10668"/>
                  </a:lnTo>
                  <a:lnTo>
                    <a:pt x="8787384" y="10668"/>
                  </a:lnTo>
                  <a:lnTo>
                    <a:pt x="8787384" y="4297680"/>
                  </a:lnTo>
                  <a:lnTo>
                    <a:pt x="8782812" y="4297680"/>
                  </a:lnTo>
                  <a:lnTo>
                    <a:pt x="8778240" y="4302252"/>
                  </a:lnTo>
                  <a:close/>
                </a:path>
                <a:path w="8787765" h="4307205">
                  <a:moveTo>
                    <a:pt x="8787384" y="10668"/>
                  </a:moveTo>
                  <a:lnTo>
                    <a:pt x="8782812" y="10668"/>
                  </a:lnTo>
                  <a:lnTo>
                    <a:pt x="8778240" y="4572"/>
                  </a:lnTo>
                  <a:lnTo>
                    <a:pt x="8787384" y="4572"/>
                  </a:lnTo>
                  <a:lnTo>
                    <a:pt x="8787384" y="10668"/>
                  </a:lnTo>
                  <a:close/>
                </a:path>
                <a:path w="8787765" h="4307205">
                  <a:moveTo>
                    <a:pt x="9144" y="4302252"/>
                  </a:moveTo>
                  <a:lnTo>
                    <a:pt x="4572" y="4297680"/>
                  </a:lnTo>
                  <a:lnTo>
                    <a:pt x="9144" y="4297680"/>
                  </a:lnTo>
                  <a:lnTo>
                    <a:pt x="9144" y="4302252"/>
                  </a:lnTo>
                  <a:close/>
                </a:path>
                <a:path w="8787765" h="4307205">
                  <a:moveTo>
                    <a:pt x="8778240" y="4302252"/>
                  </a:moveTo>
                  <a:lnTo>
                    <a:pt x="9144" y="4302252"/>
                  </a:lnTo>
                  <a:lnTo>
                    <a:pt x="9144" y="4297680"/>
                  </a:lnTo>
                  <a:lnTo>
                    <a:pt x="8778240" y="4297680"/>
                  </a:lnTo>
                  <a:lnTo>
                    <a:pt x="8778240" y="4302252"/>
                  </a:lnTo>
                  <a:close/>
                </a:path>
                <a:path w="8787765" h="4307205">
                  <a:moveTo>
                    <a:pt x="8787384" y="4302252"/>
                  </a:moveTo>
                  <a:lnTo>
                    <a:pt x="8778240" y="4302252"/>
                  </a:lnTo>
                  <a:lnTo>
                    <a:pt x="8782812" y="4297680"/>
                  </a:lnTo>
                  <a:lnTo>
                    <a:pt x="8787384" y="4297680"/>
                  </a:lnTo>
                  <a:lnTo>
                    <a:pt x="8787384" y="43022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335875" y="3017043"/>
              <a:ext cx="282575" cy="0"/>
            </a:xfrm>
            <a:custGeom>
              <a:avLst/>
              <a:gdLst/>
              <a:ahLst/>
              <a:cxnLst/>
              <a:rect l="l" t="t" r="r" b="b"/>
              <a:pathLst>
                <a:path w="282575">
                  <a:moveTo>
                    <a:pt x="0" y="0"/>
                  </a:moveTo>
                  <a:lnTo>
                    <a:pt x="282321" y="0"/>
                  </a:lnTo>
                </a:path>
              </a:pathLst>
            </a:custGeom>
            <a:ln w="1207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35272" y="3012056"/>
            <a:ext cx="28384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25" dirty="0">
                <a:solidFill>
                  <a:srgbClr val="FF0000"/>
                </a:solidFill>
                <a:latin typeface="Microsoft Sans Serif"/>
                <a:cs typeface="Microsoft Sans Serif"/>
              </a:rPr>
              <a:t>2L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19271" y="6090896"/>
            <a:ext cx="1559560" cy="606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Microsoft Sans Serif"/>
                <a:cs typeface="Microsoft Sans Serif"/>
              </a:rPr>
              <a:t>Violin</a:t>
            </a:r>
            <a:endParaRPr sz="20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Microsoft Sans Serif"/>
                <a:cs typeface="Microsoft Sans Serif"/>
              </a:rPr>
              <a:t>High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frequency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38180" y="6090896"/>
            <a:ext cx="1509395" cy="606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Microsoft Sans Serif"/>
                <a:cs typeface="Microsoft Sans Serif"/>
              </a:rPr>
              <a:t>Brass</a:t>
            </a:r>
            <a:endParaRPr sz="20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Microsoft Sans Serif"/>
                <a:cs typeface="Microsoft Sans Serif"/>
              </a:rPr>
              <a:t>Low</a:t>
            </a:r>
            <a:r>
              <a:rPr sz="1800" spc="-10" dirty="0">
                <a:latin typeface="Microsoft Sans Serif"/>
                <a:cs typeface="Microsoft Sans Serif"/>
              </a:rPr>
              <a:t> frequency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91815" y="2811272"/>
            <a:ext cx="338201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000" baseline="2777" dirty="0">
                <a:solidFill>
                  <a:srgbClr val="FF3300"/>
                </a:solidFill>
                <a:latin typeface="Microsoft Sans Serif"/>
                <a:cs typeface="Microsoft Sans Serif"/>
              </a:rPr>
              <a:t>Resonant</a:t>
            </a:r>
            <a:r>
              <a:rPr sz="3000" spc="-52" baseline="2777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3000" baseline="2777" dirty="0">
                <a:solidFill>
                  <a:srgbClr val="FF3300"/>
                </a:solidFill>
                <a:latin typeface="Microsoft Sans Serif"/>
                <a:cs typeface="Microsoft Sans Serif"/>
              </a:rPr>
              <a:t>frequencies</a:t>
            </a:r>
            <a:r>
              <a:rPr sz="3000" spc="667" baseline="2777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FF0000"/>
                </a:solidFill>
                <a:latin typeface="Microsoft Sans Serif"/>
                <a:cs typeface="Microsoft Sans Serif"/>
              </a:rPr>
              <a:t>f</a:t>
            </a:r>
            <a:r>
              <a:rPr sz="1900" spc="16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=</a:t>
            </a:r>
            <a:r>
              <a:rPr sz="1900" spc="-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Microsoft Sans Serif"/>
                <a:cs typeface="Microsoft Sans Serif"/>
              </a:rPr>
              <a:t>n</a:t>
            </a:r>
            <a:r>
              <a:rPr sz="1900" spc="35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850" spc="-75" baseline="35087" dirty="0">
                <a:solidFill>
                  <a:srgbClr val="FF0000"/>
                </a:solidFill>
                <a:latin typeface="Microsoft Sans Serif"/>
                <a:cs typeface="Microsoft Sans Serif"/>
              </a:rPr>
              <a:t>v</a:t>
            </a:r>
            <a:endParaRPr sz="2850" baseline="35087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915346" y="439952"/>
            <a:ext cx="7977505" cy="61341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pc="-10" dirty="0"/>
              <a:t>17-</a:t>
            </a:r>
            <a:r>
              <a:rPr dirty="0"/>
              <a:t>6</a:t>
            </a:r>
            <a:r>
              <a:rPr spc="-55" dirty="0"/>
              <a:t> </a:t>
            </a:r>
            <a:r>
              <a:rPr dirty="0"/>
              <a:t>Sources</a:t>
            </a:r>
            <a:r>
              <a:rPr spc="-5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Musical</a:t>
            </a:r>
            <a:r>
              <a:rPr spc="-35" dirty="0"/>
              <a:t> </a:t>
            </a:r>
            <a:r>
              <a:rPr dirty="0"/>
              <a:t>Sound</a:t>
            </a:r>
            <a:r>
              <a:rPr spc="-45" dirty="0"/>
              <a:t> </a:t>
            </a:r>
            <a:r>
              <a:rPr dirty="0"/>
              <a:t>(Sound</a:t>
            </a:r>
            <a:r>
              <a:rPr spc="-40" dirty="0"/>
              <a:t> </a:t>
            </a:r>
            <a:r>
              <a:rPr dirty="0"/>
              <a:t>Waves</a:t>
            </a:r>
            <a:r>
              <a:rPr spc="-50" dirty="0"/>
              <a:t> </a:t>
            </a:r>
            <a:r>
              <a:rPr spc="-10" dirty="0"/>
              <a:t>Resonances) </a:t>
            </a:r>
            <a:r>
              <a:rPr dirty="0">
                <a:solidFill>
                  <a:srgbClr val="E10000"/>
                </a:solidFill>
              </a:rPr>
              <a:t>Size</a:t>
            </a:r>
            <a:r>
              <a:rPr spc="-55" dirty="0">
                <a:solidFill>
                  <a:srgbClr val="E10000"/>
                </a:solidFill>
              </a:rPr>
              <a:t> </a:t>
            </a:r>
            <a:r>
              <a:rPr dirty="0">
                <a:solidFill>
                  <a:srgbClr val="E10000"/>
                </a:solidFill>
              </a:rPr>
              <a:t>and</a:t>
            </a:r>
            <a:r>
              <a:rPr spc="-30" dirty="0">
                <a:solidFill>
                  <a:srgbClr val="E10000"/>
                </a:solidFill>
              </a:rPr>
              <a:t> </a:t>
            </a:r>
            <a:r>
              <a:rPr dirty="0">
                <a:solidFill>
                  <a:srgbClr val="E10000"/>
                </a:solidFill>
              </a:rPr>
              <a:t>resonant</a:t>
            </a:r>
            <a:r>
              <a:rPr spc="-30" dirty="0">
                <a:solidFill>
                  <a:srgbClr val="E10000"/>
                </a:solidFill>
              </a:rPr>
              <a:t> </a:t>
            </a:r>
            <a:r>
              <a:rPr spc="-10" dirty="0">
                <a:solidFill>
                  <a:srgbClr val="E10000"/>
                </a:solidFill>
              </a:rPr>
              <a:t>frequency</a:t>
            </a:r>
          </a:p>
        </p:txBody>
      </p:sp>
      <p:sp>
        <p:nvSpPr>
          <p:cNvPr id="16" name="object 16"/>
          <p:cNvSpPr/>
          <p:nvPr/>
        </p:nvSpPr>
        <p:spPr>
          <a:xfrm>
            <a:off x="792479" y="370331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2852" y="6819900"/>
                </a:moveTo>
                <a:lnTo>
                  <a:pt x="3048" y="6819900"/>
                </a:lnTo>
                <a:lnTo>
                  <a:pt x="0" y="6816851"/>
                </a:lnTo>
                <a:lnTo>
                  <a:pt x="0" y="3048"/>
                </a:lnTo>
                <a:lnTo>
                  <a:pt x="3048" y="0"/>
                </a:lnTo>
                <a:lnTo>
                  <a:pt x="9102852" y="0"/>
                </a:lnTo>
                <a:lnTo>
                  <a:pt x="9105900" y="3048"/>
                </a:lnTo>
                <a:lnTo>
                  <a:pt x="9105900" y="6096"/>
                </a:ln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lnTo>
                  <a:pt x="12192" y="6807708"/>
                </a:lnTo>
                <a:lnTo>
                  <a:pt x="6096" y="6807708"/>
                </a:lnTo>
                <a:lnTo>
                  <a:pt x="12192" y="6813803"/>
                </a:lnTo>
                <a:lnTo>
                  <a:pt x="9105900" y="6813803"/>
                </a:lnTo>
                <a:lnTo>
                  <a:pt x="9105900" y="6816851"/>
                </a:lnTo>
                <a:lnTo>
                  <a:pt x="9102852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close/>
              </a:path>
              <a:path w="9105900" h="6819900">
                <a:moveTo>
                  <a:pt x="9093707" y="12192"/>
                </a:moveTo>
                <a:lnTo>
                  <a:pt x="12192" y="12192"/>
                </a:lnTo>
                <a:lnTo>
                  <a:pt x="12192" y="6096"/>
                </a:lnTo>
                <a:lnTo>
                  <a:pt x="9093707" y="6096"/>
                </a:lnTo>
                <a:lnTo>
                  <a:pt x="9093707" y="12192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9093707" y="6096"/>
                </a:lnTo>
                <a:lnTo>
                  <a:pt x="9099804" y="12192"/>
                </a:lnTo>
                <a:lnTo>
                  <a:pt x="9105900" y="12192"/>
                </a:lnTo>
                <a:lnTo>
                  <a:pt x="9105900" y="6807708"/>
                </a:lnTo>
                <a:lnTo>
                  <a:pt x="9099804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12192"/>
                </a:moveTo>
                <a:lnTo>
                  <a:pt x="9099804" y="12192"/>
                </a:lnTo>
                <a:lnTo>
                  <a:pt x="9093707" y="6096"/>
                </a:lnTo>
                <a:lnTo>
                  <a:pt x="9105900" y="6096"/>
                </a:lnTo>
                <a:lnTo>
                  <a:pt x="9105900" y="12192"/>
                </a:lnTo>
                <a:close/>
              </a:path>
              <a:path w="9105900" h="6819900">
                <a:moveTo>
                  <a:pt x="12192" y="6813803"/>
                </a:moveTo>
                <a:lnTo>
                  <a:pt x="6096" y="6807708"/>
                </a:lnTo>
                <a:lnTo>
                  <a:pt x="12192" y="6807708"/>
                </a:lnTo>
                <a:lnTo>
                  <a:pt x="12192" y="6813803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12192" y="6813803"/>
                </a:lnTo>
                <a:lnTo>
                  <a:pt x="12192" y="6807708"/>
                </a:lnTo>
                <a:lnTo>
                  <a:pt x="9093707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6813803"/>
                </a:moveTo>
                <a:lnTo>
                  <a:pt x="9093707" y="6813803"/>
                </a:lnTo>
                <a:lnTo>
                  <a:pt x="9099804" y="6807708"/>
                </a:lnTo>
                <a:lnTo>
                  <a:pt x="9105900" y="6807708"/>
                </a:lnTo>
                <a:lnTo>
                  <a:pt x="9105900" y="6813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84197" y="1518946"/>
            <a:ext cx="786765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Which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harmonic of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pipe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</a:t>
            </a:r>
            <a:r>
              <a:rPr sz="2000" spc="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has the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same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frequency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of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10" dirty="0">
                <a:latin typeface="Microsoft Sans Serif"/>
                <a:cs typeface="Microsoft Sans Serif"/>
              </a:rPr>
              <a:t> fundamental </a:t>
            </a:r>
            <a:r>
              <a:rPr sz="2000" dirty="0">
                <a:latin typeface="Microsoft Sans Serif"/>
                <a:cs typeface="Microsoft Sans Serif"/>
              </a:rPr>
              <a:t>of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pipe</a:t>
            </a:r>
            <a:r>
              <a:rPr sz="2000" spc="-8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A?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0963" y="1426463"/>
            <a:ext cx="8789035" cy="3027045"/>
          </a:xfrm>
          <a:custGeom>
            <a:avLst/>
            <a:gdLst/>
            <a:ahLst/>
            <a:cxnLst/>
            <a:rect l="l" t="t" r="r" b="b"/>
            <a:pathLst>
              <a:path w="8789035" h="3027045">
                <a:moveTo>
                  <a:pt x="2657856" y="2033028"/>
                </a:moveTo>
                <a:lnTo>
                  <a:pt x="2634450" y="2019312"/>
                </a:lnTo>
                <a:lnTo>
                  <a:pt x="2551176" y="1970544"/>
                </a:lnTo>
                <a:lnTo>
                  <a:pt x="2543556" y="1967496"/>
                </a:lnTo>
                <a:lnTo>
                  <a:pt x="2535948" y="1969020"/>
                </a:lnTo>
                <a:lnTo>
                  <a:pt x="2531364" y="1976640"/>
                </a:lnTo>
                <a:lnTo>
                  <a:pt x="2526804" y="1982736"/>
                </a:lnTo>
                <a:lnTo>
                  <a:pt x="2529840" y="1991880"/>
                </a:lnTo>
                <a:lnTo>
                  <a:pt x="2535948" y="1994928"/>
                </a:lnTo>
                <a:lnTo>
                  <a:pt x="2578049" y="2019312"/>
                </a:lnTo>
                <a:lnTo>
                  <a:pt x="908075" y="2019312"/>
                </a:lnTo>
                <a:lnTo>
                  <a:pt x="949452" y="1994928"/>
                </a:lnTo>
                <a:lnTo>
                  <a:pt x="957072" y="1991880"/>
                </a:lnTo>
                <a:lnTo>
                  <a:pt x="958596" y="1982736"/>
                </a:lnTo>
                <a:lnTo>
                  <a:pt x="955548" y="1976640"/>
                </a:lnTo>
                <a:lnTo>
                  <a:pt x="950976" y="1969020"/>
                </a:lnTo>
                <a:lnTo>
                  <a:pt x="941832" y="1967496"/>
                </a:lnTo>
                <a:lnTo>
                  <a:pt x="935736" y="1970544"/>
                </a:lnTo>
                <a:lnTo>
                  <a:pt x="829056" y="2033028"/>
                </a:lnTo>
                <a:lnTo>
                  <a:pt x="935736" y="2095512"/>
                </a:lnTo>
                <a:lnTo>
                  <a:pt x="941832" y="2100084"/>
                </a:lnTo>
                <a:lnTo>
                  <a:pt x="950976" y="2097036"/>
                </a:lnTo>
                <a:lnTo>
                  <a:pt x="955548" y="2090940"/>
                </a:lnTo>
                <a:lnTo>
                  <a:pt x="958596" y="2083320"/>
                </a:lnTo>
                <a:lnTo>
                  <a:pt x="957072" y="2074176"/>
                </a:lnTo>
                <a:lnTo>
                  <a:pt x="949452" y="2071128"/>
                </a:lnTo>
                <a:lnTo>
                  <a:pt x="908075" y="2046744"/>
                </a:lnTo>
                <a:lnTo>
                  <a:pt x="2578049" y="2046744"/>
                </a:lnTo>
                <a:lnTo>
                  <a:pt x="2535948" y="2071128"/>
                </a:lnTo>
                <a:lnTo>
                  <a:pt x="2529840" y="2074176"/>
                </a:lnTo>
                <a:lnTo>
                  <a:pt x="2526804" y="2083320"/>
                </a:lnTo>
                <a:lnTo>
                  <a:pt x="2531364" y="2090940"/>
                </a:lnTo>
                <a:lnTo>
                  <a:pt x="2535948" y="2097036"/>
                </a:lnTo>
                <a:lnTo>
                  <a:pt x="2543556" y="2100084"/>
                </a:lnTo>
                <a:lnTo>
                  <a:pt x="2551176" y="2095512"/>
                </a:lnTo>
                <a:lnTo>
                  <a:pt x="2634450" y="2046744"/>
                </a:lnTo>
                <a:lnTo>
                  <a:pt x="2657856" y="2033028"/>
                </a:lnTo>
                <a:close/>
              </a:path>
              <a:path w="8789035" h="3027045">
                <a:moveTo>
                  <a:pt x="8788908" y="0"/>
                </a:moveTo>
                <a:lnTo>
                  <a:pt x="8779777" y="0"/>
                </a:lnTo>
                <a:lnTo>
                  <a:pt x="8779777" y="9144"/>
                </a:lnTo>
                <a:lnTo>
                  <a:pt x="8779777" y="3017520"/>
                </a:lnTo>
                <a:lnTo>
                  <a:pt x="9144" y="3017520"/>
                </a:lnTo>
                <a:lnTo>
                  <a:pt x="9144" y="9144"/>
                </a:lnTo>
                <a:lnTo>
                  <a:pt x="8779777" y="9144"/>
                </a:lnTo>
                <a:lnTo>
                  <a:pt x="8779777" y="0"/>
                </a:lnTo>
                <a:lnTo>
                  <a:pt x="0" y="0"/>
                </a:lnTo>
                <a:lnTo>
                  <a:pt x="0" y="3026676"/>
                </a:lnTo>
                <a:lnTo>
                  <a:pt x="8788908" y="3026676"/>
                </a:lnTo>
                <a:lnTo>
                  <a:pt x="8788908" y="3022092"/>
                </a:lnTo>
                <a:lnTo>
                  <a:pt x="8788908" y="3017520"/>
                </a:lnTo>
                <a:lnTo>
                  <a:pt x="8788908" y="9144"/>
                </a:lnTo>
                <a:lnTo>
                  <a:pt x="8788908" y="4572"/>
                </a:lnTo>
                <a:lnTo>
                  <a:pt x="87889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268676" y="2250408"/>
            <a:ext cx="7607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Pipe</a:t>
            </a:r>
            <a:r>
              <a:rPr sz="2000" spc="-125" dirty="0">
                <a:latin typeface="Microsoft Sans Serif"/>
                <a:cs typeface="Microsoft Sans Serif"/>
              </a:rPr>
              <a:t> </a:t>
            </a:r>
            <a:r>
              <a:rPr sz="2000" spc="-50" dirty="0">
                <a:latin typeface="Microsoft Sans Serif"/>
                <a:cs typeface="Microsoft Sans Serif"/>
              </a:rPr>
              <a:t>A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780032" y="2668536"/>
            <a:ext cx="7269480" cy="810895"/>
          </a:xfrm>
          <a:custGeom>
            <a:avLst/>
            <a:gdLst/>
            <a:ahLst/>
            <a:cxnLst/>
            <a:rect l="l" t="t" r="r" b="b"/>
            <a:pathLst>
              <a:path w="7269480" h="810895">
                <a:moveTo>
                  <a:pt x="1828800" y="411467"/>
                </a:moveTo>
                <a:lnTo>
                  <a:pt x="0" y="411467"/>
                </a:lnTo>
                <a:lnTo>
                  <a:pt x="0" y="440423"/>
                </a:lnTo>
                <a:lnTo>
                  <a:pt x="1828800" y="440423"/>
                </a:lnTo>
                <a:lnTo>
                  <a:pt x="1828800" y="411467"/>
                </a:lnTo>
                <a:close/>
              </a:path>
              <a:path w="7269480" h="810895">
                <a:moveTo>
                  <a:pt x="1828800" y="0"/>
                </a:moveTo>
                <a:lnTo>
                  <a:pt x="0" y="0"/>
                </a:lnTo>
                <a:lnTo>
                  <a:pt x="0" y="28956"/>
                </a:lnTo>
                <a:lnTo>
                  <a:pt x="1828800" y="28956"/>
                </a:lnTo>
                <a:lnTo>
                  <a:pt x="1828800" y="0"/>
                </a:lnTo>
                <a:close/>
              </a:path>
              <a:path w="7269480" h="810895">
                <a:moveTo>
                  <a:pt x="7220712" y="411467"/>
                </a:moveTo>
                <a:lnTo>
                  <a:pt x="3564636" y="411467"/>
                </a:lnTo>
                <a:lnTo>
                  <a:pt x="3564636" y="440423"/>
                </a:lnTo>
                <a:lnTo>
                  <a:pt x="7220712" y="440423"/>
                </a:lnTo>
                <a:lnTo>
                  <a:pt x="7220712" y="411467"/>
                </a:lnTo>
                <a:close/>
              </a:path>
              <a:path w="7269480" h="810895">
                <a:moveTo>
                  <a:pt x="7220712" y="0"/>
                </a:moveTo>
                <a:lnTo>
                  <a:pt x="3564636" y="0"/>
                </a:lnTo>
                <a:lnTo>
                  <a:pt x="3564636" y="28956"/>
                </a:lnTo>
                <a:lnTo>
                  <a:pt x="7220712" y="28956"/>
                </a:lnTo>
                <a:lnTo>
                  <a:pt x="7220712" y="0"/>
                </a:lnTo>
                <a:close/>
              </a:path>
              <a:path w="7269480" h="810895">
                <a:moveTo>
                  <a:pt x="7269467" y="745223"/>
                </a:moveTo>
                <a:lnTo>
                  <a:pt x="7243458" y="729983"/>
                </a:lnTo>
                <a:lnTo>
                  <a:pt x="7162800" y="682739"/>
                </a:lnTo>
                <a:lnTo>
                  <a:pt x="7155167" y="678167"/>
                </a:lnTo>
                <a:lnTo>
                  <a:pt x="7146036" y="681215"/>
                </a:lnTo>
                <a:lnTo>
                  <a:pt x="7142975" y="687311"/>
                </a:lnTo>
                <a:lnTo>
                  <a:pt x="7138416" y="694931"/>
                </a:lnTo>
                <a:lnTo>
                  <a:pt x="7141451" y="704075"/>
                </a:lnTo>
                <a:lnTo>
                  <a:pt x="7147560" y="707123"/>
                </a:lnTo>
                <a:lnTo>
                  <a:pt x="7186346" y="729983"/>
                </a:lnTo>
                <a:lnTo>
                  <a:pt x="3695001" y="729983"/>
                </a:lnTo>
                <a:lnTo>
                  <a:pt x="3733787" y="707123"/>
                </a:lnTo>
                <a:lnTo>
                  <a:pt x="3741407" y="704075"/>
                </a:lnTo>
                <a:lnTo>
                  <a:pt x="3742931" y="694931"/>
                </a:lnTo>
                <a:lnTo>
                  <a:pt x="3739883" y="687311"/>
                </a:lnTo>
                <a:lnTo>
                  <a:pt x="3735311" y="681215"/>
                </a:lnTo>
                <a:lnTo>
                  <a:pt x="3726167" y="678167"/>
                </a:lnTo>
                <a:lnTo>
                  <a:pt x="3720071" y="682739"/>
                </a:lnTo>
                <a:lnTo>
                  <a:pt x="3613391" y="745223"/>
                </a:lnTo>
                <a:lnTo>
                  <a:pt x="3720071" y="807707"/>
                </a:lnTo>
                <a:lnTo>
                  <a:pt x="3726167" y="810755"/>
                </a:lnTo>
                <a:lnTo>
                  <a:pt x="3735311" y="809231"/>
                </a:lnTo>
                <a:lnTo>
                  <a:pt x="3739883" y="801611"/>
                </a:lnTo>
                <a:lnTo>
                  <a:pt x="3742931" y="795515"/>
                </a:lnTo>
                <a:lnTo>
                  <a:pt x="3741407" y="786371"/>
                </a:lnTo>
                <a:lnTo>
                  <a:pt x="3733787" y="783323"/>
                </a:lnTo>
                <a:lnTo>
                  <a:pt x="3692410" y="758939"/>
                </a:lnTo>
                <a:lnTo>
                  <a:pt x="7188924" y="758939"/>
                </a:lnTo>
                <a:lnTo>
                  <a:pt x="7147560" y="783323"/>
                </a:lnTo>
                <a:lnTo>
                  <a:pt x="7141451" y="786371"/>
                </a:lnTo>
                <a:lnTo>
                  <a:pt x="7138416" y="795515"/>
                </a:lnTo>
                <a:lnTo>
                  <a:pt x="7142975" y="801611"/>
                </a:lnTo>
                <a:lnTo>
                  <a:pt x="7146036" y="809231"/>
                </a:lnTo>
                <a:lnTo>
                  <a:pt x="7155167" y="810755"/>
                </a:lnTo>
                <a:lnTo>
                  <a:pt x="7162800" y="807707"/>
                </a:lnTo>
                <a:lnTo>
                  <a:pt x="7246061" y="758939"/>
                </a:lnTo>
                <a:lnTo>
                  <a:pt x="7269467" y="7452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475019" y="2218471"/>
            <a:ext cx="7759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Pipe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50" dirty="0">
                <a:latin typeface="Microsoft Sans Serif"/>
                <a:cs typeface="Microsoft Sans Serif"/>
              </a:rPr>
              <a:t>B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86016" y="3232403"/>
            <a:ext cx="654050" cy="40132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810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300"/>
              </a:spcBef>
            </a:pPr>
            <a:r>
              <a:rPr sz="2000" dirty="0">
                <a:latin typeface="Microsoft Sans Serif"/>
                <a:cs typeface="Microsoft Sans Serif"/>
              </a:rPr>
              <a:t>2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35" dirty="0">
                <a:latin typeface="Microsoft Sans Serif"/>
                <a:cs typeface="Microsoft Sans Serif"/>
              </a:rPr>
              <a:t>L</a:t>
            </a:r>
            <a:r>
              <a:rPr sz="1950" spc="-52" baseline="-21367" dirty="0">
                <a:latin typeface="Microsoft Sans Serif"/>
                <a:cs typeface="Microsoft Sans Serif"/>
              </a:rPr>
              <a:t>A</a:t>
            </a:r>
            <a:endParaRPr sz="1950" baseline="-21367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70988" y="3278123"/>
            <a:ext cx="440690" cy="40132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810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300"/>
              </a:spcBef>
            </a:pPr>
            <a:r>
              <a:rPr sz="2000" spc="-25" dirty="0">
                <a:latin typeface="Microsoft Sans Serif"/>
                <a:cs typeface="Microsoft Sans Serif"/>
              </a:rPr>
              <a:t>L</a:t>
            </a:r>
            <a:r>
              <a:rPr sz="1950" spc="-37" baseline="-21367" dirty="0">
                <a:latin typeface="Microsoft Sans Serif"/>
                <a:cs typeface="Microsoft Sans Serif"/>
              </a:rPr>
              <a:t>A</a:t>
            </a:r>
            <a:endParaRPr sz="1950" baseline="-21367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48677" y="3772859"/>
            <a:ext cx="17824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f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=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fundamental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09884" y="3772859"/>
            <a:ext cx="22923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f =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which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harmonic?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94703" y="5212208"/>
            <a:ext cx="961390" cy="6654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3555">
              <a:lnSpc>
                <a:spcPts val="1745"/>
              </a:lnSpc>
              <a:spcBef>
                <a:spcPts val="125"/>
              </a:spcBef>
              <a:tabLst>
                <a:tab pos="922655" algn="l"/>
              </a:tabLst>
            </a:pPr>
            <a:r>
              <a:rPr sz="1900" u="sng" spc="8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icrosoft Sans Serif"/>
                <a:cs typeface="Microsoft Sans Serif"/>
              </a:rPr>
              <a:t>  </a:t>
            </a:r>
            <a:r>
              <a:rPr sz="1900" u="sng" spc="-5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icrosoft Sans Serif"/>
                <a:cs typeface="Microsoft Sans Serif"/>
              </a:rPr>
              <a:t>v</a:t>
            </a:r>
            <a:r>
              <a:rPr sz="19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icrosoft Sans Serif"/>
                <a:cs typeface="Microsoft Sans Serif"/>
              </a:rPr>
              <a:t>	</a:t>
            </a:r>
            <a:endParaRPr sz="1900">
              <a:latin typeface="Microsoft Sans Serif"/>
              <a:cs typeface="Microsoft Sans Serif"/>
            </a:endParaRPr>
          </a:p>
          <a:p>
            <a:pPr marL="38100">
              <a:lnSpc>
                <a:spcPts val="1360"/>
              </a:lnSpc>
            </a:pPr>
            <a:r>
              <a:rPr sz="1900" dirty="0">
                <a:solidFill>
                  <a:srgbClr val="FF0000"/>
                </a:solidFill>
                <a:latin typeface="Microsoft Sans Serif"/>
                <a:cs typeface="Microsoft Sans Serif"/>
              </a:rPr>
              <a:t>f</a:t>
            </a:r>
            <a:r>
              <a:rPr sz="1900" spc="15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=</a:t>
            </a:r>
            <a:r>
              <a:rPr sz="1900" spc="-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spc="-50" dirty="0">
                <a:solidFill>
                  <a:srgbClr val="FF0000"/>
                </a:solidFill>
                <a:latin typeface="Microsoft Sans Serif"/>
                <a:cs typeface="Microsoft Sans Serif"/>
              </a:rPr>
              <a:t>1</a:t>
            </a:r>
            <a:endParaRPr sz="1900">
              <a:latin typeface="Microsoft Sans Serif"/>
              <a:cs typeface="Microsoft Sans Serif"/>
            </a:endParaRPr>
          </a:p>
          <a:p>
            <a:pPr marL="514984">
              <a:lnSpc>
                <a:spcPts val="1895"/>
              </a:lnSpc>
            </a:pPr>
            <a:r>
              <a:rPr sz="1900" spc="-25" dirty="0">
                <a:solidFill>
                  <a:srgbClr val="FF0000"/>
                </a:solidFill>
                <a:latin typeface="Microsoft Sans Serif"/>
                <a:cs typeface="Microsoft Sans Serif"/>
              </a:rPr>
              <a:t>2L</a:t>
            </a:r>
            <a:r>
              <a:rPr sz="1650" spc="-37" baseline="-25252" dirty="0">
                <a:solidFill>
                  <a:srgbClr val="FF0000"/>
                </a:solidFill>
                <a:latin typeface="Microsoft Sans Serif"/>
                <a:cs typeface="Microsoft Sans Serif"/>
              </a:rPr>
              <a:t>A</a:t>
            </a:r>
            <a:endParaRPr sz="1650" baseline="-25252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07148" y="6384226"/>
            <a:ext cx="713105" cy="0"/>
          </a:xfrm>
          <a:custGeom>
            <a:avLst/>
            <a:gdLst/>
            <a:ahLst/>
            <a:cxnLst/>
            <a:rect l="l" t="t" r="r" b="b"/>
            <a:pathLst>
              <a:path w="713104">
                <a:moveTo>
                  <a:pt x="0" y="0"/>
                </a:moveTo>
                <a:lnTo>
                  <a:pt x="712851" y="0"/>
                </a:lnTo>
              </a:path>
            </a:pathLst>
          </a:custGeom>
          <a:ln w="1208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188200" y="6033644"/>
            <a:ext cx="147955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spc="-50" dirty="0">
                <a:solidFill>
                  <a:srgbClr val="FF0000"/>
                </a:solidFill>
                <a:latin typeface="Microsoft Sans Serif"/>
                <a:cs typeface="Microsoft Sans Serif"/>
              </a:rPr>
              <a:t>v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80859" y="6379593"/>
            <a:ext cx="77470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900" dirty="0">
                <a:solidFill>
                  <a:srgbClr val="FF0000"/>
                </a:solidFill>
                <a:latin typeface="Microsoft Sans Serif"/>
                <a:cs typeface="Microsoft Sans Serif"/>
              </a:rPr>
              <a:t>2(2L</a:t>
            </a:r>
            <a:r>
              <a:rPr sz="1650" baseline="-25252" dirty="0">
                <a:solidFill>
                  <a:srgbClr val="FF0000"/>
                </a:solidFill>
                <a:latin typeface="Microsoft Sans Serif"/>
                <a:cs typeface="Microsoft Sans Serif"/>
              </a:rPr>
              <a:t>A</a:t>
            </a:r>
            <a:r>
              <a:rPr sz="1650" spc="-75" baseline="-25252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1900" spc="-50" dirty="0">
                <a:solidFill>
                  <a:srgbClr val="FF0000"/>
                </a:solidFill>
                <a:latin typeface="Microsoft Sans Serif"/>
                <a:cs typeface="Microsoft Sans Serif"/>
              </a:rPr>
              <a:t>)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78955" y="6187569"/>
            <a:ext cx="50927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dirty="0">
                <a:solidFill>
                  <a:srgbClr val="FF0000"/>
                </a:solidFill>
                <a:latin typeface="Microsoft Sans Serif"/>
                <a:cs typeface="Microsoft Sans Serif"/>
              </a:rPr>
              <a:t>f</a:t>
            </a:r>
            <a:r>
              <a:rPr sz="1900" spc="15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=</a:t>
            </a:r>
            <a:r>
              <a:rPr sz="1900" spc="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spc="-50" dirty="0">
                <a:solidFill>
                  <a:srgbClr val="FF0000"/>
                </a:solidFill>
                <a:latin typeface="Microsoft Sans Serif"/>
                <a:cs typeface="Microsoft Sans Serif"/>
              </a:rPr>
              <a:t>2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26707" y="4433313"/>
            <a:ext cx="2607310" cy="852169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Solution</a:t>
            </a:r>
            <a:endParaRPr sz="2000">
              <a:latin typeface="Microsoft Sans Serif"/>
              <a:cs typeface="Microsoft Sans Serif"/>
            </a:endParaRPr>
          </a:p>
          <a:p>
            <a:pPr marL="147955">
              <a:lnSpc>
                <a:spcPct val="100000"/>
              </a:lnSpc>
              <a:spcBef>
                <a:spcPts val="855"/>
              </a:spcBef>
            </a:pP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second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harmonic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896195" y="4838224"/>
            <a:ext cx="282575" cy="0"/>
          </a:xfrm>
          <a:custGeom>
            <a:avLst/>
            <a:gdLst/>
            <a:ahLst/>
            <a:cxnLst/>
            <a:rect l="l" t="t" r="r" b="b"/>
            <a:pathLst>
              <a:path w="282575">
                <a:moveTo>
                  <a:pt x="0" y="0"/>
                </a:moveTo>
                <a:lnTo>
                  <a:pt x="282321" y="0"/>
                </a:lnTo>
              </a:path>
            </a:pathLst>
          </a:custGeom>
          <a:ln w="1207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895592" y="4833236"/>
            <a:ext cx="28384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25" dirty="0">
                <a:solidFill>
                  <a:srgbClr val="FF0000"/>
                </a:solidFill>
                <a:latin typeface="Microsoft Sans Serif"/>
                <a:cs typeface="Microsoft Sans Serif"/>
              </a:rPr>
              <a:t>2L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50507" y="4642736"/>
            <a:ext cx="78359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900" dirty="0">
                <a:solidFill>
                  <a:srgbClr val="FF0000"/>
                </a:solidFill>
                <a:latin typeface="Microsoft Sans Serif"/>
                <a:cs typeface="Microsoft Sans Serif"/>
              </a:rPr>
              <a:t>f</a:t>
            </a:r>
            <a:r>
              <a:rPr sz="1900" spc="16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=</a:t>
            </a:r>
            <a:r>
              <a:rPr sz="1900" spc="-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Microsoft Sans Serif"/>
                <a:cs typeface="Microsoft Sans Serif"/>
              </a:rPr>
              <a:t>n</a:t>
            </a:r>
            <a:r>
              <a:rPr sz="1900" spc="36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850" spc="-75" baseline="35087" dirty="0">
                <a:solidFill>
                  <a:srgbClr val="FF0000"/>
                </a:solidFill>
                <a:latin typeface="Microsoft Sans Serif"/>
                <a:cs typeface="Microsoft Sans Serif"/>
              </a:rPr>
              <a:t>v</a:t>
            </a:r>
            <a:endParaRPr sz="2850" baseline="35087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826736" y="5405166"/>
            <a:ext cx="7607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Pipe</a:t>
            </a:r>
            <a:r>
              <a:rPr sz="2000" spc="-125" dirty="0">
                <a:latin typeface="Microsoft Sans Serif"/>
                <a:cs typeface="Microsoft Sans Serif"/>
              </a:rPr>
              <a:t> </a:t>
            </a:r>
            <a:r>
              <a:rPr sz="2000" spc="-50" dirty="0">
                <a:latin typeface="Microsoft Sans Serif"/>
                <a:cs typeface="Microsoft Sans Serif"/>
              </a:rPr>
              <a:t>A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846620" y="6182360"/>
            <a:ext cx="7759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Pipe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50" dirty="0">
                <a:latin typeface="Microsoft Sans Serif"/>
                <a:cs typeface="Microsoft Sans Serif"/>
              </a:rPr>
              <a:t>B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915346" y="439952"/>
            <a:ext cx="7977505" cy="61341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pc="-10" dirty="0"/>
              <a:t>17-</a:t>
            </a:r>
            <a:r>
              <a:rPr dirty="0"/>
              <a:t>6</a:t>
            </a:r>
            <a:r>
              <a:rPr spc="-55" dirty="0"/>
              <a:t> </a:t>
            </a:r>
            <a:r>
              <a:rPr dirty="0"/>
              <a:t>Sources</a:t>
            </a:r>
            <a:r>
              <a:rPr spc="-5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Musical</a:t>
            </a:r>
            <a:r>
              <a:rPr spc="-35" dirty="0"/>
              <a:t> </a:t>
            </a:r>
            <a:r>
              <a:rPr dirty="0"/>
              <a:t>Sound</a:t>
            </a:r>
            <a:r>
              <a:rPr spc="-45" dirty="0"/>
              <a:t> </a:t>
            </a:r>
            <a:r>
              <a:rPr dirty="0"/>
              <a:t>(Sound</a:t>
            </a:r>
            <a:r>
              <a:rPr spc="-40" dirty="0"/>
              <a:t> </a:t>
            </a:r>
            <a:r>
              <a:rPr dirty="0"/>
              <a:t>Waves</a:t>
            </a:r>
            <a:r>
              <a:rPr spc="-50" dirty="0"/>
              <a:t> </a:t>
            </a:r>
            <a:r>
              <a:rPr spc="-10" dirty="0"/>
              <a:t>Resonances) </a:t>
            </a:r>
            <a:r>
              <a:rPr dirty="0">
                <a:solidFill>
                  <a:srgbClr val="E10000"/>
                </a:solidFill>
              </a:rPr>
              <a:t>Checkpoint</a:t>
            </a:r>
            <a:r>
              <a:rPr spc="-95" dirty="0">
                <a:solidFill>
                  <a:srgbClr val="E10000"/>
                </a:solidFill>
              </a:rPr>
              <a:t> </a:t>
            </a:r>
            <a:r>
              <a:rPr spc="-50" dirty="0">
                <a:solidFill>
                  <a:srgbClr val="E10000"/>
                </a:solidFill>
              </a:rPr>
              <a:t>4</a:t>
            </a:r>
          </a:p>
        </p:txBody>
      </p:sp>
      <p:sp>
        <p:nvSpPr>
          <p:cNvPr id="24" name="object 24"/>
          <p:cNvSpPr/>
          <p:nvPr/>
        </p:nvSpPr>
        <p:spPr>
          <a:xfrm>
            <a:off x="792467" y="370331"/>
            <a:ext cx="9106535" cy="6819900"/>
          </a:xfrm>
          <a:custGeom>
            <a:avLst/>
            <a:gdLst/>
            <a:ahLst/>
            <a:cxnLst/>
            <a:rect l="l" t="t" r="r" b="b"/>
            <a:pathLst>
              <a:path w="9106535" h="6819900">
                <a:moveTo>
                  <a:pt x="8930653" y="4142244"/>
                </a:moveTo>
                <a:lnTo>
                  <a:pt x="8921509" y="4142244"/>
                </a:lnTo>
                <a:lnTo>
                  <a:pt x="8921509" y="4151388"/>
                </a:lnTo>
                <a:lnTo>
                  <a:pt x="8921509" y="6627876"/>
                </a:lnTo>
                <a:lnTo>
                  <a:pt x="152400" y="6627876"/>
                </a:lnTo>
                <a:lnTo>
                  <a:pt x="152400" y="4151388"/>
                </a:lnTo>
                <a:lnTo>
                  <a:pt x="8921509" y="4151388"/>
                </a:lnTo>
                <a:lnTo>
                  <a:pt x="8921509" y="4142244"/>
                </a:lnTo>
                <a:lnTo>
                  <a:pt x="143256" y="4142244"/>
                </a:lnTo>
                <a:lnTo>
                  <a:pt x="143256" y="6637033"/>
                </a:lnTo>
                <a:lnTo>
                  <a:pt x="8930653" y="6637033"/>
                </a:lnTo>
                <a:lnTo>
                  <a:pt x="8930653" y="6632461"/>
                </a:lnTo>
                <a:lnTo>
                  <a:pt x="8930653" y="6627876"/>
                </a:lnTo>
                <a:lnTo>
                  <a:pt x="8930653" y="4151388"/>
                </a:lnTo>
                <a:lnTo>
                  <a:pt x="8930653" y="4146816"/>
                </a:lnTo>
                <a:lnTo>
                  <a:pt x="8930653" y="4142244"/>
                </a:lnTo>
                <a:close/>
              </a:path>
              <a:path w="9106535" h="6819900">
                <a:moveTo>
                  <a:pt x="9105913" y="3048"/>
                </a:moveTo>
                <a:lnTo>
                  <a:pt x="9102865" y="0"/>
                </a:lnTo>
                <a:lnTo>
                  <a:pt x="9093708" y="0"/>
                </a:lnTo>
                <a:lnTo>
                  <a:pt x="9093708" y="12192"/>
                </a:lnTo>
                <a:lnTo>
                  <a:pt x="9093708" y="6807721"/>
                </a:lnTo>
                <a:lnTo>
                  <a:pt x="12192" y="6807721"/>
                </a:lnTo>
                <a:lnTo>
                  <a:pt x="12192" y="12192"/>
                </a:lnTo>
                <a:lnTo>
                  <a:pt x="9093708" y="12192"/>
                </a:lnTo>
                <a:lnTo>
                  <a:pt x="9093708" y="0"/>
                </a:lnTo>
                <a:lnTo>
                  <a:pt x="3048" y="0"/>
                </a:lnTo>
                <a:lnTo>
                  <a:pt x="0" y="3048"/>
                </a:lnTo>
                <a:lnTo>
                  <a:pt x="0" y="6816852"/>
                </a:lnTo>
                <a:lnTo>
                  <a:pt x="3048" y="6819900"/>
                </a:lnTo>
                <a:lnTo>
                  <a:pt x="9102865" y="6819900"/>
                </a:lnTo>
                <a:lnTo>
                  <a:pt x="9105913" y="6816852"/>
                </a:lnTo>
                <a:lnTo>
                  <a:pt x="9105913" y="6813804"/>
                </a:lnTo>
                <a:lnTo>
                  <a:pt x="9105913" y="6807721"/>
                </a:lnTo>
                <a:lnTo>
                  <a:pt x="9105913" y="12192"/>
                </a:lnTo>
                <a:lnTo>
                  <a:pt x="9105913" y="6096"/>
                </a:lnTo>
                <a:lnTo>
                  <a:pt x="9105913" y="30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84197" y="1176081"/>
            <a:ext cx="7896859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Background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noises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from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room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setup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fundamental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standing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wave </a:t>
            </a:r>
            <a:r>
              <a:rPr sz="2000" dirty="0">
                <a:latin typeface="Microsoft Sans Serif"/>
                <a:cs typeface="Microsoft Sans Serif"/>
              </a:rPr>
              <a:t>in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3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cardboard.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84197" y="1785633"/>
            <a:ext cx="332612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Use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speed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of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sound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343 </a:t>
            </a:r>
            <a:r>
              <a:rPr sz="2000" spc="-20" dirty="0">
                <a:latin typeface="Microsoft Sans Serif"/>
                <a:cs typeface="Microsoft Sans Serif"/>
              </a:rPr>
              <a:t>m/s.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50963" y="1104899"/>
            <a:ext cx="8789035" cy="1931035"/>
          </a:xfrm>
          <a:custGeom>
            <a:avLst/>
            <a:gdLst/>
            <a:ahLst/>
            <a:cxnLst/>
            <a:rect l="l" t="t" r="r" b="b"/>
            <a:pathLst>
              <a:path w="8789035" h="1931035">
                <a:moveTo>
                  <a:pt x="6845821" y="1781568"/>
                </a:moveTo>
                <a:lnTo>
                  <a:pt x="6822402" y="1767852"/>
                </a:lnTo>
                <a:lnTo>
                  <a:pt x="6739141" y="1719084"/>
                </a:lnTo>
                <a:lnTo>
                  <a:pt x="6731521" y="1714512"/>
                </a:lnTo>
                <a:lnTo>
                  <a:pt x="6723901" y="1717560"/>
                </a:lnTo>
                <a:lnTo>
                  <a:pt x="6719329" y="1723656"/>
                </a:lnTo>
                <a:lnTo>
                  <a:pt x="6714757" y="1731276"/>
                </a:lnTo>
                <a:lnTo>
                  <a:pt x="6717805" y="1740420"/>
                </a:lnTo>
                <a:lnTo>
                  <a:pt x="6723901" y="1743468"/>
                </a:lnTo>
                <a:lnTo>
                  <a:pt x="6766001" y="1767852"/>
                </a:lnTo>
                <a:lnTo>
                  <a:pt x="5096027" y="1767852"/>
                </a:lnTo>
                <a:lnTo>
                  <a:pt x="5137416" y="1743468"/>
                </a:lnTo>
                <a:lnTo>
                  <a:pt x="5145036" y="1740420"/>
                </a:lnTo>
                <a:lnTo>
                  <a:pt x="5146560" y="1731276"/>
                </a:lnTo>
                <a:lnTo>
                  <a:pt x="5143512" y="1723656"/>
                </a:lnTo>
                <a:lnTo>
                  <a:pt x="5138940" y="1717560"/>
                </a:lnTo>
                <a:lnTo>
                  <a:pt x="5129796" y="1714512"/>
                </a:lnTo>
                <a:lnTo>
                  <a:pt x="5123700" y="1719084"/>
                </a:lnTo>
                <a:lnTo>
                  <a:pt x="5017020" y="1781568"/>
                </a:lnTo>
                <a:lnTo>
                  <a:pt x="5123700" y="1844052"/>
                </a:lnTo>
                <a:lnTo>
                  <a:pt x="5129796" y="1848624"/>
                </a:lnTo>
                <a:lnTo>
                  <a:pt x="5138940" y="1845576"/>
                </a:lnTo>
                <a:lnTo>
                  <a:pt x="5143512" y="1839480"/>
                </a:lnTo>
                <a:lnTo>
                  <a:pt x="5146560" y="1831860"/>
                </a:lnTo>
                <a:lnTo>
                  <a:pt x="5145036" y="1822716"/>
                </a:lnTo>
                <a:lnTo>
                  <a:pt x="5137416" y="1819668"/>
                </a:lnTo>
                <a:lnTo>
                  <a:pt x="5096027" y="1795284"/>
                </a:lnTo>
                <a:lnTo>
                  <a:pt x="6766001" y="1795284"/>
                </a:lnTo>
                <a:lnTo>
                  <a:pt x="6723901" y="1819668"/>
                </a:lnTo>
                <a:lnTo>
                  <a:pt x="6717805" y="1822716"/>
                </a:lnTo>
                <a:lnTo>
                  <a:pt x="6714757" y="1831860"/>
                </a:lnTo>
                <a:lnTo>
                  <a:pt x="6719329" y="1839480"/>
                </a:lnTo>
                <a:lnTo>
                  <a:pt x="6723901" y="1845576"/>
                </a:lnTo>
                <a:lnTo>
                  <a:pt x="6731521" y="1848624"/>
                </a:lnTo>
                <a:lnTo>
                  <a:pt x="6739141" y="1844052"/>
                </a:lnTo>
                <a:lnTo>
                  <a:pt x="6822402" y="1795284"/>
                </a:lnTo>
                <a:lnTo>
                  <a:pt x="6845821" y="1781568"/>
                </a:lnTo>
                <a:close/>
              </a:path>
              <a:path w="8789035" h="1931035">
                <a:moveTo>
                  <a:pt x="8788908" y="0"/>
                </a:moveTo>
                <a:lnTo>
                  <a:pt x="8779777" y="0"/>
                </a:lnTo>
                <a:lnTo>
                  <a:pt x="8779777" y="10668"/>
                </a:lnTo>
                <a:lnTo>
                  <a:pt x="8779777" y="1921764"/>
                </a:lnTo>
                <a:lnTo>
                  <a:pt x="9144" y="1921764"/>
                </a:lnTo>
                <a:lnTo>
                  <a:pt x="9144" y="10668"/>
                </a:lnTo>
                <a:lnTo>
                  <a:pt x="8779777" y="10668"/>
                </a:lnTo>
                <a:lnTo>
                  <a:pt x="8779777" y="0"/>
                </a:lnTo>
                <a:lnTo>
                  <a:pt x="0" y="0"/>
                </a:lnTo>
                <a:lnTo>
                  <a:pt x="0" y="1930908"/>
                </a:lnTo>
                <a:lnTo>
                  <a:pt x="8788908" y="1930908"/>
                </a:lnTo>
                <a:lnTo>
                  <a:pt x="8788908" y="1926348"/>
                </a:lnTo>
                <a:lnTo>
                  <a:pt x="8788908" y="1921764"/>
                </a:lnTo>
                <a:lnTo>
                  <a:pt x="8788908" y="10668"/>
                </a:lnTo>
                <a:lnTo>
                  <a:pt x="8788908" y="4572"/>
                </a:lnTo>
                <a:lnTo>
                  <a:pt x="87889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972092" y="1677392"/>
            <a:ext cx="17348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cardboard</a:t>
            </a:r>
            <a:r>
              <a:rPr sz="2000" spc="-20" dirty="0">
                <a:latin typeface="Microsoft Sans Serif"/>
                <a:cs typeface="Microsoft Sans Serif"/>
              </a:rPr>
              <a:t> tube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967984" y="2095499"/>
            <a:ext cx="1828800" cy="440690"/>
          </a:xfrm>
          <a:custGeom>
            <a:avLst/>
            <a:gdLst/>
            <a:ahLst/>
            <a:cxnLst/>
            <a:rect l="l" t="t" r="r" b="b"/>
            <a:pathLst>
              <a:path w="1828800" h="440689">
                <a:moveTo>
                  <a:pt x="1828800" y="411492"/>
                </a:moveTo>
                <a:lnTo>
                  <a:pt x="0" y="411492"/>
                </a:lnTo>
                <a:lnTo>
                  <a:pt x="0" y="440436"/>
                </a:lnTo>
                <a:lnTo>
                  <a:pt x="1828800" y="440436"/>
                </a:lnTo>
                <a:lnTo>
                  <a:pt x="1828800" y="411492"/>
                </a:lnTo>
                <a:close/>
              </a:path>
              <a:path w="1828800" h="440689">
                <a:moveTo>
                  <a:pt x="1828800" y="0"/>
                </a:moveTo>
                <a:lnTo>
                  <a:pt x="0" y="0"/>
                </a:lnTo>
                <a:lnTo>
                  <a:pt x="0" y="28956"/>
                </a:lnTo>
                <a:lnTo>
                  <a:pt x="1828800" y="28956"/>
                </a:lnTo>
                <a:lnTo>
                  <a:pt x="1828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259067" y="2659380"/>
            <a:ext cx="1304925" cy="3708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937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10"/>
              </a:spcBef>
            </a:pPr>
            <a:r>
              <a:rPr sz="1800" dirty="0">
                <a:latin typeface="Microsoft Sans Serif"/>
                <a:cs typeface="Microsoft Sans Serif"/>
              </a:rPr>
              <a:t>L</a:t>
            </a:r>
            <a:r>
              <a:rPr sz="1800" spc="-204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=67.0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cm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185511" y="3737895"/>
            <a:ext cx="282575" cy="0"/>
          </a:xfrm>
          <a:custGeom>
            <a:avLst/>
            <a:gdLst/>
            <a:ahLst/>
            <a:cxnLst/>
            <a:rect l="l" t="t" r="r" b="b"/>
            <a:pathLst>
              <a:path w="282575">
                <a:moveTo>
                  <a:pt x="0" y="0"/>
                </a:moveTo>
                <a:lnTo>
                  <a:pt x="282320" y="0"/>
                </a:lnTo>
              </a:path>
            </a:pathLst>
          </a:custGeom>
          <a:ln w="120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184907" y="3732908"/>
            <a:ext cx="28384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25" dirty="0">
                <a:latin typeface="Microsoft Sans Serif"/>
                <a:cs typeface="Microsoft Sans Serif"/>
              </a:rPr>
              <a:t>2L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39824" y="3542408"/>
            <a:ext cx="78359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900" dirty="0">
                <a:latin typeface="Microsoft Sans Serif"/>
                <a:cs typeface="Microsoft Sans Serif"/>
              </a:rPr>
              <a:t>f</a:t>
            </a:r>
            <a:r>
              <a:rPr sz="1900" spc="160" dirty="0">
                <a:latin typeface="Microsoft Sans Serif"/>
                <a:cs typeface="Microsoft Sans Serif"/>
              </a:rPr>
              <a:t> </a:t>
            </a:r>
            <a:r>
              <a:rPr sz="1900" dirty="0">
                <a:latin typeface="Cambria"/>
                <a:cs typeface="Cambria"/>
              </a:rPr>
              <a:t>=</a:t>
            </a:r>
            <a:r>
              <a:rPr sz="1900" spc="-5" dirty="0">
                <a:latin typeface="Cambria"/>
                <a:cs typeface="Cambria"/>
              </a:rPr>
              <a:t> </a:t>
            </a:r>
            <a:r>
              <a:rPr sz="1900" dirty="0">
                <a:latin typeface="Microsoft Sans Serif"/>
                <a:cs typeface="Microsoft Sans Serif"/>
              </a:rPr>
              <a:t>n</a:t>
            </a:r>
            <a:r>
              <a:rPr sz="1900" spc="360" dirty="0">
                <a:latin typeface="Microsoft Sans Serif"/>
                <a:cs typeface="Microsoft Sans Serif"/>
              </a:rPr>
              <a:t> </a:t>
            </a:r>
            <a:r>
              <a:rPr sz="2850" spc="-75" baseline="35087" dirty="0">
                <a:latin typeface="Microsoft Sans Serif"/>
                <a:cs typeface="Microsoft Sans Serif"/>
              </a:rPr>
              <a:t>v</a:t>
            </a:r>
            <a:endParaRPr sz="2850" baseline="35087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84197" y="2457693"/>
            <a:ext cx="33559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What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frequency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do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you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hear?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042475" y="3747992"/>
            <a:ext cx="1148080" cy="0"/>
          </a:xfrm>
          <a:custGeom>
            <a:avLst/>
            <a:gdLst/>
            <a:ahLst/>
            <a:cxnLst/>
            <a:rect l="l" t="t" r="r" b="b"/>
            <a:pathLst>
              <a:path w="1148079">
                <a:moveTo>
                  <a:pt x="0" y="0"/>
                </a:moveTo>
                <a:lnTo>
                  <a:pt x="1148048" y="0"/>
                </a:lnTo>
              </a:path>
            </a:pathLst>
          </a:custGeom>
          <a:ln w="120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041396" y="3742860"/>
            <a:ext cx="116078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spc="-10" dirty="0">
                <a:latin typeface="Microsoft Sans Serif"/>
                <a:cs typeface="Microsoft Sans Serif"/>
              </a:rPr>
              <a:t>2(0.670m)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91383" y="3396912"/>
            <a:ext cx="141224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476884" algn="l"/>
              </a:tabLst>
            </a:pPr>
            <a:r>
              <a:rPr sz="2850" baseline="-35087" dirty="0">
                <a:latin typeface="Cambria"/>
                <a:cs typeface="Cambria"/>
              </a:rPr>
              <a:t>=</a:t>
            </a:r>
            <a:r>
              <a:rPr sz="2850" spc="-150" baseline="-35087" dirty="0">
                <a:latin typeface="Cambria"/>
                <a:cs typeface="Cambria"/>
              </a:rPr>
              <a:t> </a:t>
            </a:r>
            <a:r>
              <a:rPr sz="2850" spc="-75" baseline="-35087" dirty="0">
                <a:latin typeface="Microsoft Sans Serif"/>
                <a:cs typeface="Microsoft Sans Serif"/>
              </a:rPr>
              <a:t>1</a:t>
            </a:r>
            <a:r>
              <a:rPr sz="2850" baseline="-35087" dirty="0">
                <a:latin typeface="Microsoft Sans Serif"/>
                <a:cs typeface="Microsoft Sans Serif"/>
              </a:rPr>
              <a:t>	</a:t>
            </a:r>
            <a:r>
              <a:rPr sz="1900" dirty="0">
                <a:latin typeface="Microsoft Sans Serif"/>
                <a:cs typeface="Microsoft Sans Serif"/>
              </a:rPr>
              <a:t>343</a:t>
            </a:r>
            <a:r>
              <a:rPr sz="1900" spc="-320" dirty="0">
                <a:latin typeface="Microsoft Sans Serif"/>
                <a:cs typeface="Microsoft Sans Serif"/>
              </a:rPr>
              <a:t> </a:t>
            </a:r>
            <a:r>
              <a:rPr sz="1900" dirty="0">
                <a:latin typeface="Microsoft Sans Serif"/>
                <a:cs typeface="Microsoft Sans Serif"/>
              </a:rPr>
              <a:t>m</a:t>
            </a:r>
            <a:r>
              <a:rPr sz="1900" spc="-250" dirty="0">
                <a:latin typeface="Microsoft Sans Serif"/>
                <a:cs typeface="Microsoft Sans Serif"/>
              </a:rPr>
              <a:t> </a:t>
            </a:r>
            <a:r>
              <a:rPr sz="1900" dirty="0">
                <a:latin typeface="Microsoft Sans Serif"/>
                <a:cs typeface="Microsoft Sans Serif"/>
              </a:rPr>
              <a:t>/</a:t>
            </a:r>
            <a:r>
              <a:rPr sz="1900" spc="-185" dirty="0">
                <a:latin typeface="Microsoft Sans Serif"/>
                <a:cs typeface="Microsoft Sans Serif"/>
              </a:rPr>
              <a:t> </a:t>
            </a:r>
            <a:r>
              <a:rPr sz="1900" spc="-50" dirty="0">
                <a:latin typeface="Microsoft Sans Serif"/>
                <a:cs typeface="Microsoft Sans Serif"/>
              </a:rPr>
              <a:t>s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50103" y="3552360"/>
            <a:ext cx="946785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dirty="0">
                <a:latin typeface="Cambria"/>
                <a:cs typeface="Cambria"/>
              </a:rPr>
              <a:t>=</a:t>
            </a:r>
            <a:r>
              <a:rPr sz="1900" spc="55" dirty="0">
                <a:latin typeface="Cambria"/>
                <a:cs typeface="Cambria"/>
              </a:rPr>
              <a:t> </a:t>
            </a:r>
            <a:r>
              <a:rPr sz="1900" spc="-10" dirty="0">
                <a:latin typeface="Microsoft Sans Serif"/>
                <a:cs typeface="Microsoft Sans Serif"/>
              </a:rPr>
              <a:t>256Hz</a:t>
            </a:r>
            <a:endParaRPr sz="1900">
              <a:latin typeface="Microsoft Sans Serif"/>
              <a:cs typeface="Microsoft Sans Serif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967984" y="1831848"/>
            <a:ext cx="3314700" cy="3657600"/>
            <a:chOff x="5967984" y="1831848"/>
            <a:chExt cx="3314700" cy="3657600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63128" y="1831848"/>
              <a:ext cx="1019555" cy="87782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67984" y="4369308"/>
              <a:ext cx="2770632" cy="1120079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5972092" y="4214893"/>
            <a:ext cx="17348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cardboard</a:t>
            </a:r>
            <a:r>
              <a:rPr sz="2000" spc="-20" dirty="0">
                <a:latin typeface="Microsoft Sans Serif"/>
                <a:cs typeface="Microsoft Sans Serif"/>
              </a:rPr>
              <a:t> tube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337742" y="5222204"/>
            <a:ext cx="1132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L</a:t>
            </a:r>
            <a:r>
              <a:rPr sz="1800" spc="-204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=67.0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cm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725007" y="6730269"/>
            <a:ext cx="290195" cy="0"/>
          </a:xfrm>
          <a:custGeom>
            <a:avLst/>
            <a:gdLst/>
            <a:ahLst/>
            <a:cxnLst/>
            <a:rect l="l" t="t" r="r" b="b"/>
            <a:pathLst>
              <a:path w="290194">
                <a:moveTo>
                  <a:pt x="0" y="0"/>
                </a:moveTo>
                <a:lnTo>
                  <a:pt x="289941" y="0"/>
                </a:lnTo>
              </a:path>
            </a:pathLst>
          </a:custGeom>
          <a:ln w="120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727451" y="6725454"/>
            <a:ext cx="288925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spc="-25" dirty="0">
                <a:latin typeface="Microsoft Sans Serif"/>
                <a:cs typeface="Microsoft Sans Serif"/>
              </a:rPr>
              <a:t>4L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79320" y="6533430"/>
            <a:ext cx="78867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900" dirty="0">
                <a:latin typeface="Microsoft Sans Serif"/>
                <a:cs typeface="Microsoft Sans Serif"/>
              </a:rPr>
              <a:t>f</a:t>
            </a:r>
            <a:r>
              <a:rPr sz="1900" spc="155" dirty="0">
                <a:latin typeface="Microsoft Sans Serif"/>
                <a:cs typeface="Microsoft Sans Serif"/>
              </a:rPr>
              <a:t> </a:t>
            </a:r>
            <a:r>
              <a:rPr sz="1900" dirty="0">
                <a:latin typeface="Cambria"/>
                <a:cs typeface="Cambria"/>
              </a:rPr>
              <a:t>=</a:t>
            </a:r>
            <a:r>
              <a:rPr sz="1900" spc="5" dirty="0">
                <a:latin typeface="Cambria"/>
                <a:cs typeface="Cambria"/>
              </a:rPr>
              <a:t> </a:t>
            </a:r>
            <a:r>
              <a:rPr sz="1900" dirty="0">
                <a:latin typeface="Microsoft Sans Serif"/>
                <a:cs typeface="Microsoft Sans Serif"/>
              </a:rPr>
              <a:t>n</a:t>
            </a:r>
            <a:r>
              <a:rPr sz="1900" spc="385" dirty="0">
                <a:latin typeface="Microsoft Sans Serif"/>
                <a:cs typeface="Microsoft Sans Serif"/>
              </a:rPr>
              <a:t> </a:t>
            </a:r>
            <a:r>
              <a:rPr sz="2850" spc="-89" baseline="35087" dirty="0">
                <a:latin typeface="Microsoft Sans Serif"/>
                <a:cs typeface="Microsoft Sans Serif"/>
              </a:rPr>
              <a:t>v</a:t>
            </a:r>
            <a:endParaRPr sz="2850" baseline="35087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84197" y="4501339"/>
            <a:ext cx="378206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If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you</a:t>
            </a:r>
            <a:r>
              <a:rPr sz="2000" spc="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jam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your ear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against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one </a:t>
            </a:r>
            <a:r>
              <a:rPr sz="2000" dirty="0">
                <a:latin typeface="Microsoft Sans Serif"/>
                <a:cs typeface="Microsoft Sans Serif"/>
              </a:rPr>
              <a:t>end,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what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fundamental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frequency </a:t>
            </a:r>
            <a:r>
              <a:rPr sz="2000" dirty="0">
                <a:latin typeface="Microsoft Sans Serif"/>
                <a:cs typeface="Microsoft Sans Serif"/>
              </a:rPr>
              <a:t>do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you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hear?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495103" y="6730460"/>
            <a:ext cx="1155700" cy="0"/>
          </a:xfrm>
          <a:custGeom>
            <a:avLst/>
            <a:gdLst/>
            <a:ahLst/>
            <a:cxnLst/>
            <a:rect l="l" t="t" r="r" b="b"/>
            <a:pathLst>
              <a:path w="1155700">
                <a:moveTo>
                  <a:pt x="0" y="0"/>
                </a:moveTo>
                <a:lnTo>
                  <a:pt x="1155668" y="0"/>
                </a:lnTo>
              </a:path>
            </a:pathLst>
          </a:custGeom>
          <a:ln w="120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497072" y="6725329"/>
            <a:ext cx="1165225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spc="-10" dirty="0">
                <a:latin typeface="Microsoft Sans Serif"/>
                <a:cs typeface="Microsoft Sans Serif"/>
              </a:rPr>
              <a:t>4(0.670m)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144011" y="6379380"/>
            <a:ext cx="141732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481330" algn="l"/>
              </a:tabLst>
            </a:pPr>
            <a:r>
              <a:rPr sz="2850" baseline="-35087" dirty="0">
                <a:latin typeface="Cambria"/>
                <a:cs typeface="Cambria"/>
              </a:rPr>
              <a:t>=</a:t>
            </a:r>
            <a:r>
              <a:rPr sz="2850" spc="-150" baseline="-35087" dirty="0">
                <a:latin typeface="Cambria"/>
                <a:cs typeface="Cambria"/>
              </a:rPr>
              <a:t> </a:t>
            </a:r>
            <a:r>
              <a:rPr sz="2850" spc="-75" baseline="-35087" dirty="0">
                <a:latin typeface="Microsoft Sans Serif"/>
                <a:cs typeface="Microsoft Sans Serif"/>
              </a:rPr>
              <a:t>1</a:t>
            </a:r>
            <a:r>
              <a:rPr sz="2850" baseline="-35087" dirty="0">
                <a:latin typeface="Microsoft Sans Serif"/>
                <a:cs typeface="Microsoft Sans Serif"/>
              </a:rPr>
              <a:t>	</a:t>
            </a:r>
            <a:r>
              <a:rPr sz="1900" dirty="0">
                <a:latin typeface="Microsoft Sans Serif"/>
                <a:cs typeface="Microsoft Sans Serif"/>
              </a:rPr>
              <a:t>343m</a:t>
            </a:r>
            <a:r>
              <a:rPr sz="1900" spc="-165" dirty="0">
                <a:latin typeface="Microsoft Sans Serif"/>
                <a:cs typeface="Microsoft Sans Serif"/>
              </a:rPr>
              <a:t> </a:t>
            </a:r>
            <a:r>
              <a:rPr sz="1900" dirty="0">
                <a:latin typeface="Microsoft Sans Serif"/>
                <a:cs typeface="Microsoft Sans Serif"/>
              </a:rPr>
              <a:t>/</a:t>
            </a:r>
            <a:r>
              <a:rPr sz="1900" spc="-90" dirty="0">
                <a:latin typeface="Microsoft Sans Serif"/>
                <a:cs typeface="Microsoft Sans Serif"/>
              </a:rPr>
              <a:t> </a:t>
            </a:r>
            <a:r>
              <a:rPr sz="1900" spc="-50" dirty="0">
                <a:latin typeface="Microsoft Sans Serif"/>
                <a:cs typeface="Microsoft Sans Serif"/>
              </a:rPr>
              <a:t>s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710079" y="6534829"/>
            <a:ext cx="927735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dirty="0">
                <a:latin typeface="Cambria"/>
                <a:cs typeface="Cambria"/>
              </a:rPr>
              <a:t>=</a:t>
            </a:r>
            <a:r>
              <a:rPr sz="1900" spc="-100" dirty="0">
                <a:latin typeface="Cambria"/>
                <a:cs typeface="Cambria"/>
              </a:rPr>
              <a:t> </a:t>
            </a:r>
            <a:r>
              <a:rPr sz="1900" spc="-10" dirty="0">
                <a:latin typeface="Microsoft Sans Serif"/>
                <a:cs typeface="Microsoft Sans Serif"/>
              </a:rPr>
              <a:t>128Hz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915346" y="439952"/>
            <a:ext cx="7977505" cy="61341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pc="-10" dirty="0"/>
              <a:t>17-</a:t>
            </a:r>
            <a:r>
              <a:rPr dirty="0"/>
              <a:t>6</a:t>
            </a:r>
            <a:r>
              <a:rPr spc="-55" dirty="0"/>
              <a:t> </a:t>
            </a:r>
            <a:r>
              <a:rPr dirty="0"/>
              <a:t>Sources</a:t>
            </a:r>
            <a:r>
              <a:rPr spc="-5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Musical</a:t>
            </a:r>
            <a:r>
              <a:rPr spc="-35" dirty="0"/>
              <a:t> </a:t>
            </a:r>
            <a:r>
              <a:rPr dirty="0"/>
              <a:t>Sound</a:t>
            </a:r>
            <a:r>
              <a:rPr spc="-45" dirty="0"/>
              <a:t> </a:t>
            </a:r>
            <a:r>
              <a:rPr dirty="0"/>
              <a:t>(Sound</a:t>
            </a:r>
            <a:r>
              <a:rPr spc="-40" dirty="0"/>
              <a:t> </a:t>
            </a:r>
            <a:r>
              <a:rPr dirty="0"/>
              <a:t>Waves</a:t>
            </a:r>
            <a:r>
              <a:rPr spc="-50" dirty="0"/>
              <a:t> </a:t>
            </a:r>
            <a:r>
              <a:rPr spc="-10" dirty="0"/>
              <a:t>Resonances) </a:t>
            </a:r>
            <a:r>
              <a:rPr dirty="0">
                <a:solidFill>
                  <a:srgbClr val="E10000"/>
                </a:solidFill>
              </a:rPr>
              <a:t>Example</a:t>
            </a:r>
            <a:r>
              <a:rPr spc="-60" dirty="0">
                <a:solidFill>
                  <a:srgbClr val="E10000"/>
                </a:solidFill>
              </a:rPr>
              <a:t> </a:t>
            </a:r>
            <a:r>
              <a:rPr spc="-50" dirty="0">
                <a:solidFill>
                  <a:srgbClr val="E10000"/>
                </a:solidFill>
              </a:rPr>
              <a:t>7</a:t>
            </a:r>
          </a:p>
        </p:txBody>
      </p:sp>
      <p:sp>
        <p:nvSpPr>
          <p:cNvPr id="31" name="object 31"/>
          <p:cNvSpPr/>
          <p:nvPr/>
        </p:nvSpPr>
        <p:spPr>
          <a:xfrm>
            <a:off x="792479" y="370331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2852" y="6819900"/>
                </a:moveTo>
                <a:lnTo>
                  <a:pt x="3048" y="6819900"/>
                </a:lnTo>
                <a:lnTo>
                  <a:pt x="0" y="6816851"/>
                </a:lnTo>
                <a:lnTo>
                  <a:pt x="0" y="3048"/>
                </a:lnTo>
                <a:lnTo>
                  <a:pt x="3048" y="0"/>
                </a:lnTo>
                <a:lnTo>
                  <a:pt x="9102852" y="0"/>
                </a:lnTo>
                <a:lnTo>
                  <a:pt x="9105900" y="3048"/>
                </a:lnTo>
                <a:lnTo>
                  <a:pt x="9105900" y="6096"/>
                </a:ln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lnTo>
                  <a:pt x="12192" y="6807708"/>
                </a:lnTo>
                <a:lnTo>
                  <a:pt x="6096" y="6807708"/>
                </a:lnTo>
                <a:lnTo>
                  <a:pt x="12192" y="6813803"/>
                </a:lnTo>
                <a:lnTo>
                  <a:pt x="9105900" y="6813803"/>
                </a:lnTo>
                <a:lnTo>
                  <a:pt x="9105900" y="6816851"/>
                </a:lnTo>
                <a:lnTo>
                  <a:pt x="9102852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close/>
              </a:path>
              <a:path w="9105900" h="6819900">
                <a:moveTo>
                  <a:pt x="9093707" y="12192"/>
                </a:moveTo>
                <a:lnTo>
                  <a:pt x="12192" y="12192"/>
                </a:lnTo>
                <a:lnTo>
                  <a:pt x="12192" y="6096"/>
                </a:lnTo>
                <a:lnTo>
                  <a:pt x="9093707" y="6096"/>
                </a:lnTo>
                <a:lnTo>
                  <a:pt x="9093707" y="12192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9093707" y="6096"/>
                </a:lnTo>
                <a:lnTo>
                  <a:pt x="9099804" y="12192"/>
                </a:lnTo>
                <a:lnTo>
                  <a:pt x="9105900" y="12192"/>
                </a:lnTo>
                <a:lnTo>
                  <a:pt x="9105900" y="6807708"/>
                </a:lnTo>
                <a:lnTo>
                  <a:pt x="9099804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12192"/>
                </a:moveTo>
                <a:lnTo>
                  <a:pt x="9099804" y="12192"/>
                </a:lnTo>
                <a:lnTo>
                  <a:pt x="9093707" y="6096"/>
                </a:lnTo>
                <a:lnTo>
                  <a:pt x="9105900" y="6096"/>
                </a:lnTo>
                <a:lnTo>
                  <a:pt x="9105900" y="12192"/>
                </a:lnTo>
                <a:close/>
              </a:path>
              <a:path w="9105900" h="6819900">
                <a:moveTo>
                  <a:pt x="12192" y="6813803"/>
                </a:moveTo>
                <a:lnTo>
                  <a:pt x="6096" y="6807708"/>
                </a:lnTo>
                <a:lnTo>
                  <a:pt x="12192" y="6807708"/>
                </a:lnTo>
                <a:lnTo>
                  <a:pt x="12192" y="6813803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12192" y="6813803"/>
                </a:lnTo>
                <a:lnTo>
                  <a:pt x="12192" y="6807708"/>
                </a:lnTo>
                <a:lnTo>
                  <a:pt x="9093707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6813803"/>
                </a:moveTo>
                <a:lnTo>
                  <a:pt x="9093707" y="6813803"/>
                </a:lnTo>
                <a:lnTo>
                  <a:pt x="9099804" y="6807708"/>
                </a:lnTo>
                <a:lnTo>
                  <a:pt x="9105900" y="6807708"/>
                </a:lnTo>
                <a:lnTo>
                  <a:pt x="9105900" y="6813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026707" y="3114593"/>
            <a:ext cx="94361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Solution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935723" y="3084575"/>
            <a:ext cx="8804275" cy="2542540"/>
          </a:xfrm>
          <a:custGeom>
            <a:avLst/>
            <a:gdLst/>
            <a:ahLst/>
            <a:cxnLst/>
            <a:rect l="l" t="t" r="r" b="b"/>
            <a:pathLst>
              <a:path w="8804275" h="2542540">
                <a:moveTo>
                  <a:pt x="8787397" y="1059180"/>
                </a:moveTo>
                <a:lnTo>
                  <a:pt x="8778253" y="1059180"/>
                </a:lnTo>
                <a:lnTo>
                  <a:pt x="8778253" y="1068324"/>
                </a:lnTo>
                <a:lnTo>
                  <a:pt x="8778253" y="2532900"/>
                </a:lnTo>
                <a:lnTo>
                  <a:pt x="9144" y="2532900"/>
                </a:lnTo>
                <a:lnTo>
                  <a:pt x="9144" y="1068324"/>
                </a:lnTo>
                <a:lnTo>
                  <a:pt x="8778253" y="1068324"/>
                </a:lnTo>
                <a:lnTo>
                  <a:pt x="8778253" y="1059180"/>
                </a:lnTo>
                <a:lnTo>
                  <a:pt x="0" y="1059180"/>
                </a:lnTo>
                <a:lnTo>
                  <a:pt x="0" y="2542032"/>
                </a:lnTo>
                <a:lnTo>
                  <a:pt x="8787397" y="2542032"/>
                </a:lnTo>
                <a:lnTo>
                  <a:pt x="8787397" y="2537472"/>
                </a:lnTo>
                <a:lnTo>
                  <a:pt x="8787397" y="2532900"/>
                </a:lnTo>
                <a:lnTo>
                  <a:pt x="8787397" y="1068324"/>
                </a:lnTo>
                <a:lnTo>
                  <a:pt x="8787397" y="1063752"/>
                </a:lnTo>
                <a:lnTo>
                  <a:pt x="8787397" y="1059180"/>
                </a:lnTo>
                <a:close/>
              </a:path>
              <a:path w="8804275" h="2542540">
                <a:moveTo>
                  <a:pt x="8804148" y="0"/>
                </a:moveTo>
                <a:lnTo>
                  <a:pt x="8795017" y="0"/>
                </a:lnTo>
                <a:lnTo>
                  <a:pt x="8795017" y="9144"/>
                </a:lnTo>
                <a:lnTo>
                  <a:pt x="8795017" y="1013460"/>
                </a:lnTo>
                <a:lnTo>
                  <a:pt x="24384" y="1013460"/>
                </a:lnTo>
                <a:lnTo>
                  <a:pt x="24384" y="9144"/>
                </a:lnTo>
                <a:lnTo>
                  <a:pt x="8795017" y="9144"/>
                </a:lnTo>
                <a:lnTo>
                  <a:pt x="8795017" y="0"/>
                </a:lnTo>
                <a:lnTo>
                  <a:pt x="15240" y="0"/>
                </a:lnTo>
                <a:lnTo>
                  <a:pt x="15240" y="1022604"/>
                </a:lnTo>
                <a:lnTo>
                  <a:pt x="8804148" y="1022604"/>
                </a:lnTo>
                <a:lnTo>
                  <a:pt x="8804148" y="1018032"/>
                </a:lnTo>
                <a:lnTo>
                  <a:pt x="8804148" y="1013460"/>
                </a:lnTo>
                <a:lnTo>
                  <a:pt x="8804148" y="9144"/>
                </a:lnTo>
                <a:lnTo>
                  <a:pt x="8804148" y="4572"/>
                </a:lnTo>
                <a:lnTo>
                  <a:pt x="88041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1016019" y="5640362"/>
            <a:ext cx="3919854" cy="74231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Solution</a:t>
            </a:r>
            <a:endParaRPr sz="2000">
              <a:latin typeface="Microsoft Sans Serif"/>
              <a:cs typeface="Microsoft Sans Serif"/>
            </a:endParaRPr>
          </a:p>
          <a:p>
            <a:pPr marL="280670">
              <a:lnSpc>
                <a:spcPct val="100000"/>
              </a:lnSpc>
              <a:spcBef>
                <a:spcPts val="420"/>
              </a:spcBef>
            </a:pP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tube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is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closed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from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one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end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935736" y="5663184"/>
            <a:ext cx="8787765" cy="1437640"/>
          </a:xfrm>
          <a:custGeom>
            <a:avLst/>
            <a:gdLst/>
            <a:ahLst/>
            <a:cxnLst/>
            <a:rect l="l" t="t" r="r" b="b"/>
            <a:pathLst>
              <a:path w="8787765" h="1437640">
                <a:moveTo>
                  <a:pt x="8787384" y="1437132"/>
                </a:moveTo>
                <a:lnTo>
                  <a:pt x="0" y="1437132"/>
                </a:lnTo>
                <a:lnTo>
                  <a:pt x="0" y="0"/>
                </a:lnTo>
                <a:lnTo>
                  <a:pt x="8787384" y="0"/>
                </a:lnTo>
                <a:lnTo>
                  <a:pt x="8787384" y="4572"/>
                </a:lnTo>
                <a:lnTo>
                  <a:pt x="9144" y="4572"/>
                </a:lnTo>
                <a:lnTo>
                  <a:pt x="4572" y="9144"/>
                </a:lnTo>
                <a:lnTo>
                  <a:pt x="9144" y="9144"/>
                </a:lnTo>
                <a:lnTo>
                  <a:pt x="9144" y="1426463"/>
                </a:lnTo>
                <a:lnTo>
                  <a:pt x="4572" y="1426463"/>
                </a:lnTo>
                <a:lnTo>
                  <a:pt x="9144" y="1431036"/>
                </a:lnTo>
                <a:lnTo>
                  <a:pt x="8787384" y="1431036"/>
                </a:lnTo>
                <a:lnTo>
                  <a:pt x="8787384" y="1437132"/>
                </a:lnTo>
                <a:close/>
              </a:path>
              <a:path w="8787765" h="1437640">
                <a:moveTo>
                  <a:pt x="9144" y="9144"/>
                </a:moveTo>
                <a:lnTo>
                  <a:pt x="4572" y="9144"/>
                </a:lnTo>
                <a:lnTo>
                  <a:pt x="9144" y="4572"/>
                </a:lnTo>
                <a:lnTo>
                  <a:pt x="9144" y="9144"/>
                </a:lnTo>
                <a:close/>
              </a:path>
              <a:path w="8787765" h="1437640">
                <a:moveTo>
                  <a:pt x="8778240" y="9144"/>
                </a:moveTo>
                <a:lnTo>
                  <a:pt x="9144" y="9144"/>
                </a:lnTo>
                <a:lnTo>
                  <a:pt x="9144" y="4572"/>
                </a:lnTo>
                <a:lnTo>
                  <a:pt x="8778240" y="4572"/>
                </a:lnTo>
                <a:lnTo>
                  <a:pt x="8778240" y="9144"/>
                </a:lnTo>
                <a:close/>
              </a:path>
              <a:path w="8787765" h="1437640">
                <a:moveTo>
                  <a:pt x="8778240" y="1431036"/>
                </a:moveTo>
                <a:lnTo>
                  <a:pt x="8778240" y="4572"/>
                </a:lnTo>
                <a:lnTo>
                  <a:pt x="8782812" y="9144"/>
                </a:lnTo>
                <a:lnTo>
                  <a:pt x="8787384" y="9144"/>
                </a:lnTo>
                <a:lnTo>
                  <a:pt x="8787384" y="1426463"/>
                </a:lnTo>
                <a:lnTo>
                  <a:pt x="8782812" y="1426463"/>
                </a:lnTo>
                <a:lnTo>
                  <a:pt x="8778240" y="1431036"/>
                </a:lnTo>
                <a:close/>
              </a:path>
              <a:path w="8787765" h="1437640">
                <a:moveTo>
                  <a:pt x="8787384" y="9144"/>
                </a:moveTo>
                <a:lnTo>
                  <a:pt x="8782812" y="9144"/>
                </a:lnTo>
                <a:lnTo>
                  <a:pt x="8778240" y="4572"/>
                </a:lnTo>
                <a:lnTo>
                  <a:pt x="8787384" y="4572"/>
                </a:lnTo>
                <a:lnTo>
                  <a:pt x="8787384" y="9144"/>
                </a:lnTo>
                <a:close/>
              </a:path>
              <a:path w="8787765" h="1437640">
                <a:moveTo>
                  <a:pt x="9144" y="1431036"/>
                </a:moveTo>
                <a:lnTo>
                  <a:pt x="4572" y="1426463"/>
                </a:lnTo>
                <a:lnTo>
                  <a:pt x="9144" y="1426463"/>
                </a:lnTo>
                <a:lnTo>
                  <a:pt x="9144" y="1431036"/>
                </a:lnTo>
                <a:close/>
              </a:path>
              <a:path w="8787765" h="1437640">
                <a:moveTo>
                  <a:pt x="8778240" y="1431036"/>
                </a:moveTo>
                <a:lnTo>
                  <a:pt x="9144" y="1431036"/>
                </a:lnTo>
                <a:lnTo>
                  <a:pt x="9144" y="1426463"/>
                </a:lnTo>
                <a:lnTo>
                  <a:pt x="8778240" y="1426463"/>
                </a:lnTo>
                <a:lnTo>
                  <a:pt x="8778240" y="1431036"/>
                </a:lnTo>
                <a:close/>
              </a:path>
              <a:path w="8787765" h="1437640">
                <a:moveTo>
                  <a:pt x="8787384" y="1431036"/>
                </a:moveTo>
                <a:lnTo>
                  <a:pt x="8778240" y="1431036"/>
                </a:lnTo>
                <a:lnTo>
                  <a:pt x="8782812" y="1426463"/>
                </a:lnTo>
                <a:lnTo>
                  <a:pt x="8787384" y="1426463"/>
                </a:lnTo>
                <a:lnTo>
                  <a:pt x="8787384" y="14310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17215" y="1364974"/>
            <a:ext cx="791845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The</a:t>
            </a:r>
            <a:r>
              <a:rPr sz="2000" spc="-1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Doppler</a:t>
            </a:r>
            <a:r>
              <a:rPr sz="2000" spc="-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effect</a:t>
            </a:r>
            <a:r>
              <a:rPr sz="2000" spc="-1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is the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change</a:t>
            </a:r>
            <a:r>
              <a:rPr sz="2000" spc="-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in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detected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frequency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because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of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relative</a:t>
            </a:r>
            <a:r>
              <a:rPr sz="2000" spc="1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motion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between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source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of sound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and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detector.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999488" y="3724655"/>
            <a:ext cx="475615" cy="477520"/>
            <a:chOff x="1999488" y="3724655"/>
            <a:chExt cx="475615" cy="477520"/>
          </a:xfrm>
        </p:grpSpPr>
        <p:sp>
          <p:nvSpPr>
            <p:cNvPr id="5" name="object 5"/>
            <p:cNvSpPr/>
            <p:nvPr/>
          </p:nvSpPr>
          <p:spPr>
            <a:xfrm>
              <a:off x="2008632" y="37337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460" y="452565"/>
                  </a:lnTo>
                  <a:lnTo>
                    <a:pt x="139517" y="439269"/>
                  </a:lnTo>
                  <a:lnTo>
                    <a:pt x="100682" y="418221"/>
                  </a:lnTo>
                  <a:lnTo>
                    <a:pt x="66865" y="390334"/>
                  </a:lnTo>
                  <a:lnTo>
                    <a:pt x="38978" y="356517"/>
                  </a:lnTo>
                  <a:lnTo>
                    <a:pt x="17930" y="317682"/>
                  </a:lnTo>
                  <a:lnTo>
                    <a:pt x="4634" y="274739"/>
                  </a:lnTo>
                  <a:lnTo>
                    <a:pt x="0" y="228600"/>
                  </a:lnTo>
                  <a:lnTo>
                    <a:pt x="4634" y="182460"/>
                  </a:lnTo>
                  <a:lnTo>
                    <a:pt x="17930" y="139517"/>
                  </a:lnTo>
                  <a:lnTo>
                    <a:pt x="38978" y="100682"/>
                  </a:lnTo>
                  <a:lnTo>
                    <a:pt x="66865" y="66865"/>
                  </a:lnTo>
                  <a:lnTo>
                    <a:pt x="100682" y="38978"/>
                  </a:lnTo>
                  <a:lnTo>
                    <a:pt x="139517" y="17930"/>
                  </a:lnTo>
                  <a:lnTo>
                    <a:pt x="182460" y="4634"/>
                  </a:lnTo>
                  <a:lnTo>
                    <a:pt x="228600" y="0"/>
                  </a:lnTo>
                  <a:lnTo>
                    <a:pt x="274739" y="4634"/>
                  </a:lnTo>
                  <a:lnTo>
                    <a:pt x="317682" y="17930"/>
                  </a:lnTo>
                  <a:lnTo>
                    <a:pt x="356517" y="38978"/>
                  </a:lnTo>
                  <a:lnTo>
                    <a:pt x="390334" y="66865"/>
                  </a:lnTo>
                  <a:lnTo>
                    <a:pt x="418221" y="100682"/>
                  </a:lnTo>
                  <a:lnTo>
                    <a:pt x="439269" y="139517"/>
                  </a:lnTo>
                  <a:lnTo>
                    <a:pt x="452565" y="182460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99488" y="3724655"/>
              <a:ext cx="475615" cy="477520"/>
            </a:xfrm>
            <a:custGeom>
              <a:avLst/>
              <a:gdLst/>
              <a:ahLst/>
              <a:cxnLst/>
              <a:rect l="l" t="t" r="r" b="b"/>
              <a:pathLst>
                <a:path w="475614" h="477520">
                  <a:moveTo>
                    <a:pt x="262128" y="475487"/>
                  </a:moveTo>
                  <a:lnTo>
                    <a:pt x="213360" y="475487"/>
                  </a:lnTo>
                  <a:lnTo>
                    <a:pt x="167640" y="466344"/>
                  </a:lnTo>
                  <a:lnTo>
                    <a:pt x="124968" y="448056"/>
                  </a:lnTo>
                  <a:lnTo>
                    <a:pt x="86868" y="422148"/>
                  </a:lnTo>
                  <a:lnTo>
                    <a:pt x="54864" y="390144"/>
                  </a:lnTo>
                  <a:lnTo>
                    <a:pt x="28956" y="352044"/>
                  </a:lnTo>
                  <a:lnTo>
                    <a:pt x="10668" y="309371"/>
                  </a:lnTo>
                  <a:lnTo>
                    <a:pt x="0" y="263651"/>
                  </a:lnTo>
                  <a:lnTo>
                    <a:pt x="0" y="213359"/>
                  </a:lnTo>
                  <a:lnTo>
                    <a:pt x="10668" y="167639"/>
                  </a:lnTo>
                  <a:lnTo>
                    <a:pt x="27432" y="124967"/>
                  </a:lnTo>
                  <a:lnTo>
                    <a:pt x="53340" y="86867"/>
                  </a:lnTo>
                  <a:lnTo>
                    <a:pt x="85344" y="54863"/>
                  </a:lnTo>
                  <a:lnTo>
                    <a:pt x="123444" y="28955"/>
                  </a:lnTo>
                  <a:lnTo>
                    <a:pt x="166116" y="10667"/>
                  </a:lnTo>
                  <a:lnTo>
                    <a:pt x="225552" y="0"/>
                  </a:lnTo>
                  <a:lnTo>
                    <a:pt x="249936" y="0"/>
                  </a:lnTo>
                  <a:lnTo>
                    <a:pt x="284988" y="4571"/>
                  </a:lnTo>
                  <a:lnTo>
                    <a:pt x="307848" y="10667"/>
                  </a:lnTo>
                  <a:lnTo>
                    <a:pt x="329184" y="18287"/>
                  </a:lnTo>
                  <a:lnTo>
                    <a:pt x="332232" y="19812"/>
                  </a:lnTo>
                  <a:lnTo>
                    <a:pt x="214883" y="19812"/>
                  </a:lnTo>
                  <a:lnTo>
                    <a:pt x="193548" y="22860"/>
                  </a:lnTo>
                  <a:lnTo>
                    <a:pt x="152400" y="36575"/>
                  </a:lnTo>
                  <a:lnTo>
                    <a:pt x="115824" y="56387"/>
                  </a:lnTo>
                  <a:lnTo>
                    <a:pt x="82296" y="82295"/>
                  </a:lnTo>
                  <a:lnTo>
                    <a:pt x="56388" y="115823"/>
                  </a:lnTo>
                  <a:lnTo>
                    <a:pt x="36576" y="152399"/>
                  </a:lnTo>
                  <a:lnTo>
                    <a:pt x="22860" y="193547"/>
                  </a:lnTo>
                  <a:lnTo>
                    <a:pt x="18288" y="227075"/>
                  </a:lnTo>
                  <a:lnTo>
                    <a:pt x="18288" y="249935"/>
                  </a:lnTo>
                  <a:lnTo>
                    <a:pt x="28956" y="303275"/>
                  </a:lnTo>
                  <a:lnTo>
                    <a:pt x="44196" y="342900"/>
                  </a:lnTo>
                  <a:lnTo>
                    <a:pt x="68580" y="376428"/>
                  </a:lnTo>
                  <a:lnTo>
                    <a:pt x="97536" y="406908"/>
                  </a:lnTo>
                  <a:lnTo>
                    <a:pt x="132588" y="431292"/>
                  </a:lnTo>
                  <a:lnTo>
                    <a:pt x="172212" y="446532"/>
                  </a:lnTo>
                  <a:lnTo>
                    <a:pt x="225552" y="457200"/>
                  </a:lnTo>
                  <a:lnTo>
                    <a:pt x="330708" y="457200"/>
                  </a:lnTo>
                  <a:lnTo>
                    <a:pt x="309372" y="464820"/>
                  </a:lnTo>
                  <a:lnTo>
                    <a:pt x="286512" y="470916"/>
                  </a:lnTo>
                  <a:lnTo>
                    <a:pt x="262128" y="475487"/>
                  </a:lnTo>
                  <a:close/>
                </a:path>
                <a:path w="475614" h="477520">
                  <a:moveTo>
                    <a:pt x="330708" y="457200"/>
                  </a:moveTo>
                  <a:lnTo>
                    <a:pt x="248412" y="457200"/>
                  </a:lnTo>
                  <a:lnTo>
                    <a:pt x="281940" y="452627"/>
                  </a:lnTo>
                  <a:lnTo>
                    <a:pt x="301752" y="448056"/>
                  </a:lnTo>
                  <a:lnTo>
                    <a:pt x="341376" y="431292"/>
                  </a:lnTo>
                  <a:lnTo>
                    <a:pt x="376428" y="406908"/>
                  </a:lnTo>
                  <a:lnTo>
                    <a:pt x="406908" y="377952"/>
                  </a:lnTo>
                  <a:lnTo>
                    <a:pt x="429768" y="342900"/>
                  </a:lnTo>
                  <a:lnTo>
                    <a:pt x="446532" y="303275"/>
                  </a:lnTo>
                  <a:lnTo>
                    <a:pt x="455676" y="260603"/>
                  </a:lnTo>
                  <a:lnTo>
                    <a:pt x="455676" y="249935"/>
                  </a:lnTo>
                  <a:lnTo>
                    <a:pt x="457200" y="237743"/>
                  </a:lnTo>
                  <a:lnTo>
                    <a:pt x="455676" y="227075"/>
                  </a:lnTo>
                  <a:lnTo>
                    <a:pt x="455676" y="216407"/>
                  </a:lnTo>
                  <a:lnTo>
                    <a:pt x="452628" y="195071"/>
                  </a:lnTo>
                  <a:lnTo>
                    <a:pt x="438912" y="153923"/>
                  </a:lnTo>
                  <a:lnTo>
                    <a:pt x="419100" y="115823"/>
                  </a:lnTo>
                  <a:lnTo>
                    <a:pt x="393192" y="83819"/>
                  </a:lnTo>
                  <a:lnTo>
                    <a:pt x="361187" y="56387"/>
                  </a:lnTo>
                  <a:lnTo>
                    <a:pt x="323087" y="36575"/>
                  </a:lnTo>
                  <a:lnTo>
                    <a:pt x="281940" y="22860"/>
                  </a:lnTo>
                  <a:lnTo>
                    <a:pt x="260604" y="19812"/>
                  </a:lnTo>
                  <a:lnTo>
                    <a:pt x="332232" y="19812"/>
                  </a:lnTo>
                  <a:lnTo>
                    <a:pt x="370332" y="41148"/>
                  </a:lnTo>
                  <a:lnTo>
                    <a:pt x="405384" y="70103"/>
                  </a:lnTo>
                  <a:lnTo>
                    <a:pt x="434339" y="105155"/>
                  </a:lnTo>
                  <a:lnTo>
                    <a:pt x="457200" y="144779"/>
                  </a:lnTo>
                  <a:lnTo>
                    <a:pt x="470916" y="188975"/>
                  </a:lnTo>
                  <a:lnTo>
                    <a:pt x="475487" y="225551"/>
                  </a:lnTo>
                  <a:lnTo>
                    <a:pt x="475487" y="249935"/>
                  </a:lnTo>
                  <a:lnTo>
                    <a:pt x="464820" y="307847"/>
                  </a:lnTo>
                  <a:lnTo>
                    <a:pt x="435863" y="370332"/>
                  </a:lnTo>
                  <a:lnTo>
                    <a:pt x="406908" y="406908"/>
                  </a:lnTo>
                  <a:lnTo>
                    <a:pt x="370332" y="435863"/>
                  </a:lnTo>
                  <a:lnTo>
                    <a:pt x="352044" y="446532"/>
                  </a:lnTo>
                  <a:lnTo>
                    <a:pt x="330708" y="457200"/>
                  </a:lnTo>
                  <a:close/>
                </a:path>
                <a:path w="475614" h="477520">
                  <a:moveTo>
                    <a:pt x="237743" y="477012"/>
                  </a:moveTo>
                  <a:lnTo>
                    <a:pt x="225552" y="475487"/>
                  </a:lnTo>
                  <a:lnTo>
                    <a:pt x="249936" y="475487"/>
                  </a:lnTo>
                  <a:lnTo>
                    <a:pt x="237743" y="477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6335267" y="3896867"/>
            <a:ext cx="792480" cy="132715"/>
          </a:xfrm>
          <a:custGeom>
            <a:avLst/>
            <a:gdLst/>
            <a:ahLst/>
            <a:cxnLst/>
            <a:rect l="l" t="t" r="r" b="b"/>
            <a:pathLst>
              <a:path w="792479" h="132714">
                <a:moveTo>
                  <a:pt x="736420" y="65719"/>
                </a:moveTo>
                <a:lnTo>
                  <a:pt x="672084" y="28956"/>
                </a:lnTo>
                <a:lnTo>
                  <a:pt x="664464" y="24384"/>
                </a:lnTo>
                <a:lnTo>
                  <a:pt x="662940" y="15240"/>
                </a:lnTo>
                <a:lnTo>
                  <a:pt x="665988" y="9144"/>
                </a:lnTo>
                <a:lnTo>
                  <a:pt x="670560" y="1524"/>
                </a:lnTo>
                <a:lnTo>
                  <a:pt x="679704" y="0"/>
                </a:lnTo>
                <a:lnTo>
                  <a:pt x="685800" y="3048"/>
                </a:lnTo>
                <a:lnTo>
                  <a:pt x="769062" y="51816"/>
                </a:lnTo>
                <a:lnTo>
                  <a:pt x="765048" y="51816"/>
                </a:lnTo>
                <a:lnTo>
                  <a:pt x="765048" y="53340"/>
                </a:lnTo>
                <a:lnTo>
                  <a:pt x="757428" y="53340"/>
                </a:lnTo>
                <a:lnTo>
                  <a:pt x="736420" y="65719"/>
                </a:lnTo>
                <a:close/>
              </a:path>
              <a:path w="792479" h="132714">
                <a:moveTo>
                  <a:pt x="710876" y="80772"/>
                </a:moveTo>
                <a:lnTo>
                  <a:pt x="0" y="80772"/>
                </a:lnTo>
                <a:lnTo>
                  <a:pt x="0" y="51816"/>
                </a:lnTo>
                <a:lnTo>
                  <a:pt x="712089" y="51816"/>
                </a:lnTo>
                <a:lnTo>
                  <a:pt x="736420" y="65719"/>
                </a:lnTo>
                <a:lnTo>
                  <a:pt x="710876" y="80772"/>
                </a:lnTo>
                <a:close/>
              </a:path>
              <a:path w="792479" h="132714">
                <a:moveTo>
                  <a:pt x="766460" y="80772"/>
                </a:moveTo>
                <a:lnTo>
                  <a:pt x="765048" y="80772"/>
                </a:lnTo>
                <a:lnTo>
                  <a:pt x="765048" y="51816"/>
                </a:lnTo>
                <a:lnTo>
                  <a:pt x="769062" y="51816"/>
                </a:lnTo>
                <a:lnTo>
                  <a:pt x="792480" y="65532"/>
                </a:lnTo>
                <a:lnTo>
                  <a:pt x="766460" y="80772"/>
                </a:lnTo>
                <a:close/>
              </a:path>
              <a:path w="792479" h="132714">
                <a:moveTo>
                  <a:pt x="757428" y="77724"/>
                </a:moveTo>
                <a:lnTo>
                  <a:pt x="736420" y="65719"/>
                </a:lnTo>
                <a:lnTo>
                  <a:pt x="757428" y="53340"/>
                </a:lnTo>
                <a:lnTo>
                  <a:pt x="757428" y="77724"/>
                </a:lnTo>
                <a:close/>
              </a:path>
              <a:path w="792479" h="132714">
                <a:moveTo>
                  <a:pt x="765048" y="77724"/>
                </a:moveTo>
                <a:lnTo>
                  <a:pt x="757428" y="77724"/>
                </a:lnTo>
                <a:lnTo>
                  <a:pt x="757428" y="53340"/>
                </a:lnTo>
                <a:lnTo>
                  <a:pt x="765048" y="53340"/>
                </a:lnTo>
                <a:lnTo>
                  <a:pt x="765048" y="77724"/>
                </a:lnTo>
                <a:close/>
              </a:path>
              <a:path w="792479" h="132714">
                <a:moveTo>
                  <a:pt x="679704" y="132588"/>
                </a:moveTo>
                <a:lnTo>
                  <a:pt x="670560" y="129540"/>
                </a:lnTo>
                <a:lnTo>
                  <a:pt x="665988" y="123444"/>
                </a:lnTo>
                <a:lnTo>
                  <a:pt x="662940" y="115824"/>
                </a:lnTo>
                <a:lnTo>
                  <a:pt x="664464" y="108204"/>
                </a:lnTo>
                <a:lnTo>
                  <a:pt x="672084" y="103632"/>
                </a:lnTo>
                <a:lnTo>
                  <a:pt x="736420" y="65719"/>
                </a:lnTo>
                <a:lnTo>
                  <a:pt x="757428" y="77724"/>
                </a:lnTo>
                <a:lnTo>
                  <a:pt x="765048" y="77724"/>
                </a:lnTo>
                <a:lnTo>
                  <a:pt x="765048" y="80772"/>
                </a:lnTo>
                <a:lnTo>
                  <a:pt x="766460" y="80772"/>
                </a:lnTo>
                <a:lnTo>
                  <a:pt x="685800" y="128016"/>
                </a:lnTo>
                <a:lnTo>
                  <a:pt x="679704" y="132588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571529" y="3576261"/>
            <a:ext cx="3251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Microsoft Sans Serif"/>
                <a:cs typeface="Microsoft Sans Serif"/>
              </a:rPr>
              <a:t>v</a:t>
            </a:r>
            <a:r>
              <a:rPr sz="1950" spc="-37" baseline="-21367" dirty="0">
                <a:latin typeface="Microsoft Sans Serif"/>
                <a:cs typeface="Microsoft Sans Serif"/>
              </a:rPr>
              <a:t>D</a:t>
            </a:r>
            <a:endParaRPr sz="1950" baseline="-21367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31605" y="3635604"/>
            <a:ext cx="195580" cy="989330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20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  <a:endParaRPr sz="2000">
              <a:latin typeface="Microsoft Sans Serif"/>
              <a:cs typeface="Microsoft Sans Serif"/>
            </a:endParaRPr>
          </a:p>
          <a:p>
            <a:pPr marL="56515">
              <a:lnSpc>
                <a:spcPct val="100000"/>
              </a:lnSpc>
              <a:spcBef>
                <a:spcPts val="1280"/>
              </a:spcBef>
            </a:pPr>
            <a:r>
              <a:rPr sz="2350" spc="-50" dirty="0">
                <a:latin typeface="Microsoft Sans Serif"/>
                <a:cs typeface="Microsoft Sans Serif"/>
              </a:rPr>
              <a:t>f</a:t>
            </a:r>
            <a:endParaRPr sz="235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449067" y="3896867"/>
            <a:ext cx="792480" cy="132715"/>
          </a:xfrm>
          <a:custGeom>
            <a:avLst/>
            <a:gdLst/>
            <a:ahLst/>
            <a:cxnLst/>
            <a:rect l="l" t="t" r="r" b="b"/>
            <a:pathLst>
              <a:path w="792480" h="132714">
                <a:moveTo>
                  <a:pt x="736420" y="65719"/>
                </a:moveTo>
                <a:lnTo>
                  <a:pt x="672084" y="28956"/>
                </a:lnTo>
                <a:lnTo>
                  <a:pt x="664464" y="24384"/>
                </a:lnTo>
                <a:lnTo>
                  <a:pt x="662940" y="15240"/>
                </a:lnTo>
                <a:lnTo>
                  <a:pt x="665988" y="9144"/>
                </a:lnTo>
                <a:lnTo>
                  <a:pt x="670560" y="1524"/>
                </a:lnTo>
                <a:lnTo>
                  <a:pt x="679704" y="0"/>
                </a:lnTo>
                <a:lnTo>
                  <a:pt x="685800" y="3048"/>
                </a:lnTo>
                <a:lnTo>
                  <a:pt x="769062" y="51816"/>
                </a:lnTo>
                <a:lnTo>
                  <a:pt x="765048" y="51816"/>
                </a:lnTo>
                <a:lnTo>
                  <a:pt x="765048" y="53340"/>
                </a:lnTo>
                <a:lnTo>
                  <a:pt x="757428" y="53340"/>
                </a:lnTo>
                <a:lnTo>
                  <a:pt x="736420" y="65719"/>
                </a:lnTo>
                <a:close/>
              </a:path>
              <a:path w="792480" h="132714">
                <a:moveTo>
                  <a:pt x="710876" y="80772"/>
                </a:moveTo>
                <a:lnTo>
                  <a:pt x="0" y="80772"/>
                </a:lnTo>
                <a:lnTo>
                  <a:pt x="0" y="51816"/>
                </a:lnTo>
                <a:lnTo>
                  <a:pt x="712089" y="51816"/>
                </a:lnTo>
                <a:lnTo>
                  <a:pt x="736420" y="65719"/>
                </a:lnTo>
                <a:lnTo>
                  <a:pt x="710876" y="80772"/>
                </a:lnTo>
                <a:close/>
              </a:path>
              <a:path w="792480" h="132714">
                <a:moveTo>
                  <a:pt x="766460" y="80772"/>
                </a:moveTo>
                <a:lnTo>
                  <a:pt x="765048" y="80772"/>
                </a:lnTo>
                <a:lnTo>
                  <a:pt x="765048" y="51816"/>
                </a:lnTo>
                <a:lnTo>
                  <a:pt x="769062" y="51816"/>
                </a:lnTo>
                <a:lnTo>
                  <a:pt x="792480" y="65532"/>
                </a:lnTo>
                <a:lnTo>
                  <a:pt x="766460" y="80772"/>
                </a:lnTo>
                <a:close/>
              </a:path>
              <a:path w="792480" h="132714">
                <a:moveTo>
                  <a:pt x="757428" y="77724"/>
                </a:moveTo>
                <a:lnTo>
                  <a:pt x="736420" y="65719"/>
                </a:lnTo>
                <a:lnTo>
                  <a:pt x="757428" y="53340"/>
                </a:lnTo>
                <a:lnTo>
                  <a:pt x="757428" y="77724"/>
                </a:lnTo>
                <a:close/>
              </a:path>
              <a:path w="792480" h="132714">
                <a:moveTo>
                  <a:pt x="765048" y="77724"/>
                </a:moveTo>
                <a:lnTo>
                  <a:pt x="757428" y="77724"/>
                </a:lnTo>
                <a:lnTo>
                  <a:pt x="757428" y="53340"/>
                </a:lnTo>
                <a:lnTo>
                  <a:pt x="765048" y="53340"/>
                </a:lnTo>
                <a:lnTo>
                  <a:pt x="765048" y="77724"/>
                </a:lnTo>
                <a:close/>
              </a:path>
              <a:path w="792480" h="132714">
                <a:moveTo>
                  <a:pt x="679704" y="132588"/>
                </a:moveTo>
                <a:lnTo>
                  <a:pt x="670560" y="129540"/>
                </a:lnTo>
                <a:lnTo>
                  <a:pt x="665988" y="123444"/>
                </a:lnTo>
                <a:lnTo>
                  <a:pt x="662940" y="115824"/>
                </a:lnTo>
                <a:lnTo>
                  <a:pt x="664464" y="108204"/>
                </a:lnTo>
                <a:lnTo>
                  <a:pt x="672084" y="103632"/>
                </a:lnTo>
                <a:lnTo>
                  <a:pt x="736420" y="65719"/>
                </a:lnTo>
                <a:lnTo>
                  <a:pt x="757428" y="77724"/>
                </a:lnTo>
                <a:lnTo>
                  <a:pt x="765048" y="77724"/>
                </a:lnTo>
                <a:lnTo>
                  <a:pt x="765048" y="80772"/>
                </a:lnTo>
                <a:lnTo>
                  <a:pt x="766460" y="80772"/>
                </a:lnTo>
                <a:lnTo>
                  <a:pt x="685800" y="128016"/>
                </a:lnTo>
                <a:lnTo>
                  <a:pt x="679704" y="132588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670025" y="3576261"/>
            <a:ext cx="2876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Microsoft Sans Serif"/>
                <a:cs typeface="Microsoft Sans Serif"/>
              </a:rPr>
              <a:t>v</a:t>
            </a:r>
            <a:r>
              <a:rPr sz="1950" spc="-37" baseline="-21367" dirty="0">
                <a:latin typeface="Microsoft Sans Serif"/>
                <a:cs typeface="Microsoft Sans Serif"/>
              </a:rPr>
              <a:t>s</a:t>
            </a:r>
            <a:endParaRPr sz="1950" baseline="-21367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31185" y="2421158"/>
            <a:ext cx="1875155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4800" marR="5080" indent="-292735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Source</a:t>
            </a:r>
            <a:r>
              <a:rPr sz="2000" spc="-15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of </a:t>
            </a: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sound </a:t>
            </a:r>
            <a:r>
              <a:rPr sz="2000" spc="-10" dirty="0">
                <a:latin typeface="Microsoft Sans Serif"/>
                <a:cs typeface="Microsoft Sans Serif"/>
              </a:rPr>
              <a:t>Siren Loudspeaker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49424" y="2436875"/>
            <a:ext cx="2231390" cy="1209040"/>
          </a:xfrm>
          <a:custGeom>
            <a:avLst/>
            <a:gdLst/>
            <a:ahLst/>
            <a:cxnLst/>
            <a:rect l="l" t="t" r="r" b="b"/>
            <a:pathLst>
              <a:path w="2231390" h="1209039">
                <a:moveTo>
                  <a:pt x="263639" y="935736"/>
                </a:moveTo>
                <a:lnTo>
                  <a:pt x="257556" y="929640"/>
                </a:lnTo>
                <a:lnTo>
                  <a:pt x="0" y="1202436"/>
                </a:lnTo>
                <a:lnTo>
                  <a:pt x="7620" y="1208532"/>
                </a:lnTo>
                <a:lnTo>
                  <a:pt x="263639" y="935736"/>
                </a:lnTo>
                <a:close/>
              </a:path>
              <a:path w="2231390" h="1209039">
                <a:moveTo>
                  <a:pt x="2231136" y="0"/>
                </a:moveTo>
                <a:lnTo>
                  <a:pt x="2221979" y="0"/>
                </a:lnTo>
                <a:lnTo>
                  <a:pt x="2221979" y="9144"/>
                </a:lnTo>
                <a:lnTo>
                  <a:pt x="2221979" y="914400"/>
                </a:lnTo>
                <a:lnTo>
                  <a:pt x="36563" y="914400"/>
                </a:lnTo>
                <a:lnTo>
                  <a:pt x="36563" y="9144"/>
                </a:lnTo>
                <a:lnTo>
                  <a:pt x="2221979" y="9144"/>
                </a:lnTo>
                <a:lnTo>
                  <a:pt x="2221979" y="0"/>
                </a:lnTo>
                <a:lnTo>
                  <a:pt x="27419" y="0"/>
                </a:lnTo>
                <a:lnTo>
                  <a:pt x="27419" y="923544"/>
                </a:lnTo>
                <a:lnTo>
                  <a:pt x="2231136" y="923544"/>
                </a:lnTo>
                <a:lnTo>
                  <a:pt x="2231136" y="918972"/>
                </a:lnTo>
                <a:lnTo>
                  <a:pt x="2231136" y="914400"/>
                </a:lnTo>
                <a:lnTo>
                  <a:pt x="2231136" y="9144"/>
                </a:lnTo>
                <a:lnTo>
                  <a:pt x="2231136" y="4572"/>
                </a:lnTo>
                <a:lnTo>
                  <a:pt x="2231136" y="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703555" y="2341872"/>
            <a:ext cx="2030095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4800" marR="5080" indent="-292735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Detector</a:t>
            </a:r>
            <a:r>
              <a:rPr sz="2000" spc="-25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of</a:t>
            </a: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009900"/>
                </a:solidFill>
                <a:latin typeface="Microsoft Sans Serif"/>
                <a:cs typeface="Microsoft Sans Serif"/>
              </a:rPr>
              <a:t>sound </a:t>
            </a:r>
            <a:r>
              <a:rPr sz="2000" spc="-25" dirty="0">
                <a:latin typeface="Microsoft Sans Serif"/>
                <a:cs typeface="Microsoft Sans Serif"/>
              </a:rPr>
              <a:t>Ear </a:t>
            </a:r>
            <a:r>
              <a:rPr sz="2000" spc="-10" dirty="0">
                <a:latin typeface="Microsoft Sans Serif"/>
                <a:cs typeface="Microsoft Sans Serif"/>
              </a:rPr>
              <a:t>Microphone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944867" y="3683508"/>
            <a:ext cx="687705" cy="100965"/>
          </a:xfrm>
          <a:custGeom>
            <a:avLst/>
            <a:gdLst/>
            <a:ahLst/>
            <a:cxnLst/>
            <a:rect l="l" t="t" r="r" b="b"/>
            <a:pathLst>
              <a:path w="687704" h="100964">
                <a:moveTo>
                  <a:pt x="1524" y="100583"/>
                </a:moveTo>
                <a:lnTo>
                  <a:pt x="0" y="89916"/>
                </a:lnTo>
                <a:lnTo>
                  <a:pt x="685800" y="0"/>
                </a:lnTo>
                <a:lnTo>
                  <a:pt x="687324" y="9143"/>
                </a:lnTo>
                <a:lnTo>
                  <a:pt x="1524" y="100583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210300" y="2357627"/>
            <a:ext cx="2569845" cy="1287780"/>
          </a:xfrm>
          <a:custGeom>
            <a:avLst/>
            <a:gdLst/>
            <a:ahLst/>
            <a:cxnLst/>
            <a:rect l="l" t="t" r="r" b="b"/>
            <a:pathLst>
              <a:path w="2569845" h="1287779">
                <a:moveTo>
                  <a:pt x="2569464" y="0"/>
                </a:moveTo>
                <a:lnTo>
                  <a:pt x="2558796" y="0"/>
                </a:lnTo>
                <a:lnTo>
                  <a:pt x="2558796" y="9144"/>
                </a:lnTo>
                <a:lnTo>
                  <a:pt x="2558796" y="911352"/>
                </a:lnTo>
                <a:lnTo>
                  <a:pt x="374904" y="911352"/>
                </a:lnTo>
                <a:lnTo>
                  <a:pt x="374904" y="9144"/>
                </a:lnTo>
                <a:lnTo>
                  <a:pt x="2558796" y="9144"/>
                </a:lnTo>
                <a:lnTo>
                  <a:pt x="2558796" y="0"/>
                </a:lnTo>
                <a:lnTo>
                  <a:pt x="365760" y="0"/>
                </a:lnTo>
                <a:lnTo>
                  <a:pt x="365760" y="780288"/>
                </a:lnTo>
                <a:lnTo>
                  <a:pt x="0" y="1281684"/>
                </a:lnTo>
                <a:lnTo>
                  <a:pt x="7607" y="1287780"/>
                </a:lnTo>
                <a:lnTo>
                  <a:pt x="365760" y="796836"/>
                </a:lnTo>
                <a:lnTo>
                  <a:pt x="365760" y="920496"/>
                </a:lnTo>
                <a:lnTo>
                  <a:pt x="2569464" y="920496"/>
                </a:lnTo>
                <a:lnTo>
                  <a:pt x="2569464" y="915936"/>
                </a:lnTo>
                <a:lnTo>
                  <a:pt x="2569464" y="911352"/>
                </a:lnTo>
                <a:lnTo>
                  <a:pt x="2569464" y="9144"/>
                </a:lnTo>
                <a:lnTo>
                  <a:pt x="2569464" y="4572"/>
                </a:lnTo>
                <a:lnTo>
                  <a:pt x="2569464" y="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709409" y="3530653"/>
            <a:ext cx="146494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Speed</a:t>
            </a: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of</a:t>
            </a: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009900"/>
                </a:solidFill>
                <a:latin typeface="Microsoft Sans Serif"/>
                <a:cs typeface="Microsoft Sans Serif"/>
              </a:rPr>
              <a:t>the </a:t>
            </a: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detector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211823" y="4645152"/>
            <a:ext cx="508000" cy="281940"/>
          </a:xfrm>
          <a:custGeom>
            <a:avLst/>
            <a:gdLst/>
            <a:ahLst/>
            <a:cxnLst/>
            <a:rect l="l" t="t" r="r" b="b"/>
            <a:pathLst>
              <a:path w="508000" h="281939">
                <a:moveTo>
                  <a:pt x="502920" y="281940"/>
                </a:moveTo>
                <a:lnTo>
                  <a:pt x="0" y="7620"/>
                </a:lnTo>
                <a:lnTo>
                  <a:pt x="4572" y="0"/>
                </a:lnTo>
                <a:lnTo>
                  <a:pt x="507492" y="274319"/>
                </a:lnTo>
                <a:lnTo>
                  <a:pt x="502920" y="28194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749287" y="4673579"/>
            <a:ext cx="136779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Frequency </a:t>
            </a: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detected</a:t>
            </a:r>
            <a:r>
              <a:rPr sz="2000" spc="-15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009900"/>
                </a:solidFill>
                <a:latin typeface="Microsoft Sans Serif"/>
                <a:cs typeface="Microsoft Sans Serif"/>
              </a:rPr>
              <a:t>by </a:t>
            </a: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the</a:t>
            </a:r>
            <a:r>
              <a:rPr sz="2000" spc="5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detector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938272" y="3683508"/>
            <a:ext cx="443865" cy="102235"/>
          </a:xfrm>
          <a:custGeom>
            <a:avLst/>
            <a:gdLst/>
            <a:ahLst/>
            <a:cxnLst/>
            <a:rect l="l" t="t" r="r" b="b"/>
            <a:pathLst>
              <a:path w="443864" h="102235">
                <a:moveTo>
                  <a:pt x="1524" y="102108"/>
                </a:moveTo>
                <a:lnTo>
                  <a:pt x="0" y="91440"/>
                </a:lnTo>
                <a:lnTo>
                  <a:pt x="440435" y="0"/>
                </a:lnTo>
                <a:lnTo>
                  <a:pt x="443483" y="9143"/>
                </a:lnTo>
                <a:lnTo>
                  <a:pt x="1524" y="102108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410235" y="3530653"/>
            <a:ext cx="146494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Speed</a:t>
            </a: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of</a:t>
            </a: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009900"/>
                </a:solidFill>
                <a:latin typeface="Microsoft Sans Serif"/>
                <a:cs typeface="Microsoft Sans Serif"/>
              </a:rPr>
              <a:t>the </a:t>
            </a: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source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234183" y="4613148"/>
            <a:ext cx="463550" cy="314325"/>
          </a:xfrm>
          <a:custGeom>
            <a:avLst/>
            <a:gdLst/>
            <a:ahLst/>
            <a:cxnLst/>
            <a:rect l="l" t="t" r="r" b="b"/>
            <a:pathLst>
              <a:path w="463550" h="314325">
                <a:moveTo>
                  <a:pt x="457200" y="313944"/>
                </a:moveTo>
                <a:lnTo>
                  <a:pt x="0" y="7619"/>
                </a:lnTo>
                <a:lnTo>
                  <a:pt x="6095" y="0"/>
                </a:lnTo>
                <a:lnTo>
                  <a:pt x="463296" y="306323"/>
                </a:lnTo>
                <a:lnTo>
                  <a:pt x="457200" y="313944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770112" y="4673579"/>
            <a:ext cx="122936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Frequency </a:t>
            </a: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emitted</a:t>
            </a:r>
            <a:r>
              <a:rPr sz="2000" spc="-30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009900"/>
                </a:solidFill>
                <a:latin typeface="Microsoft Sans Serif"/>
                <a:cs typeface="Microsoft Sans Serif"/>
              </a:rPr>
              <a:t>by </a:t>
            </a: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the</a:t>
            </a:r>
            <a:r>
              <a:rPr sz="2000" spc="5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source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885688" y="3724655"/>
            <a:ext cx="475615" cy="477520"/>
            <a:chOff x="5885688" y="3724655"/>
            <a:chExt cx="475615" cy="477520"/>
          </a:xfrm>
        </p:grpSpPr>
        <p:sp>
          <p:nvSpPr>
            <p:cNvPr id="25" name="object 25"/>
            <p:cNvSpPr/>
            <p:nvPr/>
          </p:nvSpPr>
          <p:spPr>
            <a:xfrm>
              <a:off x="5894832" y="37337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460" y="452565"/>
                  </a:lnTo>
                  <a:lnTo>
                    <a:pt x="139517" y="439269"/>
                  </a:lnTo>
                  <a:lnTo>
                    <a:pt x="100682" y="418221"/>
                  </a:lnTo>
                  <a:lnTo>
                    <a:pt x="66865" y="390334"/>
                  </a:lnTo>
                  <a:lnTo>
                    <a:pt x="38978" y="356517"/>
                  </a:lnTo>
                  <a:lnTo>
                    <a:pt x="17930" y="317682"/>
                  </a:lnTo>
                  <a:lnTo>
                    <a:pt x="4634" y="274739"/>
                  </a:lnTo>
                  <a:lnTo>
                    <a:pt x="0" y="228600"/>
                  </a:lnTo>
                  <a:lnTo>
                    <a:pt x="4634" y="182460"/>
                  </a:lnTo>
                  <a:lnTo>
                    <a:pt x="17930" y="139517"/>
                  </a:lnTo>
                  <a:lnTo>
                    <a:pt x="38978" y="100682"/>
                  </a:lnTo>
                  <a:lnTo>
                    <a:pt x="66865" y="66865"/>
                  </a:lnTo>
                  <a:lnTo>
                    <a:pt x="100682" y="38978"/>
                  </a:lnTo>
                  <a:lnTo>
                    <a:pt x="139517" y="17930"/>
                  </a:lnTo>
                  <a:lnTo>
                    <a:pt x="182460" y="4634"/>
                  </a:lnTo>
                  <a:lnTo>
                    <a:pt x="228600" y="0"/>
                  </a:lnTo>
                  <a:lnTo>
                    <a:pt x="274739" y="4634"/>
                  </a:lnTo>
                  <a:lnTo>
                    <a:pt x="317682" y="17930"/>
                  </a:lnTo>
                  <a:lnTo>
                    <a:pt x="356517" y="38978"/>
                  </a:lnTo>
                  <a:lnTo>
                    <a:pt x="390334" y="66865"/>
                  </a:lnTo>
                  <a:lnTo>
                    <a:pt x="418221" y="100682"/>
                  </a:lnTo>
                  <a:lnTo>
                    <a:pt x="439269" y="139517"/>
                  </a:lnTo>
                  <a:lnTo>
                    <a:pt x="452565" y="182460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885688" y="3724655"/>
              <a:ext cx="475615" cy="477520"/>
            </a:xfrm>
            <a:custGeom>
              <a:avLst/>
              <a:gdLst/>
              <a:ahLst/>
              <a:cxnLst/>
              <a:rect l="l" t="t" r="r" b="b"/>
              <a:pathLst>
                <a:path w="475614" h="477520">
                  <a:moveTo>
                    <a:pt x="262128" y="475487"/>
                  </a:moveTo>
                  <a:lnTo>
                    <a:pt x="213360" y="475487"/>
                  </a:lnTo>
                  <a:lnTo>
                    <a:pt x="167640" y="466344"/>
                  </a:lnTo>
                  <a:lnTo>
                    <a:pt x="124968" y="448056"/>
                  </a:lnTo>
                  <a:lnTo>
                    <a:pt x="86868" y="422148"/>
                  </a:lnTo>
                  <a:lnTo>
                    <a:pt x="54864" y="390144"/>
                  </a:lnTo>
                  <a:lnTo>
                    <a:pt x="28956" y="352044"/>
                  </a:lnTo>
                  <a:lnTo>
                    <a:pt x="10668" y="309371"/>
                  </a:lnTo>
                  <a:lnTo>
                    <a:pt x="0" y="263651"/>
                  </a:lnTo>
                  <a:lnTo>
                    <a:pt x="0" y="213359"/>
                  </a:lnTo>
                  <a:lnTo>
                    <a:pt x="10668" y="167639"/>
                  </a:lnTo>
                  <a:lnTo>
                    <a:pt x="27432" y="124967"/>
                  </a:lnTo>
                  <a:lnTo>
                    <a:pt x="53340" y="86867"/>
                  </a:lnTo>
                  <a:lnTo>
                    <a:pt x="85344" y="54863"/>
                  </a:lnTo>
                  <a:lnTo>
                    <a:pt x="123444" y="28955"/>
                  </a:lnTo>
                  <a:lnTo>
                    <a:pt x="166116" y="10667"/>
                  </a:lnTo>
                  <a:lnTo>
                    <a:pt x="225552" y="0"/>
                  </a:lnTo>
                  <a:lnTo>
                    <a:pt x="249936" y="0"/>
                  </a:lnTo>
                  <a:lnTo>
                    <a:pt x="284988" y="4571"/>
                  </a:lnTo>
                  <a:lnTo>
                    <a:pt x="307848" y="10667"/>
                  </a:lnTo>
                  <a:lnTo>
                    <a:pt x="329184" y="18287"/>
                  </a:lnTo>
                  <a:lnTo>
                    <a:pt x="332232" y="19812"/>
                  </a:lnTo>
                  <a:lnTo>
                    <a:pt x="214883" y="19812"/>
                  </a:lnTo>
                  <a:lnTo>
                    <a:pt x="193548" y="22860"/>
                  </a:lnTo>
                  <a:lnTo>
                    <a:pt x="152400" y="36575"/>
                  </a:lnTo>
                  <a:lnTo>
                    <a:pt x="115824" y="56387"/>
                  </a:lnTo>
                  <a:lnTo>
                    <a:pt x="82296" y="82295"/>
                  </a:lnTo>
                  <a:lnTo>
                    <a:pt x="56388" y="115823"/>
                  </a:lnTo>
                  <a:lnTo>
                    <a:pt x="36576" y="152399"/>
                  </a:lnTo>
                  <a:lnTo>
                    <a:pt x="22860" y="193547"/>
                  </a:lnTo>
                  <a:lnTo>
                    <a:pt x="18288" y="227075"/>
                  </a:lnTo>
                  <a:lnTo>
                    <a:pt x="18288" y="249935"/>
                  </a:lnTo>
                  <a:lnTo>
                    <a:pt x="28956" y="303275"/>
                  </a:lnTo>
                  <a:lnTo>
                    <a:pt x="44196" y="342900"/>
                  </a:lnTo>
                  <a:lnTo>
                    <a:pt x="68580" y="376428"/>
                  </a:lnTo>
                  <a:lnTo>
                    <a:pt x="97536" y="406908"/>
                  </a:lnTo>
                  <a:lnTo>
                    <a:pt x="132588" y="431292"/>
                  </a:lnTo>
                  <a:lnTo>
                    <a:pt x="172212" y="446532"/>
                  </a:lnTo>
                  <a:lnTo>
                    <a:pt x="225552" y="457200"/>
                  </a:lnTo>
                  <a:lnTo>
                    <a:pt x="330708" y="457200"/>
                  </a:lnTo>
                  <a:lnTo>
                    <a:pt x="309372" y="464820"/>
                  </a:lnTo>
                  <a:lnTo>
                    <a:pt x="286512" y="470916"/>
                  </a:lnTo>
                  <a:lnTo>
                    <a:pt x="262128" y="475487"/>
                  </a:lnTo>
                  <a:close/>
                </a:path>
                <a:path w="475614" h="477520">
                  <a:moveTo>
                    <a:pt x="330708" y="457200"/>
                  </a:moveTo>
                  <a:lnTo>
                    <a:pt x="248412" y="457200"/>
                  </a:lnTo>
                  <a:lnTo>
                    <a:pt x="281940" y="452627"/>
                  </a:lnTo>
                  <a:lnTo>
                    <a:pt x="301752" y="448056"/>
                  </a:lnTo>
                  <a:lnTo>
                    <a:pt x="341376" y="431292"/>
                  </a:lnTo>
                  <a:lnTo>
                    <a:pt x="376428" y="406908"/>
                  </a:lnTo>
                  <a:lnTo>
                    <a:pt x="406908" y="377952"/>
                  </a:lnTo>
                  <a:lnTo>
                    <a:pt x="429768" y="342900"/>
                  </a:lnTo>
                  <a:lnTo>
                    <a:pt x="446532" y="303275"/>
                  </a:lnTo>
                  <a:lnTo>
                    <a:pt x="455676" y="260603"/>
                  </a:lnTo>
                  <a:lnTo>
                    <a:pt x="455676" y="249935"/>
                  </a:lnTo>
                  <a:lnTo>
                    <a:pt x="457200" y="237743"/>
                  </a:lnTo>
                  <a:lnTo>
                    <a:pt x="455676" y="227075"/>
                  </a:lnTo>
                  <a:lnTo>
                    <a:pt x="455676" y="216407"/>
                  </a:lnTo>
                  <a:lnTo>
                    <a:pt x="452628" y="195071"/>
                  </a:lnTo>
                  <a:lnTo>
                    <a:pt x="438912" y="153923"/>
                  </a:lnTo>
                  <a:lnTo>
                    <a:pt x="419100" y="115823"/>
                  </a:lnTo>
                  <a:lnTo>
                    <a:pt x="393192" y="83819"/>
                  </a:lnTo>
                  <a:lnTo>
                    <a:pt x="361187" y="56387"/>
                  </a:lnTo>
                  <a:lnTo>
                    <a:pt x="323087" y="36575"/>
                  </a:lnTo>
                  <a:lnTo>
                    <a:pt x="281940" y="22860"/>
                  </a:lnTo>
                  <a:lnTo>
                    <a:pt x="260604" y="19812"/>
                  </a:lnTo>
                  <a:lnTo>
                    <a:pt x="332232" y="19812"/>
                  </a:lnTo>
                  <a:lnTo>
                    <a:pt x="370332" y="41148"/>
                  </a:lnTo>
                  <a:lnTo>
                    <a:pt x="405384" y="70103"/>
                  </a:lnTo>
                  <a:lnTo>
                    <a:pt x="434339" y="105155"/>
                  </a:lnTo>
                  <a:lnTo>
                    <a:pt x="457200" y="144779"/>
                  </a:lnTo>
                  <a:lnTo>
                    <a:pt x="470916" y="188975"/>
                  </a:lnTo>
                  <a:lnTo>
                    <a:pt x="475487" y="225551"/>
                  </a:lnTo>
                  <a:lnTo>
                    <a:pt x="475487" y="249935"/>
                  </a:lnTo>
                  <a:lnTo>
                    <a:pt x="464820" y="307847"/>
                  </a:lnTo>
                  <a:lnTo>
                    <a:pt x="435863" y="370332"/>
                  </a:lnTo>
                  <a:lnTo>
                    <a:pt x="406908" y="406908"/>
                  </a:lnTo>
                  <a:lnTo>
                    <a:pt x="370332" y="435863"/>
                  </a:lnTo>
                  <a:lnTo>
                    <a:pt x="352044" y="446532"/>
                  </a:lnTo>
                  <a:lnTo>
                    <a:pt x="330708" y="457200"/>
                  </a:lnTo>
                  <a:close/>
                </a:path>
                <a:path w="475614" h="477520">
                  <a:moveTo>
                    <a:pt x="237743" y="477012"/>
                  </a:moveTo>
                  <a:lnTo>
                    <a:pt x="225552" y="475487"/>
                  </a:lnTo>
                  <a:lnTo>
                    <a:pt x="249936" y="475487"/>
                  </a:lnTo>
                  <a:lnTo>
                    <a:pt x="237743" y="477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019315" y="3649844"/>
            <a:ext cx="297815" cy="958215"/>
          </a:xfrm>
          <a:prstGeom prst="rect">
            <a:avLst/>
          </a:prstGeom>
        </p:spPr>
        <p:txBody>
          <a:bodyPr vert="horz" wrap="square" lIns="0" tIns="135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20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D</a:t>
            </a:r>
            <a:endParaRPr sz="2000">
              <a:latin typeface="Microsoft Sans Serif"/>
              <a:cs typeface="Microsoft Sans Serif"/>
            </a:endParaRPr>
          </a:p>
          <a:p>
            <a:pPr marL="103505">
              <a:lnSpc>
                <a:spcPct val="100000"/>
              </a:lnSpc>
              <a:spcBef>
                <a:spcPts val="1150"/>
              </a:spcBef>
            </a:pPr>
            <a:r>
              <a:rPr sz="3525" spc="104" baseline="-3546" dirty="0">
                <a:latin typeface="Microsoft Sans Serif"/>
                <a:cs typeface="Microsoft Sans Serif"/>
              </a:rPr>
              <a:t>f</a:t>
            </a:r>
            <a:r>
              <a:rPr sz="2350" spc="70" dirty="0">
                <a:latin typeface="Cambria"/>
                <a:cs typeface="Cambria"/>
              </a:rPr>
              <a:t>'</a:t>
            </a:r>
            <a:endParaRPr sz="2350">
              <a:latin typeface="Cambria"/>
              <a:cs typeface="Cambr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929131" y="5862360"/>
            <a:ext cx="4765675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v</a:t>
            </a:r>
            <a:r>
              <a:rPr sz="1950" baseline="-21367" dirty="0">
                <a:solidFill>
                  <a:srgbClr val="FF3300"/>
                </a:solidFill>
                <a:latin typeface="Microsoft Sans Serif"/>
                <a:cs typeface="Microsoft Sans Serif"/>
              </a:rPr>
              <a:t>S</a:t>
            </a:r>
            <a:r>
              <a:rPr sz="1950" spc="307" baseline="-21367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and</a:t>
            </a:r>
            <a:r>
              <a:rPr sz="2000" spc="1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v</a:t>
            </a:r>
            <a:r>
              <a:rPr sz="1950" baseline="-21367" dirty="0">
                <a:solidFill>
                  <a:srgbClr val="FF3300"/>
                </a:solidFill>
                <a:latin typeface="Microsoft Sans Serif"/>
                <a:cs typeface="Microsoft Sans Serif"/>
              </a:rPr>
              <a:t>D</a:t>
            </a:r>
            <a:r>
              <a:rPr sz="1950" spc="300" baseline="-21367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are</a:t>
            </a:r>
            <a:r>
              <a:rPr sz="2000" spc="1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measured</a:t>
            </a:r>
            <a:r>
              <a:rPr sz="2000" spc="-3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relative</a:t>
            </a:r>
            <a:r>
              <a:rPr sz="2000" spc="1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to</a:t>
            </a:r>
            <a:r>
              <a:rPr sz="2000" spc="-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the</a:t>
            </a:r>
            <a:r>
              <a:rPr sz="2000" spc="-1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FF3300"/>
                </a:solidFill>
                <a:latin typeface="Microsoft Sans Serif"/>
                <a:cs typeface="Microsoft Sans Serif"/>
              </a:rPr>
              <a:t>air. </a:t>
            </a:r>
            <a:r>
              <a:rPr sz="2000" dirty="0">
                <a:latin typeface="Microsoft Sans Serif"/>
                <a:cs typeface="Microsoft Sans Serif"/>
              </a:rPr>
              <a:t>If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air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is</a:t>
            </a:r>
            <a:r>
              <a:rPr sz="2000" spc="-10" dirty="0">
                <a:latin typeface="Microsoft Sans Serif"/>
                <a:cs typeface="Microsoft Sans Serif"/>
              </a:rPr>
              <a:t> stationary,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these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will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be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same </a:t>
            </a:r>
            <a:r>
              <a:rPr sz="2000" dirty="0">
                <a:latin typeface="Microsoft Sans Serif"/>
                <a:cs typeface="Microsoft Sans Serif"/>
              </a:rPr>
              <a:t>as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that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measured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relative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to the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ground.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804160" y="5879592"/>
            <a:ext cx="5082540" cy="990600"/>
          </a:xfrm>
          <a:custGeom>
            <a:avLst/>
            <a:gdLst/>
            <a:ahLst/>
            <a:cxnLst/>
            <a:rect l="l" t="t" r="r" b="b"/>
            <a:pathLst>
              <a:path w="5082540" h="990600">
                <a:moveTo>
                  <a:pt x="5082539" y="990600"/>
                </a:moveTo>
                <a:lnTo>
                  <a:pt x="0" y="990600"/>
                </a:lnTo>
                <a:lnTo>
                  <a:pt x="0" y="0"/>
                </a:lnTo>
                <a:lnTo>
                  <a:pt x="5082539" y="0"/>
                </a:lnTo>
                <a:lnTo>
                  <a:pt x="5082539" y="4572"/>
                </a:lnTo>
                <a:lnTo>
                  <a:pt x="9144" y="4572"/>
                </a:lnTo>
                <a:lnTo>
                  <a:pt x="4572" y="9144"/>
                </a:lnTo>
                <a:lnTo>
                  <a:pt x="9144" y="9144"/>
                </a:lnTo>
                <a:lnTo>
                  <a:pt x="9144" y="979932"/>
                </a:lnTo>
                <a:lnTo>
                  <a:pt x="4572" y="979932"/>
                </a:lnTo>
                <a:lnTo>
                  <a:pt x="9144" y="984504"/>
                </a:lnTo>
                <a:lnTo>
                  <a:pt x="5082539" y="984504"/>
                </a:lnTo>
                <a:lnTo>
                  <a:pt x="5082539" y="990600"/>
                </a:lnTo>
                <a:close/>
              </a:path>
              <a:path w="5082540" h="990600">
                <a:moveTo>
                  <a:pt x="9144" y="9144"/>
                </a:moveTo>
                <a:lnTo>
                  <a:pt x="4572" y="9144"/>
                </a:lnTo>
                <a:lnTo>
                  <a:pt x="9144" y="4572"/>
                </a:lnTo>
                <a:lnTo>
                  <a:pt x="9144" y="9144"/>
                </a:lnTo>
                <a:close/>
              </a:path>
              <a:path w="5082540" h="990600">
                <a:moveTo>
                  <a:pt x="5073396" y="9144"/>
                </a:moveTo>
                <a:lnTo>
                  <a:pt x="9144" y="9144"/>
                </a:lnTo>
                <a:lnTo>
                  <a:pt x="9144" y="4572"/>
                </a:lnTo>
                <a:lnTo>
                  <a:pt x="5073396" y="4572"/>
                </a:lnTo>
                <a:lnTo>
                  <a:pt x="5073396" y="9144"/>
                </a:lnTo>
                <a:close/>
              </a:path>
              <a:path w="5082540" h="990600">
                <a:moveTo>
                  <a:pt x="5073396" y="984504"/>
                </a:moveTo>
                <a:lnTo>
                  <a:pt x="5073396" y="4572"/>
                </a:lnTo>
                <a:lnTo>
                  <a:pt x="5077968" y="9144"/>
                </a:lnTo>
                <a:lnTo>
                  <a:pt x="5082539" y="9144"/>
                </a:lnTo>
                <a:lnTo>
                  <a:pt x="5082539" y="979932"/>
                </a:lnTo>
                <a:lnTo>
                  <a:pt x="5077968" y="979932"/>
                </a:lnTo>
                <a:lnTo>
                  <a:pt x="5073396" y="984504"/>
                </a:lnTo>
                <a:close/>
              </a:path>
              <a:path w="5082540" h="990600">
                <a:moveTo>
                  <a:pt x="5082539" y="9144"/>
                </a:moveTo>
                <a:lnTo>
                  <a:pt x="5077968" y="9144"/>
                </a:lnTo>
                <a:lnTo>
                  <a:pt x="5073396" y="4572"/>
                </a:lnTo>
                <a:lnTo>
                  <a:pt x="5082539" y="4572"/>
                </a:lnTo>
                <a:lnTo>
                  <a:pt x="5082539" y="9144"/>
                </a:lnTo>
                <a:close/>
              </a:path>
              <a:path w="5082540" h="990600">
                <a:moveTo>
                  <a:pt x="9144" y="984504"/>
                </a:moveTo>
                <a:lnTo>
                  <a:pt x="4572" y="979932"/>
                </a:lnTo>
                <a:lnTo>
                  <a:pt x="9144" y="979932"/>
                </a:lnTo>
                <a:lnTo>
                  <a:pt x="9144" y="984504"/>
                </a:lnTo>
                <a:close/>
              </a:path>
              <a:path w="5082540" h="990600">
                <a:moveTo>
                  <a:pt x="5073396" y="984504"/>
                </a:moveTo>
                <a:lnTo>
                  <a:pt x="9144" y="984504"/>
                </a:lnTo>
                <a:lnTo>
                  <a:pt x="9144" y="979932"/>
                </a:lnTo>
                <a:lnTo>
                  <a:pt x="5073396" y="979932"/>
                </a:lnTo>
                <a:lnTo>
                  <a:pt x="5073396" y="984504"/>
                </a:lnTo>
                <a:close/>
              </a:path>
              <a:path w="5082540" h="990600">
                <a:moveTo>
                  <a:pt x="5082539" y="984504"/>
                </a:moveTo>
                <a:lnTo>
                  <a:pt x="5073396" y="984504"/>
                </a:lnTo>
                <a:lnTo>
                  <a:pt x="5077968" y="979932"/>
                </a:lnTo>
                <a:lnTo>
                  <a:pt x="5082539" y="979932"/>
                </a:lnTo>
                <a:lnTo>
                  <a:pt x="5082539" y="984504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pc="-10" dirty="0"/>
              <a:t>17-</a:t>
            </a:r>
            <a:r>
              <a:rPr dirty="0"/>
              <a:t>7</a:t>
            </a:r>
            <a:r>
              <a:rPr spc="-4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Doppler</a:t>
            </a:r>
            <a:r>
              <a:rPr spc="-25" dirty="0"/>
              <a:t> </a:t>
            </a:r>
            <a:r>
              <a:rPr spc="-10" dirty="0"/>
              <a:t>Effect </a:t>
            </a:r>
            <a:r>
              <a:rPr spc="-10" dirty="0">
                <a:solidFill>
                  <a:srgbClr val="E10000"/>
                </a:solidFill>
              </a:rPr>
              <a:t>Definition</a:t>
            </a:r>
          </a:p>
        </p:txBody>
      </p:sp>
      <p:sp>
        <p:nvSpPr>
          <p:cNvPr id="31" name="object 31"/>
          <p:cNvSpPr/>
          <p:nvPr/>
        </p:nvSpPr>
        <p:spPr>
          <a:xfrm>
            <a:off x="792479" y="370331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2852" y="6819900"/>
                </a:moveTo>
                <a:lnTo>
                  <a:pt x="3048" y="6819900"/>
                </a:lnTo>
                <a:lnTo>
                  <a:pt x="0" y="6816851"/>
                </a:lnTo>
                <a:lnTo>
                  <a:pt x="0" y="3048"/>
                </a:lnTo>
                <a:lnTo>
                  <a:pt x="3048" y="0"/>
                </a:lnTo>
                <a:lnTo>
                  <a:pt x="9102852" y="0"/>
                </a:lnTo>
                <a:lnTo>
                  <a:pt x="9105900" y="3048"/>
                </a:lnTo>
                <a:lnTo>
                  <a:pt x="9105900" y="6096"/>
                </a:ln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lnTo>
                  <a:pt x="12192" y="6807708"/>
                </a:lnTo>
                <a:lnTo>
                  <a:pt x="6096" y="6807708"/>
                </a:lnTo>
                <a:lnTo>
                  <a:pt x="12192" y="6813803"/>
                </a:lnTo>
                <a:lnTo>
                  <a:pt x="9105900" y="6813803"/>
                </a:lnTo>
                <a:lnTo>
                  <a:pt x="9105900" y="6816851"/>
                </a:lnTo>
                <a:lnTo>
                  <a:pt x="9102852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close/>
              </a:path>
              <a:path w="9105900" h="6819900">
                <a:moveTo>
                  <a:pt x="9093707" y="12192"/>
                </a:moveTo>
                <a:lnTo>
                  <a:pt x="12192" y="12192"/>
                </a:lnTo>
                <a:lnTo>
                  <a:pt x="12192" y="6096"/>
                </a:lnTo>
                <a:lnTo>
                  <a:pt x="9093707" y="6096"/>
                </a:lnTo>
                <a:lnTo>
                  <a:pt x="9093707" y="12192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9093707" y="6096"/>
                </a:lnTo>
                <a:lnTo>
                  <a:pt x="9099804" y="12192"/>
                </a:lnTo>
                <a:lnTo>
                  <a:pt x="9105900" y="12192"/>
                </a:lnTo>
                <a:lnTo>
                  <a:pt x="9105900" y="6807708"/>
                </a:lnTo>
                <a:lnTo>
                  <a:pt x="9099804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12192"/>
                </a:moveTo>
                <a:lnTo>
                  <a:pt x="9099804" y="12192"/>
                </a:lnTo>
                <a:lnTo>
                  <a:pt x="9093707" y="6096"/>
                </a:lnTo>
                <a:lnTo>
                  <a:pt x="9105900" y="6096"/>
                </a:lnTo>
                <a:lnTo>
                  <a:pt x="9105900" y="12192"/>
                </a:lnTo>
                <a:close/>
              </a:path>
              <a:path w="9105900" h="6819900">
                <a:moveTo>
                  <a:pt x="12192" y="6813803"/>
                </a:moveTo>
                <a:lnTo>
                  <a:pt x="6096" y="6807708"/>
                </a:lnTo>
                <a:lnTo>
                  <a:pt x="12192" y="6807708"/>
                </a:lnTo>
                <a:lnTo>
                  <a:pt x="12192" y="6813803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12192" y="6813803"/>
                </a:lnTo>
                <a:lnTo>
                  <a:pt x="12192" y="6807708"/>
                </a:lnTo>
                <a:lnTo>
                  <a:pt x="9093707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6813803"/>
                </a:moveTo>
                <a:lnTo>
                  <a:pt x="9093707" y="6813803"/>
                </a:lnTo>
                <a:lnTo>
                  <a:pt x="9099804" y="6807708"/>
                </a:lnTo>
                <a:lnTo>
                  <a:pt x="9105900" y="6807708"/>
                </a:lnTo>
                <a:lnTo>
                  <a:pt x="9105900" y="6813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932214" y="1611901"/>
            <a:ext cx="2607945" cy="5161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9845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Detector</a:t>
            </a:r>
            <a:r>
              <a:rPr sz="2000" spc="-3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intercepts</a:t>
            </a:r>
            <a:r>
              <a:rPr sz="2000" spc="-2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FF5050"/>
                </a:solidFill>
                <a:latin typeface="Microsoft Sans Serif"/>
                <a:cs typeface="Microsoft Sans Serif"/>
              </a:rPr>
              <a:t>f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wavefronts</a:t>
            </a:r>
            <a:r>
              <a:rPr sz="2000" spc="-2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per</a:t>
            </a:r>
            <a:r>
              <a:rPr sz="2000" spc="-2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second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2000">
              <a:latin typeface="Microsoft Sans Serif"/>
              <a:cs typeface="Microsoft Sans Serif"/>
            </a:endParaRPr>
          </a:p>
          <a:p>
            <a:pPr marL="608330">
              <a:lnSpc>
                <a:spcPct val="100000"/>
              </a:lnSpc>
            </a:pPr>
            <a:r>
              <a:rPr sz="2350" spc="100" dirty="0">
                <a:latin typeface="Microsoft Sans Serif"/>
                <a:cs typeface="Microsoft Sans Serif"/>
              </a:rPr>
              <a:t>f</a:t>
            </a:r>
            <a:r>
              <a:rPr sz="3525" spc="150" baseline="3546" dirty="0">
                <a:latin typeface="Cambria"/>
                <a:cs typeface="Cambria"/>
              </a:rPr>
              <a:t>'</a:t>
            </a:r>
            <a:r>
              <a:rPr sz="3525" spc="52" baseline="3546" dirty="0">
                <a:latin typeface="Cambria"/>
                <a:cs typeface="Cambria"/>
              </a:rPr>
              <a:t> </a:t>
            </a:r>
            <a:r>
              <a:rPr sz="2350" dirty="0">
                <a:latin typeface="Cambria"/>
                <a:cs typeface="Cambria"/>
              </a:rPr>
              <a:t>=</a:t>
            </a:r>
            <a:r>
              <a:rPr sz="2350" spc="110" dirty="0">
                <a:latin typeface="Cambria"/>
                <a:cs typeface="Cambria"/>
              </a:rPr>
              <a:t> </a:t>
            </a:r>
            <a:r>
              <a:rPr sz="2350" spc="-50" dirty="0">
                <a:latin typeface="Microsoft Sans Serif"/>
                <a:cs typeface="Microsoft Sans Serif"/>
              </a:rPr>
              <a:t>f</a:t>
            </a:r>
            <a:endParaRPr sz="23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864"/>
              </a:spcBef>
            </a:pPr>
            <a:endParaRPr sz="235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</a:pP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Detector</a:t>
            </a:r>
            <a:r>
              <a:rPr sz="2000" spc="-3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intercepts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more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than </a:t>
            </a:r>
            <a:r>
              <a:rPr sz="2000" dirty="0">
                <a:solidFill>
                  <a:srgbClr val="FF5050"/>
                </a:solidFill>
                <a:latin typeface="Microsoft Sans Serif"/>
                <a:cs typeface="Microsoft Sans Serif"/>
              </a:rPr>
              <a:t>f</a:t>
            </a:r>
            <a:r>
              <a:rPr sz="2000" spc="-5" dirty="0">
                <a:solidFill>
                  <a:srgbClr val="FF505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wavefronts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per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 second</a:t>
            </a:r>
            <a:endParaRPr sz="2000">
              <a:latin typeface="Microsoft Sans Serif"/>
              <a:cs typeface="Microsoft Sans Serif"/>
            </a:endParaRPr>
          </a:p>
          <a:p>
            <a:pPr marL="697865">
              <a:lnSpc>
                <a:spcPct val="100000"/>
              </a:lnSpc>
              <a:spcBef>
                <a:spcPts val="600"/>
              </a:spcBef>
            </a:pPr>
            <a:r>
              <a:rPr sz="2350" spc="105" dirty="0">
                <a:latin typeface="Microsoft Sans Serif"/>
                <a:cs typeface="Microsoft Sans Serif"/>
              </a:rPr>
              <a:t>f</a:t>
            </a:r>
            <a:r>
              <a:rPr sz="3525" spc="157" baseline="3546" dirty="0">
                <a:latin typeface="Cambria"/>
                <a:cs typeface="Cambria"/>
              </a:rPr>
              <a:t>'</a:t>
            </a:r>
            <a:r>
              <a:rPr sz="3525" spc="22" baseline="3546" dirty="0">
                <a:latin typeface="Cambria"/>
                <a:cs typeface="Cambria"/>
              </a:rPr>
              <a:t> </a:t>
            </a:r>
            <a:r>
              <a:rPr sz="2350" dirty="0">
                <a:latin typeface="Cambria"/>
                <a:cs typeface="Cambria"/>
              </a:rPr>
              <a:t>&gt;</a:t>
            </a:r>
            <a:r>
              <a:rPr sz="2350" spc="110" dirty="0">
                <a:latin typeface="Cambria"/>
                <a:cs typeface="Cambria"/>
              </a:rPr>
              <a:t> </a:t>
            </a:r>
            <a:r>
              <a:rPr sz="2350" spc="-50" dirty="0">
                <a:latin typeface="Microsoft Sans Serif"/>
                <a:cs typeface="Microsoft Sans Serif"/>
              </a:rPr>
              <a:t>f</a:t>
            </a:r>
            <a:endParaRPr sz="23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839"/>
              </a:spcBef>
            </a:pPr>
            <a:endParaRPr sz="2350">
              <a:latin typeface="Microsoft Sans Serif"/>
              <a:cs typeface="Microsoft Sans Serif"/>
            </a:endParaRPr>
          </a:p>
          <a:p>
            <a:pPr marL="12700" marR="129539">
              <a:lnSpc>
                <a:spcPct val="100000"/>
              </a:lnSpc>
            </a:pP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Detector</a:t>
            </a:r>
            <a:r>
              <a:rPr sz="2000" spc="-3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intercepts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less</a:t>
            </a:r>
            <a:r>
              <a:rPr sz="2000" spc="1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than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5050"/>
                </a:solidFill>
                <a:latin typeface="Microsoft Sans Serif"/>
                <a:cs typeface="Microsoft Sans Serif"/>
              </a:rPr>
              <a:t>f</a:t>
            </a:r>
            <a:r>
              <a:rPr sz="2000" spc="15" dirty="0">
                <a:solidFill>
                  <a:srgbClr val="FF505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wavefronts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per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 second</a:t>
            </a:r>
            <a:endParaRPr sz="2000">
              <a:latin typeface="Microsoft Sans Serif"/>
              <a:cs typeface="Microsoft Sans Serif"/>
            </a:endParaRPr>
          </a:p>
          <a:p>
            <a:pPr marL="638810">
              <a:lnSpc>
                <a:spcPct val="100000"/>
              </a:lnSpc>
              <a:spcBef>
                <a:spcPts val="550"/>
              </a:spcBef>
            </a:pPr>
            <a:r>
              <a:rPr sz="2350" spc="95" dirty="0">
                <a:latin typeface="Microsoft Sans Serif"/>
                <a:cs typeface="Microsoft Sans Serif"/>
              </a:rPr>
              <a:t>f</a:t>
            </a:r>
            <a:r>
              <a:rPr sz="3525" spc="142" baseline="3546" dirty="0">
                <a:latin typeface="Cambria"/>
                <a:cs typeface="Cambria"/>
              </a:rPr>
              <a:t>'</a:t>
            </a:r>
            <a:r>
              <a:rPr sz="3525" baseline="3546" dirty="0">
                <a:latin typeface="Cambria"/>
                <a:cs typeface="Cambria"/>
              </a:rPr>
              <a:t> </a:t>
            </a:r>
            <a:r>
              <a:rPr sz="2350" dirty="0">
                <a:latin typeface="Cambria"/>
                <a:cs typeface="Cambria"/>
              </a:rPr>
              <a:t>&lt;</a:t>
            </a:r>
            <a:r>
              <a:rPr sz="2350" spc="100" dirty="0">
                <a:latin typeface="Cambria"/>
                <a:cs typeface="Cambria"/>
              </a:rPr>
              <a:t> </a:t>
            </a:r>
            <a:r>
              <a:rPr sz="2350" spc="-50" dirty="0">
                <a:latin typeface="Microsoft Sans Serif"/>
                <a:cs typeface="Microsoft Sans Serif"/>
              </a:rPr>
              <a:t>f</a:t>
            </a:r>
            <a:endParaRPr sz="235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50975" y="5375148"/>
            <a:ext cx="8789035" cy="1473835"/>
            <a:chOff x="950975" y="5375148"/>
            <a:chExt cx="8789035" cy="1473835"/>
          </a:xfrm>
        </p:grpSpPr>
        <p:sp>
          <p:nvSpPr>
            <p:cNvPr id="5" name="object 5"/>
            <p:cNvSpPr/>
            <p:nvPr/>
          </p:nvSpPr>
          <p:spPr>
            <a:xfrm>
              <a:off x="950975" y="5375148"/>
              <a:ext cx="8789035" cy="1473835"/>
            </a:xfrm>
            <a:custGeom>
              <a:avLst/>
              <a:gdLst/>
              <a:ahLst/>
              <a:cxnLst/>
              <a:rect l="l" t="t" r="r" b="b"/>
              <a:pathLst>
                <a:path w="8789035" h="1473834">
                  <a:moveTo>
                    <a:pt x="8788907" y="1473708"/>
                  </a:moveTo>
                  <a:lnTo>
                    <a:pt x="0" y="1473708"/>
                  </a:lnTo>
                  <a:lnTo>
                    <a:pt x="0" y="0"/>
                  </a:lnTo>
                  <a:lnTo>
                    <a:pt x="8788907" y="0"/>
                  </a:lnTo>
                  <a:lnTo>
                    <a:pt x="8788907" y="4572"/>
                  </a:lnTo>
                  <a:lnTo>
                    <a:pt x="9144" y="4572"/>
                  </a:lnTo>
                  <a:lnTo>
                    <a:pt x="4572" y="10668"/>
                  </a:lnTo>
                  <a:lnTo>
                    <a:pt x="9144" y="10668"/>
                  </a:lnTo>
                  <a:lnTo>
                    <a:pt x="9144" y="1464563"/>
                  </a:lnTo>
                  <a:lnTo>
                    <a:pt x="4572" y="1464563"/>
                  </a:lnTo>
                  <a:lnTo>
                    <a:pt x="9144" y="1469136"/>
                  </a:lnTo>
                  <a:lnTo>
                    <a:pt x="8788907" y="1469136"/>
                  </a:lnTo>
                  <a:lnTo>
                    <a:pt x="8788907" y="1473708"/>
                  </a:lnTo>
                  <a:close/>
                </a:path>
                <a:path w="8789035" h="1473834">
                  <a:moveTo>
                    <a:pt x="9144" y="10668"/>
                  </a:moveTo>
                  <a:lnTo>
                    <a:pt x="4572" y="10668"/>
                  </a:lnTo>
                  <a:lnTo>
                    <a:pt x="9144" y="4572"/>
                  </a:lnTo>
                  <a:lnTo>
                    <a:pt x="9144" y="10668"/>
                  </a:lnTo>
                  <a:close/>
                </a:path>
                <a:path w="8789035" h="1473834">
                  <a:moveTo>
                    <a:pt x="8779764" y="10668"/>
                  </a:moveTo>
                  <a:lnTo>
                    <a:pt x="9144" y="10668"/>
                  </a:lnTo>
                  <a:lnTo>
                    <a:pt x="9144" y="4572"/>
                  </a:lnTo>
                  <a:lnTo>
                    <a:pt x="8779764" y="4572"/>
                  </a:lnTo>
                  <a:lnTo>
                    <a:pt x="8779764" y="10668"/>
                  </a:lnTo>
                  <a:close/>
                </a:path>
                <a:path w="8789035" h="1473834">
                  <a:moveTo>
                    <a:pt x="8779764" y="1469136"/>
                  </a:moveTo>
                  <a:lnTo>
                    <a:pt x="8779764" y="4572"/>
                  </a:lnTo>
                  <a:lnTo>
                    <a:pt x="8784336" y="10668"/>
                  </a:lnTo>
                  <a:lnTo>
                    <a:pt x="8788907" y="10668"/>
                  </a:lnTo>
                  <a:lnTo>
                    <a:pt x="8788907" y="1464563"/>
                  </a:lnTo>
                  <a:lnTo>
                    <a:pt x="8784336" y="1464563"/>
                  </a:lnTo>
                  <a:lnTo>
                    <a:pt x="8779764" y="1469136"/>
                  </a:lnTo>
                  <a:close/>
                </a:path>
                <a:path w="8789035" h="1473834">
                  <a:moveTo>
                    <a:pt x="8788907" y="10668"/>
                  </a:moveTo>
                  <a:lnTo>
                    <a:pt x="8784336" y="10668"/>
                  </a:lnTo>
                  <a:lnTo>
                    <a:pt x="8779764" y="4572"/>
                  </a:lnTo>
                  <a:lnTo>
                    <a:pt x="8788907" y="4572"/>
                  </a:lnTo>
                  <a:lnTo>
                    <a:pt x="8788907" y="10668"/>
                  </a:lnTo>
                  <a:close/>
                </a:path>
                <a:path w="8789035" h="1473834">
                  <a:moveTo>
                    <a:pt x="9144" y="1469136"/>
                  </a:moveTo>
                  <a:lnTo>
                    <a:pt x="4572" y="1464563"/>
                  </a:lnTo>
                  <a:lnTo>
                    <a:pt x="9144" y="1464563"/>
                  </a:lnTo>
                  <a:lnTo>
                    <a:pt x="9144" y="1469136"/>
                  </a:lnTo>
                  <a:close/>
                </a:path>
                <a:path w="8789035" h="1473834">
                  <a:moveTo>
                    <a:pt x="8779764" y="1469136"/>
                  </a:moveTo>
                  <a:lnTo>
                    <a:pt x="9144" y="1469136"/>
                  </a:lnTo>
                  <a:lnTo>
                    <a:pt x="9144" y="1464563"/>
                  </a:lnTo>
                  <a:lnTo>
                    <a:pt x="8779764" y="1464563"/>
                  </a:lnTo>
                  <a:lnTo>
                    <a:pt x="8779764" y="1469136"/>
                  </a:lnTo>
                  <a:close/>
                </a:path>
                <a:path w="8789035" h="1473834">
                  <a:moveTo>
                    <a:pt x="8788907" y="1469136"/>
                  </a:moveTo>
                  <a:lnTo>
                    <a:pt x="8779764" y="1469136"/>
                  </a:lnTo>
                  <a:lnTo>
                    <a:pt x="8784336" y="1464563"/>
                  </a:lnTo>
                  <a:lnTo>
                    <a:pt x="8788907" y="1464563"/>
                  </a:lnTo>
                  <a:lnTo>
                    <a:pt x="8788907" y="14691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6775" y="5558028"/>
              <a:ext cx="4581143" cy="1152143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950975" y="1581912"/>
            <a:ext cx="8789035" cy="1472565"/>
            <a:chOff x="950975" y="1581912"/>
            <a:chExt cx="8789035" cy="1472565"/>
          </a:xfrm>
        </p:grpSpPr>
        <p:sp>
          <p:nvSpPr>
            <p:cNvPr id="8" name="object 8"/>
            <p:cNvSpPr/>
            <p:nvPr/>
          </p:nvSpPr>
          <p:spPr>
            <a:xfrm>
              <a:off x="950975" y="1581912"/>
              <a:ext cx="8789035" cy="1472565"/>
            </a:xfrm>
            <a:custGeom>
              <a:avLst/>
              <a:gdLst/>
              <a:ahLst/>
              <a:cxnLst/>
              <a:rect l="l" t="t" r="r" b="b"/>
              <a:pathLst>
                <a:path w="8789035" h="1472564">
                  <a:moveTo>
                    <a:pt x="8788907" y="1472184"/>
                  </a:moveTo>
                  <a:lnTo>
                    <a:pt x="0" y="1472184"/>
                  </a:lnTo>
                  <a:lnTo>
                    <a:pt x="0" y="0"/>
                  </a:lnTo>
                  <a:lnTo>
                    <a:pt x="8788907" y="0"/>
                  </a:lnTo>
                  <a:lnTo>
                    <a:pt x="8788907" y="4572"/>
                  </a:lnTo>
                  <a:lnTo>
                    <a:pt x="9144" y="4572"/>
                  </a:lnTo>
                  <a:lnTo>
                    <a:pt x="4572" y="9144"/>
                  </a:lnTo>
                  <a:lnTo>
                    <a:pt x="9144" y="9144"/>
                  </a:lnTo>
                  <a:lnTo>
                    <a:pt x="9144" y="1463040"/>
                  </a:lnTo>
                  <a:lnTo>
                    <a:pt x="4572" y="1463040"/>
                  </a:lnTo>
                  <a:lnTo>
                    <a:pt x="9144" y="1467612"/>
                  </a:lnTo>
                  <a:lnTo>
                    <a:pt x="8788907" y="1467612"/>
                  </a:lnTo>
                  <a:lnTo>
                    <a:pt x="8788907" y="1472184"/>
                  </a:lnTo>
                  <a:close/>
                </a:path>
                <a:path w="8789035" h="1472564">
                  <a:moveTo>
                    <a:pt x="9144" y="9144"/>
                  </a:moveTo>
                  <a:lnTo>
                    <a:pt x="4572" y="9144"/>
                  </a:lnTo>
                  <a:lnTo>
                    <a:pt x="9144" y="4572"/>
                  </a:lnTo>
                  <a:lnTo>
                    <a:pt x="9144" y="9144"/>
                  </a:lnTo>
                  <a:close/>
                </a:path>
                <a:path w="8789035" h="1472564">
                  <a:moveTo>
                    <a:pt x="8779764" y="9144"/>
                  </a:moveTo>
                  <a:lnTo>
                    <a:pt x="9144" y="9144"/>
                  </a:lnTo>
                  <a:lnTo>
                    <a:pt x="9144" y="4572"/>
                  </a:lnTo>
                  <a:lnTo>
                    <a:pt x="8779764" y="4572"/>
                  </a:lnTo>
                  <a:lnTo>
                    <a:pt x="8779764" y="9144"/>
                  </a:lnTo>
                  <a:close/>
                </a:path>
                <a:path w="8789035" h="1472564">
                  <a:moveTo>
                    <a:pt x="8779764" y="1467612"/>
                  </a:moveTo>
                  <a:lnTo>
                    <a:pt x="8779764" y="4572"/>
                  </a:lnTo>
                  <a:lnTo>
                    <a:pt x="8784336" y="9144"/>
                  </a:lnTo>
                  <a:lnTo>
                    <a:pt x="8788907" y="9144"/>
                  </a:lnTo>
                  <a:lnTo>
                    <a:pt x="8788907" y="1463040"/>
                  </a:lnTo>
                  <a:lnTo>
                    <a:pt x="8784336" y="1463040"/>
                  </a:lnTo>
                  <a:lnTo>
                    <a:pt x="8779764" y="1467612"/>
                  </a:lnTo>
                  <a:close/>
                </a:path>
                <a:path w="8789035" h="1472564">
                  <a:moveTo>
                    <a:pt x="8788907" y="9144"/>
                  </a:moveTo>
                  <a:lnTo>
                    <a:pt x="8784336" y="9144"/>
                  </a:lnTo>
                  <a:lnTo>
                    <a:pt x="8779764" y="4572"/>
                  </a:lnTo>
                  <a:lnTo>
                    <a:pt x="8788907" y="4572"/>
                  </a:lnTo>
                  <a:lnTo>
                    <a:pt x="8788907" y="9144"/>
                  </a:lnTo>
                  <a:close/>
                </a:path>
                <a:path w="8789035" h="1472564">
                  <a:moveTo>
                    <a:pt x="9144" y="1467612"/>
                  </a:moveTo>
                  <a:lnTo>
                    <a:pt x="4572" y="1463040"/>
                  </a:lnTo>
                  <a:lnTo>
                    <a:pt x="9144" y="1463040"/>
                  </a:lnTo>
                  <a:lnTo>
                    <a:pt x="9144" y="1467612"/>
                  </a:lnTo>
                  <a:close/>
                </a:path>
                <a:path w="8789035" h="1472564">
                  <a:moveTo>
                    <a:pt x="8779764" y="1467612"/>
                  </a:moveTo>
                  <a:lnTo>
                    <a:pt x="9144" y="1467612"/>
                  </a:lnTo>
                  <a:lnTo>
                    <a:pt x="9144" y="1463040"/>
                  </a:lnTo>
                  <a:lnTo>
                    <a:pt x="8779764" y="1463040"/>
                  </a:lnTo>
                  <a:lnTo>
                    <a:pt x="8779764" y="1467612"/>
                  </a:lnTo>
                  <a:close/>
                </a:path>
                <a:path w="8789035" h="1472564">
                  <a:moveTo>
                    <a:pt x="8788907" y="1467612"/>
                  </a:moveTo>
                  <a:lnTo>
                    <a:pt x="8779764" y="1467612"/>
                  </a:lnTo>
                  <a:lnTo>
                    <a:pt x="8784336" y="1463040"/>
                  </a:lnTo>
                  <a:lnTo>
                    <a:pt x="8788907" y="1463040"/>
                  </a:lnTo>
                  <a:lnTo>
                    <a:pt x="8788907" y="14676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36775" y="1717548"/>
              <a:ext cx="4581143" cy="1152143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950975" y="3454908"/>
            <a:ext cx="8789035" cy="1473835"/>
            <a:chOff x="950975" y="3454908"/>
            <a:chExt cx="8789035" cy="1473835"/>
          </a:xfrm>
        </p:grpSpPr>
        <p:sp>
          <p:nvSpPr>
            <p:cNvPr id="11" name="object 11"/>
            <p:cNvSpPr/>
            <p:nvPr/>
          </p:nvSpPr>
          <p:spPr>
            <a:xfrm>
              <a:off x="950975" y="3454908"/>
              <a:ext cx="8789035" cy="1473835"/>
            </a:xfrm>
            <a:custGeom>
              <a:avLst/>
              <a:gdLst/>
              <a:ahLst/>
              <a:cxnLst/>
              <a:rect l="l" t="t" r="r" b="b"/>
              <a:pathLst>
                <a:path w="8789035" h="1473835">
                  <a:moveTo>
                    <a:pt x="8788907" y="1473708"/>
                  </a:moveTo>
                  <a:lnTo>
                    <a:pt x="0" y="1473708"/>
                  </a:lnTo>
                  <a:lnTo>
                    <a:pt x="0" y="0"/>
                  </a:lnTo>
                  <a:lnTo>
                    <a:pt x="8788907" y="0"/>
                  </a:lnTo>
                  <a:lnTo>
                    <a:pt x="8788907" y="4572"/>
                  </a:lnTo>
                  <a:lnTo>
                    <a:pt x="9144" y="4572"/>
                  </a:lnTo>
                  <a:lnTo>
                    <a:pt x="4572" y="9144"/>
                  </a:lnTo>
                  <a:lnTo>
                    <a:pt x="9144" y="9144"/>
                  </a:lnTo>
                  <a:lnTo>
                    <a:pt x="9144" y="1463040"/>
                  </a:lnTo>
                  <a:lnTo>
                    <a:pt x="4572" y="1463040"/>
                  </a:lnTo>
                  <a:lnTo>
                    <a:pt x="9144" y="1467612"/>
                  </a:lnTo>
                  <a:lnTo>
                    <a:pt x="8788907" y="1467612"/>
                  </a:lnTo>
                  <a:lnTo>
                    <a:pt x="8788907" y="1473708"/>
                  </a:lnTo>
                  <a:close/>
                </a:path>
                <a:path w="8789035" h="1473835">
                  <a:moveTo>
                    <a:pt x="9144" y="9144"/>
                  </a:moveTo>
                  <a:lnTo>
                    <a:pt x="4572" y="9144"/>
                  </a:lnTo>
                  <a:lnTo>
                    <a:pt x="9144" y="4572"/>
                  </a:lnTo>
                  <a:lnTo>
                    <a:pt x="9144" y="9144"/>
                  </a:lnTo>
                  <a:close/>
                </a:path>
                <a:path w="8789035" h="1473835">
                  <a:moveTo>
                    <a:pt x="8779764" y="9144"/>
                  </a:moveTo>
                  <a:lnTo>
                    <a:pt x="9144" y="9144"/>
                  </a:lnTo>
                  <a:lnTo>
                    <a:pt x="9144" y="4572"/>
                  </a:lnTo>
                  <a:lnTo>
                    <a:pt x="8779764" y="4572"/>
                  </a:lnTo>
                  <a:lnTo>
                    <a:pt x="8779764" y="9144"/>
                  </a:lnTo>
                  <a:close/>
                </a:path>
                <a:path w="8789035" h="1473835">
                  <a:moveTo>
                    <a:pt x="8779764" y="1467612"/>
                  </a:moveTo>
                  <a:lnTo>
                    <a:pt x="8779764" y="4572"/>
                  </a:lnTo>
                  <a:lnTo>
                    <a:pt x="8784336" y="9144"/>
                  </a:lnTo>
                  <a:lnTo>
                    <a:pt x="8788907" y="9144"/>
                  </a:lnTo>
                  <a:lnTo>
                    <a:pt x="8788907" y="1463040"/>
                  </a:lnTo>
                  <a:lnTo>
                    <a:pt x="8784336" y="1463040"/>
                  </a:lnTo>
                  <a:lnTo>
                    <a:pt x="8779764" y="1467612"/>
                  </a:lnTo>
                  <a:close/>
                </a:path>
                <a:path w="8789035" h="1473835">
                  <a:moveTo>
                    <a:pt x="8788907" y="9144"/>
                  </a:moveTo>
                  <a:lnTo>
                    <a:pt x="8784336" y="9144"/>
                  </a:lnTo>
                  <a:lnTo>
                    <a:pt x="8779764" y="4572"/>
                  </a:lnTo>
                  <a:lnTo>
                    <a:pt x="8788907" y="4572"/>
                  </a:lnTo>
                  <a:lnTo>
                    <a:pt x="8788907" y="9144"/>
                  </a:lnTo>
                  <a:close/>
                </a:path>
                <a:path w="8789035" h="1473835">
                  <a:moveTo>
                    <a:pt x="9144" y="1467612"/>
                  </a:moveTo>
                  <a:lnTo>
                    <a:pt x="4572" y="1463040"/>
                  </a:lnTo>
                  <a:lnTo>
                    <a:pt x="9144" y="1463040"/>
                  </a:lnTo>
                  <a:lnTo>
                    <a:pt x="9144" y="1467612"/>
                  </a:lnTo>
                  <a:close/>
                </a:path>
                <a:path w="8789035" h="1473835">
                  <a:moveTo>
                    <a:pt x="8779764" y="1467612"/>
                  </a:moveTo>
                  <a:lnTo>
                    <a:pt x="9144" y="1467612"/>
                  </a:lnTo>
                  <a:lnTo>
                    <a:pt x="9144" y="1463040"/>
                  </a:lnTo>
                  <a:lnTo>
                    <a:pt x="8779764" y="1463040"/>
                  </a:lnTo>
                  <a:lnTo>
                    <a:pt x="8779764" y="1467612"/>
                  </a:lnTo>
                  <a:close/>
                </a:path>
                <a:path w="8789035" h="1473835">
                  <a:moveTo>
                    <a:pt x="8788907" y="1467612"/>
                  </a:moveTo>
                  <a:lnTo>
                    <a:pt x="8779764" y="1467612"/>
                  </a:lnTo>
                  <a:lnTo>
                    <a:pt x="8784336" y="1463040"/>
                  </a:lnTo>
                  <a:lnTo>
                    <a:pt x="8788907" y="1463040"/>
                  </a:lnTo>
                  <a:lnTo>
                    <a:pt x="8788907" y="14676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6775" y="3592068"/>
              <a:ext cx="4581143" cy="1152143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916980" y="439952"/>
            <a:ext cx="3150235" cy="61341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17-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7</a:t>
            </a:r>
            <a:r>
              <a:rPr sz="22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22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Doppler</a:t>
            </a: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Effect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Moving</a:t>
            </a:r>
            <a:r>
              <a:rPr sz="2200" b="1" spc="-5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E10000"/>
                </a:solidFill>
                <a:latin typeface="Arial"/>
                <a:cs typeface="Arial"/>
              </a:rPr>
              <a:t>detector</a:t>
            </a:r>
            <a:endParaRPr sz="22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92479" y="370331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2852" y="6819900"/>
                </a:moveTo>
                <a:lnTo>
                  <a:pt x="3048" y="6819900"/>
                </a:lnTo>
                <a:lnTo>
                  <a:pt x="0" y="6816851"/>
                </a:lnTo>
                <a:lnTo>
                  <a:pt x="0" y="3048"/>
                </a:lnTo>
                <a:lnTo>
                  <a:pt x="3048" y="0"/>
                </a:lnTo>
                <a:lnTo>
                  <a:pt x="9102852" y="0"/>
                </a:lnTo>
                <a:lnTo>
                  <a:pt x="9105900" y="3048"/>
                </a:lnTo>
                <a:lnTo>
                  <a:pt x="9105900" y="6096"/>
                </a:ln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lnTo>
                  <a:pt x="12192" y="6807708"/>
                </a:lnTo>
                <a:lnTo>
                  <a:pt x="6096" y="6807708"/>
                </a:lnTo>
                <a:lnTo>
                  <a:pt x="12192" y="6813803"/>
                </a:lnTo>
                <a:lnTo>
                  <a:pt x="9105900" y="6813803"/>
                </a:lnTo>
                <a:lnTo>
                  <a:pt x="9105900" y="6816851"/>
                </a:lnTo>
                <a:lnTo>
                  <a:pt x="9102852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close/>
              </a:path>
              <a:path w="9105900" h="6819900">
                <a:moveTo>
                  <a:pt x="9093707" y="12192"/>
                </a:moveTo>
                <a:lnTo>
                  <a:pt x="12192" y="12192"/>
                </a:lnTo>
                <a:lnTo>
                  <a:pt x="12192" y="6096"/>
                </a:lnTo>
                <a:lnTo>
                  <a:pt x="9093707" y="6096"/>
                </a:lnTo>
                <a:lnTo>
                  <a:pt x="9093707" y="12192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9093707" y="6096"/>
                </a:lnTo>
                <a:lnTo>
                  <a:pt x="9099804" y="12192"/>
                </a:lnTo>
                <a:lnTo>
                  <a:pt x="9105900" y="12192"/>
                </a:lnTo>
                <a:lnTo>
                  <a:pt x="9105900" y="6807708"/>
                </a:lnTo>
                <a:lnTo>
                  <a:pt x="9099804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12192"/>
                </a:moveTo>
                <a:lnTo>
                  <a:pt x="9099804" y="12192"/>
                </a:lnTo>
                <a:lnTo>
                  <a:pt x="9093707" y="6096"/>
                </a:lnTo>
                <a:lnTo>
                  <a:pt x="9105900" y="6096"/>
                </a:lnTo>
                <a:lnTo>
                  <a:pt x="9105900" y="12192"/>
                </a:lnTo>
                <a:close/>
              </a:path>
              <a:path w="9105900" h="6819900">
                <a:moveTo>
                  <a:pt x="12192" y="6813803"/>
                </a:moveTo>
                <a:lnTo>
                  <a:pt x="6096" y="6807708"/>
                </a:lnTo>
                <a:lnTo>
                  <a:pt x="12192" y="6807708"/>
                </a:lnTo>
                <a:lnTo>
                  <a:pt x="12192" y="6813803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12192" y="6813803"/>
                </a:lnTo>
                <a:lnTo>
                  <a:pt x="12192" y="6807708"/>
                </a:lnTo>
                <a:lnTo>
                  <a:pt x="9093707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6813803"/>
                </a:moveTo>
                <a:lnTo>
                  <a:pt x="9093707" y="6813803"/>
                </a:lnTo>
                <a:lnTo>
                  <a:pt x="9099804" y="6807708"/>
                </a:lnTo>
                <a:lnTo>
                  <a:pt x="9105900" y="6807708"/>
                </a:lnTo>
                <a:lnTo>
                  <a:pt x="9105900" y="6813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02389" y="6003113"/>
            <a:ext cx="2668772" cy="27469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02389" y="2071193"/>
            <a:ext cx="2668772" cy="27469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02389" y="4049345"/>
            <a:ext cx="2668772" cy="27469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979438" y="1611901"/>
            <a:ext cx="2582545" cy="1055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Detector</a:t>
            </a:r>
            <a:r>
              <a:rPr sz="2000" spc="-3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intercepts</a:t>
            </a:r>
            <a:r>
              <a:rPr sz="2000" spc="-2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FF5050"/>
                </a:solidFill>
                <a:latin typeface="Microsoft Sans Serif"/>
                <a:cs typeface="Microsoft Sans Serif"/>
              </a:rPr>
              <a:t>f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wavefronts</a:t>
            </a:r>
            <a:r>
              <a:rPr sz="2000" spc="-3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per</a:t>
            </a:r>
            <a:r>
              <a:rPr sz="2000" spc="-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second</a:t>
            </a:r>
            <a:endParaRPr sz="2000">
              <a:latin typeface="Microsoft Sans Serif"/>
              <a:cs typeface="Microsoft Sans Serif"/>
            </a:endParaRPr>
          </a:p>
          <a:p>
            <a:pPr marL="34925" algn="ctr">
              <a:lnSpc>
                <a:spcPct val="100000"/>
              </a:lnSpc>
              <a:spcBef>
                <a:spcPts val="475"/>
              </a:spcBef>
            </a:pPr>
            <a:r>
              <a:rPr sz="2350" spc="100" dirty="0">
                <a:latin typeface="Microsoft Sans Serif"/>
                <a:cs typeface="Microsoft Sans Serif"/>
              </a:rPr>
              <a:t>f</a:t>
            </a:r>
            <a:r>
              <a:rPr sz="3525" spc="150" baseline="3546" dirty="0">
                <a:latin typeface="Cambria"/>
                <a:cs typeface="Cambria"/>
              </a:rPr>
              <a:t>'</a:t>
            </a:r>
            <a:r>
              <a:rPr sz="3525" spc="52" baseline="3546" dirty="0">
                <a:latin typeface="Cambria"/>
                <a:cs typeface="Cambria"/>
              </a:rPr>
              <a:t> </a:t>
            </a:r>
            <a:r>
              <a:rPr sz="2350" dirty="0">
                <a:latin typeface="Cambria"/>
                <a:cs typeface="Cambria"/>
              </a:rPr>
              <a:t>=</a:t>
            </a:r>
            <a:r>
              <a:rPr sz="2350" spc="110" dirty="0">
                <a:latin typeface="Cambria"/>
                <a:cs typeface="Cambria"/>
              </a:rPr>
              <a:t> </a:t>
            </a:r>
            <a:r>
              <a:rPr sz="2350" spc="-50" dirty="0">
                <a:latin typeface="Microsoft Sans Serif"/>
                <a:cs typeface="Microsoft Sans Serif"/>
              </a:rPr>
              <a:t>f</a:t>
            </a:r>
            <a:endParaRPr sz="235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79438" y="3484922"/>
            <a:ext cx="2607945" cy="32969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Detector</a:t>
            </a:r>
            <a:r>
              <a:rPr sz="2000" spc="-3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intercepts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more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than </a:t>
            </a:r>
            <a:r>
              <a:rPr sz="2000" dirty="0">
                <a:solidFill>
                  <a:srgbClr val="FF5050"/>
                </a:solidFill>
                <a:latin typeface="Microsoft Sans Serif"/>
                <a:cs typeface="Microsoft Sans Serif"/>
              </a:rPr>
              <a:t>f</a:t>
            </a:r>
            <a:r>
              <a:rPr sz="2000" spc="-5" dirty="0">
                <a:solidFill>
                  <a:srgbClr val="FF505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wavefronts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per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 second</a:t>
            </a:r>
            <a:endParaRPr sz="2000">
              <a:latin typeface="Microsoft Sans Serif"/>
              <a:cs typeface="Microsoft Sans Serif"/>
            </a:endParaRPr>
          </a:p>
          <a:p>
            <a:pPr marR="73025" algn="ctr">
              <a:lnSpc>
                <a:spcPct val="100000"/>
              </a:lnSpc>
              <a:spcBef>
                <a:spcPts val="595"/>
              </a:spcBef>
            </a:pPr>
            <a:r>
              <a:rPr sz="2350" spc="95" dirty="0">
                <a:latin typeface="Microsoft Sans Serif"/>
                <a:cs typeface="Microsoft Sans Serif"/>
              </a:rPr>
              <a:t>f</a:t>
            </a:r>
            <a:r>
              <a:rPr sz="3525" spc="142" baseline="3546" dirty="0">
                <a:latin typeface="Cambria"/>
                <a:cs typeface="Cambria"/>
              </a:rPr>
              <a:t>'</a:t>
            </a:r>
            <a:r>
              <a:rPr sz="3525" spc="52" baseline="3546" dirty="0">
                <a:latin typeface="Cambria"/>
                <a:cs typeface="Cambria"/>
              </a:rPr>
              <a:t> </a:t>
            </a:r>
            <a:r>
              <a:rPr sz="2350" dirty="0">
                <a:latin typeface="Cambria"/>
                <a:cs typeface="Cambria"/>
              </a:rPr>
              <a:t>&gt;</a:t>
            </a:r>
            <a:r>
              <a:rPr sz="2350" spc="110" dirty="0">
                <a:latin typeface="Cambria"/>
                <a:cs typeface="Cambria"/>
              </a:rPr>
              <a:t> </a:t>
            </a:r>
            <a:r>
              <a:rPr sz="2350" spc="-50" dirty="0">
                <a:latin typeface="Microsoft Sans Serif"/>
                <a:cs typeface="Microsoft Sans Serif"/>
              </a:rPr>
              <a:t>f</a:t>
            </a:r>
            <a:endParaRPr sz="23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839"/>
              </a:spcBef>
            </a:pPr>
            <a:endParaRPr sz="2350">
              <a:latin typeface="Microsoft Sans Serif"/>
              <a:cs typeface="Microsoft Sans Serif"/>
            </a:endParaRPr>
          </a:p>
          <a:p>
            <a:pPr marL="12700" marR="13208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Detector</a:t>
            </a:r>
            <a:r>
              <a:rPr sz="2000" spc="-3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intercepts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less</a:t>
            </a:r>
            <a:r>
              <a:rPr sz="2000" spc="1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than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5050"/>
                </a:solidFill>
                <a:latin typeface="Microsoft Sans Serif"/>
                <a:cs typeface="Microsoft Sans Serif"/>
              </a:rPr>
              <a:t>f</a:t>
            </a:r>
            <a:r>
              <a:rPr sz="2000" spc="15" dirty="0">
                <a:solidFill>
                  <a:srgbClr val="FF505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wavefronts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per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 second</a:t>
            </a:r>
            <a:endParaRPr sz="2000">
              <a:latin typeface="Microsoft Sans Serif"/>
              <a:cs typeface="Microsoft Sans Serif"/>
            </a:endParaRPr>
          </a:p>
          <a:p>
            <a:pPr marL="3810" algn="ctr">
              <a:lnSpc>
                <a:spcPct val="100000"/>
              </a:lnSpc>
              <a:spcBef>
                <a:spcPts val="605"/>
              </a:spcBef>
            </a:pPr>
            <a:r>
              <a:rPr sz="2350" spc="100" dirty="0">
                <a:latin typeface="Microsoft Sans Serif"/>
                <a:cs typeface="Microsoft Sans Serif"/>
              </a:rPr>
              <a:t>f</a:t>
            </a:r>
            <a:r>
              <a:rPr sz="3525" spc="150" baseline="3546" dirty="0">
                <a:latin typeface="Cambria"/>
                <a:cs typeface="Cambria"/>
              </a:rPr>
              <a:t>'</a:t>
            </a:r>
            <a:r>
              <a:rPr sz="3525" baseline="3546" dirty="0">
                <a:latin typeface="Cambria"/>
                <a:cs typeface="Cambria"/>
              </a:rPr>
              <a:t> </a:t>
            </a:r>
            <a:r>
              <a:rPr sz="2350" dirty="0">
                <a:latin typeface="Cambria"/>
                <a:cs typeface="Cambria"/>
              </a:rPr>
              <a:t>&lt;</a:t>
            </a:r>
            <a:r>
              <a:rPr sz="2350" spc="95" dirty="0">
                <a:latin typeface="Cambria"/>
                <a:cs typeface="Cambria"/>
              </a:rPr>
              <a:t> </a:t>
            </a:r>
            <a:r>
              <a:rPr sz="2350" spc="-50" dirty="0">
                <a:latin typeface="Microsoft Sans Serif"/>
                <a:cs typeface="Microsoft Sans Serif"/>
              </a:rPr>
              <a:t>f</a:t>
            </a:r>
            <a:endParaRPr sz="235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0975" y="1536191"/>
            <a:ext cx="8789035" cy="1472565"/>
          </a:xfrm>
          <a:custGeom>
            <a:avLst/>
            <a:gdLst/>
            <a:ahLst/>
            <a:cxnLst/>
            <a:rect l="l" t="t" r="r" b="b"/>
            <a:pathLst>
              <a:path w="8789035" h="1472564">
                <a:moveTo>
                  <a:pt x="8788907" y="1472184"/>
                </a:moveTo>
                <a:lnTo>
                  <a:pt x="0" y="1472184"/>
                </a:lnTo>
                <a:lnTo>
                  <a:pt x="0" y="0"/>
                </a:lnTo>
                <a:lnTo>
                  <a:pt x="8788907" y="0"/>
                </a:lnTo>
                <a:lnTo>
                  <a:pt x="8788907" y="4572"/>
                </a:lnTo>
                <a:lnTo>
                  <a:pt x="9144" y="4572"/>
                </a:lnTo>
                <a:lnTo>
                  <a:pt x="4572" y="9144"/>
                </a:lnTo>
                <a:lnTo>
                  <a:pt x="9144" y="9144"/>
                </a:lnTo>
                <a:lnTo>
                  <a:pt x="9144" y="1463040"/>
                </a:lnTo>
                <a:lnTo>
                  <a:pt x="4572" y="1463040"/>
                </a:lnTo>
                <a:lnTo>
                  <a:pt x="9144" y="1467612"/>
                </a:lnTo>
                <a:lnTo>
                  <a:pt x="8788907" y="1467612"/>
                </a:lnTo>
                <a:lnTo>
                  <a:pt x="8788907" y="1472184"/>
                </a:lnTo>
                <a:close/>
              </a:path>
              <a:path w="8789035" h="1472564">
                <a:moveTo>
                  <a:pt x="9144" y="9144"/>
                </a:moveTo>
                <a:lnTo>
                  <a:pt x="4572" y="9144"/>
                </a:lnTo>
                <a:lnTo>
                  <a:pt x="9144" y="4572"/>
                </a:lnTo>
                <a:lnTo>
                  <a:pt x="9144" y="9144"/>
                </a:lnTo>
                <a:close/>
              </a:path>
              <a:path w="8789035" h="1472564">
                <a:moveTo>
                  <a:pt x="8779764" y="9144"/>
                </a:moveTo>
                <a:lnTo>
                  <a:pt x="9144" y="9144"/>
                </a:lnTo>
                <a:lnTo>
                  <a:pt x="9144" y="4572"/>
                </a:lnTo>
                <a:lnTo>
                  <a:pt x="8779764" y="4572"/>
                </a:lnTo>
                <a:lnTo>
                  <a:pt x="8779764" y="9144"/>
                </a:lnTo>
                <a:close/>
              </a:path>
              <a:path w="8789035" h="1472564">
                <a:moveTo>
                  <a:pt x="8779764" y="1467612"/>
                </a:moveTo>
                <a:lnTo>
                  <a:pt x="8779764" y="4572"/>
                </a:lnTo>
                <a:lnTo>
                  <a:pt x="8784336" y="9144"/>
                </a:lnTo>
                <a:lnTo>
                  <a:pt x="8788907" y="9144"/>
                </a:lnTo>
                <a:lnTo>
                  <a:pt x="8788907" y="1463040"/>
                </a:lnTo>
                <a:lnTo>
                  <a:pt x="8784336" y="1463040"/>
                </a:lnTo>
                <a:lnTo>
                  <a:pt x="8779764" y="1467612"/>
                </a:lnTo>
                <a:close/>
              </a:path>
              <a:path w="8789035" h="1472564">
                <a:moveTo>
                  <a:pt x="8788907" y="9144"/>
                </a:moveTo>
                <a:lnTo>
                  <a:pt x="8784336" y="9144"/>
                </a:lnTo>
                <a:lnTo>
                  <a:pt x="8779764" y="4572"/>
                </a:lnTo>
                <a:lnTo>
                  <a:pt x="8788907" y="4572"/>
                </a:lnTo>
                <a:lnTo>
                  <a:pt x="8788907" y="9144"/>
                </a:lnTo>
                <a:close/>
              </a:path>
              <a:path w="8789035" h="1472564">
                <a:moveTo>
                  <a:pt x="9144" y="1467612"/>
                </a:moveTo>
                <a:lnTo>
                  <a:pt x="4572" y="1463040"/>
                </a:lnTo>
                <a:lnTo>
                  <a:pt x="9144" y="1463040"/>
                </a:lnTo>
                <a:lnTo>
                  <a:pt x="9144" y="1467612"/>
                </a:lnTo>
                <a:close/>
              </a:path>
              <a:path w="8789035" h="1472564">
                <a:moveTo>
                  <a:pt x="8779764" y="1467612"/>
                </a:moveTo>
                <a:lnTo>
                  <a:pt x="9144" y="1467612"/>
                </a:lnTo>
                <a:lnTo>
                  <a:pt x="9144" y="1463040"/>
                </a:lnTo>
                <a:lnTo>
                  <a:pt x="8779764" y="1463040"/>
                </a:lnTo>
                <a:lnTo>
                  <a:pt x="8779764" y="1467612"/>
                </a:lnTo>
                <a:close/>
              </a:path>
              <a:path w="8789035" h="1472564">
                <a:moveTo>
                  <a:pt x="8788907" y="1467612"/>
                </a:moveTo>
                <a:lnTo>
                  <a:pt x="8779764" y="1467612"/>
                </a:lnTo>
                <a:lnTo>
                  <a:pt x="8784336" y="1463040"/>
                </a:lnTo>
                <a:lnTo>
                  <a:pt x="8788907" y="1463040"/>
                </a:lnTo>
                <a:lnTo>
                  <a:pt x="8788907" y="14676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50975" y="3454908"/>
            <a:ext cx="8789035" cy="1473835"/>
          </a:xfrm>
          <a:custGeom>
            <a:avLst/>
            <a:gdLst/>
            <a:ahLst/>
            <a:cxnLst/>
            <a:rect l="l" t="t" r="r" b="b"/>
            <a:pathLst>
              <a:path w="8789035" h="1473835">
                <a:moveTo>
                  <a:pt x="8788907" y="1473708"/>
                </a:moveTo>
                <a:lnTo>
                  <a:pt x="0" y="1473708"/>
                </a:lnTo>
                <a:lnTo>
                  <a:pt x="0" y="0"/>
                </a:lnTo>
                <a:lnTo>
                  <a:pt x="8788907" y="0"/>
                </a:lnTo>
                <a:lnTo>
                  <a:pt x="8788907" y="4572"/>
                </a:lnTo>
                <a:lnTo>
                  <a:pt x="9144" y="4572"/>
                </a:lnTo>
                <a:lnTo>
                  <a:pt x="4572" y="9144"/>
                </a:lnTo>
                <a:lnTo>
                  <a:pt x="9144" y="9144"/>
                </a:lnTo>
                <a:lnTo>
                  <a:pt x="9144" y="1463040"/>
                </a:lnTo>
                <a:lnTo>
                  <a:pt x="4572" y="1463040"/>
                </a:lnTo>
                <a:lnTo>
                  <a:pt x="9144" y="1467612"/>
                </a:lnTo>
                <a:lnTo>
                  <a:pt x="8788907" y="1467612"/>
                </a:lnTo>
                <a:lnTo>
                  <a:pt x="8788907" y="1473708"/>
                </a:lnTo>
                <a:close/>
              </a:path>
              <a:path w="8789035" h="1473835">
                <a:moveTo>
                  <a:pt x="9144" y="9144"/>
                </a:moveTo>
                <a:lnTo>
                  <a:pt x="4572" y="9144"/>
                </a:lnTo>
                <a:lnTo>
                  <a:pt x="9144" y="4572"/>
                </a:lnTo>
                <a:lnTo>
                  <a:pt x="9144" y="9144"/>
                </a:lnTo>
                <a:close/>
              </a:path>
              <a:path w="8789035" h="1473835">
                <a:moveTo>
                  <a:pt x="8779764" y="9144"/>
                </a:moveTo>
                <a:lnTo>
                  <a:pt x="9144" y="9144"/>
                </a:lnTo>
                <a:lnTo>
                  <a:pt x="9144" y="4572"/>
                </a:lnTo>
                <a:lnTo>
                  <a:pt x="8779764" y="4572"/>
                </a:lnTo>
                <a:lnTo>
                  <a:pt x="8779764" y="9144"/>
                </a:lnTo>
                <a:close/>
              </a:path>
              <a:path w="8789035" h="1473835">
                <a:moveTo>
                  <a:pt x="8779764" y="1467612"/>
                </a:moveTo>
                <a:lnTo>
                  <a:pt x="8779764" y="4572"/>
                </a:lnTo>
                <a:lnTo>
                  <a:pt x="8784336" y="9144"/>
                </a:lnTo>
                <a:lnTo>
                  <a:pt x="8788907" y="9144"/>
                </a:lnTo>
                <a:lnTo>
                  <a:pt x="8788907" y="1463040"/>
                </a:lnTo>
                <a:lnTo>
                  <a:pt x="8784336" y="1463040"/>
                </a:lnTo>
                <a:lnTo>
                  <a:pt x="8779764" y="1467612"/>
                </a:lnTo>
                <a:close/>
              </a:path>
              <a:path w="8789035" h="1473835">
                <a:moveTo>
                  <a:pt x="8788907" y="9144"/>
                </a:moveTo>
                <a:lnTo>
                  <a:pt x="8784336" y="9144"/>
                </a:lnTo>
                <a:lnTo>
                  <a:pt x="8779764" y="4572"/>
                </a:lnTo>
                <a:lnTo>
                  <a:pt x="8788907" y="4572"/>
                </a:lnTo>
                <a:lnTo>
                  <a:pt x="8788907" y="9144"/>
                </a:lnTo>
                <a:close/>
              </a:path>
              <a:path w="8789035" h="1473835">
                <a:moveTo>
                  <a:pt x="9144" y="1467612"/>
                </a:moveTo>
                <a:lnTo>
                  <a:pt x="4572" y="1463040"/>
                </a:lnTo>
                <a:lnTo>
                  <a:pt x="9144" y="1463040"/>
                </a:lnTo>
                <a:lnTo>
                  <a:pt x="9144" y="1467612"/>
                </a:lnTo>
                <a:close/>
              </a:path>
              <a:path w="8789035" h="1473835">
                <a:moveTo>
                  <a:pt x="8779764" y="1467612"/>
                </a:moveTo>
                <a:lnTo>
                  <a:pt x="9144" y="1467612"/>
                </a:lnTo>
                <a:lnTo>
                  <a:pt x="9144" y="1463040"/>
                </a:lnTo>
                <a:lnTo>
                  <a:pt x="8779764" y="1463040"/>
                </a:lnTo>
                <a:lnTo>
                  <a:pt x="8779764" y="1467612"/>
                </a:lnTo>
                <a:close/>
              </a:path>
              <a:path w="8789035" h="1473835">
                <a:moveTo>
                  <a:pt x="8788907" y="1467612"/>
                </a:moveTo>
                <a:lnTo>
                  <a:pt x="8779764" y="1467612"/>
                </a:lnTo>
                <a:lnTo>
                  <a:pt x="8784336" y="1463040"/>
                </a:lnTo>
                <a:lnTo>
                  <a:pt x="8788907" y="1463040"/>
                </a:lnTo>
                <a:lnTo>
                  <a:pt x="8788907" y="14676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50975" y="5375148"/>
            <a:ext cx="8789035" cy="1473835"/>
          </a:xfrm>
          <a:custGeom>
            <a:avLst/>
            <a:gdLst/>
            <a:ahLst/>
            <a:cxnLst/>
            <a:rect l="l" t="t" r="r" b="b"/>
            <a:pathLst>
              <a:path w="8789035" h="1473834">
                <a:moveTo>
                  <a:pt x="8788907" y="1473708"/>
                </a:moveTo>
                <a:lnTo>
                  <a:pt x="0" y="1473708"/>
                </a:lnTo>
                <a:lnTo>
                  <a:pt x="0" y="0"/>
                </a:lnTo>
                <a:lnTo>
                  <a:pt x="8788907" y="0"/>
                </a:lnTo>
                <a:lnTo>
                  <a:pt x="8788907" y="4572"/>
                </a:lnTo>
                <a:lnTo>
                  <a:pt x="9144" y="4572"/>
                </a:lnTo>
                <a:lnTo>
                  <a:pt x="4572" y="10668"/>
                </a:lnTo>
                <a:lnTo>
                  <a:pt x="9144" y="10668"/>
                </a:lnTo>
                <a:lnTo>
                  <a:pt x="9144" y="1464563"/>
                </a:lnTo>
                <a:lnTo>
                  <a:pt x="4572" y="1464563"/>
                </a:lnTo>
                <a:lnTo>
                  <a:pt x="9144" y="1469136"/>
                </a:lnTo>
                <a:lnTo>
                  <a:pt x="8788907" y="1469136"/>
                </a:lnTo>
                <a:lnTo>
                  <a:pt x="8788907" y="1473708"/>
                </a:lnTo>
                <a:close/>
              </a:path>
              <a:path w="8789035" h="1473834">
                <a:moveTo>
                  <a:pt x="9144" y="10668"/>
                </a:moveTo>
                <a:lnTo>
                  <a:pt x="4572" y="10668"/>
                </a:lnTo>
                <a:lnTo>
                  <a:pt x="9144" y="4572"/>
                </a:lnTo>
                <a:lnTo>
                  <a:pt x="9144" y="10668"/>
                </a:lnTo>
                <a:close/>
              </a:path>
              <a:path w="8789035" h="1473834">
                <a:moveTo>
                  <a:pt x="8779764" y="10668"/>
                </a:moveTo>
                <a:lnTo>
                  <a:pt x="9144" y="10668"/>
                </a:lnTo>
                <a:lnTo>
                  <a:pt x="9144" y="4572"/>
                </a:lnTo>
                <a:lnTo>
                  <a:pt x="8779764" y="4572"/>
                </a:lnTo>
                <a:lnTo>
                  <a:pt x="8779764" y="10668"/>
                </a:lnTo>
                <a:close/>
              </a:path>
              <a:path w="8789035" h="1473834">
                <a:moveTo>
                  <a:pt x="8779764" y="1469136"/>
                </a:moveTo>
                <a:lnTo>
                  <a:pt x="8779764" y="4572"/>
                </a:lnTo>
                <a:lnTo>
                  <a:pt x="8784336" y="10668"/>
                </a:lnTo>
                <a:lnTo>
                  <a:pt x="8788907" y="10668"/>
                </a:lnTo>
                <a:lnTo>
                  <a:pt x="8788907" y="1464563"/>
                </a:lnTo>
                <a:lnTo>
                  <a:pt x="8784336" y="1464563"/>
                </a:lnTo>
                <a:lnTo>
                  <a:pt x="8779764" y="1469136"/>
                </a:lnTo>
                <a:close/>
              </a:path>
              <a:path w="8789035" h="1473834">
                <a:moveTo>
                  <a:pt x="8788907" y="10668"/>
                </a:moveTo>
                <a:lnTo>
                  <a:pt x="8784336" y="10668"/>
                </a:lnTo>
                <a:lnTo>
                  <a:pt x="8779764" y="4572"/>
                </a:lnTo>
                <a:lnTo>
                  <a:pt x="8788907" y="4572"/>
                </a:lnTo>
                <a:lnTo>
                  <a:pt x="8788907" y="10668"/>
                </a:lnTo>
                <a:close/>
              </a:path>
              <a:path w="8789035" h="1473834">
                <a:moveTo>
                  <a:pt x="9144" y="1469136"/>
                </a:moveTo>
                <a:lnTo>
                  <a:pt x="4572" y="1464563"/>
                </a:lnTo>
                <a:lnTo>
                  <a:pt x="9144" y="1464563"/>
                </a:lnTo>
                <a:lnTo>
                  <a:pt x="9144" y="1469136"/>
                </a:lnTo>
                <a:close/>
              </a:path>
              <a:path w="8789035" h="1473834">
                <a:moveTo>
                  <a:pt x="8779764" y="1469136"/>
                </a:moveTo>
                <a:lnTo>
                  <a:pt x="9144" y="1469136"/>
                </a:lnTo>
                <a:lnTo>
                  <a:pt x="9144" y="1464563"/>
                </a:lnTo>
                <a:lnTo>
                  <a:pt x="8779764" y="1464563"/>
                </a:lnTo>
                <a:lnTo>
                  <a:pt x="8779764" y="1469136"/>
                </a:lnTo>
                <a:close/>
              </a:path>
              <a:path w="8789035" h="1473834">
                <a:moveTo>
                  <a:pt x="8788907" y="1469136"/>
                </a:moveTo>
                <a:lnTo>
                  <a:pt x="8779764" y="1469136"/>
                </a:lnTo>
                <a:lnTo>
                  <a:pt x="8784336" y="1464563"/>
                </a:lnTo>
                <a:lnTo>
                  <a:pt x="8788907" y="1464563"/>
                </a:lnTo>
                <a:lnTo>
                  <a:pt x="8788907" y="14691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16980" y="439952"/>
            <a:ext cx="3150235" cy="61341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17-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7</a:t>
            </a:r>
            <a:r>
              <a:rPr sz="22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22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Doppler</a:t>
            </a: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Effect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Moving</a:t>
            </a:r>
            <a:r>
              <a:rPr sz="2200" b="1" spc="-5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E10000"/>
                </a:solidFill>
                <a:latin typeface="Arial"/>
                <a:cs typeface="Arial"/>
              </a:rPr>
              <a:t>source</a:t>
            </a:r>
            <a:endParaRPr sz="22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92479" y="370331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2852" y="6819900"/>
                </a:moveTo>
                <a:lnTo>
                  <a:pt x="3048" y="6819900"/>
                </a:lnTo>
                <a:lnTo>
                  <a:pt x="0" y="6816851"/>
                </a:lnTo>
                <a:lnTo>
                  <a:pt x="0" y="3048"/>
                </a:lnTo>
                <a:lnTo>
                  <a:pt x="3048" y="0"/>
                </a:lnTo>
                <a:lnTo>
                  <a:pt x="9102852" y="0"/>
                </a:lnTo>
                <a:lnTo>
                  <a:pt x="9105900" y="3048"/>
                </a:lnTo>
                <a:lnTo>
                  <a:pt x="9105900" y="6096"/>
                </a:ln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lnTo>
                  <a:pt x="12192" y="6807708"/>
                </a:lnTo>
                <a:lnTo>
                  <a:pt x="6096" y="6807708"/>
                </a:lnTo>
                <a:lnTo>
                  <a:pt x="12192" y="6813803"/>
                </a:lnTo>
                <a:lnTo>
                  <a:pt x="9105900" y="6813803"/>
                </a:lnTo>
                <a:lnTo>
                  <a:pt x="9105900" y="6816851"/>
                </a:lnTo>
                <a:lnTo>
                  <a:pt x="9102852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close/>
              </a:path>
              <a:path w="9105900" h="6819900">
                <a:moveTo>
                  <a:pt x="9093707" y="12192"/>
                </a:moveTo>
                <a:lnTo>
                  <a:pt x="12192" y="12192"/>
                </a:lnTo>
                <a:lnTo>
                  <a:pt x="12192" y="6096"/>
                </a:lnTo>
                <a:lnTo>
                  <a:pt x="9093707" y="6096"/>
                </a:lnTo>
                <a:lnTo>
                  <a:pt x="9093707" y="12192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9093707" y="6096"/>
                </a:lnTo>
                <a:lnTo>
                  <a:pt x="9099804" y="12192"/>
                </a:lnTo>
                <a:lnTo>
                  <a:pt x="9105900" y="12192"/>
                </a:lnTo>
                <a:lnTo>
                  <a:pt x="9105900" y="6807708"/>
                </a:lnTo>
                <a:lnTo>
                  <a:pt x="9099804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12192"/>
                </a:moveTo>
                <a:lnTo>
                  <a:pt x="9099804" y="12192"/>
                </a:lnTo>
                <a:lnTo>
                  <a:pt x="9093707" y="6096"/>
                </a:lnTo>
                <a:lnTo>
                  <a:pt x="9105900" y="6096"/>
                </a:lnTo>
                <a:lnTo>
                  <a:pt x="9105900" y="12192"/>
                </a:lnTo>
                <a:close/>
              </a:path>
              <a:path w="9105900" h="6819900">
                <a:moveTo>
                  <a:pt x="12192" y="6813803"/>
                </a:moveTo>
                <a:lnTo>
                  <a:pt x="6096" y="6807708"/>
                </a:lnTo>
                <a:lnTo>
                  <a:pt x="12192" y="6807708"/>
                </a:lnTo>
                <a:lnTo>
                  <a:pt x="12192" y="6813803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12192" y="6813803"/>
                </a:lnTo>
                <a:lnTo>
                  <a:pt x="12192" y="6807708"/>
                </a:lnTo>
                <a:lnTo>
                  <a:pt x="9093707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6813803"/>
                </a:moveTo>
                <a:lnTo>
                  <a:pt x="9093707" y="6813803"/>
                </a:lnTo>
                <a:lnTo>
                  <a:pt x="9099804" y="6807708"/>
                </a:lnTo>
                <a:lnTo>
                  <a:pt x="9105900" y="6807708"/>
                </a:lnTo>
                <a:lnTo>
                  <a:pt x="9105900" y="6813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592580" y="1671827"/>
            <a:ext cx="7505700" cy="1106805"/>
            <a:chOff x="1592580" y="1671827"/>
            <a:chExt cx="7505700" cy="1106805"/>
          </a:xfrm>
        </p:grpSpPr>
        <p:sp>
          <p:nvSpPr>
            <p:cNvPr id="4" name="object 4"/>
            <p:cNvSpPr/>
            <p:nvPr/>
          </p:nvSpPr>
          <p:spPr>
            <a:xfrm>
              <a:off x="1592580" y="1671827"/>
              <a:ext cx="7505700" cy="1106805"/>
            </a:xfrm>
            <a:custGeom>
              <a:avLst/>
              <a:gdLst/>
              <a:ahLst/>
              <a:cxnLst/>
              <a:rect l="l" t="t" r="r" b="b"/>
              <a:pathLst>
                <a:path w="7505700" h="1106805">
                  <a:moveTo>
                    <a:pt x="7505700" y="1106424"/>
                  </a:moveTo>
                  <a:lnTo>
                    <a:pt x="0" y="1106424"/>
                  </a:lnTo>
                  <a:lnTo>
                    <a:pt x="0" y="0"/>
                  </a:lnTo>
                  <a:lnTo>
                    <a:pt x="7505700" y="0"/>
                  </a:lnTo>
                  <a:lnTo>
                    <a:pt x="7505700" y="4572"/>
                  </a:lnTo>
                  <a:lnTo>
                    <a:pt x="9144" y="4572"/>
                  </a:lnTo>
                  <a:lnTo>
                    <a:pt x="4572" y="9144"/>
                  </a:lnTo>
                  <a:lnTo>
                    <a:pt x="9144" y="9144"/>
                  </a:lnTo>
                  <a:lnTo>
                    <a:pt x="9144" y="1097280"/>
                  </a:lnTo>
                  <a:lnTo>
                    <a:pt x="4572" y="1097280"/>
                  </a:lnTo>
                  <a:lnTo>
                    <a:pt x="9144" y="1101852"/>
                  </a:lnTo>
                  <a:lnTo>
                    <a:pt x="7505700" y="1101852"/>
                  </a:lnTo>
                  <a:lnTo>
                    <a:pt x="7505700" y="1106424"/>
                  </a:lnTo>
                  <a:close/>
                </a:path>
                <a:path w="7505700" h="1106805">
                  <a:moveTo>
                    <a:pt x="9144" y="9144"/>
                  </a:moveTo>
                  <a:lnTo>
                    <a:pt x="4572" y="9144"/>
                  </a:lnTo>
                  <a:lnTo>
                    <a:pt x="9144" y="4572"/>
                  </a:lnTo>
                  <a:lnTo>
                    <a:pt x="9144" y="9144"/>
                  </a:lnTo>
                  <a:close/>
                </a:path>
                <a:path w="7505700" h="1106805">
                  <a:moveTo>
                    <a:pt x="7496556" y="9144"/>
                  </a:moveTo>
                  <a:lnTo>
                    <a:pt x="9144" y="9144"/>
                  </a:lnTo>
                  <a:lnTo>
                    <a:pt x="9144" y="4572"/>
                  </a:lnTo>
                  <a:lnTo>
                    <a:pt x="7496556" y="4572"/>
                  </a:lnTo>
                  <a:lnTo>
                    <a:pt x="7496556" y="9144"/>
                  </a:lnTo>
                  <a:close/>
                </a:path>
                <a:path w="7505700" h="1106805">
                  <a:moveTo>
                    <a:pt x="7496556" y="1101852"/>
                  </a:moveTo>
                  <a:lnTo>
                    <a:pt x="7496556" y="4572"/>
                  </a:lnTo>
                  <a:lnTo>
                    <a:pt x="7501128" y="9144"/>
                  </a:lnTo>
                  <a:lnTo>
                    <a:pt x="7505700" y="9144"/>
                  </a:lnTo>
                  <a:lnTo>
                    <a:pt x="7505700" y="1097280"/>
                  </a:lnTo>
                  <a:lnTo>
                    <a:pt x="7501128" y="1097280"/>
                  </a:lnTo>
                  <a:lnTo>
                    <a:pt x="7496556" y="1101852"/>
                  </a:lnTo>
                  <a:close/>
                </a:path>
                <a:path w="7505700" h="1106805">
                  <a:moveTo>
                    <a:pt x="7505700" y="9144"/>
                  </a:moveTo>
                  <a:lnTo>
                    <a:pt x="7501128" y="9144"/>
                  </a:lnTo>
                  <a:lnTo>
                    <a:pt x="7496556" y="4572"/>
                  </a:lnTo>
                  <a:lnTo>
                    <a:pt x="7505700" y="4572"/>
                  </a:lnTo>
                  <a:lnTo>
                    <a:pt x="7505700" y="9144"/>
                  </a:lnTo>
                  <a:close/>
                </a:path>
                <a:path w="7505700" h="1106805">
                  <a:moveTo>
                    <a:pt x="9144" y="1101852"/>
                  </a:moveTo>
                  <a:lnTo>
                    <a:pt x="4572" y="1097280"/>
                  </a:lnTo>
                  <a:lnTo>
                    <a:pt x="9144" y="1097280"/>
                  </a:lnTo>
                  <a:lnTo>
                    <a:pt x="9144" y="1101852"/>
                  </a:lnTo>
                  <a:close/>
                </a:path>
                <a:path w="7505700" h="1106805">
                  <a:moveTo>
                    <a:pt x="7496556" y="1101852"/>
                  </a:moveTo>
                  <a:lnTo>
                    <a:pt x="9144" y="1101852"/>
                  </a:lnTo>
                  <a:lnTo>
                    <a:pt x="9144" y="1097280"/>
                  </a:lnTo>
                  <a:lnTo>
                    <a:pt x="7496556" y="1097280"/>
                  </a:lnTo>
                  <a:lnTo>
                    <a:pt x="7496556" y="1101852"/>
                  </a:lnTo>
                  <a:close/>
                </a:path>
                <a:path w="7505700" h="1106805">
                  <a:moveTo>
                    <a:pt x="7505700" y="1101852"/>
                  </a:moveTo>
                  <a:lnTo>
                    <a:pt x="7496556" y="1101852"/>
                  </a:lnTo>
                  <a:lnTo>
                    <a:pt x="7501128" y="1097280"/>
                  </a:lnTo>
                  <a:lnTo>
                    <a:pt x="7505700" y="1097280"/>
                  </a:lnTo>
                  <a:lnTo>
                    <a:pt x="7505700" y="11018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465832" y="217931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460" y="452565"/>
                  </a:lnTo>
                  <a:lnTo>
                    <a:pt x="139517" y="439269"/>
                  </a:lnTo>
                  <a:lnTo>
                    <a:pt x="100682" y="418221"/>
                  </a:lnTo>
                  <a:lnTo>
                    <a:pt x="66865" y="390334"/>
                  </a:lnTo>
                  <a:lnTo>
                    <a:pt x="38978" y="356517"/>
                  </a:lnTo>
                  <a:lnTo>
                    <a:pt x="17930" y="317682"/>
                  </a:lnTo>
                  <a:lnTo>
                    <a:pt x="4634" y="274739"/>
                  </a:lnTo>
                  <a:lnTo>
                    <a:pt x="0" y="228600"/>
                  </a:lnTo>
                  <a:lnTo>
                    <a:pt x="4634" y="182897"/>
                  </a:lnTo>
                  <a:lnTo>
                    <a:pt x="17930" y="140160"/>
                  </a:lnTo>
                  <a:lnTo>
                    <a:pt x="38978" y="101351"/>
                  </a:lnTo>
                  <a:lnTo>
                    <a:pt x="66865" y="67437"/>
                  </a:lnTo>
                  <a:lnTo>
                    <a:pt x="100682" y="39379"/>
                  </a:lnTo>
                  <a:lnTo>
                    <a:pt x="139517" y="18145"/>
                  </a:lnTo>
                  <a:lnTo>
                    <a:pt x="182460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456688" y="2170176"/>
              <a:ext cx="475615" cy="477520"/>
            </a:xfrm>
            <a:custGeom>
              <a:avLst/>
              <a:gdLst/>
              <a:ahLst/>
              <a:cxnLst/>
              <a:rect l="l" t="t" r="r" b="b"/>
              <a:pathLst>
                <a:path w="475614" h="477519">
                  <a:moveTo>
                    <a:pt x="249936" y="477012"/>
                  </a:moveTo>
                  <a:lnTo>
                    <a:pt x="225552" y="477012"/>
                  </a:lnTo>
                  <a:lnTo>
                    <a:pt x="190500" y="472440"/>
                  </a:lnTo>
                  <a:lnTo>
                    <a:pt x="144780" y="458724"/>
                  </a:lnTo>
                  <a:lnTo>
                    <a:pt x="105156" y="435864"/>
                  </a:lnTo>
                  <a:lnTo>
                    <a:pt x="70104" y="406908"/>
                  </a:lnTo>
                  <a:lnTo>
                    <a:pt x="41148" y="371856"/>
                  </a:lnTo>
                  <a:lnTo>
                    <a:pt x="18288" y="332232"/>
                  </a:lnTo>
                  <a:lnTo>
                    <a:pt x="4572" y="286512"/>
                  </a:lnTo>
                  <a:lnTo>
                    <a:pt x="0" y="263652"/>
                  </a:lnTo>
                  <a:lnTo>
                    <a:pt x="0" y="214884"/>
                  </a:lnTo>
                  <a:lnTo>
                    <a:pt x="10668" y="167640"/>
                  </a:lnTo>
                  <a:lnTo>
                    <a:pt x="27432" y="124968"/>
                  </a:lnTo>
                  <a:lnTo>
                    <a:pt x="53340" y="86868"/>
                  </a:lnTo>
                  <a:lnTo>
                    <a:pt x="85344" y="54864"/>
                  </a:lnTo>
                  <a:lnTo>
                    <a:pt x="123444" y="28956"/>
                  </a:lnTo>
                  <a:lnTo>
                    <a:pt x="166116" y="10668"/>
                  </a:lnTo>
                  <a:lnTo>
                    <a:pt x="225552" y="0"/>
                  </a:lnTo>
                  <a:lnTo>
                    <a:pt x="249936" y="0"/>
                  </a:lnTo>
                  <a:lnTo>
                    <a:pt x="284988" y="4572"/>
                  </a:lnTo>
                  <a:lnTo>
                    <a:pt x="307848" y="10668"/>
                  </a:lnTo>
                  <a:lnTo>
                    <a:pt x="329184" y="18288"/>
                  </a:lnTo>
                  <a:lnTo>
                    <a:pt x="332232" y="19812"/>
                  </a:lnTo>
                  <a:lnTo>
                    <a:pt x="214883" y="19812"/>
                  </a:lnTo>
                  <a:lnTo>
                    <a:pt x="172212" y="28956"/>
                  </a:lnTo>
                  <a:lnTo>
                    <a:pt x="134112" y="45720"/>
                  </a:lnTo>
                  <a:lnTo>
                    <a:pt x="99060" y="68580"/>
                  </a:lnTo>
                  <a:lnTo>
                    <a:pt x="68580" y="99060"/>
                  </a:lnTo>
                  <a:lnTo>
                    <a:pt x="45720" y="134112"/>
                  </a:lnTo>
                  <a:lnTo>
                    <a:pt x="28956" y="172212"/>
                  </a:lnTo>
                  <a:lnTo>
                    <a:pt x="19812" y="216408"/>
                  </a:lnTo>
                  <a:lnTo>
                    <a:pt x="18288" y="227076"/>
                  </a:lnTo>
                  <a:lnTo>
                    <a:pt x="18288" y="249936"/>
                  </a:lnTo>
                  <a:lnTo>
                    <a:pt x="22860" y="281940"/>
                  </a:lnTo>
                  <a:lnTo>
                    <a:pt x="35052" y="323088"/>
                  </a:lnTo>
                  <a:lnTo>
                    <a:pt x="56388" y="361188"/>
                  </a:lnTo>
                  <a:lnTo>
                    <a:pt x="82296" y="393192"/>
                  </a:lnTo>
                  <a:lnTo>
                    <a:pt x="114300" y="419100"/>
                  </a:lnTo>
                  <a:lnTo>
                    <a:pt x="152400" y="440436"/>
                  </a:lnTo>
                  <a:lnTo>
                    <a:pt x="193548" y="452628"/>
                  </a:lnTo>
                  <a:lnTo>
                    <a:pt x="225552" y="457200"/>
                  </a:lnTo>
                  <a:lnTo>
                    <a:pt x="330708" y="457200"/>
                  </a:lnTo>
                  <a:lnTo>
                    <a:pt x="309372" y="466344"/>
                  </a:lnTo>
                  <a:lnTo>
                    <a:pt x="286512" y="470916"/>
                  </a:lnTo>
                  <a:lnTo>
                    <a:pt x="262128" y="475488"/>
                  </a:lnTo>
                  <a:lnTo>
                    <a:pt x="249936" y="477012"/>
                  </a:lnTo>
                  <a:close/>
                </a:path>
                <a:path w="475614" h="477519">
                  <a:moveTo>
                    <a:pt x="330708" y="457200"/>
                  </a:moveTo>
                  <a:lnTo>
                    <a:pt x="259080" y="457200"/>
                  </a:lnTo>
                  <a:lnTo>
                    <a:pt x="281940" y="452628"/>
                  </a:lnTo>
                  <a:lnTo>
                    <a:pt x="301752" y="448056"/>
                  </a:lnTo>
                  <a:lnTo>
                    <a:pt x="341376" y="431292"/>
                  </a:lnTo>
                  <a:lnTo>
                    <a:pt x="376428" y="408432"/>
                  </a:lnTo>
                  <a:lnTo>
                    <a:pt x="406908" y="377952"/>
                  </a:lnTo>
                  <a:lnTo>
                    <a:pt x="429768" y="342900"/>
                  </a:lnTo>
                  <a:lnTo>
                    <a:pt x="446532" y="304800"/>
                  </a:lnTo>
                  <a:lnTo>
                    <a:pt x="455676" y="260604"/>
                  </a:lnTo>
                  <a:lnTo>
                    <a:pt x="455676" y="249936"/>
                  </a:lnTo>
                  <a:lnTo>
                    <a:pt x="457200" y="239268"/>
                  </a:lnTo>
                  <a:lnTo>
                    <a:pt x="455676" y="227076"/>
                  </a:lnTo>
                  <a:lnTo>
                    <a:pt x="455676" y="216408"/>
                  </a:lnTo>
                  <a:lnTo>
                    <a:pt x="452628" y="195072"/>
                  </a:lnTo>
                  <a:lnTo>
                    <a:pt x="438912" y="153924"/>
                  </a:lnTo>
                  <a:lnTo>
                    <a:pt x="419100" y="115824"/>
                  </a:lnTo>
                  <a:lnTo>
                    <a:pt x="393192" y="83820"/>
                  </a:lnTo>
                  <a:lnTo>
                    <a:pt x="361187" y="56388"/>
                  </a:lnTo>
                  <a:lnTo>
                    <a:pt x="323087" y="36576"/>
                  </a:lnTo>
                  <a:lnTo>
                    <a:pt x="260604" y="19812"/>
                  </a:lnTo>
                  <a:lnTo>
                    <a:pt x="332232" y="19812"/>
                  </a:lnTo>
                  <a:lnTo>
                    <a:pt x="370332" y="41148"/>
                  </a:lnTo>
                  <a:lnTo>
                    <a:pt x="405384" y="70104"/>
                  </a:lnTo>
                  <a:lnTo>
                    <a:pt x="434339" y="105156"/>
                  </a:lnTo>
                  <a:lnTo>
                    <a:pt x="457200" y="144780"/>
                  </a:lnTo>
                  <a:lnTo>
                    <a:pt x="470916" y="190500"/>
                  </a:lnTo>
                  <a:lnTo>
                    <a:pt x="475487" y="225552"/>
                  </a:lnTo>
                  <a:lnTo>
                    <a:pt x="475487" y="249936"/>
                  </a:lnTo>
                  <a:lnTo>
                    <a:pt x="464820" y="309372"/>
                  </a:lnTo>
                  <a:lnTo>
                    <a:pt x="446532" y="352044"/>
                  </a:lnTo>
                  <a:lnTo>
                    <a:pt x="422148" y="390144"/>
                  </a:lnTo>
                  <a:lnTo>
                    <a:pt x="390144" y="422148"/>
                  </a:lnTo>
                  <a:lnTo>
                    <a:pt x="352044" y="448056"/>
                  </a:lnTo>
                  <a:lnTo>
                    <a:pt x="330708" y="457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254752" y="2342387"/>
              <a:ext cx="792480" cy="132715"/>
            </a:xfrm>
            <a:custGeom>
              <a:avLst/>
              <a:gdLst/>
              <a:ahLst/>
              <a:cxnLst/>
              <a:rect l="l" t="t" r="r" b="b"/>
              <a:pathLst>
                <a:path w="792479" h="132714">
                  <a:moveTo>
                    <a:pt x="735052" y="66294"/>
                  </a:moveTo>
                  <a:lnTo>
                    <a:pt x="670560" y="28956"/>
                  </a:lnTo>
                  <a:lnTo>
                    <a:pt x="664464" y="24384"/>
                  </a:lnTo>
                  <a:lnTo>
                    <a:pt x="661416" y="15240"/>
                  </a:lnTo>
                  <a:lnTo>
                    <a:pt x="665988" y="9144"/>
                  </a:lnTo>
                  <a:lnTo>
                    <a:pt x="670560" y="1524"/>
                  </a:lnTo>
                  <a:lnTo>
                    <a:pt x="678180" y="0"/>
                  </a:lnTo>
                  <a:lnTo>
                    <a:pt x="685800" y="4572"/>
                  </a:lnTo>
                  <a:lnTo>
                    <a:pt x="768477" y="51816"/>
                  </a:lnTo>
                  <a:lnTo>
                    <a:pt x="763524" y="51816"/>
                  </a:lnTo>
                  <a:lnTo>
                    <a:pt x="763524" y="53340"/>
                  </a:lnTo>
                  <a:lnTo>
                    <a:pt x="757428" y="53340"/>
                  </a:lnTo>
                  <a:lnTo>
                    <a:pt x="735052" y="66294"/>
                  </a:lnTo>
                  <a:close/>
                </a:path>
                <a:path w="792479" h="132714">
                  <a:moveTo>
                    <a:pt x="710045" y="80772"/>
                  </a:moveTo>
                  <a:lnTo>
                    <a:pt x="0" y="80772"/>
                  </a:lnTo>
                  <a:lnTo>
                    <a:pt x="0" y="51816"/>
                  </a:lnTo>
                  <a:lnTo>
                    <a:pt x="710045" y="51816"/>
                  </a:lnTo>
                  <a:lnTo>
                    <a:pt x="735052" y="66294"/>
                  </a:lnTo>
                  <a:lnTo>
                    <a:pt x="710045" y="80772"/>
                  </a:lnTo>
                  <a:close/>
                </a:path>
                <a:path w="792479" h="132714">
                  <a:moveTo>
                    <a:pt x="766460" y="80772"/>
                  </a:moveTo>
                  <a:lnTo>
                    <a:pt x="763524" y="80772"/>
                  </a:lnTo>
                  <a:lnTo>
                    <a:pt x="763524" y="51816"/>
                  </a:lnTo>
                  <a:lnTo>
                    <a:pt x="768477" y="51816"/>
                  </a:lnTo>
                  <a:lnTo>
                    <a:pt x="792480" y="65532"/>
                  </a:lnTo>
                  <a:lnTo>
                    <a:pt x="766460" y="80772"/>
                  </a:lnTo>
                  <a:close/>
                </a:path>
                <a:path w="792479" h="132714">
                  <a:moveTo>
                    <a:pt x="757428" y="79248"/>
                  </a:moveTo>
                  <a:lnTo>
                    <a:pt x="735052" y="66294"/>
                  </a:lnTo>
                  <a:lnTo>
                    <a:pt x="757428" y="53340"/>
                  </a:lnTo>
                  <a:lnTo>
                    <a:pt x="757428" y="79248"/>
                  </a:lnTo>
                  <a:close/>
                </a:path>
                <a:path w="792479" h="132714">
                  <a:moveTo>
                    <a:pt x="763524" y="79248"/>
                  </a:moveTo>
                  <a:lnTo>
                    <a:pt x="757428" y="79248"/>
                  </a:lnTo>
                  <a:lnTo>
                    <a:pt x="757428" y="53340"/>
                  </a:lnTo>
                  <a:lnTo>
                    <a:pt x="763524" y="53340"/>
                  </a:lnTo>
                  <a:lnTo>
                    <a:pt x="763524" y="79248"/>
                  </a:lnTo>
                  <a:close/>
                </a:path>
                <a:path w="792479" h="132714">
                  <a:moveTo>
                    <a:pt x="678180" y="132588"/>
                  </a:moveTo>
                  <a:lnTo>
                    <a:pt x="670560" y="129540"/>
                  </a:lnTo>
                  <a:lnTo>
                    <a:pt x="661416" y="117348"/>
                  </a:lnTo>
                  <a:lnTo>
                    <a:pt x="664464" y="108204"/>
                  </a:lnTo>
                  <a:lnTo>
                    <a:pt x="670560" y="103632"/>
                  </a:lnTo>
                  <a:lnTo>
                    <a:pt x="735052" y="66294"/>
                  </a:lnTo>
                  <a:lnTo>
                    <a:pt x="757428" y="79248"/>
                  </a:lnTo>
                  <a:lnTo>
                    <a:pt x="763524" y="79248"/>
                  </a:lnTo>
                  <a:lnTo>
                    <a:pt x="763524" y="80772"/>
                  </a:lnTo>
                  <a:lnTo>
                    <a:pt x="766460" y="80772"/>
                  </a:lnTo>
                  <a:lnTo>
                    <a:pt x="685800" y="128016"/>
                  </a:lnTo>
                  <a:lnTo>
                    <a:pt x="678180" y="132588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489497" y="2021873"/>
            <a:ext cx="3251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Microsoft Sans Serif"/>
                <a:cs typeface="Microsoft Sans Serif"/>
              </a:rPr>
              <a:t>v</a:t>
            </a:r>
            <a:r>
              <a:rPr sz="1950" spc="-37" baseline="-21367" dirty="0">
                <a:latin typeface="Microsoft Sans Serif"/>
                <a:cs typeface="Microsoft Sans Serif"/>
              </a:rPr>
              <a:t>D</a:t>
            </a:r>
            <a:endParaRPr sz="1950" baseline="-21367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68132" y="2136855"/>
            <a:ext cx="600075" cy="3867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50" spc="100" dirty="0">
                <a:latin typeface="Microsoft Sans Serif"/>
                <a:cs typeface="Microsoft Sans Serif"/>
              </a:rPr>
              <a:t>f</a:t>
            </a:r>
            <a:r>
              <a:rPr sz="3525" spc="150" baseline="3546" dirty="0">
                <a:latin typeface="Cambria"/>
                <a:cs typeface="Cambria"/>
              </a:rPr>
              <a:t>'</a:t>
            </a:r>
            <a:r>
              <a:rPr sz="3525" baseline="3546" dirty="0">
                <a:latin typeface="Cambria"/>
                <a:cs typeface="Cambria"/>
              </a:rPr>
              <a:t> </a:t>
            </a:r>
            <a:r>
              <a:rPr sz="2350" dirty="0">
                <a:latin typeface="Cambria"/>
                <a:cs typeface="Cambria"/>
              </a:rPr>
              <a:t>&lt;</a:t>
            </a:r>
            <a:r>
              <a:rPr sz="2350" spc="95" dirty="0">
                <a:latin typeface="Cambria"/>
                <a:cs typeface="Cambria"/>
              </a:rPr>
              <a:t> </a:t>
            </a:r>
            <a:r>
              <a:rPr sz="2350" spc="-50" dirty="0">
                <a:latin typeface="Microsoft Sans Serif"/>
                <a:cs typeface="Microsoft Sans Serif"/>
              </a:rPr>
              <a:t>f</a:t>
            </a:r>
            <a:endParaRPr sz="2350">
              <a:latin typeface="Microsoft Sans Serif"/>
              <a:cs typeface="Microsoft Sans Serif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832603" y="2170176"/>
            <a:ext cx="477520" cy="477520"/>
            <a:chOff x="4832603" y="2170176"/>
            <a:chExt cx="477520" cy="477520"/>
          </a:xfrm>
        </p:grpSpPr>
        <p:sp>
          <p:nvSpPr>
            <p:cNvPr id="11" name="object 11"/>
            <p:cNvSpPr/>
            <p:nvPr/>
          </p:nvSpPr>
          <p:spPr>
            <a:xfrm>
              <a:off x="4841748" y="217932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460" y="452565"/>
                  </a:lnTo>
                  <a:lnTo>
                    <a:pt x="139517" y="439269"/>
                  </a:lnTo>
                  <a:lnTo>
                    <a:pt x="100682" y="418221"/>
                  </a:lnTo>
                  <a:lnTo>
                    <a:pt x="66865" y="390334"/>
                  </a:lnTo>
                  <a:lnTo>
                    <a:pt x="38978" y="356517"/>
                  </a:lnTo>
                  <a:lnTo>
                    <a:pt x="17930" y="317682"/>
                  </a:lnTo>
                  <a:lnTo>
                    <a:pt x="4634" y="274739"/>
                  </a:lnTo>
                  <a:lnTo>
                    <a:pt x="0" y="228600"/>
                  </a:lnTo>
                  <a:lnTo>
                    <a:pt x="4634" y="182897"/>
                  </a:lnTo>
                  <a:lnTo>
                    <a:pt x="17930" y="140160"/>
                  </a:lnTo>
                  <a:lnTo>
                    <a:pt x="38978" y="101351"/>
                  </a:lnTo>
                  <a:lnTo>
                    <a:pt x="66865" y="67437"/>
                  </a:lnTo>
                  <a:lnTo>
                    <a:pt x="100682" y="39379"/>
                  </a:lnTo>
                  <a:lnTo>
                    <a:pt x="139517" y="18145"/>
                  </a:lnTo>
                  <a:lnTo>
                    <a:pt x="182460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832603" y="2170176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249936" y="477012"/>
                  </a:moveTo>
                  <a:lnTo>
                    <a:pt x="225552" y="477012"/>
                  </a:lnTo>
                  <a:lnTo>
                    <a:pt x="190500" y="472440"/>
                  </a:lnTo>
                  <a:lnTo>
                    <a:pt x="146304" y="458724"/>
                  </a:lnTo>
                  <a:lnTo>
                    <a:pt x="105156" y="435864"/>
                  </a:lnTo>
                  <a:lnTo>
                    <a:pt x="70104" y="406908"/>
                  </a:lnTo>
                  <a:lnTo>
                    <a:pt x="41148" y="371856"/>
                  </a:lnTo>
                  <a:lnTo>
                    <a:pt x="18288" y="332232"/>
                  </a:lnTo>
                  <a:lnTo>
                    <a:pt x="4572" y="286512"/>
                  </a:lnTo>
                  <a:lnTo>
                    <a:pt x="0" y="251460"/>
                  </a:lnTo>
                  <a:lnTo>
                    <a:pt x="0" y="227076"/>
                  </a:lnTo>
                  <a:lnTo>
                    <a:pt x="10668" y="167640"/>
                  </a:lnTo>
                  <a:lnTo>
                    <a:pt x="28956" y="124968"/>
                  </a:lnTo>
                  <a:lnTo>
                    <a:pt x="54864" y="86868"/>
                  </a:lnTo>
                  <a:lnTo>
                    <a:pt x="86868" y="54864"/>
                  </a:lnTo>
                  <a:lnTo>
                    <a:pt x="124968" y="28956"/>
                  </a:lnTo>
                  <a:lnTo>
                    <a:pt x="166116" y="10668"/>
                  </a:lnTo>
                  <a:lnTo>
                    <a:pt x="225552" y="0"/>
                  </a:lnTo>
                  <a:lnTo>
                    <a:pt x="249936" y="0"/>
                  </a:lnTo>
                  <a:lnTo>
                    <a:pt x="284988" y="4572"/>
                  </a:lnTo>
                  <a:lnTo>
                    <a:pt x="307848" y="10668"/>
                  </a:lnTo>
                  <a:lnTo>
                    <a:pt x="330708" y="18288"/>
                  </a:lnTo>
                  <a:lnTo>
                    <a:pt x="333538" y="19812"/>
                  </a:lnTo>
                  <a:lnTo>
                    <a:pt x="216407" y="19812"/>
                  </a:lnTo>
                  <a:lnTo>
                    <a:pt x="173736" y="28956"/>
                  </a:lnTo>
                  <a:lnTo>
                    <a:pt x="134112" y="45720"/>
                  </a:lnTo>
                  <a:lnTo>
                    <a:pt x="99060" y="68580"/>
                  </a:lnTo>
                  <a:lnTo>
                    <a:pt x="70104" y="99060"/>
                  </a:lnTo>
                  <a:lnTo>
                    <a:pt x="45720" y="134112"/>
                  </a:lnTo>
                  <a:lnTo>
                    <a:pt x="28956" y="172212"/>
                  </a:lnTo>
                  <a:lnTo>
                    <a:pt x="19812" y="216408"/>
                  </a:lnTo>
                  <a:lnTo>
                    <a:pt x="19812" y="260604"/>
                  </a:lnTo>
                  <a:lnTo>
                    <a:pt x="28956" y="303276"/>
                  </a:lnTo>
                  <a:lnTo>
                    <a:pt x="45720" y="342900"/>
                  </a:lnTo>
                  <a:lnTo>
                    <a:pt x="68580" y="377952"/>
                  </a:lnTo>
                  <a:lnTo>
                    <a:pt x="99060" y="406908"/>
                  </a:lnTo>
                  <a:lnTo>
                    <a:pt x="132588" y="431292"/>
                  </a:lnTo>
                  <a:lnTo>
                    <a:pt x="172212" y="448056"/>
                  </a:lnTo>
                  <a:lnTo>
                    <a:pt x="214883" y="455676"/>
                  </a:lnTo>
                  <a:lnTo>
                    <a:pt x="227076" y="457200"/>
                  </a:lnTo>
                  <a:lnTo>
                    <a:pt x="330708" y="457200"/>
                  </a:lnTo>
                  <a:lnTo>
                    <a:pt x="309372" y="466344"/>
                  </a:lnTo>
                  <a:lnTo>
                    <a:pt x="263652" y="475488"/>
                  </a:lnTo>
                  <a:lnTo>
                    <a:pt x="249936" y="477012"/>
                  </a:lnTo>
                  <a:close/>
                </a:path>
                <a:path w="477520" h="477519">
                  <a:moveTo>
                    <a:pt x="330708" y="457200"/>
                  </a:moveTo>
                  <a:lnTo>
                    <a:pt x="260604" y="457200"/>
                  </a:lnTo>
                  <a:lnTo>
                    <a:pt x="303276" y="448056"/>
                  </a:lnTo>
                  <a:lnTo>
                    <a:pt x="323087" y="440436"/>
                  </a:lnTo>
                  <a:lnTo>
                    <a:pt x="359663" y="420624"/>
                  </a:lnTo>
                  <a:lnTo>
                    <a:pt x="393192" y="393192"/>
                  </a:lnTo>
                  <a:lnTo>
                    <a:pt x="419100" y="361188"/>
                  </a:lnTo>
                  <a:lnTo>
                    <a:pt x="440436" y="324612"/>
                  </a:lnTo>
                  <a:lnTo>
                    <a:pt x="452628" y="283464"/>
                  </a:lnTo>
                  <a:lnTo>
                    <a:pt x="455676" y="260604"/>
                  </a:lnTo>
                  <a:lnTo>
                    <a:pt x="457200" y="249936"/>
                  </a:lnTo>
                  <a:lnTo>
                    <a:pt x="457200" y="227076"/>
                  </a:lnTo>
                  <a:lnTo>
                    <a:pt x="452628" y="195072"/>
                  </a:lnTo>
                  <a:lnTo>
                    <a:pt x="440436" y="153924"/>
                  </a:lnTo>
                  <a:lnTo>
                    <a:pt x="420624" y="115824"/>
                  </a:lnTo>
                  <a:lnTo>
                    <a:pt x="393192" y="83820"/>
                  </a:lnTo>
                  <a:lnTo>
                    <a:pt x="361187" y="56388"/>
                  </a:lnTo>
                  <a:lnTo>
                    <a:pt x="323087" y="36576"/>
                  </a:lnTo>
                  <a:lnTo>
                    <a:pt x="283464" y="24384"/>
                  </a:lnTo>
                  <a:lnTo>
                    <a:pt x="260604" y="19812"/>
                  </a:lnTo>
                  <a:lnTo>
                    <a:pt x="333538" y="19812"/>
                  </a:lnTo>
                  <a:lnTo>
                    <a:pt x="370332" y="41148"/>
                  </a:lnTo>
                  <a:lnTo>
                    <a:pt x="406908" y="70104"/>
                  </a:lnTo>
                  <a:lnTo>
                    <a:pt x="435863" y="105156"/>
                  </a:lnTo>
                  <a:lnTo>
                    <a:pt x="457200" y="144780"/>
                  </a:lnTo>
                  <a:lnTo>
                    <a:pt x="470916" y="190500"/>
                  </a:lnTo>
                  <a:lnTo>
                    <a:pt x="475487" y="213360"/>
                  </a:lnTo>
                  <a:lnTo>
                    <a:pt x="475487" y="225552"/>
                  </a:lnTo>
                  <a:lnTo>
                    <a:pt x="477012" y="237744"/>
                  </a:lnTo>
                  <a:lnTo>
                    <a:pt x="475487" y="249936"/>
                  </a:lnTo>
                  <a:lnTo>
                    <a:pt x="475487" y="262128"/>
                  </a:lnTo>
                  <a:lnTo>
                    <a:pt x="470916" y="286512"/>
                  </a:lnTo>
                  <a:lnTo>
                    <a:pt x="448056" y="352044"/>
                  </a:lnTo>
                  <a:lnTo>
                    <a:pt x="422148" y="390144"/>
                  </a:lnTo>
                  <a:lnTo>
                    <a:pt x="390144" y="422148"/>
                  </a:lnTo>
                  <a:lnTo>
                    <a:pt x="352044" y="448056"/>
                  </a:lnTo>
                  <a:lnTo>
                    <a:pt x="330708" y="457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966238" y="1534723"/>
            <a:ext cx="253365" cy="101473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1490"/>
              </a:spcBef>
            </a:pPr>
            <a:r>
              <a:rPr sz="3525" spc="104" baseline="-3546" dirty="0">
                <a:latin typeface="Microsoft Sans Serif"/>
                <a:cs typeface="Microsoft Sans Serif"/>
              </a:rPr>
              <a:t>f</a:t>
            </a:r>
            <a:r>
              <a:rPr sz="2350" spc="70" dirty="0">
                <a:latin typeface="Cambria"/>
                <a:cs typeface="Cambria"/>
              </a:rPr>
              <a:t>'</a:t>
            </a:r>
            <a:endParaRPr sz="23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0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D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90291" y="1581178"/>
            <a:ext cx="195580" cy="968375"/>
          </a:xfrm>
          <a:prstGeom prst="rect">
            <a:avLst/>
          </a:prstGeom>
        </p:spPr>
        <p:txBody>
          <a:bodyPr vert="horz" wrap="square" lIns="0" tIns="163830" rIns="0" bIns="0" rtlCol="0">
            <a:spAutoFit/>
          </a:bodyPr>
          <a:lstStyle/>
          <a:p>
            <a:pPr marL="47625">
              <a:lnSpc>
                <a:spcPct val="100000"/>
              </a:lnSpc>
              <a:spcBef>
                <a:spcPts val="1290"/>
              </a:spcBef>
            </a:pPr>
            <a:r>
              <a:rPr sz="2350" spc="-50" dirty="0">
                <a:latin typeface="Microsoft Sans Serif"/>
                <a:cs typeface="Microsoft Sans Serif"/>
              </a:rPr>
              <a:t>f</a:t>
            </a:r>
            <a:endParaRPr sz="23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20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592580" y="2814827"/>
            <a:ext cx="7505700" cy="1106805"/>
            <a:chOff x="1592580" y="2814827"/>
            <a:chExt cx="7505700" cy="1106805"/>
          </a:xfrm>
        </p:grpSpPr>
        <p:sp>
          <p:nvSpPr>
            <p:cNvPr id="16" name="object 16"/>
            <p:cNvSpPr/>
            <p:nvPr/>
          </p:nvSpPr>
          <p:spPr>
            <a:xfrm>
              <a:off x="1592580" y="2814827"/>
              <a:ext cx="7505700" cy="1106805"/>
            </a:xfrm>
            <a:custGeom>
              <a:avLst/>
              <a:gdLst/>
              <a:ahLst/>
              <a:cxnLst/>
              <a:rect l="l" t="t" r="r" b="b"/>
              <a:pathLst>
                <a:path w="7505700" h="1106804">
                  <a:moveTo>
                    <a:pt x="7505700" y="1106424"/>
                  </a:moveTo>
                  <a:lnTo>
                    <a:pt x="0" y="1106424"/>
                  </a:lnTo>
                  <a:lnTo>
                    <a:pt x="0" y="0"/>
                  </a:lnTo>
                  <a:lnTo>
                    <a:pt x="7505700" y="0"/>
                  </a:lnTo>
                  <a:lnTo>
                    <a:pt x="7505700" y="4572"/>
                  </a:lnTo>
                  <a:lnTo>
                    <a:pt x="9144" y="4572"/>
                  </a:lnTo>
                  <a:lnTo>
                    <a:pt x="4572" y="9144"/>
                  </a:lnTo>
                  <a:lnTo>
                    <a:pt x="9144" y="9144"/>
                  </a:lnTo>
                  <a:lnTo>
                    <a:pt x="9144" y="1097280"/>
                  </a:lnTo>
                  <a:lnTo>
                    <a:pt x="4572" y="1097280"/>
                  </a:lnTo>
                  <a:lnTo>
                    <a:pt x="9144" y="1101852"/>
                  </a:lnTo>
                  <a:lnTo>
                    <a:pt x="7505700" y="1101852"/>
                  </a:lnTo>
                  <a:lnTo>
                    <a:pt x="7505700" y="1106424"/>
                  </a:lnTo>
                  <a:close/>
                </a:path>
                <a:path w="7505700" h="1106804">
                  <a:moveTo>
                    <a:pt x="9144" y="9144"/>
                  </a:moveTo>
                  <a:lnTo>
                    <a:pt x="4572" y="9144"/>
                  </a:lnTo>
                  <a:lnTo>
                    <a:pt x="9144" y="4572"/>
                  </a:lnTo>
                  <a:lnTo>
                    <a:pt x="9144" y="9144"/>
                  </a:lnTo>
                  <a:close/>
                </a:path>
                <a:path w="7505700" h="1106804">
                  <a:moveTo>
                    <a:pt x="7496556" y="9144"/>
                  </a:moveTo>
                  <a:lnTo>
                    <a:pt x="9144" y="9144"/>
                  </a:lnTo>
                  <a:lnTo>
                    <a:pt x="9144" y="4572"/>
                  </a:lnTo>
                  <a:lnTo>
                    <a:pt x="7496556" y="4572"/>
                  </a:lnTo>
                  <a:lnTo>
                    <a:pt x="7496556" y="9144"/>
                  </a:lnTo>
                  <a:close/>
                </a:path>
                <a:path w="7505700" h="1106804">
                  <a:moveTo>
                    <a:pt x="7496556" y="1101852"/>
                  </a:moveTo>
                  <a:lnTo>
                    <a:pt x="7496556" y="4572"/>
                  </a:lnTo>
                  <a:lnTo>
                    <a:pt x="7501128" y="9144"/>
                  </a:lnTo>
                  <a:lnTo>
                    <a:pt x="7505700" y="9144"/>
                  </a:lnTo>
                  <a:lnTo>
                    <a:pt x="7505700" y="1097280"/>
                  </a:lnTo>
                  <a:lnTo>
                    <a:pt x="7501128" y="1097280"/>
                  </a:lnTo>
                  <a:lnTo>
                    <a:pt x="7496556" y="1101852"/>
                  </a:lnTo>
                  <a:close/>
                </a:path>
                <a:path w="7505700" h="1106804">
                  <a:moveTo>
                    <a:pt x="7505700" y="9144"/>
                  </a:moveTo>
                  <a:lnTo>
                    <a:pt x="7501128" y="9144"/>
                  </a:lnTo>
                  <a:lnTo>
                    <a:pt x="7496556" y="4572"/>
                  </a:lnTo>
                  <a:lnTo>
                    <a:pt x="7505700" y="4572"/>
                  </a:lnTo>
                  <a:lnTo>
                    <a:pt x="7505700" y="9144"/>
                  </a:lnTo>
                  <a:close/>
                </a:path>
                <a:path w="7505700" h="1106804">
                  <a:moveTo>
                    <a:pt x="9144" y="1101852"/>
                  </a:moveTo>
                  <a:lnTo>
                    <a:pt x="4572" y="1097280"/>
                  </a:lnTo>
                  <a:lnTo>
                    <a:pt x="9144" y="1097280"/>
                  </a:lnTo>
                  <a:lnTo>
                    <a:pt x="9144" y="1101852"/>
                  </a:lnTo>
                  <a:close/>
                </a:path>
                <a:path w="7505700" h="1106804">
                  <a:moveTo>
                    <a:pt x="7496556" y="1101852"/>
                  </a:moveTo>
                  <a:lnTo>
                    <a:pt x="9144" y="1101852"/>
                  </a:lnTo>
                  <a:lnTo>
                    <a:pt x="9144" y="1097280"/>
                  </a:lnTo>
                  <a:lnTo>
                    <a:pt x="7496556" y="1097280"/>
                  </a:lnTo>
                  <a:lnTo>
                    <a:pt x="7496556" y="1101852"/>
                  </a:lnTo>
                  <a:close/>
                </a:path>
                <a:path w="7505700" h="1106804">
                  <a:moveTo>
                    <a:pt x="7505700" y="1101852"/>
                  </a:moveTo>
                  <a:lnTo>
                    <a:pt x="7496556" y="1101852"/>
                  </a:lnTo>
                  <a:lnTo>
                    <a:pt x="7501128" y="1097280"/>
                  </a:lnTo>
                  <a:lnTo>
                    <a:pt x="7505700" y="1097280"/>
                  </a:lnTo>
                  <a:lnTo>
                    <a:pt x="7505700" y="11018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465832" y="332231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460" y="452565"/>
                  </a:lnTo>
                  <a:lnTo>
                    <a:pt x="139517" y="439269"/>
                  </a:lnTo>
                  <a:lnTo>
                    <a:pt x="100682" y="418221"/>
                  </a:lnTo>
                  <a:lnTo>
                    <a:pt x="66865" y="390334"/>
                  </a:lnTo>
                  <a:lnTo>
                    <a:pt x="38978" y="356517"/>
                  </a:lnTo>
                  <a:lnTo>
                    <a:pt x="17930" y="317682"/>
                  </a:lnTo>
                  <a:lnTo>
                    <a:pt x="4634" y="274739"/>
                  </a:lnTo>
                  <a:lnTo>
                    <a:pt x="0" y="228600"/>
                  </a:lnTo>
                  <a:lnTo>
                    <a:pt x="4634" y="182897"/>
                  </a:lnTo>
                  <a:lnTo>
                    <a:pt x="17930" y="140160"/>
                  </a:lnTo>
                  <a:lnTo>
                    <a:pt x="38978" y="101351"/>
                  </a:lnTo>
                  <a:lnTo>
                    <a:pt x="66865" y="67437"/>
                  </a:lnTo>
                  <a:lnTo>
                    <a:pt x="100682" y="39379"/>
                  </a:lnTo>
                  <a:lnTo>
                    <a:pt x="139517" y="18145"/>
                  </a:lnTo>
                  <a:lnTo>
                    <a:pt x="182460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456688" y="3313176"/>
              <a:ext cx="475615" cy="477520"/>
            </a:xfrm>
            <a:custGeom>
              <a:avLst/>
              <a:gdLst/>
              <a:ahLst/>
              <a:cxnLst/>
              <a:rect l="l" t="t" r="r" b="b"/>
              <a:pathLst>
                <a:path w="475614" h="477520">
                  <a:moveTo>
                    <a:pt x="249936" y="477012"/>
                  </a:moveTo>
                  <a:lnTo>
                    <a:pt x="225552" y="477012"/>
                  </a:lnTo>
                  <a:lnTo>
                    <a:pt x="190500" y="472440"/>
                  </a:lnTo>
                  <a:lnTo>
                    <a:pt x="144780" y="458724"/>
                  </a:lnTo>
                  <a:lnTo>
                    <a:pt x="105156" y="435864"/>
                  </a:lnTo>
                  <a:lnTo>
                    <a:pt x="70104" y="406908"/>
                  </a:lnTo>
                  <a:lnTo>
                    <a:pt x="41148" y="371856"/>
                  </a:lnTo>
                  <a:lnTo>
                    <a:pt x="18288" y="332232"/>
                  </a:lnTo>
                  <a:lnTo>
                    <a:pt x="4572" y="286512"/>
                  </a:lnTo>
                  <a:lnTo>
                    <a:pt x="0" y="263652"/>
                  </a:lnTo>
                  <a:lnTo>
                    <a:pt x="0" y="214884"/>
                  </a:lnTo>
                  <a:lnTo>
                    <a:pt x="10668" y="167640"/>
                  </a:lnTo>
                  <a:lnTo>
                    <a:pt x="27432" y="124968"/>
                  </a:lnTo>
                  <a:lnTo>
                    <a:pt x="53340" y="86868"/>
                  </a:lnTo>
                  <a:lnTo>
                    <a:pt x="85344" y="54864"/>
                  </a:lnTo>
                  <a:lnTo>
                    <a:pt x="123444" y="28956"/>
                  </a:lnTo>
                  <a:lnTo>
                    <a:pt x="166116" y="10668"/>
                  </a:lnTo>
                  <a:lnTo>
                    <a:pt x="225552" y="0"/>
                  </a:lnTo>
                  <a:lnTo>
                    <a:pt x="249936" y="0"/>
                  </a:lnTo>
                  <a:lnTo>
                    <a:pt x="284988" y="4572"/>
                  </a:lnTo>
                  <a:lnTo>
                    <a:pt x="307848" y="10668"/>
                  </a:lnTo>
                  <a:lnTo>
                    <a:pt x="329184" y="18288"/>
                  </a:lnTo>
                  <a:lnTo>
                    <a:pt x="332232" y="19812"/>
                  </a:lnTo>
                  <a:lnTo>
                    <a:pt x="214883" y="19812"/>
                  </a:lnTo>
                  <a:lnTo>
                    <a:pt x="172212" y="28956"/>
                  </a:lnTo>
                  <a:lnTo>
                    <a:pt x="134112" y="45720"/>
                  </a:lnTo>
                  <a:lnTo>
                    <a:pt x="99060" y="68580"/>
                  </a:lnTo>
                  <a:lnTo>
                    <a:pt x="68580" y="99060"/>
                  </a:lnTo>
                  <a:lnTo>
                    <a:pt x="45720" y="134112"/>
                  </a:lnTo>
                  <a:lnTo>
                    <a:pt x="28956" y="172212"/>
                  </a:lnTo>
                  <a:lnTo>
                    <a:pt x="19812" y="216408"/>
                  </a:lnTo>
                  <a:lnTo>
                    <a:pt x="18288" y="227076"/>
                  </a:lnTo>
                  <a:lnTo>
                    <a:pt x="18288" y="249936"/>
                  </a:lnTo>
                  <a:lnTo>
                    <a:pt x="22860" y="281940"/>
                  </a:lnTo>
                  <a:lnTo>
                    <a:pt x="35052" y="323088"/>
                  </a:lnTo>
                  <a:lnTo>
                    <a:pt x="56388" y="361188"/>
                  </a:lnTo>
                  <a:lnTo>
                    <a:pt x="82296" y="393192"/>
                  </a:lnTo>
                  <a:lnTo>
                    <a:pt x="114300" y="419100"/>
                  </a:lnTo>
                  <a:lnTo>
                    <a:pt x="152400" y="440436"/>
                  </a:lnTo>
                  <a:lnTo>
                    <a:pt x="193548" y="452628"/>
                  </a:lnTo>
                  <a:lnTo>
                    <a:pt x="225552" y="457200"/>
                  </a:lnTo>
                  <a:lnTo>
                    <a:pt x="330708" y="457200"/>
                  </a:lnTo>
                  <a:lnTo>
                    <a:pt x="309372" y="466344"/>
                  </a:lnTo>
                  <a:lnTo>
                    <a:pt x="286512" y="470916"/>
                  </a:lnTo>
                  <a:lnTo>
                    <a:pt x="262128" y="475488"/>
                  </a:lnTo>
                  <a:lnTo>
                    <a:pt x="249936" y="477012"/>
                  </a:lnTo>
                  <a:close/>
                </a:path>
                <a:path w="475614" h="477520">
                  <a:moveTo>
                    <a:pt x="330708" y="457200"/>
                  </a:moveTo>
                  <a:lnTo>
                    <a:pt x="259080" y="457200"/>
                  </a:lnTo>
                  <a:lnTo>
                    <a:pt x="281940" y="452628"/>
                  </a:lnTo>
                  <a:lnTo>
                    <a:pt x="301752" y="448056"/>
                  </a:lnTo>
                  <a:lnTo>
                    <a:pt x="341376" y="431292"/>
                  </a:lnTo>
                  <a:lnTo>
                    <a:pt x="376428" y="408432"/>
                  </a:lnTo>
                  <a:lnTo>
                    <a:pt x="406908" y="377952"/>
                  </a:lnTo>
                  <a:lnTo>
                    <a:pt x="429768" y="342900"/>
                  </a:lnTo>
                  <a:lnTo>
                    <a:pt x="446532" y="304800"/>
                  </a:lnTo>
                  <a:lnTo>
                    <a:pt x="455676" y="260604"/>
                  </a:lnTo>
                  <a:lnTo>
                    <a:pt x="455676" y="249936"/>
                  </a:lnTo>
                  <a:lnTo>
                    <a:pt x="457200" y="239268"/>
                  </a:lnTo>
                  <a:lnTo>
                    <a:pt x="455676" y="227076"/>
                  </a:lnTo>
                  <a:lnTo>
                    <a:pt x="455676" y="216408"/>
                  </a:lnTo>
                  <a:lnTo>
                    <a:pt x="452628" y="195072"/>
                  </a:lnTo>
                  <a:lnTo>
                    <a:pt x="438912" y="153924"/>
                  </a:lnTo>
                  <a:lnTo>
                    <a:pt x="419100" y="115824"/>
                  </a:lnTo>
                  <a:lnTo>
                    <a:pt x="393192" y="83820"/>
                  </a:lnTo>
                  <a:lnTo>
                    <a:pt x="361187" y="56388"/>
                  </a:lnTo>
                  <a:lnTo>
                    <a:pt x="323087" y="36576"/>
                  </a:lnTo>
                  <a:lnTo>
                    <a:pt x="260604" y="19812"/>
                  </a:lnTo>
                  <a:lnTo>
                    <a:pt x="332232" y="19812"/>
                  </a:lnTo>
                  <a:lnTo>
                    <a:pt x="370332" y="41148"/>
                  </a:lnTo>
                  <a:lnTo>
                    <a:pt x="405384" y="70104"/>
                  </a:lnTo>
                  <a:lnTo>
                    <a:pt x="434339" y="105156"/>
                  </a:lnTo>
                  <a:lnTo>
                    <a:pt x="457200" y="144780"/>
                  </a:lnTo>
                  <a:lnTo>
                    <a:pt x="470916" y="190500"/>
                  </a:lnTo>
                  <a:lnTo>
                    <a:pt x="475487" y="225552"/>
                  </a:lnTo>
                  <a:lnTo>
                    <a:pt x="475487" y="249936"/>
                  </a:lnTo>
                  <a:lnTo>
                    <a:pt x="464820" y="309372"/>
                  </a:lnTo>
                  <a:lnTo>
                    <a:pt x="446532" y="352044"/>
                  </a:lnTo>
                  <a:lnTo>
                    <a:pt x="422148" y="390144"/>
                  </a:lnTo>
                  <a:lnTo>
                    <a:pt x="390144" y="422148"/>
                  </a:lnTo>
                  <a:lnTo>
                    <a:pt x="352044" y="448056"/>
                  </a:lnTo>
                  <a:lnTo>
                    <a:pt x="330708" y="457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155948" y="3485388"/>
              <a:ext cx="792480" cy="132715"/>
            </a:xfrm>
            <a:custGeom>
              <a:avLst/>
              <a:gdLst/>
              <a:ahLst/>
              <a:cxnLst/>
              <a:rect l="l" t="t" r="r" b="b"/>
              <a:pathLst>
                <a:path w="792479" h="132714">
                  <a:moveTo>
                    <a:pt x="114300" y="132588"/>
                  </a:moveTo>
                  <a:lnTo>
                    <a:pt x="106679" y="128016"/>
                  </a:lnTo>
                  <a:lnTo>
                    <a:pt x="0" y="65532"/>
                  </a:lnTo>
                  <a:lnTo>
                    <a:pt x="106679" y="4572"/>
                  </a:lnTo>
                  <a:lnTo>
                    <a:pt x="114300" y="0"/>
                  </a:lnTo>
                  <a:lnTo>
                    <a:pt x="123443" y="1524"/>
                  </a:lnTo>
                  <a:lnTo>
                    <a:pt x="126491" y="9144"/>
                  </a:lnTo>
                  <a:lnTo>
                    <a:pt x="131063" y="15240"/>
                  </a:lnTo>
                  <a:lnTo>
                    <a:pt x="128015" y="24384"/>
                  </a:lnTo>
                  <a:lnTo>
                    <a:pt x="121919" y="28956"/>
                  </a:lnTo>
                  <a:lnTo>
                    <a:pt x="83127" y="51816"/>
                  </a:lnTo>
                  <a:lnTo>
                    <a:pt x="28955" y="51816"/>
                  </a:lnTo>
                  <a:lnTo>
                    <a:pt x="28955" y="80772"/>
                  </a:lnTo>
                  <a:lnTo>
                    <a:pt x="83127" y="80772"/>
                  </a:lnTo>
                  <a:lnTo>
                    <a:pt x="121919" y="103632"/>
                  </a:lnTo>
                  <a:lnTo>
                    <a:pt x="128015" y="108204"/>
                  </a:lnTo>
                  <a:lnTo>
                    <a:pt x="131063" y="117348"/>
                  </a:lnTo>
                  <a:lnTo>
                    <a:pt x="126491" y="123444"/>
                  </a:lnTo>
                  <a:lnTo>
                    <a:pt x="123443" y="129540"/>
                  </a:lnTo>
                  <a:lnTo>
                    <a:pt x="114300" y="132588"/>
                  </a:lnTo>
                  <a:close/>
                </a:path>
                <a:path w="792479" h="132714">
                  <a:moveTo>
                    <a:pt x="83127" y="80772"/>
                  </a:moveTo>
                  <a:lnTo>
                    <a:pt x="28955" y="80772"/>
                  </a:lnTo>
                  <a:lnTo>
                    <a:pt x="28955" y="51816"/>
                  </a:lnTo>
                  <a:lnTo>
                    <a:pt x="83127" y="51816"/>
                  </a:lnTo>
                  <a:lnTo>
                    <a:pt x="80541" y="53340"/>
                  </a:lnTo>
                  <a:lnTo>
                    <a:pt x="36575" y="53340"/>
                  </a:lnTo>
                  <a:lnTo>
                    <a:pt x="36575" y="79248"/>
                  </a:lnTo>
                  <a:lnTo>
                    <a:pt x="80541" y="79248"/>
                  </a:lnTo>
                  <a:lnTo>
                    <a:pt x="83127" y="80772"/>
                  </a:lnTo>
                  <a:close/>
                </a:path>
                <a:path w="792479" h="132714">
                  <a:moveTo>
                    <a:pt x="792479" y="80772"/>
                  </a:moveTo>
                  <a:lnTo>
                    <a:pt x="83127" y="80772"/>
                  </a:lnTo>
                  <a:lnTo>
                    <a:pt x="58558" y="66294"/>
                  </a:lnTo>
                  <a:lnTo>
                    <a:pt x="83127" y="51816"/>
                  </a:lnTo>
                  <a:lnTo>
                    <a:pt x="792479" y="51816"/>
                  </a:lnTo>
                  <a:lnTo>
                    <a:pt x="792479" y="80772"/>
                  </a:lnTo>
                  <a:close/>
                </a:path>
                <a:path w="792479" h="132714">
                  <a:moveTo>
                    <a:pt x="36575" y="79248"/>
                  </a:moveTo>
                  <a:lnTo>
                    <a:pt x="36575" y="53340"/>
                  </a:lnTo>
                  <a:lnTo>
                    <a:pt x="58558" y="66294"/>
                  </a:lnTo>
                  <a:lnTo>
                    <a:pt x="36575" y="79248"/>
                  </a:lnTo>
                  <a:close/>
                </a:path>
                <a:path w="792479" h="132714">
                  <a:moveTo>
                    <a:pt x="58558" y="66294"/>
                  </a:moveTo>
                  <a:lnTo>
                    <a:pt x="36575" y="53340"/>
                  </a:lnTo>
                  <a:lnTo>
                    <a:pt x="80541" y="53340"/>
                  </a:lnTo>
                  <a:lnTo>
                    <a:pt x="58558" y="66294"/>
                  </a:lnTo>
                  <a:close/>
                </a:path>
                <a:path w="792479" h="132714">
                  <a:moveTo>
                    <a:pt x="80541" y="79248"/>
                  </a:moveTo>
                  <a:lnTo>
                    <a:pt x="36575" y="79248"/>
                  </a:lnTo>
                  <a:lnTo>
                    <a:pt x="58558" y="66294"/>
                  </a:lnTo>
                  <a:lnTo>
                    <a:pt x="80541" y="79248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392179" y="3164799"/>
            <a:ext cx="3251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Microsoft Sans Serif"/>
                <a:cs typeface="Microsoft Sans Serif"/>
              </a:rPr>
              <a:t>v</a:t>
            </a:r>
            <a:r>
              <a:rPr sz="1950" spc="-37" baseline="-21367" dirty="0">
                <a:latin typeface="Microsoft Sans Serif"/>
                <a:cs typeface="Microsoft Sans Serif"/>
              </a:rPr>
              <a:t>D</a:t>
            </a:r>
            <a:endParaRPr sz="1950" baseline="-21367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168132" y="3279855"/>
            <a:ext cx="605790" cy="3867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50" spc="100" dirty="0">
                <a:latin typeface="Microsoft Sans Serif"/>
                <a:cs typeface="Microsoft Sans Serif"/>
              </a:rPr>
              <a:t>f</a:t>
            </a:r>
            <a:r>
              <a:rPr sz="3525" spc="150" baseline="3546" dirty="0">
                <a:latin typeface="Cambria"/>
                <a:cs typeface="Cambria"/>
              </a:rPr>
              <a:t>'</a:t>
            </a:r>
            <a:r>
              <a:rPr sz="3525" spc="52" baseline="3546" dirty="0">
                <a:latin typeface="Cambria"/>
                <a:cs typeface="Cambria"/>
              </a:rPr>
              <a:t> </a:t>
            </a:r>
            <a:r>
              <a:rPr sz="2350" dirty="0">
                <a:latin typeface="Cambria"/>
                <a:cs typeface="Cambria"/>
              </a:rPr>
              <a:t>&gt;</a:t>
            </a:r>
            <a:r>
              <a:rPr sz="2350" spc="110" dirty="0">
                <a:latin typeface="Cambria"/>
                <a:cs typeface="Cambria"/>
              </a:rPr>
              <a:t> </a:t>
            </a:r>
            <a:r>
              <a:rPr sz="2350" spc="-50" dirty="0">
                <a:latin typeface="Microsoft Sans Serif"/>
                <a:cs typeface="Microsoft Sans Serif"/>
              </a:rPr>
              <a:t>f</a:t>
            </a:r>
            <a:endParaRPr sz="2350">
              <a:latin typeface="Microsoft Sans Serif"/>
              <a:cs typeface="Microsoft Sans Serif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832603" y="3313176"/>
            <a:ext cx="477520" cy="477520"/>
            <a:chOff x="4832603" y="3313176"/>
            <a:chExt cx="477520" cy="477520"/>
          </a:xfrm>
        </p:grpSpPr>
        <p:sp>
          <p:nvSpPr>
            <p:cNvPr id="23" name="object 23"/>
            <p:cNvSpPr/>
            <p:nvPr/>
          </p:nvSpPr>
          <p:spPr>
            <a:xfrm>
              <a:off x="4841748" y="332232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460" y="452565"/>
                  </a:lnTo>
                  <a:lnTo>
                    <a:pt x="139517" y="439269"/>
                  </a:lnTo>
                  <a:lnTo>
                    <a:pt x="100682" y="418221"/>
                  </a:lnTo>
                  <a:lnTo>
                    <a:pt x="66865" y="390334"/>
                  </a:lnTo>
                  <a:lnTo>
                    <a:pt x="38978" y="356517"/>
                  </a:lnTo>
                  <a:lnTo>
                    <a:pt x="17930" y="317682"/>
                  </a:lnTo>
                  <a:lnTo>
                    <a:pt x="4634" y="274739"/>
                  </a:lnTo>
                  <a:lnTo>
                    <a:pt x="0" y="228600"/>
                  </a:lnTo>
                  <a:lnTo>
                    <a:pt x="4634" y="182897"/>
                  </a:lnTo>
                  <a:lnTo>
                    <a:pt x="17930" y="140160"/>
                  </a:lnTo>
                  <a:lnTo>
                    <a:pt x="38978" y="101351"/>
                  </a:lnTo>
                  <a:lnTo>
                    <a:pt x="66865" y="67437"/>
                  </a:lnTo>
                  <a:lnTo>
                    <a:pt x="100682" y="39379"/>
                  </a:lnTo>
                  <a:lnTo>
                    <a:pt x="139517" y="18145"/>
                  </a:lnTo>
                  <a:lnTo>
                    <a:pt x="182460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832603" y="3313176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249936" y="477012"/>
                  </a:moveTo>
                  <a:lnTo>
                    <a:pt x="225552" y="477012"/>
                  </a:lnTo>
                  <a:lnTo>
                    <a:pt x="190500" y="472440"/>
                  </a:lnTo>
                  <a:lnTo>
                    <a:pt x="146304" y="458724"/>
                  </a:lnTo>
                  <a:lnTo>
                    <a:pt x="105156" y="435864"/>
                  </a:lnTo>
                  <a:lnTo>
                    <a:pt x="70104" y="406908"/>
                  </a:lnTo>
                  <a:lnTo>
                    <a:pt x="41148" y="371856"/>
                  </a:lnTo>
                  <a:lnTo>
                    <a:pt x="18288" y="332232"/>
                  </a:lnTo>
                  <a:lnTo>
                    <a:pt x="4572" y="286512"/>
                  </a:lnTo>
                  <a:lnTo>
                    <a:pt x="0" y="251460"/>
                  </a:lnTo>
                  <a:lnTo>
                    <a:pt x="0" y="227076"/>
                  </a:lnTo>
                  <a:lnTo>
                    <a:pt x="10668" y="167640"/>
                  </a:lnTo>
                  <a:lnTo>
                    <a:pt x="28956" y="124968"/>
                  </a:lnTo>
                  <a:lnTo>
                    <a:pt x="54864" y="86868"/>
                  </a:lnTo>
                  <a:lnTo>
                    <a:pt x="86868" y="54864"/>
                  </a:lnTo>
                  <a:lnTo>
                    <a:pt x="124968" y="28956"/>
                  </a:lnTo>
                  <a:lnTo>
                    <a:pt x="166116" y="10668"/>
                  </a:lnTo>
                  <a:lnTo>
                    <a:pt x="225552" y="0"/>
                  </a:lnTo>
                  <a:lnTo>
                    <a:pt x="249936" y="0"/>
                  </a:lnTo>
                  <a:lnTo>
                    <a:pt x="284988" y="4572"/>
                  </a:lnTo>
                  <a:lnTo>
                    <a:pt x="307848" y="10668"/>
                  </a:lnTo>
                  <a:lnTo>
                    <a:pt x="330708" y="18288"/>
                  </a:lnTo>
                  <a:lnTo>
                    <a:pt x="333538" y="19812"/>
                  </a:lnTo>
                  <a:lnTo>
                    <a:pt x="216407" y="19812"/>
                  </a:lnTo>
                  <a:lnTo>
                    <a:pt x="173736" y="28956"/>
                  </a:lnTo>
                  <a:lnTo>
                    <a:pt x="134112" y="45720"/>
                  </a:lnTo>
                  <a:lnTo>
                    <a:pt x="99060" y="68580"/>
                  </a:lnTo>
                  <a:lnTo>
                    <a:pt x="70104" y="99060"/>
                  </a:lnTo>
                  <a:lnTo>
                    <a:pt x="45720" y="134112"/>
                  </a:lnTo>
                  <a:lnTo>
                    <a:pt x="28956" y="172212"/>
                  </a:lnTo>
                  <a:lnTo>
                    <a:pt x="19812" y="216408"/>
                  </a:lnTo>
                  <a:lnTo>
                    <a:pt x="19812" y="260604"/>
                  </a:lnTo>
                  <a:lnTo>
                    <a:pt x="28956" y="303276"/>
                  </a:lnTo>
                  <a:lnTo>
                    <a:pt x="45720" y="342900"/>
                  </a:lnTo>
                  <a:lnTo>
                    <a:pt x="68580" y="377952"/>
                  </a:lnTo>
                  <a:lnTo>
                    <a:pt x="99060" y="406908"/>
                  </a:lnTo>
                  <a:lnTo>
                    <a:pt x="132588" y="431292"/>
                  </a:lnTo>
                  <a:lnTo>
                    <a:pt x="172212" y="448056"/>
                  </a:lnTo>
                  <a:lnTo>
                    <a:pt x="214883" y="455676"/>
                  </a:lnTo>
                  <a:lnTo>
                    <a:pt x="227076" y="457200"/>
                  </a:lnTo>
                  <a:lnTo>
                    <a:pt x="330708" y="457200"/>
                  </a:lnTo>
                  <a:lnTo>
                    <a:pt x="309372" y="466344"/>
                  </a:lnTo>
                  <a:lnTo>
                    <a:pt x="263652" y="475488"/>
                  </a:lnTo>
                  <a:lnTo>
                    <a:pt x="249936" y="477012"/>
                  </a:lnTo>
                  <a:close/>
                </a:path>
                <a:path w="477520" h="477520">
                  <a:moveTo>
                    <a:pt x="330708" y="457200"/>
                  </a:moveTo>
                  <a:lnTo>
                    <a:pt x="260604" y="457200"/>
                  </a:lnTo>
                  <a:lnTo>
                    <a:pt x="303276" y="448056"/>
                  </a:lnTo>
                  <a:lnTo>
                    <a:pt x="323087" y="440436"/>
                  </a:lnTo>
                  <a:lnTo>
                    <a:pt x="359663" y="420624"/>
                  </a:lnTo>
                  <a:lnTo>
                    <a:pt x="393192" y="393192"/>
                  </a:lnTo>
                  <a:lnTo>
                    <a:pt x="419100" y="361188"/>
                  </a:lnTo>
                  <a:lnTo>
                    <a:pt x="440436" y="324612"/>
                  </a:lnTo>
                  <a:lnTo>
                    <a:pt x="452628" y="283464"/>
                  </a:lnTo>
                  <a:lnTo>
                    <a:pt x="455676" y="260604"/>
                  </a:lnTo>
                  <a:lnTo>
                    <a:pt x="457200" y="249936"/>
                  </a:lnTo>
                  <a:lnTo>
                    <a:pt x="457200" y="227076"/>
                  </a:lnTo>
                  <a:lnTo>
                    <a:pt x="452628" y="195072"/>
                  </a:lnTo>
                  <a:lnTo>
                    <a:pt x="440436" y="153924"/>
                  </a:lnTo>
                  <a:lnTo>
                    <a:pt x="420624" y="115824"/>
                  </a:lnTo>
                  <a:lnTo>
                    <a:pt x="393192" y="83820"/>
                  </a:lnTo>
                  <a:lnTo>
                    <a:pt x="361187" y="56388"/>
                  </a:lnTo>
                  <a:lnTo>
                    <a:pt x="323087" y="36576"/>
                  </a:lnTo>
                  <a:lnTo>
                    <a:pt x="283464" y="24384"/>
                  </a:lnTo>
                  <a:lnTo>
                    <a:pt x="260604" y="19812"/>
                  </a:lnTo>
                  <a:lnTo>
                    <a:pt x="333538" y="19812"/>
                  </a:lnTo>
                  <a:lnTo>
                    <a:pt x="370332" y="41148"/>
                  </a:lnTo>
                  <a:lnTo>
                    <a:pt x="406908" y="70104"/>
                  </a:lnTo>
                  <a:lnTo>
                    <a:pt x="435863" y="105156"/>
                  </a:lnTo>
                  <a:lnTo>
                    <a:pt x="457200" y="144780"/>
                  </a:lnTo>
                  <a:lnTo>
                    <a:pt x="470916" y="190500"/>
                  </a:lnTo>
                  <a:lnTo>
                    <a:pt x="475487" y="213360"/>
                  </a:lnTo>
                  <a:lnTo>
                    <a:pt x="475487" y="225552"/>
                  </a:lnTo>
                  <a:lnTo>
                    <a:pt x="477012" y="237744"/>
                  </a:lnTo>
                  <a:lnTo>
                    <a:pt x="475487" y="249936"/>
                  </a:lnTo>
                  <a:lnTo>
                    <a:pt x="475487" y="262128"/>
                  </a:lnTo>
                  <a:lnTo>
                    <a:pt x="470916" y="286512"/>
                  </a:lnTo>
                  <a:lnTo>
                    <a:pt x="448056" y="352044"/>
                  </a:lnTo>
                  <a:lnTo>
                    <a:pt x="422148" y="390144"/>
                  </a:lnTo>
                  <a:lnTo>
                    <a:pt x="390144" y="422148"/>
                  </a:lnTo>
                  <a:lnTo>
                    <a:pt x="352044" y="448056"/>
                  </a:lnTo>
                  <a:lnTo>
                    <a:pt x="330708" y="457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966238" y="2693904"/>
            <a:ext cx="253365" cy="984885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1360"/>
              </a:spcBef>
            </a:pPr>
            <a:r>
              <a:rPr sz="3525" spc="104" baseline="-3546" dirty="0">
                <a:latin typeface="Microsoft Sans Serif"/>
                <a:cs typeface="Microsoft Sans Serif"/>
              </a:rPr>
              <a:t>f</a:t>
            </a:r>
            <a:r>
              <a:rPr sz="2350" spc="70" dirty="0">
                <a:latin typeface="Cambria"/>
                <a:cs typeface="Cambria"/>
              </a:rPr>
              <a:t>'</a:t>
            </a:r>
            <a:endParaRPr sz="23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20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D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590291" y="2724266"/>
            <a:ext cx="195580" cy="968375"/>
          </a:xfrm>
          <a:prstGeom prst="rect">
            <a:avLst/>
          </a:prstGeom>
        </p:spPr>
        <p:txBody>
          <a:bodyPr vert="horz" wrap="square" lIns="0" tIns="163830" rIns="0" bIns="0" rtlCol="0">
            <a:spAutoFit/>
          </a:bodyPr>
          <a:lstStyle/>
          <a:p>
            <a:pPr marL="47625">
              <a:lnSpc>
                <a:spcPct val="100000"/>
              </a:lnSpc>
              <a:spcBef>
                <a:spcPts val="1290"/>
              </a:spcBef>
            </a:pPr>
            <a:r>
              <a:rPr sz="2350" spc="-50" dirty="0">
                <a:latin typeface="Microsoft Sans Serif"/>
                <a:cs typeface="Microsoft Sans Serif"/>
              </a:rPr>
              <a:t>f</a:t>
            </a:r>
            <a:endParaRPr sz="23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20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592580" y="3957827"/>
            <a:ext cx="7505700" cy="1106805"/>
            <a:chOff x="1592580" y="3957827"/>
            <a:chExt cx="7505700" cy="1106805"/>
          </a:xfrm>
        </p:grpSpPr>
        <p:sp>
          <p:nvSpPr>
            <p:cNvPr id="28" name="object 28"/>
            <p:cNvSpPr/>
            <p:nvPr/>
          </p:nvSpPr>
          <p:spPr>
            <a:xfrm>
              <a:off x="1592580" y="3957827"/>
              <a:ext cx="7505700" cy="1106805"/>
            </a:xfrm>
            <a:custGeom>
              <a:avLst/>
              <a:gdLst/>
              <a:ahLst/>
              <a:cxnLst/>
              <a:rect l="l" t="t" r="r" b="b"/>
              <a:pathLst>
                <a:path w="7505700" h="1106804">
                  <a:moveTo>
                    <a:pt x="7505700" y="1106424"/>
                  </a:moveTo>
                  <a:lnTo>
                    <a:pt x="0" y="1106424"/>
                  </a:lnTo>
                  <a:lnTo>
                    <a:pt x="0" y="0"/>
                  </a:lnTo>
                  <a:lnTo>
                    <a:pt x="7505700" y="0"/>
                  </a:lnTo>
                  <a:lnTo>
                    <a:pt x="7505700" y="4572"/>
                  </a:lnTo>
                  <a:lnTo>
                    <a:pt x="9144" y="4572"/>
                  </a:lnTo>
                  <a:lnTo>
                    <a:pt x="4572" y="9144"/>
                  </a:lnTo>
                  <a:lnTo>
                    <a:pt x="9144" y="9144"/>
                  </a:lnTo>
                  <a:lnTo>
                    <a:pt x="9144" y="1097280"/>
                  </a:lnTo>
                  <a:lnTo>
                    <a:pt x="4572" y="1097280"/>
                  </a:lnTo>
                  <a:lnTo>
                    <a:pt x="9144" y="1101852"/>
                  </a:lnTo>
                  <a:lnTo>
                    <a:pt x="7505700" y="1101852"/>
                  </a:lnTo>
                  <a:lnTo>
                    <a:pt x="7505700" y="1106424"/>
                  </a:lnTo>
                  <a:close/>
                </a:path>
                <a:path w="7505700" h="1106804">
                  <a:moveTo>
                    <a:pt x="9144" y="9144"/>
                  </a:moveTo>
                  <a:lnTo>
                    <a:pt x="4572" y="9144"/>
                  </a:lnTo>
                  <a:lnTo>
                    <a:pt x="9144" y="4572"/>
                  </a:lnTo>
                  <a:lnTo>
                    <a:pt x="9144" y="9144"/>
                  </a:lnTo>
                  <a:close/>
                </a:path>
                <a:path w="7505700" h="1106804">
                  <a:moveTo>
                    <a:pt x="7496556" y="9144"/>
                  </a:moveTo>
                  <a:lnTo>
                    <a:pt x="9144" y="9144"/>
                  </a:lnTo>
                  <a:lnTo>
                    <a:pt x="9144" y="4572"/>
                  </a:lnTo>
                  <a:lnTo>
                    <a:pt x="7496556" y="4572"/>
                  </a:lnTo>
                  <a:lnTo>
                    <a:pt x="7496556" y="9144"/>
                  </a:lnTo>
                  <a:close/>
                </a:path>
                <a:path w="7505700" h="1106804">
                  <a:moveTo>
                    <a:pt x="7496556" y="1101852"/>
                  </a:moveTo>
                  <a:lnTo>
                    <a:pt x="7496556" y="4572"/>
                  </a:lnTo>
                  <a:lnTo>
                    <a:pt x="7501128" y="9144"/>
                  </a:lnTo>
                  <a:lnTo>
                    <a:pt x="7505700" y="9144"/>
                  </a:lnTo>
                  <a:lnTo>
                    <a:pt x="7505700" y="1097280"/>
                  </a:lnTo>
                  <a:lnTo>
                    <a:pt x="7501128" y="1097280"/>
                  </a:lnTo>
                  <a:lnTo>
                    <a:pt x="7496556" y="1101852"/>
                  </a:lnTo>
                  <a:close/>
                </a:path>
                <a:path w="7505700" h="1106804">
                  <a:moveTo>
                    <a:pt x="7505700" y="9144"/>
                  </a:moveTo>
                  <a:lnTo>
                    <a:pt x="7501128" y="9144"/>
                  </a:lnTo>
                  <a:lnTo>
                    <a:pt x="7496556" y="4572"/>
                  </a:lnTo>
                  <a:lnTo>
                    <a:pt x="7505700" y="4572"/>
                  </a:lnTo>
                  <a:lnTo>
                    <a:pt x="7505700" y="9144"/>
                  </a:lnTo>
                  <a:close/>
                </a:path>
                <a:path w="7505700" h="1106804">
                  <a:moveTo>
                    <a:pt x="9144" y="1101852"/>
                  </a:moveTo>
                  <a:lnTo>
                    <a:pt x="4572" y="1097280"/>
                  </a:lnTo>
                  <a:lnTo>
                    <a:pt x="9144" y="1097280"/>
                  </a:lnTo>
                  <a:lnTo>
                    <a:pt x="9144" y="1101852"/>
                  </a:lnTo>
                  <a:close/>
                </a:path>
                <a:path w="7505700" h="1106804">
                  <a:moveTo>
                    <a:pt x="7496556" y="1101852"/>
                  </a:moveTo>
                  <a:lnTo>
                    <a:pt x="9144" y="1101852"/>
                  </a:lnTo>
                  <a:lnTo>
                    <a:pt x="9144" y="1097280"/>
                  </a:lnTo>
                  <a:lnTo>
                    <a:pt x="7496556" y="1097280"/>
                  </a:lnTo>
                  <a:lnTo>
                    <a:pt x="7496556" y="1101852"/>
                  </a:lnTo>
                  <a:close/>
                </a:path>
                <a:path w="7505700" h="1106804">
                  <a:moveTo>
                    <a:pt x="7505700" y="1101852"/>
                  </a:moveTo>
                  <a:lnTo>
                    <a:pt x="7496556" y="1101852"/>
                  </a:lnTo>
                  <a:lnTo>
                    <a:pt x="7501128" y="1097280"/>
                  </a:lnTo>
                  <a:lnTo>
                    <a:pt x="7505700" y="1097280"/>
                  </a:lnTo>
                  <a:lnTo>
                    <a:pt x="7505700" y="11018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465832" y="446531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460" y="452565"/>
                  </a:lnTo>
                  <a:lnTo>
                    <a:pt x="139517" y="439269"/>
                  </a:lnTo>
                  <a:lnTo>
                    <a:pt x="100682" y="418221"/>
                  </a:lnTo>
                  <a:lnTo>
                    <a:pt x="66865" y="390334"/>
                  </a:lnTo>
                  <a:lnTo>
                    <a:pt x="38978" y="356517"/>
                  </a:lnTo>
                  <a:lnTo>
                    <a:pt x="17930" y="317682"/>
                  </a:lnTo>
                  <a:lnTo>
                    <a:pt x="4634" y="274739"/>
                  </a:lnTo>
                  <a:lnTo>
                    <a:pt x="0" y="228600"/>
                  </a:lnTo>
                  <a:lnTo>
                    <a:pt x="4634" y="182897"/>
                  </a:lnTo>
                  <a:lnTo>
                    <a:pt x="17930" y="140160"/>
                  </a:lnTo>
                  <a:lnTo>
                    <a:pt x="38978" y="101351"/>
                  </a:lnTo>
                  <a:lnTo>
                    <a:pt x="66865" y="67437"/>
                  </a:lnTo>
                  <a:lnTo>
                    <a:pt x="100682" y="39379"/>
                  </a:lnTo>
                  <a:lnTo>
                    <a:pt x="139517" y="18145"/>
                  </a:lnTo>
                  <a:lnTo>
                    <a:pt x="182460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456688" y="4456175"/>
              <a:ext cx="475615" cy="477520"/>
            </a:xfrm>
            <a:custGeom>
              <a:avLst/>
              <a:gdLst/>
              <a:ahLst/>
              <a:cxnLst/>
              <a:rect l="l" t="t" r="r" b="b"/>
              <a:pathLst>
                <a:path w="475614" h="477520">
                  <a:moveTo>
                    <a:pt x="249936" y="477012"/>
                  </a:moveTo>
                  <a:lnTo>
                    <a:pt x="225552" y="477012"/>
                  </a:lnTo>
                  <a:lnTo>
                    <a:pt x="190500" y="472440"/>
                  </a:lnTo>
                  <a:lnTo>
                    <a:pt x="144780" y="458724"/>
                  </a:lnTo>
                  <a:lnTo>
                    <a:pt x="105156" y="435864"/>
                  </a:lnTo>
                  <a:lnTo>
                    <a:pt x="70104" y="406908"/>
                  </a:lnTo>
                  <a:lnTo>
                    <a:pt x="41148" y="371856"/>
                  </a:lnTo>
                  <a:lnTo>
                    <a:pt x="18288" y="332232"/>
                  </a:lnTo>
                  <a:lnTo>
                    <a:pt x="4572" y="286512"/>
                  </a:lnTo>
                  <a:lnTo>
                    <a:pt x="0" y="263652"/>
                  </a:lnTo>
                  <a:lnTo>
                    <a:pt x="0" y="214884"/>
                  </a:lnTo>
                  <a:lnTo>
                    <a:pt x="10668" y="167640"/>
                  </a:lnTo>
                  <a:lnTo>
                    <a:pt x="27432" y="124968"/>
                  </a:lnTo>
                  <a:lnTo>
                    <a:pt x="53340" y="86868"/>
                  </a:lnTo>
                  <a:lnTo>
                    <a:pt x="85344" y="54864"/>
                  </a:lnTo>
                  <a:lnTo>
                    <a:pt x="123444" y="28956"/>
                  </a:lnTo>
                  <a:lnTo>
                    <a:pt x="166116" y="10668"/>
                  </a:lnTo>
                  <a:lnTo>
                    <a:pt x="225552" y="0"/>
                  </a:lnTo>
                  <a:lnTo>
                    <a:pt x="249936" y="0"/>
                  </a:lnTo>
                  <a:lnTo>
                    <a:pt x="284988" y="4572"/>
                  </a:lnTo>
                  <a:lnTo>
                    <a:pt x="307848" y="10668"/>
                  </a:lnTo>
                  <a:lnTo>
                    <a:pt x="329184" y="18288"/>
                  </a:lnTo>
                  <a:lnTo>
                    <a:pt x="332232" y="19812"/>
                  </a:lnTo>
                  <a:lnTo>
                    <a:pt x="214883" y="19812"/>
                  </a:lnTo>
                  <a:lnTo>
                    <a:pt x="172212" y="28956"/>
                  </a:lnTo>
                  <a:lnTo>
                    <a:pt x="134112" y="45720"/>
                  </a:lnTo>
                  <a:lnTo>
                    <a:pt x="99060" y="68580"/>
                  </a:lnTo>
                  <a:lnTo>
                    <a:pt x="68580" y="99060"/>
                  </a:lnTo>
                  <a:lnTo>
                    <a:pt x="45720" y="134112"/>
                  </a:lnTo>
                  <a:lnTo>
                    <a:pt x="28956" y="172212"/>
                  </a:lnTo>
                  <a:lnTo>
                    <a:pt x="19812" y="216408"/>
                  </a:lnTo>
                  <a:lnTo>
                    <a:pt x="18288" y="227076"/>
                  </a:lnTo>
                  <a:lnTo>
                    <a:pt x="18288" y="249936"/>
                  </a:lnTo>
                  <a:lnTo>
                    <a:pt x="22860" y="281940"/>
                  </a:lnTo>
                  <a:lnTo>
                    <a:pt x="35052" y="323088"/>
                  </a:lnTo>
                  <a:lnTo>
                    <a:pt x="56388" y="361188"/>
                  </a:lnTo>
                  <a:lnTo>
                    <a:pt x="82296" y="393192"/>
                  </a:lnTo>
                  <a:lnTo>
                    <a:pt x="114300" y="419100"/>
                  </a:lnTo>
                  <a:lnTo>
                    <a:pt x="152400" y="440436"/>
                  </a:lnTo>
                  <a:lnTo>
                    <a:pt x="193548" y="452628"/>
                  </a:lnTo>
                  <a:lnTo>
                    <a:pt x="225552" y="457200"/>
                  </a:lnTo>
                  <a:lnTo>
                    <a:pt x="330708" y="457200"/>
                  </a:lnTo>
                  <a:lnTo>
                    <a:pt x="309372" y="466344"/>
                  </a:lnTo>
                  <a:lnTo>
                    <a:pt x="286512" y="470916"/>
                  </a:lnTo>
                  <a:lnTo>
                    <a:pt x="262128" y="475488"/>
                  </a:lnTo>
                  <a:lnTo>
                    <a:pt x="249936" y="477012"/>
                  </a:lnTo>
                  <a:close/>
                </a:path>
                <a:path w="475614" h="477520">
                  <a:moveTo>
                    <a:pt x="330708" y="457200"/>
                  </a:moveTo>
                  <a:lnTo>
                    <a:pt x="259080" y="457200"/>
                  </a:lnTo>
                  <a:lnTo>
                    <a:pt x="281940" y="452628"/>
                  </a:lnTo>
                  <a:lnTo>
                    <a:pt x="301752" y="448056"/>
                  </a:lnTo>
                  <a:lnTo>
                    <a:pt x="341376" y="431292"/>
                  </a:lnTo>
                  <a:lnTo>
                    <a:pt x="376428" y="408432"/>
                  </a:lnTo>
                  <a:lnTo>
                    <a:pt x="406908" y="377952"/>
                  </a:lnTo>
                  <a:lnTo>
                    <a:pt x="429768" y="342900"/>
                  </a:lnTo>
                  <a:lnTo>
                    <a:pt x="446532" y="304800"/>
                  </a:lnTo>
                  <a:lnTo>
                    <a:pt x="455676" y="260604"/>
                  </a:lnTo>
                  <a:lnTo>
                    <a:pt x="455676" y="249936"/>
                  </a:lnTo>
                  <a:lnTo>
                    <a:pt x="457200" y="239268"/>
                  </a:lnTo>
                  <a:lnTo>
                    <a:pt x="455676" y="227076"/>
                  </a:lnTo>
                  <a:lnTo>
                    <a:pt x="455676" y="216408"/>
                  </a:lnTo>
                  <a:lnTo>
                    <a:pt x="452628" y="195072"/>
                  </a:lnTo>
                  <a:lnTo>
                    <a:pt x="438912" y="153924"/>
                  </a:lnTo>
                  <a:lnTo>
                    <a:pt x="419100" y="115824"/>
                  </a:lnTo>
                  <a:lnTo>
                    <a:pt x="393192" y="83820"/>
                  </a:lnTo>
                  <a:lnTo>
                    <a:pt x="361187" y="56388"/>
                  </a:lnTo>
                  <a:lnTo>
                    <a:pt x="323087" y="36576"/>
                  </a:lnTo>
                  <a:lnTo>
                    <a:pt x="260604" y="19812"/>
                  </a:lnTo>
                  <a:lnTo>
                    <a:pt x="332232" y="19812"/>
                  </a:lnTo>
                  <a:lnTo>
                    <a:pt x="370332" y="41148"/>
                  </a:lnTo>
                  <a:lnTo>
                    <a:pt x="405384" y="70104"/>
                  </a:lnTo>
                  <a:lnTo>
                    <a:pt x="434339" y="105156"/>
                  </a:lnTo>
                  <a:lnTo>
                    <a:pt x="457200" y="144780"/>
                  </a:lnTo>
                  <a:lnTo>
                    <a:pt x="470916" y="190500"/>
                  </a:lnTo>
                  <a:lnTo>
                    <a:pt x="475487" y="225552"/>
                  </a:lnTo>
                  <a:lnTo>
                    <a:pt x="475487" y="249936"/>
                  </a:lnTo>
                  <a:lnTo>
                    <a:pt x="464820" y="309372"/>
                  </a:lnTo>
                  <a:lnTo>
                    <a:pt x="446532" y="352044"/>
                  </a:lnTo>
                  <a:lnTo>
                    <a:pt x="422148" y="390144"/>
                  </a:lnTo>
                  <a:lnTo>
                    <a:pt x="390144" y="422148"/>
                  </a:lnTo>
                  <a:lnTo>
                    <a:pt x="352044" y="448056"/>
                  </a:lnTo>
                  <a:lnTo>
                    <a:pt x="330708" y="457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923032" y="4628387"/>
              <a:ext cx="792480" cy="132715"/>
            </a:xfrm>
            <a:custGeom>
              <a:avLst/>
              <a:gdLst/>
              <a:ahLst/>
              <a:cxnLst/>
              <a:rect l="l" t="t" r="r" b="b"/>
              <a:pathLst>
                <a:path w="792479" h="132714">
                  <a:moveTo>
                    <a:pt x="733921" y="66294"/>
                  </a:moveTo>
                  <a:lnTo>
                    <a:pt x="670560" y="28956"/>
                  </a:lnTo>
                  <a:lnTo>
                    <a:pt x="664464" y="24384"/>
                  </a:lnTo>
                  <a:lnTo>
                    <a:pt x="661416" y="15240"/>
                  </a:lnTo>
                  <a:lnTo>
                    <a:pt x="665988" y="9144"/>
                  </a:lnTo>
                  <a:lnTo>
                    <a:pt x="669036" y="1524"/>
                  </a:lnTo>
                  <a:lnTo>
                    <a:pt x="678180" y="0"/>
                  </a:lnTo>
                  <a:lnTo>
                    <a:pt x="685800" y="4572"/>
                  </a:lnTo>
                  <a:lnTo>
                    <a:pt x="768477" y="51816"/>
                  </a:lnTo>
                  <a:lnTo>
                    <a:pt x="763524" y="51816"/>
                  </a:lnTo>
                  <a:lnTo>
                    <a:pt x="763524" y="53340"/>
                  </a:lnTo>
                  <a:lnTo>
                    <a:pt x="755904" y="53340"/>
                  </a:lnTo>
                  <a:lnTo>
                    <a:pt x="733921" y="66294"/>
                  </a:lnTo>
                  <a:close/>
                </a:path>
                <a:path w="792479" h="132714">
                  <a:moveTo>
                    <a:pt x="709352" y="80772"/>
                  </a:moveTo>
                  <a:lnTo>
                    <a:pt x="0" y="80772"/>
                  </a:lnTo>
                  <a:lnTo>
                    <a:pt x="0" y="51816"/>
                  </a:lnTo>
                  <a:lnTo>
                    <a:pt x="709352" y="51816"/>
                  </a:lnTo>
                  <a:lnTo>
                    <a:pt x="733921" y="66294"/>
                  </a:lnTo>
                  <a:lnTo>
                    <a:pt x="709352" y="80772"/>
                  </a:lnTo>
                  <a:close/>
                </a:path>
                <a:path w="792479" h="132714">
                  <a:moveTo>
                    <a:pt x="766460" y="80772"/>
                  </a:moveTo>
                  <a:lnTo>
                    <a:pt x="763524" y="80772"/>
                  </a:lnTo>
                  <a:lnTo>
                    <a:pt x="763524" y="51816"/>
                  </a:lnTo>
                  <a:lnTo>
                    <a:pt x="768477" y="51816"/>
                  </a:lnTo>
                  <a:lnTo>
                    <a:pt x="792480" y="65532"/>
                  </a:lnTo>
                  <a:lnTo>
                    <a:pt x="766460" y="80772"/>
                  </a:lnTo>
                  <a:close/>
                </a:path>
                <a:path w="792479" h="132714">
                  <a:moveTo>
                    <a:pt x="755904" y="79248"/>
                  </a:moveTo>
                  <a:lnTo>
                    <a:pt x="733921" y="66294"/>
                  </a:lnTo>
                  <a:lnTo>
                    <a:pt x="755904" y="53340"/>
                  </a:lnTo>
                  <a:lnTo>
                    <a:pt x="755904" y="79248"/>
                  </a:lnTo>
                  <a:close/>
                </a:path>
                <a:path w="792479" h="132714">
                  <a:moveTo>
                    <a:pt x="763524" y="79248"/>
                  </a:moveTo>
                  <a:lnTo>
                    <a:pt x="755904" y="79248"/>
                  </a:lnTo>
                  <a:lnTo>
                    <a:pt x="755904" y="53340"/>
                  </a:lnTo>
                  <a:lnTo>
                    <a:pt x="763524" y="53340"/>
                  </a:lnTo>
                  <a:lnTo>
                    <a:pt x="763524" y="79248"/>
                  </a:lnTo>
                  <a:close/>
                </a:path>
                <a:path w="792479" h="132714">
                  <a:moveTo>
                    <a:pt x="678180" y="132588"/>
                  </a:moveTo>
                  <a:lnTo>
                    <a:pt x="669036" y="129540"/>
                  </a:lnTo>
                  <a:lnTo>
                    <a:pt x="665988" y="123444"/>
                  </a:lnTo>
                  <a:lnTo>
                    <a:pt x="661416" y="117348"/>
                  </a:lnTo>
                  <a:lnTo>
                    <a:pt x="664464" y="108204"/>
                  </a:lnTo>
                  <a:lnTo>
                    <a:pt x="670560" y="103632"/>
                  </a:lnTo>
                  <a:lnTo>
                    <a:pt x="733921" y="66294"/>
                  </a:lnTo>
                  <a:lnTo>
                    <a:pt x="755904" y="79248"/>
                  </a:lnTo>
                  <a:lnTo>
                    <a:pt x="763524" y="79248"/>
                  </a:lnTo>
                  <a:lnTo>
                    <a:pt x="763524" y="80772"/>
                  </a:lnTo>
                  <a:lnTo>
                    <a:pt x="766460" y="80772"/>
                  </a:lnTo>
                  <a:lnTo>
                    <a:pt x="685800" y="128016"/>
                  </a:lnTo>
                  <a:lnTo>
                    <a:pt x="678180" y="132588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3157791" y="4307848"/>
            <a:ext cx="3155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Microsoft Sans Serif"/>
                <a:cs typeface="Microsoft Sans Serif"/>
              </a:rPr>
              <a:t>v</a:t>
            </a:r>
            <a:r>
              <a:rPr sz="1950" spc="-37" baseline="-21367" dirty="0">
                <a:latin typeface="Microsoft Sans Serif"/>
                <a:cs typeface="Microsoft Sans Serif"/>
              </a:rPr>
              <a:t>S</a:t>
            </a:r>
            <a:endParaRPr sz="1950" baseline="-21367">
              <a:latin typeface="Microsoft Sans Serif"/>
              <a:cs typeface="Microsoft Sans Serif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120888" y="5524707"/>
            <a:ext cx="603250" cy="3867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50" spc="105" dirty="0">
                <a:latin typeface="Microsoft Sans Serif"/>
                <a:cs typeface="Microsoft Sans Serif"/>
              </a:rPr>
              <a:t>f</a:t>
            </a:r>
            <a:r>
              <a:rPr sz="3525" spc="157" baseline="3546" dirty="0">
                <a:latin typeface="Cambria"/>
                <a:cs typeface="Cambria"/>
              </a:rPr>
              <a:t>'</a:t>
            </a:r>
            <a:r>
              <a:rPr sz="3525" spc="-15" baseline="3546" dirty="0">
                <a:latin typeface="Cambria"/>
                <a:cs typeface="Cambria"/>
              </a:rPr>
              <a:t> </a:t>
            </a:r>
            <a:r>
              <a:rPr sz="2350" dirty="0">
                <a:latin typeface="Cambria"/>
                <a:cs typeface="Cambria"/>
              </a:rPr>
              <a:t>&lt;</a:t>
            </a:r>
            <a:r>
              <a:rPr sz="2350" spc="120" dirty="0">
                <a:latin typeface="Cambria"/>
                <a:cs typeface="Cambria"/>
              </a:rPr>
              <a:t> </a:t>
            </a:r>
            <a:r>
              <a:rPr sz="2350" spc="-50" dirty="0">
                <a:latin typeface="Microsoft Sans Serif"/>
                <a:cs typeface="Microsoft Sans Serif"/>
              </a:rPr>
              <a:t>f</a:t>
            </a:r>
            <a:endParaRPr sz="2350">
              <a:latin typeface="Microsoft Sans Serif"/>
              <a:cs typeface="Microsoft Sans Serif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832603" y="4456176"/>
            <a:ext cx="477520" cy="477520"/>
            <a:chOff x="4832603" y="4456176"/>
            <a:chExt cx="477520" cy="477520"/>
          </a:xfrm>
        </p:grpSpPr>
        <p:sp>
          <p:nvSpPr>
            <p:cNvPr id="35" name="object 35"/>
            <p:cNvSpPr/>
            <p:nvPr/>
          </p:nvSpPr>
          <p:spPr>
            <a:xfrm>
              <a:off x="4841748" y="446532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460" y="452565"/>
                  </a:lnTo>
                  <a:lnTo>
                    <a:pt x="139517" y="439269"/>
                  </a:lnTo>
                  <a:lnTo>
                    <a:pt x="100682" y="418221"/>
                  </a:lnTo>
                  <a:lnTo>
                    <a:pt x="66865" y="390334"/>
                  </a:lnTo>
                  <a:lnTo>
                    <a:pt x="38978" y="356517"/>
                  </a:lnTo>
                  <a:lnTo>
                    <a:pt x="17930" y="317682"/>
                  </a:lnTo>
                  <a:lnTo>
                    <a:pt x="4634" y="274739"/>
                  </a:lnTo>
                  <a:lnTo>
                    <a:pt x="0" y="228600"/>
                  </a:lnTo>
                  <a:lnTo>
                    <a:pt x="4634" y="182897"/>
                  </a:lnTo>
                  <a:lnTo>
                    <a:pt x="17930" y="140160"/>
                  </a:lnTo>
                  <a:lnTo>
                    <a:pt x="38978" y="101351"/>
                  </a:lnTo>
                  <a:lnTo>
                    <a:pt x="66865" y="67437"/>
                  </a:lnTo>
                  <a:lnTo>
                    <a:pt x="100682" y="39379"/>
                  </a:lnTo>
                  <a:lnTo>
                    <a:pt x="139517" y="18145"/>
                  </a:lnTo>
                  <a:lnTo>
                    <a:pt x="182460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832603" y="4456176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249936" y="477012"/>
                  </a:moveTo>
                  <a:lnTo>
                    <a:pt x="225552" y="477012"/>
                  </a:lnTo>
                  <a:lnTo>
                    <a:pt x="190500" y="472440"/>
                  </a:lnTo>
                  <a:lnTo>
                    <a:pt x="146304" y="458724"/>
                  </a:lnTo>
                  <a:lnTo>
                    <a:pt x="105156" y="435864"/>
                  </a:lnTo>
                  <a:lnTo>
                    <a:pt x="70104" y="406908"/>
                  </a:lnTo>
                  <a:lnTo>
                    <a:pt x="41148" y="371856"/>
                  </a:lnTo>
                  <a:lnTo>
                    <a:pt x="18288" y="332232"/>
                  </a:lnTo>
                  <a:lnTo>
                    <a:pt x="4572" y="286512"/>
                  </a:lnTo>
                  <a:lnTo>
                    <a:pt x="0" y="251460"/>
                  </a:lnTo>
                  <a:lnTo>
                    <a:pt x="0" y="227076"/>
                  </a:lnTo>
                  <a:lnTo>
                    <a:pt x="10668" y="167640"/>
                  </a:lnTo>
                  <a:lnTo>
                    <a:pt x="28956" y="124968"/>
                  </a:lnTo>
                  <a:lnTo>
                    <a:pt x="54864" y="86868"/>
                  </a:lnTo>
                  <a:lnTo>
                    <a:pt x="86868" y="54864"/>
                  </a:lnTo>
                  <a:lnTo>
                    <a:pt x="124968" y="28956"/>
                  </a:lnTo>
                  <a:lnTo>
                    <a:pt x="166116" y="10668"/>
                  </a:lnTo>
                  <a:lnTo>
                    <a:pt x="225552" y="0"/>
                  </a:lnTo>
                  <a:lnTo>
                    <a:pt x="249936" y="0"/>
                  </a:lnTo>
                  <a:lnTo>
                    <a:pt x="284988" y="4572"/>
                  </a:lnTo>
                  <a:lnTo>
                    <a:pt x="307848" y="10668"/>
                  </a:lnTo>
                  <a:lnTo>
                    <a:pt x="330708" y="18288"/>
                  </a:lnTo>
                  <a:lnTo>
                    <a:pt x="333538" y="19812"/>
                  </a:lnTo>
                  <a:lnTo>
                    <a:pt x="216407" y="19812"/>
                  </a:lnTo>
                  <a:lnTo>
                    <a:pt x="173736" y="28956"/>
                  </a:lnTo>
                  <a:lnTo>
                    <a:pt x="134112" y="45720"/>
                  </a:lnTo>
                  <a:lnTo>
                    <a:pt x="99060" y="68580"/>
                  </a:lnTo>
                  <a:lnTo>
                    <a:pt x="70104" y="99060"/>
                  </a:lnTo>
                  <a:lnTo>
                    <a:pt x="45720" y="134112"/>
                  </a:lnTo>
                  <a:lnTo>
                    <a:pt x="28956" y="172212"/>
                  </a:lnTo>
                  <a:lnTo>
                    <a:pt x="19812" y="216408"/>
                  </a:lnTo>
                  <a:lnTo>
                    <a:pt x="19812" y="260604"/>
                  </a:lnTo>
                  <a:lnTo>
                    <a:pt x="28956" y="303276"/>
                  </a:lnTo>
                  <a:lnTo>
                    <a:pt x="45720" y="342900"/>
                  </a:lnTo>
                  <a:lnTo>
                    <a:pt x="68580" y="377952"/>
                  </a:lnTo>
                  <a:lnTo>
                    <a:pt x="99060" y="406908"/>
                  </a:lnTo>
                  <a:lnTo>
                    <a:pt x="132588" y="431292"/>
                  </a:lnTo>
                  <a:lnTo>
                    <a:pt x="172212" y="448056"/>
                  </a:lnTo>
                  <a:lnTo>
                    <a:pt x="214883" y="455676"/>
                  </a:lnTo>
                  <a:lnTo>
                    <a:pt x="227076" y="457200"/>
                  </a:lnTo>
                  <a:lnTo>
                    <a:pt x="330708" y="457200"/>
                  </a:lnTo>
                  <a:lnTo>
                    <a:pt x="309372" y="466344"/>
                  </a:lnTo>
                  <a:lnTo>
                    <a:pt x="263652" y="475488"/>
                  </a:lnTo>
                  <a:lnTo>
                    <a:pt x="249936" y="477012"/>
                  </a:lnTo>
                  <a:close/>
                </a:path>
                <a:path w="477520" h="477520">
                  <a:moveTo>
                    <a:pt x="330708" y="457200"/>
                  </a:moveTo>
                  <a:lnTo>
                    <a:pt x="260604" y="457200"/>
                  </a:lnTo>
                  <a:lnTo>
                    <a:pt x="303276" y="448056"/>
                  </a:lnTo>
                  <a:lnTo>
                    <a:pt x="323087" y="440436"/>
                  </a:lnTo>
                  <a:lnTo>
                    <a:pt x="359663" y="420624"/>
                  </a:lnTo>
                  <a:lnTo>
                    <a:pt x="393192" y="393192"/>
                  </a:lnTo>
                  <a:lnTo>
                    <a:pt x="419100" y="361188"/>
                  </a:lnTo>
                  <a:lnTo>
                    <a:pt x="440436" y="324612"/>
                  </a:lnTo>
                  <a:lnTo>
                    <a:pt x="452628" y="283464"/>
                  </a:lnTo>
                  <a:lnTo>
                    <a:pt x="455676" y="260604"/>
                  </a:lnTo>
                  <a:lnTo>
                    <a:pt x="457200" y="249936"/>
                  </a:lnTo>
                  <a:lnTo>
                    <a:pt x="457200" y="227076"/>
                  </a:lnTo>
                  <a:lnTo>
                    <a:pt x="452628" y="195072"/>
                  </a:lnTo>
                  <a:lnTo>
                    <a:pt x="440436" y="153924"/>
                  </a:lnTo>
                  <a:lnTo>
                    <a:pt x="420624" y="115824"/>
                  </a:lnTo>
                  <a:lnTo>
                    <a:pt x="393192" y="83820"/>
                  </a:lnTo>
                  <a:lnTo>
                    <a:pt x="361187" y="56388"/>
                  </a:lnTo>
                  <a:lnTo>
                    <a:pt x="323087" y="36576"/>
                  </a:lnTo>
                  <a:lnTo>
                    <a:pt x="283464" y="24384"/>
                  </a:lnTo>
                  <a:lnTo>
                    <a:pt x="260604" y="19812"/>
                  </a:lnTo>
                  <a:lnTo>
                    <a:pt x="333538" y="19812"/>
                  </a:lnTo>
                  <a:lnTo>
                    <a:pt x="370332" y="41148"/>
                  </a:lnTo>
                  <a:lnTo>
                    <a:pt x="406908" y="70104"/>
                  </a:lnTo>
                  <a:lnTo>
                    <a:pt x="435863" y="105156"/>
                  </a:lnTo>
                  <a:lnTo>
                    <a:pt x="457200" y="144780"/>
                  </a:lnTo>
                  <a:lnTo>
                    <a:pt x="470916" y="190500"/>
                  </a:lnTo>
                  <a:lnTo>
                    <a:pt x="475487" y="213360"/>
                  </a:lnTo>
                  <a:lnTo>
                    <a:pt x="475487" y="225552"/>
                  </a:lnTo>
                  <a:lnTo>
                    <a:pt x="477012" y="237744"/>
                  </a:lnTo>
                  <a:lnTo>
                    <a:pt x="475487" y="249936"/>
                  </a:lnTo>
                  <a:lnTo>
                    <a:pt x="475487" y="262128"/>
                  </a:lnTo>
                  <a:lnTo>
                    <a:pt x="470916" y="286512"/>
                  </a:lnTo>
                  <a:lnTo>
                    <a:pt x="448056" y="352044"/>
                  </a:lnTo>
                  <a:lnTo>
                    <a:pt x="422148" y="390144"/>
                  </a:lnTo>
                  <a:lnTo>
                    <a:pt x="390144" y="422148"/>
                  </a:lnTo>
                  <a:lnTo>
                    <a:pt x="352044" y="448056"/>
                  </a:lnTo>
                  <a:lnTo>
                    <a:pt x="330708" y="457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966238" y="3996018"/>
            <a:ext cx="253365" cy="87121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110"/>
              </a:spcBef>
            </a:pPr>
            <a:r>
              <a:rPr sz="3525" spc="104" baseline="-3546" dirty="0">
                <a:latin typeface="Microsoft Sans Serif"/>
                <a:cs typeface="Microsoft Sans Serif"/>
              </a:rPr>
              <a:t>f</a:t>
            </a:r>
            <a:r>
              <a:rPr sz="2350" spc="70" dirty="0">
                <a:latin typeface="Cambria"/>
                <a:cs typeface="Cambria"/>
              </a:rPr>
              <a:t>'</a:t>
            </a:r>
            <a:endParaRPr sz="23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20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D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590291" y="3867207"/>
            <a:ext cx="195580" cy="968375"/>
          </a:xfrm>
          <a:prstGeom prst="rect">
            <a:avLst/>
          </a:prstGeom>
        </p:spPr>
        <p:txBody>
          <a:bodyPr vert="horz" wrap="square" lIns="0" tIns="163830" rIns="0" bIns="0" rtlCol="0">
            <a:spAutoFit/>
          </a:bodyPr>
          <a:lstStyle/>
          <a:p>
            <a:pPr marL="47625">
              <a:lnSpc>
                <a:spcPct val="100000"/>
              </a:lnSpc>
              <a:spcBef>
                <a:spcPts val="1290"/>
              </a:spcBef>
            </a:pPr>
            <a:r>
              <a:rPr sz="2350" spc="-50" dirty="0">
                <a:latin typeface="Microsoft Sans Serif"/>
                <a:cs typeface="Microsoft Sans Serif"/>
              </a:rPr>
              <a:t>f</a:t>
            </a:r>
            <a:endParaRPr sz="23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20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592580" y="5100828"/>
            <a:ext cx="7505700" cy="1106805"/>
            <a:chOff x="1592580" y="5100828"/>
            <a:chExt cx="7505700" cy="1106805"/>
          </a:xfrm>
        </p:grpSpPr>
        <p:sp>
          <p:nvSpPr>
            <p:cNvPr id="40" name="object 40"/>
            <p:cNvSpPr/>
            <p:nvPr/>
          </p:nvSpPr>
          <p:spPr>
            <a:xfrm>
              <a:off x="1592580" y="5100828"/>
              <a:ext cx="7505700" cy="1106805"/>
            </a:xfrm>
            <a:custGeom>
              <a:avLst/>
              <a:gdLst/>
              <a:ahLst/>
              <a:cxnLst/>
              <a:rect l="l" t="t" r="r" b="b"/>
              <a:pathLst>
                <a:path w="7505700" h="1106804">
                  <a:moveTo>
                    <a:pt x="7505700" y="1106424"/>
                  </a:moveTo>
                  <a:lnTo>
                    <a:pt x="0" y="1106424"/>
                  </a:lnTo>
                  <a:lnTo>
                    <a:pt x="0" y="0"/>
                  </a:lnTo>
                  <a:lnTo>
                    <a:pt x="7505700" y="0"/>
                  </a:lnTo>
                  <a:lnTo>
                    <a:pt x="7505700" y="4572"/>
                  </a:lnTo>
                  <a:lnTo>
                    <a:pt x="9144" y="4572"/>
                  </a:lnTo>
                  <a:lnTo>
                    <a:pt x="4572" y="9144"/>
                  </a:lnTo>
                  <a:lnTo>
                    <a:pt x="9144" y="9144"/>
                  </a:lnTo>
                  <a:lnTo>
                    <a:pt x="9144" y="1097280"/>
                  </a:lnTo>
                  <a:lnTo>
                    <a:pt x="4572" y="1097280"/>
                  </a:lnTo>
                  <a:lnTo>
                    <a:pt x="9144" y="1101852"/>
                  </a:lnTo>
                  <a:lnTo>
                    <a:pt x="7505700" y="1101852"/>
                  </a:lnTo>
                  <a:lnTo>
                    <a:pt x="7505700" y="1106424"/>
                  </a:lnTo>
                  <a:close/>
                </a:path>
                <a:path w="7505700" h="1106804">
                  <a:moveTo>
                    <a:pt x="9144" y="9144"/>
                  </a:moveTo>
                  <a:lnTo>
                    <a:pt x="4572" y="9144"/>
                  </a:lnTo>
                  <a:lnTo>
                    <a:pt x="9144" y="4572"/>
                  </a:lnTo>
                  <a:lnTo>
                    <a:pt x="9144" y="9144"/>
                  </a:lnTo>
                  <a:close/>
                </a:path>
                <a:path w="7505700" h="1106804">
                  <a:moveTo>
                    <a:pt x="7496556" y="9144"/>
                  </a:moveTo>
                  <a:lnTo>
                    <a:pt x="9144" y="9144"/>
                  </a:lnTo>
                  <a:lnTo>
                    <a:pt x="9144" y="4572"/>
                  </a:lnTo>
                  <a:lnTo>
                    <a:pt x="7496556" y="4572"/>
                  </a:lnTo>
                  <a:lnTo>
                    <a:pt x="7496556" y="9144"/>
                  </a:lnTo>
                  <a:close/>
                </a:path>
                <a:path w="7505700" h="1106804">
                  <a:moveTo>
                    <a:pt x="7496556" y="1101852"/>
                  </a:moveTo>
                  <a:lnTo>
                    <a:pt x="7496556" y="4572"/>
                  </a:lnTo>
                  <a:lnTo>
                    <a:pt x="7501128" y="9144"/>
                  </a:lnTo>
                  <a:lnTo>
                    <a:pt x="7505700" y="9144"/>
                  </a:lnTo>
                  <a:lnTo>
                    <a:pt x="7505700" y="1097280"/>
                  </a:lnTo>
                  <a:lnTo>
                    <a:pt x="7501128" y="1097280"/>
                  </a:lnTo>
                  <a:lnTo>
                    <a:pt x="7496556" y="1101852"/>
                  </a:lnTo>
                  <a:close/>
                </a:path>
                <a:path w="7505700" h="1106804">
                  <a:moveTo>
                    <a:pt x="7505700" y="9144"/>
                  </a:moveTo>
                  <a:lnTo>
                    <a:pt x="7501128" y="9144"/>
                  </a:lnTo>
                  <a:lnTo>
                    <a:pt x="7496556" y="4572"/>
                  </a:lnTo>
                  <a:lnTo>
                    <a:pt x="7505700" y="4572"/>
                  </a:lnTo>
                  <a:lnTo>
                    <a:pt x="7505700" y="9144"/>
                  </a:lnTo>
                  <a:close/>
                </a:path>
                <a:path w="7505700" h="1106804">
                  <a:moveTo>
                    <a:pt x="9144" y="1101852"/>
                  </a:moveTo>
                  <a:lnTo>
                    <a:pt x="4572" y="1097280"/>
                  </a:lnTo>
                  <a:lnTo>
                    <a:pt x="9144" y="1097280"/>
                  </a:lnTo>
                  <a:lnTo>
                    <a:pt x="9144" y="1101852"/>
                  </a:lnTo>
                  <a:close/>
                </a:path>
                <a:path w="7505700" h="1106804">
                  <a:moveTo>
                    <a:pt x="7496556" y="1101852"/>
                  </a:moveTo>
                  <a:lnTo>
                    <a:pt x="9144" y="1101852"/>
                  </a:lnTo>
                  <a:lnTo>
                    <a:pt x="9144" y="1097280"/>
                  </a:lnTo>
                  <a:lnTo>
                    <a:pt x="7496556" y="1097280"/>
                  </a:lnTo>
                  <a:lnTo>
                    <a:pt x="7496556" y="1101852"/>
                  </a:lnTo>
                  <a:close/>
                </a:path>
                <a:path w="7505700" h="1106804">
                  <a:moveTo>
                    <a:pt x="7505700" y="1101852"/>
                  </a:moveTo>
                  <a:lnTo>
                    <a:pt x="7496556" y="1101852"/>
                  </a:lnTo>
                  <a:lnTo>
                    <a:pt x="7501128" y="1097280"/>
                  </a:lnTo>
                  <a:lnTo>
                    <a:pt x="7505700" y="1097280"/>
                  </a:lnTo>
                  <a:lnTo>
                    <a:pt x="7505700" y="11018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465832" y="560831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460" y="452565"/>
                  </a:lnTo>
                  <a:lnTo>
                    <a:pt x="139517" y="439269"/>
                  </a:lnTo>
                  <a:lnTo>
                    <a:pt x="100682" y="418221"/>
                  </a:lnTo>
                  <a:lnTo>
                    <a:pt x="66865" y="390334"/>
                  </a:lnTo>
                  <a:lnTo>
                    <a:pt x="38978" y="356517"/>
                  </a:lnTo>
                  <a:lnTo>
                    <a:pt x="17930" y="317682"/>
                  </a:lnTo>
                  <a:lnTo>
                    <a:pt x="4634" y="274739"/>
                  </a:lnTo>
                  <a:lnTo>
                    <a:pt x="0" y="228600"/>
                  </a:lnTo>
                  <a:lnTo>
                    <a:pt x="4634" y="182897"/>
                  </a:lnTo>
                  <a:lnTo>
                    <a:pt x="17930" y="140160"/>
                  </a:lnTo>
                  <a:lnTo>
                    <a:pt x="38978" y="101351"/>
                  </a:lnTo>
                  <a:lnTo>
                    <a:pt x="66865" y="67437"/>
                  </a:lnTo>
                  <a:lnTo>
                    <a:pt x="100682" y="39379"/>
                  </a:lnTo>
                  <a:lnTo>
                    <a:pt x="139517" y="18145"/>
                  </a:lnTo>
                  <a:lnTo>
                    <a:pt x="182460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456688" y="5599176"/>
              <a:ext cx="475615" cy="477520"/>
            </a:xfrm>
            <a:custGeom>
              <a:avLst/>
              <a:gdLst/>
              <a:ahLst/>
              <a:cxnLst/>
              <a:rect l="l" t="t" r="r" b="b"/>
              <a:pathLst>
                <a:path w="475614" h="477520">
                  <a:moveTo>
                    <a:pt x="249936" y="477012"/>
                  </a:moveTo>
                  <a:lnTo>
                    <a:pt x="225552" y="477012"/>
                  </a:lnTo>
                  <a:lnTo>
                    <a:pt x="190500" y="472440"/>
                  </a:lnTo>
                  <a:lnTo>
                    <a:pt x="144780" y="458724"/>
                  </a:lnTo>
                  <a:lnTo>
                    <a:pt x="105156" y="435864"/>
                  </a:lnTo>
                  <a:lnTo>
                    <a:pt x="70104" y="406908"/>
                  </a:lnTo>
                  <a:lnTo>
                    <a:pt x="41148" y="371856"/>
                  </a:lnTo>
                  <a:lnTo>
                    <a:pt x="18288" y="332232"/>
                  </a:lnTo>
                  <a:lnTo>
                    <a:pt x="4572" y="286512"/>
                  </a:lnTo>
                  <a:lnTo>
                    <a:pt x="0" y="263652"/>
                  </a:lnTo>
                  <a:lnTo>
                    <a:pt x="0" y="214884"/>
                  </a:lnTo>
                  <a:lnTo>
                    <a:pt x="10668" y="167640"/>
                  </a:lnTo>
                  <a:lnTo>
                    <a:pt x="27432" y="124968"/>
                  </a:lnTo>
                  <a:lnTo>
                    <a:pt x="53340" y="86868"/>
                  </a:lnTo>
                  <a:lnTo>
                    <a:pt x="85344" y="54864"/>
                  </a:lnTo>
                  <a:lnTo>
                    <a:pt x="123444" y="28956"/>
                  </a:lnTo>
                  <a:lnTo>
                    <a:pt x="166116" y="10668"/>
                  </a:lnTo>
                  <a:lnTo>
                    <a:pt x="225552" y="0"/>
                  </a:lnTo>
                  <a:lnTo>
                    <a:pt x="249936" y="0"/>
                  </a:lnTo>
                  <a:lnTo>
                    <a:pt x="284988" y="4572"/>
                  </a:lnTo>
                  <a:lnTo>
                    <a:pt x="307848" y="10668"/>
                  </a:lnTo>
                  <a:lnTo>
                    <a:pt x="329184" y="18288"/>
                  </a:lnTo>
                  <a:lnTo>
                    <a:pt x="332232" y="19812"/>
                  </a:lnTo>
                  <a:lnTo>
                    <a:pt x="214883" y="19812"/>
                  </a:lnTo>
                  <a:lnTo>
                    <a:pt x="172212" y="28956"/>
                  </a:lnTo>
                  <a:lnTo>
                    <a:pt x="134112" y="45720"/>
                  </a:lnTo>
                  <a:lnTo>
                    <a:pt x="99060" y="68580"/>
                  </a:lnTo>
                  <a:lnTo>
                    <a:pt x="68580" y="99060"/>
                  </a:lnTo>
                  <a:lnTo>
                    <a:pt x="45720" y="134112"/>
                  </a:lnTo>
                  <a:lnTo>
                    <a:pt x="28956" y="172212"/>
                  </a:lnTo>
                  <a:lnTo>
                    <a:pt x="19812" y="216408"/>
                  </a:lnTo>
                  <a:lnTo>
                    <a:pt x="18288" y="227076"/>
                  </a:lnTo>
                  <a:lnTo>
                    <a:pt x="18288" y="249936"/>
                  </a:lnTo>
                  <a:lnTo>
                    <a:pt x="22860" y="281940"/>
                  </a:lnTo>
                  <a:lnTo>
                    <a:pt x="35052" y="323088"/>
                  </a:lnTo>
                  <a:lnTo>
                    <a:pt x="56388" y="361188"/>
                  </a:lnTo>
                  <a:lnTo>
                    <a:pt x="82296" y="393192"/>
                  </a:lnTo>
                  <a:lnTo>
                    <a:pt x="114300" y="419100"/>
                  </a:lnTo>
                  <a:lnTo>
                    <a:pt x="152400" y="440436"/>
                  </a:lnTo>
                  <a:lnTo>
                    <a:pt x="193548" y="452628"/>
                  </a:lnTo>
                  <a:lnTo>
                    <a:pt x="225552" y="457200"/>
                  </a:lnTo>
                  <a:lnTo>
                    <a:pt x="330708" y="457200"/>
                  </a:lnTo>
                  <a:lnTo>
                    <a:pt x="309372" y="466344"/>
                  </a:lnTo>
                  <a:lnTo>
                    <a:pt x="286512" y="470916"/>
                  </a:lnTo>
                  <a:lnTo>
                    <a:pt x="262128" y="475488"/>
                  </a:lnTo>
                  <a:lnTo>
                    <a:pt x="249936" y="477012"/>
                  </a:lnTo>
                  <a:close/>
                </a:path>
                <a:path w="475614" h="477520">
                  <a:moveTo>
                    <a:pt x="330708" y="457200"/>
                  </a:moveTo>
                  <a:lnTo>
                    <a:pt x="259080" y="457200"/>
                  </a:lnTo>
                  <a:lnTo>
                    <a:pt x="281940" y="452628"/>
                  </a:lnTo>
                  <a:lnTo>
                    <a:pt x="301752" y="448056"/>
                  </a:lnTo>
                  <a:lnTo>
                    <a:pt x="341376" y="431292"/>
                  </a:lnTo>
                  <a:lnTo>
                    <a:pt x="376428" y="408432"/>
                  </a:lnTo>
                  <a:lnTo>
                    <a:pt x="406908" y="377952"/>
                  </a:lnTo>
                  <a:lnTo>
                    <a:pt x="429768" y="342900"/>
                  </a:lnTo>
                  <a:lnTo>
                    <a:pt x="446532" y="304800"/>
                  </a:lnTo>
                  <a:lnTo>
                    <a:pt x="455676" y="260604"/>
                  </a:lnTo>
                  <a:lnTo>
                    <a:pt x="455676" y="249936"/>
                  </a:lnTo>
                  <a:lnTo>
                    <a:pt x="457200" y="239268"/>
                  </a:lnTo>
                  <a:lnTo>
                    <a:pt x="455676" y="227076"/>
                  </a:lnTo>
                  <a:lnTo>
                    <a:pt x="455676" y="216408"/>
                  </a:lnTo>
                  <a:lnTo>
                    <a:pt x="452628" y="195072"/>
                  </a:lnTo>
                  <a:lnTo>
                    <a:pt x="438912" y="153924"/>
                  </a:lnTo>
                  <a:lnTo>
                    <a:pt x="419100" y="115824"/>
                  </a:lnTo>
                  <a:lnTo>
                    <a:pt x="393192" y="83820"/>
                  </a:lnTo>
                  <a:lnTo>
                    <a:pt x="361187" y="56388"/>
                  </a:lnTo>
                  <a:lnTo>
                    <a:pt x="323087" y="36576"/>
                  </a:lnTo>
                  <a:lnTo>
                    <a:pt x="260604" y="19812"/>
                  </a:lnTo>
                  <a:lnTo>
                    <a:pt x="332232" y="19812"/>
                  </a:lnTo>
                  <a:lnTo>
                    <a:pt x="370332" y="41148"/>
                  </a:lnTo>
                  <a:lnTo>
                    <a:pt x="405384" y="70104"/>
                  </a:lnTo>
                  <a:lnTo>
                    <a:pt x="434339" y="105156"/>
                  </a:lnTo>
                  <a:lnTo>
                    <a:pt x="457200" y="144780"/>
                  </a:lnTo>
                  <a:lnTo>
                    <a:pt x="470916" y="190500"/>
                  </a:lnTo>
                  <a:lnTo>
                    <a:pt x="475487" y="225552"/>
                  </a:lnTo>
                  <a:lnTo>
                    <a:pt x="475487" y="249936"/>
                  </a:lnTo>
                  <a:lnTo>
                    <a:pt x="464820" y="309372"/>
                  </a:lnTo>
                  <a:lnTo>
                    <a:pt x="446532" y="352044"/>
                  </a:lnTo>
                  <a:lnTo>
                    <a:pt x="422148" y="390144"/>
                  </a:lnTo>
                  <a:lnTo>
                    <a:pt x="390144" y="422148"/>
                  </a:lnTo>
                  <a:lnTo>
                    <a:pt x="352044" y="448056"/>
                  </a:lnTo>
                  <a:lnTo>
                    <a:pt x="330708" y="457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687068" y="5771388"/>
              <a:ext cx="792480" cy="132715"/>
            </a:xfrm>
            <a:custGeom>
              <a:avLst/>
              <a:gdLst/>
              <a:ahLst/>
              <a:cxnLst/>
              <a:rect l="l" t="t" r="r" b="b"/>
              <a:pathLst>
                <a:path w="792480" h="132714">
                  <a:moveTo>
                    <a:pt x="114300" y="132588"/>
                  </a:moveTo>
                  <a:lnTo>
                    <a:pt x="108204" y="128016"/>
                  </a:lnTo>
                  <a:lnTo>
                    <a:pt x="0" y="65532"/>
                  </a:lnTo>
                  <a:lnTo>
                    <a:pt x="108204" y="4572"/>
                  </a:lnTo>
                  <a:lnTo>
                    <a:pt x="114300" y="0"/>
                  </a:lnTo>
                  <a:lnTo>
                    <a:pt x="123443" y="1524"/>
                  </a:lnTo>
                  <a:lnTo>
                    <a:pt x="126491" y="9144"/>
                  </a:lnTo>
                  <a:lnTo>
                    <a:pt x="131063" y="15240"/>
                  </a:lnTo>
                  <a:lnTo>
                    <a:pt x="128015" y="24384"/>
                  </a:lnTo>
                  <a:lnTo>
                    <a:pt x="121919" y="28956"/>
                  </a:lnTo>
                  <a:lnTo>
                    <a:pt x="83127" y="51816"/>
                  </a:lnTo>
                  <a:lnTo>
                    <a:pt x="28955" y="51816"/>
                  </a:lnTo>
                  <a:lnTo>
                    <a:pt x="28955" y="80772"/>
                  </a:lnTo>
                  <a:lnTo>
                    <a:pt x="83127" y="80772"/>
                  </a:lnTo>
                  <a:lnTo>
                    <a:pt x="121919" y="103632"/>
                  </a:lnTo>
                  <a:lnTo>
                    <a:pt x="128015" y="108204"/>
                  </a:lnTo>
                  <a:lnTo>
                    <a:pt x="131063" y="117348"/>
                  </a:lnTo>
                  <a:lnTo>
                    <a:pt x="126491" y="123444"/>
                  </a:lnTo>
                  <a:lnTo>
                    <a:pt x="123443" y="129540"/>
                  </a:lnTo>
                  <a:lnTo>
                    <a:pt x="114300" y="132588"/>
                  </a:lnTo>
                  <a:close/>
                </a:path>
                <a:path w="792480" h="132714">
                  <a:moveTo>
                    <a:pt x="83127" y="80772"/>
                  </a:moveTo>
                  <a:lnTo>
                    <a:pt x="28955" y="80772"/>
                  </a:lnTo>
                  <a:lnTo>
                    <a:pt x="28955" y="51816"/>
                  </a:lnTo>
                  <a:lnTo>
                    <a:pt x="83127" y="51816"/>
                  </a:lnTo>
                  <a:lnTo>
                    <a:pt x="80541" y="53340"/>
                  </a:lnTo>
                  <a:lnTo>
                    <a:pt x="36575" y="53340"/>
                  </a:lnTo>
                  <a:lnTo>
                    <a:pt x="36575" y="79248"/>
                  </a:lnTo>
                  <a:lnTo>
                    <a:pt x="80541" y="79248"/>
                  </a:lnTo>
                  <a:lnTo>
                    <a:pt x="83127" y="80772"/>
                  </a:lnTo>
                  <a:close/>
                </a:path>
                <a:path w="792480" h="132714">
                  <a:moveTo>
                    <a:pt x="792479" y="80772"/>
                  </a:moveTo>
                  <a:lnTo>
                    <a:pt x="83127" y="80772"/>
                  </a:lnTo>
                  <a:lnTo>
                    <a:pt x="58558" y="66294"/>
                  </a:lnTo>
                  <a:lnTo>
                    <a:pt x="83127" y="51816"/>
                  </a:lnTo>
                  <a:lnTo>
                    <a:pt x="792479" y="51816"/>
                  </a:lnTo>
                  <a:lnTo>
                    <a:pt x="792479" y="80772"/>
                  </a:lnTo>
                  <a:close/>
                </a:path>
                <a:path w="792480" h="132714">
                  <a:moveTo>
                    <a:pt x="36575" y="79248"/>
                  </a:moveTo>
                  <a:lnTo>
                    <a:pt x="36575" y="53340"/>
                  </a:lnTo>
                  <a:lnTo>
                    <a:pt x="58558" y="66294"/>
                  </a:lnTo>
                  <a:lnTo>
                    <a:pt x="36575" y="79248"/>
                  </a:lnTo>
                  <a:close/>
                </a:path>
                <a:path w="792480" h="132714">
                  <a:moveTo>
                    <a:pt x="58558" y="66294"/>
                  </a:moveTo>
                  <a:lnTo>
                    <a:pt x="36575" y="53340"/>
                  </a:lnTo>
                  <a:lnTo>
                    <a:pt x="80541" y="53340"/>
                  </a:lnTo>
                  <a:lnTo>
                    <a:pt x="58558" y="66294"/>
                  </a:lnTo>
                  <a:close/>
                </a:path>
                <a:path w="792480" h="132714">
                  <a:moveTo>
                    <a:pt x="80541" y="79248"/>
                  </a:moveTo>
                  <a:lnTo>
                    <a:pt x="36575" y="79248"/>
                  </a:lnTo>
                  <a:lnTo>
                    <a:pt x="58558" y="66294"/>
                  </a:lnTo>
                  <a:lnTo>
                    <a:pt x="80541" y="79248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1923277" y="5450897"/>
            <a:ext cx="3155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Microsoft Sans Serif"/>
                <a:cs typeface="Microsoft Sans Serif"/>
              </a:rPr>
              <a:t>v</a:t>
            </a:r>
            <a:r>
              <a:rPr sz="1950" spc="-37" baseline="-21367" dirty="0">
                <a:latin typeface="Microsoft Sans Serif"/>
                <a:cs typeface="Microsoft Sans Serif"/>
              </a:rPr>
              <a:t>S</a:t>
            </a:r>
            <a:endParaRPr sz="1950" baseline="-21367">
              <a:latin typeface="Microsoft Sans Serif"/>
              <a:cs typeface="Microsoft Sans Serif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075167" y="4381706"/>
            <a:ext cx="605790" cy="3867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50" spc="105" dirty="0">
                <a:latin typeface="Microsoft Sans Serif"/>
                <a:cs typeface="Microsoft Sans Serif"/>
              </a:rPr>
              <a:t>f</a:t>
            </a:r>
            <a:r>
              <a:rPr sz="3525" spc="157" baseline="3546" dirty="0">
                <a:latin typeface="Cambria"/>
                <a:cs typeface="Cambria"/>
              </a:rPr>
              <a:t>'</a:t>
            </a:r>
            <a:r>
              <a:rPr sz="3525" spc="37" baseline="3546" dirty="0">
                <a:latin typeface="Cambria"/>
                <a:cs typeface="Cambria"/>
              </a:rPr>
              <a:t> </a:t>
            </a:r>
            <a:r>
              <a:rPr sz="2350" dirty="0">
                <a:latin typeface="Cambria"/>
                <a:cs typeface="Cambria"/>
              </a:rPr>
              <a:t>&gt;</a:t>
            </a:r>
            <a:r>
              <a:rPr sz="2350" spc="110" dirty="0">
                <a:latin typeface="Cambria"/>
                <a:cs typeface="Cambria"/>
              </a:rPr>
              <a:t> </a:t>
            </a:r>
            <a:r>
              <a:rPr sz="2350" spc="-50" dirty="0">
                <a:latin typeface="Microsoft Sans Serif"/>
                <a:cs typeface="Microsoft Sans Serif"/>
              </a:rPr>
              <a:t>f</a:t>
            </a:r>
            <a:endParaRPr sz="2350">
              <a:latin typeface="Microsoft Sans Serif"/>
              <a:cs typeface="Microsoft Sans Serif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4832603" y="5599176"/>
            <a:ext cx="477520" cy="477520"/>
            <a:chOff x="4832603" y="5599176"/>
            <a:chExt cx="477520" cy="477520"/>
          </a:xfrm>
        </p:grpSpPr>
        <p:sp>
          <p:nvSpPr>
            <p:cNvPr id="47" name="object 47"/>
            <p:cNvSpPr/>
            <p:nvPr/>
          </p:nvSpPr>
          <p:spPr>
            <a:xfrm>
              <a:off x="4841748" y="560831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460" y="452565"/>
                  </a:lnTo>
                  <a:lnTo>
                    <a:pt x="139517" y="439269"/>
                  </a:lnTo>
                  <a:lnTo>
                    <a:pt x="100682" y="418221"/>
                  </a:lnTo>
                  <a:lnTo>
                    <a:pt x="66865" y="390334"/>
                  </a:lnTo>
                  <a:lnTo>
                    <a:pt x="38978" y="356517"/>
                  </a:lnTo>
                  <a:lnTo>
                    <a:pt x="17930" y="317682"/>
                  </a:lnTo>
                  <a:lnTo>
                    <a:pt x="4634" y="274739"/>
                  </a:lnTo>
                  <a:lnTo>
                    <a:pt x="0" y="228600"/>
                  </a:lnTo>
                  <a:lnTo>
                    <a:pt x="4634" y="182897"/>
                  </a:lnTo>
                  <a:lnTo>
                    <a:pt x="17930" y="140160"/>
                  </a:lnTo>
                  <a:lnTo>
                    <a:pt x="38978" y="101351"/>
                  </a:lnTo>
                  <a:lnTo>
                    <a:pt x="66865" y="67437"/>
                  </a:lnTo>
                  <a:lnTo>
                    <a:pt x="100682" y="39379"/>
                  </a:lnTo>
                  <a:lnTo>
                    <a:pt x="139517" y="18145"/>
                  </a:lnTo>
                  <a:lnTo>
                    <a:pt x="182460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832603" y="5599176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249936" y="477012"/>
                  </a:moveTo>
                  <a:lnTo>
                    <a:pt x="225552" y="477012"/>
                  </a:lnTo>
                  <a:lnTo>
                    <a:pt x="190500" y="472440"/>
                  </a:lnTo>
                  <a:lnTo>
                    <a:pt x="146304" y="458724"/>
                  </a:lnTo>
                  <a:lnTo>
                    <a:pt x="105156" y="435864"/>
                  </a:lnTo>
                  <a:lnTo>
                    <a:pt x="70104" y="406908"/>
                  </a:lnTo>
                  <a:lnTo>
                    <a:pt x="41148" y="371856"/>
                  </a:lnTo>
                  <a:lnTo>
                    <a:pt x="18288" y="332232"/>
                  </a:lnTo>
                  <a:lnTo>
                    <a:pt x="4572" y="286512"/>
                  </a:lnTo>
                  <a:lnTo>
                    <a:pt x="0" y="251460"/>
                  </a:lnTo>
                  <a:lnTo>
                    <a:pt x="0" y="227076"/>
                  </a:lnTo>
                  <a:lnTo>
                    <a:pt x="10668" y="167640"/>
                  </a:lnTo>
                  <a:lnTo>
                    <a:pt x="28956" y="124968"/>
                  </a:lnTo>
                  <a:lnTo>
                    <a:pt x="54864" y="86868"/>
                  </a:lnTo>
                  <a:lnTo>
                    <a:pt x="86868" y="54864"/>
                  </a:lnTo>
                  <a:lnTo>
                    <a:pt x="124968" y="28956"/>
                  </a:lnTo>
                  <a:lnTo>
                    <a:pt x="166116" y="10668"/>
                  </a:lnTo>
                  <a:lnTo>
                    <a:pt x="225552" y="0"/>
                  </a:lnTo>
                  <a:lnTo>
                    <a:pt x="249936" y="0"/>
                  </a:lnTo>
                  <a:lnTo>
                    <a:pt x="284988" y="4572"/>
                  </a:lnTo>
                  <a:lnTo>
                    <a:pt x="307848" y="10668"/>
                  </a:lnTo>
                  <a:lnTo>
                    <a:pt x="330708" y="18288"/>
                  </a:lnTo>
                  <a:lnTo>
                    <a:pt x="333538" y="19812"/>
                  </a:lnTo>
                  <a:lnTo>
                    <a:pt x="216407" y="19812"/>
                  </a:lnTo>
                  <a:lnTo>
                    <a:pt x="173736" y="28956"/>
                  </a:lnTo>
                  <a:lnTo>
                    <a:pt x="134112" y="45720"/>
                  </a:lnTo>
                  <a:lnTo>
                    <a:pt x="99060" y="68580"/>
                  </a:lnTo>
                  <a:lnTo>
                    <a:pt x="70104" y="99060"/>
                  </a:lnTo>
                  <a:lnTo>
                    <a:pt x="45720" y="134112"/>
                  </a:lnTo>
                  <a:lnTo>
                    <a:pt x="28956" y="172212"/>
                  </a:lnTo>
                  <a:lnTo>
                    <a:pt x="19812" y="216408"/>
                  </a:lnTo>
                  <a:lnTo>
                    <a:pt x="19812" y="260604"/>
                  </a:lnTo>
                  <a:lnTo>
                    <a:pt x="28956" y="303276"/>
                  </a:lnTo>
                  <a:lnTo>
                    <a:pt x="45720" y="342900"/>
                  </a:lnTo>
                  <a:lnTo>
                    <a:pt x="68580" y="377952"/>
                  </a:lnTo>
                  <a:lnTo>
                    <a:pt x="99060" y="406908"/>
                  </a:lnTo>
                  <a:lnTo>
                    <a:pt x="132588" y="431292"/>
                  </a:lnTo>
                  <a:lnTo>
                    <a:pt x="172212" y="448056"/>
                  </a:lnTo>
                  <a:lnTo>
                    <a:pt x="214883" y="455676"/>
                  </a:lnTo>
                  <a:lnTo>
                    <a:pt x="227076" y="457200"/>
                  </a:lnTo>
                  <a:lnTo>
                    <a:pt x="330708" y="457200"/>
                  </a:lnTo>
                  <a:lnTo>
                    <a:pt x="309372" y="466344"/>
                  </a:lnTo>
                  <a:lnTo>
                    <a:pt x="263652" y="475488"/>
                  </a:lnTo>
                  <a:lnTo>
                    <a:pt x="249936" y="477012"/>
                  </a:lnTo>
                  <a:close/>
                </a:path>
                <a:path w="477520" h="477520">
                  <a:moveTo>
                    <a:pt x="330708" y="457200"/>
                  </a:moveTo>
                  <a:lnTo>
                    <a:pt x="260604" y="457200"/>
                  </a:lnTo>
                  <a:lnTo>
                    <a:pt x="303276" y="448056"/>
                  </a:lnTo>
                  <a:lnTo>
                    <a:pt x="323087" y="440436"/>
                  </a:lnTo>
                  <a:lnTo>
                    <a:pt x="359663" y="420624"/>
                  </a:lnTo>
                  <a:lnTo>
                    <a:pt x="393192" y="393192"/>
                  </a:lnTo>
                  <a:lnTo>
                    <a:pt x="419100" y="361188"/>
                  </a:lnTo>
                  <a:lnTo>
                    <a:pt x="440436" y="324612"/>
                  </a:lnTo>
                  <a:lnTo>
                    <a:pt x="452628" y="283464"/>
                  </a:lnTo>
                  <a:lnTo>
                    <a:pt x="455676" y="260604"/>
                  </a:lnTo>
                  <a:lnTo>
                    <a:pt x="457200" y="249936"/>
                  </a:lnTo>
                  <a:lnTo>
                    <a:pt x="457200" y="227076"/>
                  </a:lnTo>
                  <a:lnTo>
                    <a:pt x="452628" y="195072"/>
                  </a:lnTo>
                  <a:lnTo>
                    <a:pt x="440436" y="153924"/>
                  </a:lnTo>
                  <a:lnTo>
                    <a:pt x="420624" y="115824"/>
                  </a:lnTo>
                  <a:lnTo>
                    <a:pt x="393192" y="83820"/>
                  </a:lnTo>
                  <a:lnTo>
                    <a:pt x="361187" y="56388"/>
                  </a:lnTo>
                  <a:lnTo>
                    <a:pt x="323087" y="36576"/>
                  </a:lnTo>
                  <a:lnTo>
                    <a:pt x="283464" y="24384"/>
                  </a:lnTo>
                  <a:lnTo>
                    <a:pt x="260604" y="19812"/>
                  </a:lnTo>
                  <a:lnTo>
                    <a:pt x="333538" y="19812"/>
                  </a:lnTo>
                  <a:lnTo>
                    <a:pt x="370332" y="41148"/>
                  </a:lnTo>
                  <a:lnTo>
                    <a:pt x="406908" y="70104"/>
                  </a:lnTo>
                  <a:lnTo>
                    <a:pt x="435863" y="105156"/>
                  </a:lnTo>
                  <a:lnTo>
                    <a:pt x="457200" y="144780"/>
                  </a:lnTo>
                  <a:lnTo>
                    <a:pt x="470916" y="190500"/>
                  </a:lnTo>
                  <a:lnTo>
                    <a:pt x="475487" y="213360"/>
                  </a:lnTo>
                  <a:lnTo>
                    <a:pt x="475487" y="225552"/>
                  </a:lnTo>
                  <a:lnTo>
                    <a:pt x="477012" y="237744"/>
                  </a:lnTo>
                  <a:lnTo>
                    <a:pt x="475487" y="249936"/>
                  </a:lnTo>
                  <a:lnTo>
                    <a:pt x="475487" y="262128"/>
                  </a:lnTo>
                  <a:lnTo>
                    <a:pt x="470916" y="286512"/>
                  </a:lnTo>
                  <a:lnTo>
                    <a:pt x="448056" y="352044"/>
                  </a:lnTo>
                  <a:lnTo>
                    <a:pt x="422148" y="390144"/>
                  </a:lnTo>
                  <a:lnTo>
                    <a:pt x="390144" y="422148"/>
                  </a:lnTo>
                  <a:lnTo>
                    <a:pt x="352044" y="448056"/>
                  </a:lnTo>
                  <a:lnTo>
                    <a:pt x="330708" y="457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4966238" y="4979934"/>
            <a:ext cx="253365" cy="984885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1360"/>
              </a:spcBef>
            </a:pPr>
            <a:r>
              <a:rPr sz="3525" spc="104" baseline="-3546" dirty="0">
                <a:latin typeface="Microsoft Sans Serif"/>
                <a:cs typeface="Microsoft Sans Serif"/>
              </a:rPr>
              <a:t>f</a:t>
            </a:r>
            <a:r>
              <a:rPr sz="2350" spc="70" dirty="0">
                <a:latin typeface="Cambria"/>
                <a:cs typeface="Cambria"/>
              </a:rPr>
              <a:t>'</a:t>
            </a:r>
            <a:endParaRPr sz="23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20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D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590291" y="5010148"/>
            <a:ext cx="195580" cy="968375"/>
          </a:xfrm>
          <a:prstGeom prst="rect">
            <a:avLst/>
          </a:prstGeom>
        </p:spPr>
        <p:txBody>
          <a:bodyPr vert="horz" wrap="square" lIns="0" tIns="163830" rIns="0" bIns="0" rtlCol="0">
            <a:spAutoFit/>
          </a:bodyPr>
          <a:lstStyle/>
          <a:p>
            <a:pPr marL="47625">
              <a:lnSpc>
                <a:spcPct val="100000"/>
              </a:lnSpc>
              <a:spcBef>
                <a:spcPts val="1290"/>
              </a:spcBef>
            </a:pPr>
            <a:r>
              <a:rPr sz="2350" spc="-50" dirty="0">
                <a:latin typeface="Microsoft Sans Serif"/>
                <a:cs typeface="Microsoft Sans Serif"/>
              </a:rPr>
              <a:t>f</a:t>
            </a:r>
            <a:endParaRPr sz="23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20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217215" y="6273823"/>
            <a:ext cx="7922259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When</a:t>
            </a:r>
            <a:r>
              <a:rPr sz="2000" spc="-2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they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move</a:t>
            </a:r>
            <a:r>
              <a:rPr sz="2000" spc="-2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towards</a:t>
            </a:r>
            <a:r>
              <a:rPr sz="2000" spc="-3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each</a:t>
            </a:r>
            <a:r>
              <a:rPr sz="2000" spc="-2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other,</a:t>
            </a:r>
            <a:r>
              <a:rPr sz="2000" spc="-4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the</a:t>
            </a:r>
            <a:r>
              <a:rPr sz="2000" spc="-2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frequency</a:t>
            </a:r>
            <a:r>
              <a:rPr sz="2000" spc="-3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is</a:t>
            </a:r>
            <a:r>
              <a:rPr sz="2000" spc="1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shifted </a:t>
            </a:r>
            <a:r>
              <a:rPr sz="2000" spc="-25" dirty="0">
                <a:solidFill>
                  <a:srgbClr val="3333CC"/>
                </a:solidFill>
                <a:latin typeface="Microsoft Sans Serif"/>
                <a:cs typeface="Microsoft Sans Serif"/>
              </a:rPr>
              <a:t>up.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When</a:t>
            </a:r>
            <a:r>
              <a:rPr sz="2000" spc="-2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they</a:t>
            </a:r>
            <a:r>
              <a:rPr sz="2000" spc="-1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move</a:t>
            </a:r>
            <a:r>
              <a:rPr sz="2000" spc="-2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away</a:t>
            </a:r>
            <a:r>
              <a:rPr sz="2000" spc="-1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form</a:t>
            </a:r>
            <a:r>
              <a:rPr sz="2000" spc="-3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each other,</a:t>
            </a:r>
            <a:r>
              <a:rPr sz="2000" spc="-2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the</a:t>
            </a:r>
            <a:r>
              <a:rPr sz="2000" spc="-2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frequency</a:t>
            </a:r>
            <a:r>
              <a:rPr sz="2000" spc="-3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is</a:t>
            </a:r>
            <a:r>
              <a:rPr sz="2000" spc="1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shifted</a:t>
            </a:r>
            <a:r>
              <a:rPr sz="2000" spc="-2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3300"/>
                </a:solidFill>
                <a:latin typeface="Microsoft Sans Serif"/>
                <a:cs typeface="Microsoft Sans Serif"/>
              </a:rPr>
              <a:t>down.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915346" y="439952"/>
            <a:ext cx="4098925" cy="61341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17-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7</a:t>
            </a:r>
            <a:r>
              <a:rPr sz="2200" b="1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Doppler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Effect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Relative</a:t>
            </a:r>
            <a:r>
              <a:rPr sz="2200" b="1" spc="-4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motion</a:t>
            </a:r>
            <a:r>
              <a:rPr sz="2200" b="1" spc="-5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and</a:t>
            </a:r>
            <a:r>
              <a:rPr sz="2200" b="1" spc="-5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E10000"/>
                </a:solidFill>
                <a:latin typeface="Arial"/>
                <a:cs typeface="Arial"/>
              </a:rPr>
              <a:t>frequency</a:t>
            </a:r>
            <a:endParaRPr sz="2200">
              <a:latin typeface="Arial"/>
              <a:cs typeface="Arial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792479" y="370331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2852" y="6819900"/>
                </a:moveTo>
                <a:lnTo>
                  <a:pt x="3048" y="6819900"/>
                </a:lnTo>
                <a:lnTo>
                  <a:pt x="0" y="6816851"/>
                </a:lnTo>
                <a:lnTo>
                  <a:pt x="0" y="3048"/>
                </a:lnTo>
                <a:lnTo>
                  <a:pt x="3048" y="0"/>
                </a:lnTo>
                <a:lnTo>
                  <a:pt x="9102852" y="0"/>
                </a:lnTo>
                <a:lnTo>
                  <a:pt x="9105900" y="3048"/>
                </a:lnTo>
                <a:lnTo>
                  <a:pt x="9105900" y="6096"/>
                </a:ln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lnTo>
                  <a:pt x="12192" y="6807708"/>
                </a:lnTo>
                <a:lnTo>
                  <a:pt x="6096" y="6807708"/>
                </a:lnTo>
                <a:lnTo>
                  <a:pt x="12192" y="6813803"/>
                </a:lnTo>
                <a:lnTo>
                  <a:pt x="9105900" y="6813803"/>
                </a:lnTo>
                <a:lnTo>
                  <a:pt x="9105900" y="6816851"/>
                </a:lnTo>
                <a:lnTo>
                  <a:pt x="9102852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close/>
              </a:path>
              <a:path w="9105900" h="6819900">
                <a:moveTo>
                  <a:pt x="9093707" y="12192"/>
                </a:moveTo>
                <a:lnTo>
                  <a:pt x="12192" y="12192"/>
                </a:lnTo>
                <a:lnTo>
                  <a:pt x="12192" y="6096"/>
                </a:lnTo>
                <a:lnTo>
                  <a:pt x="9093707" y="6096"/>
                </a:lnTo>
                <a:lnTo>
                  <a:pt x="9093707" y="12192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9093707" y="6096"/>
                </a:lnTo>
                <a:lnTo>
                  <a:pt x="9099804" y="12192"/>
                </a:lnTo>
                <a:lnTo>
                  <a:pt x="9105900" y="12192"/>
                </a:lnTo>
                <a:lnTo>
                  <a:pt x="9105900" y="6807708"/>
                </a:lnTo>
                <a:lnTo>
                  <a:pt x="9099804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12192"/>
                </a:moveTo>
                <a:lnTo>
                  <a:pt x="9099804" y="12192"/>
                </a:lnTo>
                <a:lnTo>
                  <a:pt x="9093707" y="6096"/>
                </a:lnTo>
                <a:lnTo>
                  <a:pt x="9105900" y="6096"/>
                </a:lnTo>
                <a:lnTo>
                  <a:pt x="9105900" y="12192"/>
                </a:lnTo>
                <a:close/>
              </a:path>
              <a:path w="9105900" h="6819900">
                <a:moveTo>
                  <a:pt x="12192" y="6813803"/>
                </a:moveTo>
                <a:lnTo>
                  <a:pt x="6096" y="6807708"/>
                </a:lnTo>
                <a:lnTo>
                  <a:pt x="12192" y="6807708"/>
                </a:lnTo>
                <a:lnTo>
                  <a:pt x="12192" y="6813803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12192" y="6813803"/>
                </a:lnTo>
                <a:lnTo>
                  <a:pt x="12192" y="6807708"/>
                </a:lnTo>
                <a:lnTo>
                  <a:pt x="9093707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6813803"/>
                </a:moveTo>
                <a:lnTo>
                  <a:pt x="9093707" y="6813803"/>
                </a:lnTo>
                <a:lnTo>
                  <a:pt x="9099804" y="6807708"/>
                </a:lnTo>
                <a:lnTo>
                  <a:pt x="9105900" y="6807708"/>
                </a:lnTo>
                <a:lnTo>
                  <a:pt x="9105900" y="6813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172170" y="2807684"/>
            <a:ext cx="796290" cy="0"/>
          </a:xfrm>
          <a:custGeom>
            <a:avLst/>
            <a:gdLst/>
            <a:ahLst/>
            <a:cxnLst/>
            <a:rect l="l" t="t" r="r" b="b"/>
            <a:pathLst>
              <a:path w="796289">
                <a:moveTo>
                  <a:pt x="0" y="0"/>
                </a:moveTo>
                <a:lnTo>
                  <a:pt x="796004" y="0"/>
                </a:lnTo>
              </a:path>
            </a:pathLst>
          </a:custGeom>
          <a:ln w="148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152900" y="2084832"/>
            <a:ext cx="326390" cy="449580"/>
          </a:xfrm>
          <a:custGeom>
            <a:avLst/>
            <a:gdLst/>
            <a:ahLst/>
            <a:cxnLst/>
            <a:rect l="l" t="t" r="r" b="b"/>
            <a:pathLst>
              <a:path w="326389" h="449580">
                <a:moveTo>
                  <a:pt x="318516" y="449579"/>
                </a:moveTo>
                <a:lnTo>
                  <a:pt x="0" y="6095"/>
                </a:lnTo>
                <a:lnTo>
                  <a:pt x="7619" y="0"/>
                </a:lnTo>
                <a:lnTo>
                  <a:pt x="326135" y="443483"/>
                </a:lnTo>
                <a:lnTo>
                  <a:pt x="318516" y="449579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423434" y="1671303"/>
            <a:ext cx="23431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Frequency</a:t>
            </a:r>
            <a:r>
              <a:rPr sz="2000" spc="-35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at</a:t>
            </a:r>
            <a:r>
              <a:rPr sz="2000" spc="15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source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891784" y="2357627"/>
            <a:ext cx="645160" cy="192405"/>
          </a:xfrm>
          <a:custGeom>
            <a:avLst/>
            <a:gdLst/>
            <a:ahLst/>
            <a:cxnLst/>
            <a:rect l="l" t="t" r="r" b="b"/>
            <a:pathLst>
              <a:path w="645159" h="192405">
                <a:moveTo>
                  <a:pt x="3048" y="192023"/>
                </a:moveTo>
                <a:lnTo>
                  <a:pt x="0" y="182879"/>
                </a:lnTo>
                <a:lnTo>
                  <a:pt x="641603" y="0"/>
                </a:lnTo>
                <a:lnTo>
                  <a:pt x="644651" y="9143"/>
                </a:lnTo>
                <a:lnTo>
                  <a:pt x="3048" y="192023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981700" y="3136392"/>
            <a:ext cx="553720" cy="283845"/>
          </a:xfrm>
          <a:custGeom>
            <a:avLst/>
            <a:gdLst/>
            <a:ahLst/>
            <a:cxnLst/>
            <a:rect l="l" t="t" r="r" b="b"/>
            <a:pathLst>
              <a:path w="553720" h="283845">
                <a:moveTo>
                  <a:pt x="548639" y="283464"/>
                </a:moveTo>
                <a:lnTo>
                  <a:pt x="0" y="7619"/>
                </a:lnTo>
                <a:lnTo>
                  <a:pt x="4571" y="0"/>
                </a:lnTo>
                <a:lnTo>
                  <a:pt x="553212" y="274319"/>
                </a:lnTo>
                <a:lnTo>
                  <a:pt x="548639" y="283464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065776" y="1903476"/>
            <a:ext cx="329565" cy="643255"/>
          </a:xfrm>
          <a:custGeom>
            <a:avLst/>
            <a:gdLst/>
            <a:ahLst/>
            <a:cxnLst/>
            <a:rect l="l" t="t" r="r" b="b"/>
            <a:pathLst>
              <a:path w="329564" h="643255">
                <a:moveTo>
                  <a:pt x="9143" y="643127"/>
                </a:moveTo>
                <a:lnTo>
                  <a:pt x="0" y="640080"/>
                </a:lnTo>
                <a:lnTo>
                  <a:pt x="321563" y="0"/>
                </a:lnTo>
                <a:lnTo>
                  <a:pt x="329183" y="4572"/>
                </a:lnTo>
                <a:lnTo>
                  <a:pt x="9143" y="643127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040141" y="1747482"/>
            <a:ext cx="24974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Frequency</a:t>
            </a:r>
            <a:r>
              <a:rPr sz="2000" spc="-35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at</a:t>
            </a:r>
            <a:r>
              <a:rPr sz="2000" spc="15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detector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91455" y="3183635"/>
            <a:ext cx="327660" cy="463550"/>
          </a:xfrm>
          <a:custGeom>
            <a:avLst/>
            <a:gdLst/>
            <a:ahLst/>
            <a:cxnLst/>
            <a:rect l="l" t="t" r="r" b="b"/>
            <a:pathLst>
              <a:path w="327660" h="463550">
                <a:moveTo>
                  <a:pt x="9143" y="463296"/>
                </a:moveTo>
                <a:lnTo>
                  <a:pt x="0" y="457200"/>
                </a:lnTo>
                <a:lnTo>
                  <a:pt x="320040" y="0"/>
                </a:lnTo>
                <a:lnTo>
                  <a:pt x="327659" y="6096"/>
                </a:lnTo>
                <a:lnTo>
                  <a:pt x="9143" y="463296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10765">
              <a:lnSpc>
                <a:spcPts val="2185"/>
              </a:lnSpc>
              <a:spcBef>
                <a:spcPts val="105"/>
              </a:spcBef>
            </a:pPr>
            <a:r>
              <a:rPr dirty="0"/>
              <a:t>Speed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detector</a:t>
            </a:r>
          </a:p>
          <a:p>
            <a:pPr marR="2546985" algn="ctr">
              <a:lnSpc>
                <a:spcPts val="2605"/>
              </a:lnSpc>
            </a:pPr>
            <a:r>
              <a:rPr sz="3525" spc="150" baseline="-35460" dirty="0">
                <a:solidFill>
                  <a:srgbClr val="000000"/>
                </a:solidFill>
              </a:rPr>
              <a:t>f</a:t>
            </a:r>
            <a:r>
              <a:rPr sz="3525" spc="150" baseline="-33096" dirty="0">
                <a:solidFill>
                  <a:srgbClr val="000000"/>
                </a:solidFill>
                <a:latin typeface="Cambria"/>
                <a:cs typeface="Cambria"/>
              </a:rPr>
              <a:t>'</a:t>
            </a:r>
            <a:r>
              <a:rPr sz="3525" spc="67" baseline="-33096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525" baseline="-35460" dirty="0">
                <a:solidFill>
                  <a:srgbClr val="000000"/>
                </a:solidFill>
                <a:latin typeface="Cambria"/>
                <a:cs typeface="Cambria"/>
              </a:rPr>
              <a:t>=</a:t>
            </a:r>
            <a:r>
              <a:rPr sz="3525" spc="142" baseline="-3546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525" baseline="-35460" dirty="0">
                <a:solidFill>
                  <a:srgbClr val="000000"/>
                </a:solidFill>
              </a:rPr>
              <a:t>f</a:t>
            </a:r>
            <a:r>
              <a:rPr sz="3525" spc="112" baseline="-35460" dirty="0">
                <a:solidFill>
                  <a:srgbClr val="000000"/>
                </a:solidFill>
              </a:rPr>
              <a:t> </a:t>
            </a:r>
            <a:r>
              <a:rPr sz="2350" dirty="0">
                <a:solidFill>
                  <a:srgbClr val="000000"/>
                </a:solidFill>
              </a:rPr>
              <a:t>v</a:t>
            </a:r>
            <a:r>
              <a:rPr sz="2350" spc="-75" dirty="0">
                <a:solidFill>
                  <a:srgbClr val="000000"/>
                </a:solidFill>
              </a:rPr>
              <a:t> </a:t>
            </a:r>
            <a:r>
              <a:rPr sz="2350" dirty="0">
                <a:solidFill>
                  <a:srgbClr val="000000"/>
                </a:solidFill>
                <a:latin typeface="Cambria"/>
                <a:cs typeface="Cambria"/>
              </a:rPr>
              <a:t>±</a:t>
            </a:r>
            <a:r>
              <a:rPr sz="2350" spc="-1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350" spc="-25" dirty="0">
                <a:solidFill>
                  <a:srgbClr val="000000"/>
                </a:solidFill>
              </a:rPr>
              <a:t>v</a:t>
            </a:r>
            <a:r>
              <a:rPr sz="2025" spc="-37" baseline="-26748" dirty="0">
                <a:solidFill>
                  <a:srgbClr val="000000"/>
                </a:solidFill>
              </a:rPr>
              <a:t>D</a:t>
            </a:r>
            <a:endParaRPr sz="2025" baseline="-26748">
              <a:latin typeface="Cambria"/>
              <a:cs typeface="Cambria"/>
            </a:endParaRPr>
          </a:p>
          <a:p>
            <a:pPr marL="880110">
              <a:lnSpc>
                <a:spcPct val="100000"/>
              </a:lnSpc>
              <a:spcBef>
                <a:spcPts val="550"/>
              </a:spcBef>
            </a:pPr>
            <a:r>
              <a:rPr sz="2350" dirty="0">
                <a:solidFill>
                  <a:srgbClr val="000000"/>
                </a:solidFill>
              </a:rPr>
              <a:t>v</a:t>
            </a:r>
            <a:r>
              <a:rPr sz="2350" spc="-80" dirty="0">
                <a:solidFill>
                  <a:srgbClr val="000000"/>
                </a:solidFill>
              </a:rPr>
              <a:t> </a:t>
            </a:r>
            <a:r>
              <a:rPr sz="2350" dirty="0">
                <a:solidFill>
                  <a:srgbClr val="000000"/>
                </a:solidFill>
                <a:latin typeface="Cambria"/>
                <a:cs typeface="Cambria"/>
              </a:rPr>
              <a:t>±</a:t>
            </a:r>
            <a:r>
              <a:rPr sz="2350" spc="-1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350" spc="35" dirty="0">
                <a:solidFill>
                  <a:srgbClr val="000000"/>
                </a:solidFill>
              </a:rPr>
              <a:t>v</a:t>
            </a:r>
            <a:r>
              <a:rPr sz="2025" spc="52" baseline="-26748" dirty="0">
                <a:solidFill>
                  <a:srgbClr val="000000"/>
                </a:solidFill>
              </a:rPr>
              <a:t>S</a:t>
            </a:r>
            <a:endParaRPr sz="2025" baseline="-26748">
              <a:latin typeface="Cambria"/>
              <a:cs typeface="Cambria"/>
            </a:endParaRPr>
          </a:p>
          <a:p>
            <a:pPr marL="2310765">
              <a:lnSpc>
                <a:spcPct val="100000"/>
              </a:lnSpc>
              <a:spcBef>
                <a:spcPts val="735"/>
              </a:spcBef>
            </a:pPr>
            <a:r>
              <a:rPr dirty="0"/>
              <a:t>Speed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source</a:t>
            </a:r>
          </a:p>
          <a:p>
            <a:pPr marR="2539365" algn="ctr">
              <a:lnSpc>
                <a:spcPct val="100000"/>
              </a:lnSpc>
              <a:spcBef>
                <a:spcPts val="825"/>
              </a:spcBef>
            </a:pPr>
            <a:r>
              <a:rPr dirty="0"/>
              <a:t>Speed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sound</a:t>
            </a:r>
          </a:p>
        </p:txBody>
      </p:sp>
      <p:sp>
        <p:nvSpPr>
          <p:cNvPr id="12" name="object 12"/>
          <p:cNvSpPr/>
          <p:nvPr/>
        </p:nvSpPr>
        <p:spPr>
          <a:xfrm>
            <a:off x="1546859" y="4965192"/>
            <a:ext cx="7554595" cy="1024255"/>
          </a:xfrm>
          <a:custGeom>
            <a:avLst/>
            <a:gdLst/>
            <a:ahLst/>
            <a:cxnLst/>
            <a:rect l="l" t="t" r="r" b="b"/>
            <a:pathLst>
              <a:path w="7554595" h="1024254">
                <a:moveTo>
                  <a:pt x="7554468" y="1024128"/>
                </a:moveTo>
                <a:lnTo>
                  <a:pt x="0" y="1024128"/>
                </a:lnTo>
                <a:lnTo>
                  <a:pt x="0" y="0"/>
                </a:lnTo>
                <a:lnTo>
                  <a:pt x="7554468" y="0"/>
                </a:lnTo>
                <a:lnTo>
                  <a:pt x="7554468" y="4572"/>
                </a:lnTo>
                <a:lnTo>
                  <a:pt x="9144" y="4572"/>
                </a:lnTo>
                <a:lnTo>
                  <a:pt x="4572" y="9144"/>
                </a:lnTo>
                <a:lnTo>
                  <a:pt x="9144" y="9144"/>
                </a:lnTo>
                <a:lnTo>
                  <a:pt x="9144" y="1014984"/>
                </a:lnTo>
                <a:lnTo>
                  <a:pt x="4572" y="1014984"/>
                </a:lnTo>
                <a:lnTo>
                  <a:pt x="9144" y="1019556"/>
                </a:lnTo>
                <a:lnTo>
                  <a:pt x="7554468" y="1019556"/>
                </a:lnTo>
                <a:lnTo>
                  <a:pt x="7554468" y="1024128"/>
                </a:lnTo>
                <a:close/>
              </a:path>
              <a:path w="7554595" h="1024254">
                <a:moveTo>
                  <a:pt x="9144" y="9144"/>
                </a:moveTo>
                <a:lnTo>
                  <a:pt x="4572" y="9144"/>
                </a:lnTo>
                <a:lnTo>
                  <a:pt x="9144" y="4572"/>
                </a:lnTo>
                <a:lnTo>
                  <a:pt x="9144" y="9144"/>
                </a:lnTo>
                <a:close/>
              </a:path>
              <a:path w="7554595" h="1024254">
                <a:moveTo>
                  <a:pt x="7545323" y="9144"/>
                </a:moveTo>
                <a:lnTo>
                  <a:pt x="9144" y="9144"/>
                </a:lnTo>
                <a:lnTo>
                  <a:pt x="9144" y="4572"/>
                </a:lnTo>
                <a:lnTo>
                  <a:pt x="7545323" y="4572"/>
                </a:lnTo>
                <a:lnTo>
                  <a:pt x="7545323" y="9144"/>
                </a:lnTo>
                <a:close/>
              </a:path>
              <a:path w="7554595" h="1024254">
                <a:moveTo>
                  <a:pt x="7545323" y="1019556"/>
                </a:moveTo>
                <a:lnTo>
                  <a:pt x="7545323" y="4572"/>
                </a:lnTo>
                <a:lnTo>
                  <a:pt x="7549896" y="9144"/>
                </a:lnTo>
                <a:lnTo>
                  <a:pt x="7554468" y="9144"/>
                </a:lnTo>
                <a:lnTo>
                  <a:pt x="7554468" y="1014984"/>
                </a:lnTo>
                <a:lnTo>
                  <a:pt x="7549896" y="1014984"/>
                </a:lnTo>
                <a:lnTo>
                  <a:pt x="7545323" y="1019556"/>
                </a:lnTo>
                <a:close/>
              </a:path>
              <a:path w="7554595" h="1024254">
                <a:moveTo>
                  <a:pt x="7554468" y="9144"/>
                </a:moveTo>
                <a:lnTo>
                  <a:pt x="7549896" y="9144"/>
                </a:lnTo>
                <a:lnTo>
                  <a:pt x="7545323" y="4572"/>
                </a:lnTo>
                <a:lnTo>
                  <a:pt x="7554468" y="4572"/>
                </a:lnTo>
                <a:lnTo>
                  <a:pt x="7554468" y="9144"/>
                </a:lnTo>
                <a:close/>
              </a:path>
              <a:path w="7554595" h="1024254">
                <a:moveTo>
                  <a:pt x="9144" y="1019556"/>
                </a:moveTo>
                <a:lnTo>
                  <a:pt x="4572" y="1014984"/>
                </a:lnTo>
                <a:lnTo>
                  <a:pt x="9144" y="1014984"/>
                </a:lnTo>
                <a:lnTo>
                  <a:pt x="9144" y="1019556"/>
                </a:lnTo>
                <a:close/>
              </a:path>
              <a:path w="7554595" h="1024254">
                <a:moveTo>
                  <a:pt x="7545323" y="1019556"/>
                </a:moveTo>
                <a:lnTo>
                  <a:pt x="9144" y="1019556"/>
                </a:lnTo>
                <a:lnTo>
                  <a:pt x="9144" y="1014984"/>
                </a:lnTo>
                <a:lnTo>
                  <a:pt x="7545323" y="1014984"/>
                </a:lnTo>
                <a:lnTo>
                  <a:pt x="7545323" y="1019556"/>
                </a:lnTo>
                <a:close/>
              </a:path>
              <a:path w="7554595" h="1024254">
                <a:moveTo>
                  <a:pt x="7554468" y="1019556"/>
                </a:moveTo>
                <a:lnTo>
                  <a:pt x="7545323" y="1019556"/>
                </a:lnTo>
                <a:lnTo>
                  <a:pt x="7549896" y="1014984"/>
                </a:lnTo>
                <a:lnTo>
                  <a:pt x="7554468" y="1014984"/>
                </a:lnTo>
                <a:lnTo>
                  <a:pt x="7554468" y="1019556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628678" y="4993702"/>
            <a:ext cx="7188834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5715635" algn="l"/>
              </a:tabLst>
            </a:pP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Choose</a:t>
            </a:r>
            <a:r>
              <a:rPr sz="2000" spc="-2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the</a:t>
            </a:r>
            <a:r>
              <a:rPr sz="2000" spc="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signs</a:t>
            </a:r>
            <a:r>
              <a:rPr sz="2000" spc="-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such</a:t>
            </a:r>
            <a:r>
              <a:rPr sz="2000" spc="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that</a:t>
            </a:r>
            <a:r>
              <a:rPr sz="2000" spc="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when</a:t>
            </a:r>
            <a:r>
              <a:rPr sz="2000" spc="-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the</a:t>
            </a:r>
            <a:r>
              <a:rPr sz="2000" spc="-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source</a:t>
            </a:r>
            <a:r>
              <a:rPr sz="2000" spc="-2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and</a:t>
            </a:r>
            <a:r>
              <a:rPr sz="2000" spc="-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detector </a:t>
            </a:r>
            <a:r>
              <a:rPr sz="2000" spc="-20" dirty="0">
                <a:solidFill>
                  <a:srgbClr val="3333CC"/>
                </a:solidFill>
                <a:latin typeface="Microsoft Sans Serif"/>
                <a:cs typeface="Microsoft Sans Serif"/>
              </a:rPr>
              <a:t>move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towards</a:t>
            </a:r>
            <a:r>
              <a:rPr sz="2000" spc="-3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each</a:t>
            </a:r>
            <a:r>
              <a:rPr sz="2000" spc="-2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other</a:t>
            </a:r>
            <a:r>
              <a:rPr sz="2000" spc="-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you get</a:t>
            </a:r>
            <a:r>
              <a:rPr sz="2000" spc="-2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higher 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frequency,</a:t>
            </a:r>
            <a:r>
              <a:rPr sz="2000" spc="-25" dirty="0">
                <a:solidFill>
                  <a:srgbClr val="3333CC"/>
                </a:solidFill>
                <a:latin typeface="Microsoft Sans Serif"/>
                <a:cs typeface="Microsoft Sans Serif"/>
              </a:rPr>
              <a:t> and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	when</a:t>
            </a:r>
            <a:r>
              <a:rPr sz="2000" spc="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3333CC"/>
                </a:solidFill>
                <a:latin typeface="Microsoft Sans Serif"/>
                <a:cs typeface="Microsoft Sans Serif"/>
              </a:rPr>
              <a:t>they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move</a:t>
            </a:r>
            <a:r>
              <a:rPr sz="2000" spc="-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away</a:t>
            </a:r>
            <a:r>
              <a:rPr sz="2000" spc="-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from</a:t>
            </a:r>
            <a:r>
              <a:rPr sz="2000" spc="-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each</a:t>
            </a:r>
            <a:r>
              <a:rPr sz="2000" spc="-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other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you</a:t>
            </a:r>
            <a:r>
              <a:rPr sz="2000" spc="2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get</a:t>
            </a:r>
            <a:r>
              <a:rPr sz="2000" spc="-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lower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 frequency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pc="-10" dirty="0"/>
              <a:t>17-</a:t>
            </a:r>
            <a:r>
              <a:rPr dirty="0"/>
              <a:t>7</a:t>
            </a:r>
            <a:r>
              <a:rPr spc="-4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Doppler</a:t>
            </a:r>
            <a:r>
              <a:rPr spc="-25" dirty="0"/>
              <a:t> </a:t>
            </a:r>
            <a:r>
              <a:rPr spc="-10" dirty="0"/>
              <a:t>Effect </a:t>
            </a:r>
            <a:r>
              <a:rPr spc="-10" dirty="0">
                <a:solidFill>
                  <a:srgbClr val="E10000"/>
                </a:solidFill>
              </a:rPr>
              <a:t>Formula</a:t>
            </a:r>
          </a:p>
        </p:txBody>
      </p:sp>
      <p:sp>
        <p:nvSpPr>
          <p:cNvPr id="15" name="object 15"/>
          <p:cNvSpPr/>
          <p:nvPr/>
        </p:nvSpPr>
        <p:spPr>
          <a:xfrm>
            <a:off x="792479" y="370331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2852" y="6819900"/>
                </a:moveTo>
                <a:lnTo>
                  <a:pt x="3048" y="6819900"/>
                </a:lnTo>
                <a:lnTo>
                  <a:pt x="0" y="6816851"/>
                </a:lnTo>
                <a:lnTo>
                  <a:pt x="0" y="3048"/>
                </a:lnTo>
                <a:lnTo>
                  <a:pt x="3048" y="0"/>
                </a:lnTo>
                <a:lnTo>
                  <a:pt x="9102852" y="0"/>
                </a:lnTo>
                <a:lnTo>
                  <a:pt x="9105900" y="3048"/>
                </a:lnTo>
                <a:lnTo>
                  <a:pt x="9105900" y="6096"/>
                </a:ln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lnTo>
                  <a:pt x="12192" y="6807708"/>
                </a:lnTo>
                <a:lnTo>
                  <a:pt x="6096" y="6807708"/>
                </a:lnTo>
                <a:lnTo>
                  <a:pt x="12192" y="6813803"/>
                </a:lnTo>
                <a:lnTo>
                  <a:pt x="9105900" y="6813803"/>
                </a:lnTo>
                <a:lnTo>
                  <a:pt x="9105900" y="6816851"/>
                </a:lnTo>
                <a:lnTo>
                  <a:pt x="9102852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close/>
              </a:path>
              <a:path w="9105900" h="6819900">
                <a:moveTo>
                  <a:pt x="9093707" y="12192"/>
                </a:moveTo>
                <a:lnTo>
                  <a:pt x="12192" y="12192"/>
                </a:lnTo>
                <a:lnTo>
                  <a:pt x="12192" y="6096"/>
                </a:lnTo>
                <a:lnTo>
                  <a:pt x="9093707" y="6096"/>
                </a:lnTo>
                <a:lnTo>
                  <a:pt x="9093707" y="12192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9093707" y="6096"/>
                </a:lnTo>
                <a:lnTo>
                  <a:pt x="9099804" y="12192"/>
                </a:lnTo>
                <a:lnTo>
                  <a:pt x="9105900" y="12192"/>
                </a:lnTo>
                <a:lnTo>
                  <a:pt x="9105900" y="6807708"/>
                </a:lnTo>
                <a:lnTo>
                  <a:pt x="9099804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12192"/>
                </a:moveTo>
                <a:lnTo>
                  <a:pt x="9099804" y="12192"/>
                </a:lnTo>
                <a:lnTo>
                  <a:pt x="9093707" y="6096"/>
                </a:lnTo>
                <a:lnTo>
                  <a:pt x="9105900" y="6096"/>
                </a:lnTo>
                <a:lnTo>
                  <a:pt x="9105900" y="12192"/>
                </a:lnTo>
                <a:close/>
              </a:path>
              <a:path w="9105900" h="6819900">
                <a:moveTo>
                  <a:pt x="12192" y="6813803"/>
                </a:moveTo>
                <a:lnTo>
                  <a:pt x="6096" y="6807708"/>
                </a:lnTo>
                <a:lnTo>
                  <a:pt x="12192" y="6807708"/>
                </a:lnTo>
                <a:lnTo>
                  <a:pt x="12192" y="6813803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12192" y="6813803"/>
                </a:lnTo>
                <a:lnTo>
                  <a:pt x="12192" y="6807708"/>
                </a:lnTo>
                <a:lnTo>
                  <a:pt x="9093707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6813803"/>
                </a:moveTo>
                <a:lnTo>
                  <a:pt x="9093707" y="6813803"/>
                </a:lnTo>
                <a:lnTo>
                  <a:pt x="9099804" y="6807708"/>
                </a:lnTo>
                <a:lnTo>
                  <a:pt x="9105900" y="6807708"/>
                </a:lnTo>
                <a:lnTo>
                  <a:pt x="9105900" y="6813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7916894" y="2871692"/>
            <a:ext cx="796290" cy="0"/>
          </a:xfrm>
          <a:custGeom>
            <a:avLst/>
            <a:gdLst/>
            <a:ahLst/>
            <a:cxnLst/>
            <a:rect l="l" t="t" r="r" b="b"/>
            <a:pathLst>
              <a:path w="796290">
                <a:moveTo>
                  <a:pt x="0" y="0"/>
                </a:moveTo>
                <a:lnTo>
                  <a:pt x="796004" y="0"/>
                </a:lnTo>
              </a:path>
            </a:pathLst>
          </a:custGeom>
          <a:ln w="148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228332" y="2440734"/>
            <a:ext cx="1480820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3525" spc="150" baseline="-35460" dirty="0">
                <a:latin typeface="Microsoft Sans Serif"/>
                <a:cs typeface="Microsoft Sans Serif"/>
              </a:rPr>
              <a:t>f</a:t>
            </a:r>
            <a:r>
              <a:rPr sz="3525" spc="150" baseline="-33096" dirty="0">
                <a:latin typeface="Cambria"/>
                <a:cs typeface="Cambria"/>
              </a:rPr>
              <a:t>'</a:t>
            </a:r>
            <a:r>
              <a:rPr sz="3525" spc="67" baseline="-33096" dirty="0">
                <a:latin typeface="Cambria"/>
                <a:cs typeface="Cambria"/>
              </a:rPr>
              <a:t> </a:t>
            </a:r>
            <a:r>
              <a:rPr sz="3525" baseline="-35460" dirty="0">
                <a:latin typeface="Cambria"/>
                <a:cs typeface="Cambria"/>
              </a:rPr>
              <a:t>=</a:t>
            </a:r>
            <a:r>
              <a:rPr sz="3525" spc="142" baseline="-35460" dirty="0">
                <a:latin typeface="Cambria"/>
                <a:cs typeface="Cambria"/>
              </a:rPr>
              <a:t> </a:t>
            </a:r>
            <a:r>
              <a:rPr sz="3525" baseline="-35460" dirty="0">
                <a:latin typeface="Microsoft Sans Serif"/>
                <a:cs typeface="Microsoft Sans Serif"/>
              </a:rPr>
              <a:t>f</a:t>
            </a:r>
            <a:r>
              <a:rPr sz="3525" spc="112" baseline="-35460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v</a:t>
            </a:r>
            <a:r>
              <a:rPr sz="2350" spc="-75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Cambria"/>
                <a:cs typeface="Cambria"/>
              </a:rPr>
              <a:t>+</a:t>
            </a:r>
            <a:r>
              <a:rPr sz="2350" spc="-15" dirty="0">
                <a:latin typeface="Cambria"/>
                <a:cs typeface="Cambria"/>
              </a:rPr>
              <a:t> </a:t>
            </a:r>
            <a:r>
              <a:rPr sz="2350" spc="-25" dirty="0">
                <a:latin typeface="Microsoft Sans Serif"/>
                <a:cs typeface="Microsoft Sans Serif"/>
              </a:rPr>
              <a:t>v</a:t>
            </a:r>
            <a:r>
              <a:rPr sz="2025" spc="-37" baseline="-26748" dirty="0">
                <a:latin typeface="Microsoft Sans Serif"/>
                <a:cs typeface="Microsoft Sans Serif"/>
              </a:rPr>
              <a:t>D</a:t>
            </a:r>
            <a:endParaRPr sz="2025" baseline="-26748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98892" y="2868978"/>
            <a:ext cx="808355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2350" dirty="0">
                <a:latin typeface="Microsoft Sans Serif"/>
                <a:cs typeface="Microsoft Sans Serif"/>
              </a:rPr>
              <a:t>v</a:t>
            </a:r>
            <a:r>
              <a:rPr sz="2350" spc="-80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Cambria"/>
                <a:cs typeface="Cambria"/>
              </a:rPr>
              <a:t>±</a:t>
            </a:r>
            <a:r>
              <a:rPr sz="2350" spc="-15" dirty="0">
                <a:latin typeface="Cambria"/>
                <a:cs typeface="Cambria"/>
              </a:rPr>
              <a:t> </a:t>
            </a:r>
            <a:r>
              <a:rPr sz="2350" spc="35" dirty="0">
                <a:latin typeface="Microsoft Sans Serif"/>
                <a:cs typeface="Microsoft Sans Serif"/>
              </a:rPr>
              <a:t>v</a:t>
            </a:r>
            <a:r>
              <a:rPr sz="2025" spc="52" baseline="-26748" dirty="0">
                <a:latin typeface="Microsoft Sans Serif"/>
                <a:cs typeface="Microsoft Sans Serif"/>
              </a:rPr>
              <a:t>S</a:t>
            </a:r>
            <a:endParaRPr sz="2025" baseline="-26748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01140" y="5468112"/>
            <a:ext cx="7554595" cy="1026160"/>
          </a:xfrm>
          <a:custGeom>
            <a:avLst/>
            <a:gdLst/>
            <a:ahLst/>
            <a:cxnLst/>
            <a:rect l="l" t="t" r="r" b="b"/>
            <a:pathLst>
              <a:path w="7554595" h="1026160">
                <a:moveTo>
                  <a:pt x="7554468" y="1025652"/>
                </a:moveTo>
                <a:lnTo>
                  <a:pt x="0" y="1025652"/>
                </a:lnTo>
                <a:lnTo>
                  <a:pt x="0" y="0"/>
                </a:lnTo>
                <a:lnTo>
                  <a:pt x="7554468" y="0"/>
                </a:lnTo>
                <a:lnTo>
                  <a:pt x="7554468" y="4572"/>
                </a:lnTo>
                <a:lnTo>
                  <a:pt x="9144" y="4572"/>
                </a:lnTo>
                <a:lnTo>
                  <a:pt x="4572" y="9144"/>
                </a:lnTo>
                <a:lnTo>
                  <a:pt x="9144" y="9144"/>
                </a:lnTo>
                <a:lnTo>
                  <a:pt x="9144" y="1014984"/>
                </a:lnTo>
                <a:lnTo>
                  <a:pt x="4572" y="1014984"/>
                </a:lnTo>
                <a:lnTo>
                  <a:pt x="9144" y="1021080"/>
                </a:lnTo>
                <a:lnTo>
                  <a:pt x="7554468" y="1021080"/>
                </a:lnTo>
                <a:lnTo>
                  <a:pt x="7554468" y="1025652"/>
                </a:lnTo>
                <a:close/>
              </a:path>
              <a:path w="7554595" h="1026160">
                <a:moveTo>
                  <a:pt x="9144" y="9144"/>
                </a:moveTo>
                <a:lnTo>
                  <a:pt x="4572" y="9144"/>
                </a:lnTo>
                <a:lnTo>
                  <a:pt x="9144" y="4572"/>
                </a:lnTo>
                <a:lnTo>
                  <a:pt x="9144" y="9144"/>
                </a:lnTo>
                <a:close/>
              </a:path>
              <a:path w="7554595" h="1026160">
                <a:moveTo>
                  <a:pt x="7545323" y="9144"/>
                </a:moveTo>
                <a:lnTo>
                  <a:pt x="9144" y="9144"/>
                </a:lnTo>
                <a:lnTo>
                  <a:pt x="9144" y="4572"/>
                </a:lnTo>
                <a:lnTo>
                  <a:pt x="7545323" y="4572"/>
                </a:lnTo>
                <a:lnTo>
                  <a:pt x="7545323" y="9144"/>
                </a:lnTo>
                <a:close/>
              </a:path>
              <a:path w="7554595" h="1026160">
                <a:moveTo>
                  <a:pt x="7545323" y="1021080"/>
                </a:moveTo>
                <a:lnTo>
                  <a:pt x="7545323" y="4572"/>
                </a:lnTo>
                <a:lnTo>
                  <a:pt x="7549896" y="9144"/>
                </a:lnTo>
                <a:lnTo>
                  <a:pt x="7554468" y="9144"/>
                </a:lnTo>
                <a:lnTo>
                  <a:pt x="7554468" y="1014984"/>
                </a:lnTo>
                <a:lnTo>
                  <a:pt x="7549896" y="1014984"/>
                </a:lnTo>
                <a:lnTo>
                  <a:pt x="7545323" y="1021080"/>
                </a:lnTo>
                <a:close/>
              </a:path>
              <a:path w="7554595" h="1026160">
                <a:moveTo>
                  <a:pt x="7554468" y="9144"/>
                </a:moveTo>
                <a:lnTo>
                  <a:pt x="7549896" y="9144"/>
                </a:lnTo>
                <a:lnTo>
                  <a:pt x="7545323" y="4572"/>
                </a:lnTo>
                <a:lnTo>
                  <a:pt x="7554468" y="4572"/>
                </a:lnTo>
                <a:lnTo>
                  <a:pt x="7554468" y="9144"/>
                </a:lnTo>
                <a:close/>
              </a:path>
              <a:path w="7554595" h="1026160">
                <a:moveTo>
                  <a:pt x="9144" y="1021080"/>
                </a:moveTo>
                <a:lnTo>
                  <a:pt x="4572" y="1014984"/>
                </a:lnTo>
                <a:lnTo>
                  <a:pt x="9144" y="1014984"/>
                </a:lnTo>
                <a:lnTo>
                  <a:pt x="9144" y="1021080"/>
                </a:lnTo>
                <a:close/>
              </a:path>
              <a:path w="7554595" h="1026160">
                <a:moveTo>
                  <a:pt x="7545323" y="1021080"/>
                </a:moveTo>
                <a:lnTo>
                  <a:pt x="9144" y="1021080"/>
                </a:lnTo>
                <a:lnTo>
                  <a:pt x="9144" y="1014984"/>
                </a:lnTo>
                <a:lnTo>
                  <a:pt x="7545323" y="1014984"/>
                </a:lnTo>
                <a:lnTo>
                  <a:pt x="7545323" y="1021080"/>
                </a:lnTo>
                <a:close/>
              </a:path>
              <a:path w="7554595" h="1026160">
                <a:moveTo>
                  <a:pt x="7554468" y="1021080"/>
                </a:moveTo>
                <a:lnTo>
                  <a:pt x="7545323" y="1021080"/>
                </a:lnTo>
                <a:lnTo>
                  <a:pt x="7549896" y="1014984"/>
                </a:lnTo>
                <a:lnTo>
                  <a:pt x="7554468" y="1014984"/>
                </a:lnTo>
                <a:lnTo>
                  <a:pt x="7554468" y="102108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582946" y="5496505"/>
            <a:ext cx="7188834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5715635" algn="l"/>
              </a:tabLst>
            </a:pP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Choose</a:t>
            </a:r>
            <a:r>
              <a:rPr sz="2000" spc="-2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the</a:t>
            </a:r>
            <a:r>
              <a:rPr sz="2000" spc="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signs</a:t>
            </a:r>
            <a:r>
              <a:rPr sz="2000" spc="-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such</a:t>
            </a:r>
            <a:r>
              <a:rPr sz="2000" spc="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that</a:t>
            </a:r>
            <a:r>
              <a:rPr sz="2000" spc="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when</a:t>
            </a:r>
            <a:r>
              <a:rPr sz="2000" spc="-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the</a:t>
            </a:r>
            <a:r>
              <a:rPr sz="2000" spc="-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source</a:t>
            </a:r>
            <a:r>
              <a:rPr sz="2000" spc="-2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and</a:t>
            </a:r>
            <a:r>
              <a:rPr sz="2000" spc="-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detector </a:t>
            </a:r>
            <a:r>
              <a:rPr sz="2000" spc="-20" dirty="0">
                <a:solidFill>
                  <a:srgbClr val="3333CC"/>
                </a:solidFill>
                <a:latin typeface="Microsoft Sans Serif"/>
                <a:cs typeface="Microsoft Sans Serif"/>
              </a:rPr>
              <a:t>move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towards</a:t>
            </a:r>
            <a:r>
              <a:rPr sz="2000" spc="-3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each</a:t>
            </a:r>
            <a:r>
              <a:rPr sz="2000" spc="-2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other</a:t>
            </a:r>
            <a:r>
              <a:rPr sz="2000" spc="-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you get</a:t>
            </a:r>
            <a:r>
              <a:rPr sz="2000" spc="-2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higher 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frequency,</a:t>
            </a:r>
            <a:r>
              <a:rPr sz="2000" spc="-25" dirty="0">
                <a:solidFill>
                  <a:srgbClr val="3333CC"/>
                </a:solidFill>
                <a:latin typeface="Microsoft Sans Serif"/>
                <a:cs typeface="Microsoft Sans Serif"/>
              </a:rPr>
              <a:t> and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	when</a:t>
            </a:r>
            <a:r>
              <a:rPr sz="2000" spc="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3333CC"/>
                </a:solidFill>
                <a:latin typeface="Microsoft Sans Serif"/>
                <a:cs typeface="Microsoft Sans Serif"/>
              </a:rPr>
              <a:t>they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move</a:t>
            </a:r>
            <a:r>
              <a:rPr sz="2000" spc="-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away</a:t>
            </a:r>
            <a:r>
              <a:rPr sz="2000" spc="-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from</a:t>
            </a:r>
            <a:r>
              <a:rPr sz="2000" spc="-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each</a:t>
            </a:r>
            <a:r>
              <a:rPr sz="2000" spc="-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other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you</a:t>
            </a:r>
            <a:r>
              <a:rPr sz="2000" spc="2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get</a:t>
            </a:r>
            <a:r>
              <a:rPr sz="2000" spc="-1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lower</a:t>
            </a: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 frequency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28678" y="1761276"/>
            <a:ext cx="43008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Detector</a:t>
            </a:r>
            <a:r>
              <a:rPr sz="2000" spc="-25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moves away from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10" dirty="0">
                <a:latin typeface="Microsoft Sans Serif"/>
                <a:cs typeface="Microsoft Sans Serif"/>
              </a:rPr>
              <a:t> source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74410" y="2661872"/>
            <a:ext cx="40208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3333CC"/>
                </a:solidFill>
                <a:latin typeface="Microsoft Sans Serif"/>
                <a:cs typeface="Microsoft Sans Serif"/>
              </a:rPr>
              <a:t>Detector</a:t>
            </a:r>
            <a:r>
              <a:rPr sz="2000" spc="-30" dirty="0">
                <a:solidFill>
                  <a:srgbClr val="3333CC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moves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towards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 </a:t>
            </a:r>
            <a:r>
              <a:rPr sz="2000" spc="-10" dirty="0">
                <a:latin typeface="Microsoft Sans Serif"/>
                <a:cs typeface="Microsoft Sans Serif"/>
              </a:rPr>
              <a:t>source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72794" y="3576261"/>
            <a:ext cx="40189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Source</a:t>
            </a:r>
            <a:r>
              <a:rPr sz="2000" spc="-2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moves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towards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 </a:t>
            </a:r>
            <a:r>
              <a:rPr sz="2000" spc="-10" dirty="0">
                <a:latin typeface="Microsoft Sans Serif"/>
                <a:cs typeface="Microsoft Sans Serif"/>
              </a:rPr>
              <a:t>detector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56142" y="4490775"/>
            <a:ext cx="42989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Source</a:t>
            </a:r>
            <a:r>
              <a:rPr sz="2000" spc="-2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moves away from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10" dirty="0">
                <a:latin typeface="Microsoft Sans Serif"/>
                <a:cs typeface="Microsoft Sans Serif"/>
              </a:rPr>
              <a:t> detector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963280" y="1873472"/>
            <a:ext cx="793750" cy="0"/>
          </a:xfrm>
          <a:custGeom>
            <a:avLst/>
            <a:gdLst/>
            <a:ahLst/>
            <a:cxnLst/>
            <a:rect l="l" t="t" r="r" b="b"/>
            <a:pathLst>
              <a:path w="793750">
                <a:moveTo>
                  <a:pt x="0" y="0"/>
                </a:moveTo>
                <a:lnTo>
                  <a:pt x="793718" y="0"/>
                </a:lnTo>
              </a:path>
            </a:pathLst>
          </a:custGeom>
          <a:ln w="148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274052" y="1442514"/>
            <a:ext cx="1477645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3525" spc="157" baseline="-35460" dirty="0">
                <a:latin typeface="Microsoft Sans Serif"/>
                <a:cs typeface="Microsoft Sans Serif"/>
              </a:rPr>
              <a:t>f</a:t>
            </a:r>
            <a:r>
              <a:rPr sz="3525" spc="157" baseline="-33096" dirty="0">
                <a:latin typeface="Cambria"/>
                <a:cs typeface="Cambria"/>
              </a:rPr>
              <a:t>'</a:t>
            </a:r>
            <a:r>
              <a:rPr sz="3525" spc="44" baseline="-33096" dirty="0">
                <a:latin typeface="Cambria"/>
                <a:cs typeface="Cambria"/>
              </a:rPr>
              <a:t> </a:t>
            </a:r>
            <a:r>
              <a:rPr sz="3525" baseline="-35460" dirty="0">
                <a:latin typeface="Cambria"/>
                <a:cs typeface="Cambria"/>
              </a:rPr>
              <a:t>=</a:t>
            </a:r>
            <a:r>
              <a:rPr sz="3525" spc="150" baseline="-35460" dirty="0">
                <a:latin typeface="Cambria"/>
                <a:cs typeface="Cambria"/>
              </a:rPr>
              <a:t> </a:t>
            </a:r>
            <a:r>
              <a:rPr sz="3525" baseline="-35460" dirty="0">
                <a:latin typeface="Microsoft Sans Serif"/>
                <a:cs typeface="Microsoft Sans Serif"/>
              </a:rPr>
              <a:t>f</a:t>
            </a:r>
            <a:r>
              <a:rPr sz="3525" spc="142" baseline="-35460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v</a:t>
            </a:r>
            <a:r>
              <a:rPr sz="2350" spc="-75" dirty="0">
                <a:latin typeface="Microsoft Sans Serif"/>
                <a:cs typeface="Microsoft Sans Serif"/>
              </a:rPr>
              <a:t> </a:t>
            </a:r>
            <a:r>
              <a:rPr sz="2350" spc="114" dirty="0">
                <a:latin typeface="Cambria"/>
                <a:cs typeface="Cambria"/>
              </a:rPr>
              <a:t>–</a:t>
            </a:r>
            <a:r>
              <a:rPr sz="2350" spc="-55" dirty="0">
                <a:latin typeface="Cambria"/>
                <a:cs typeface="Cambria"/>
              </a:rPr>
              <a:t> </a:t>
            </a:r>
            <a:r>
              <a:rPr sz="2350" spc="-25" dirty="0">
                <a:latin typeface="Microsoft Sans Serif"/>
                <a:cs typeface="Microsoft Sans Serif"/>
              </a:rPr>
              <a:t>v</a:t>
            </a:r>
            <a:r>
              <a:rPr sz="2025" spc="-37" baseline="-26748" dirty="0">
                <a:latin typeface="Microsoft Sans Serif"/>
                <a:cs typeface="Microsoft Sans Serif"/>
              </a:rPr>
              <a:t>D</a:t>
            </a:r>
            <a:endParaRPr sz="2025" baseline="-26748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944611" y="1870758"/>
            <a:ext cx="808355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2350" dirty="0">
                <a:latin typeface="Microsoft Sans Serif"/>
                <a:cs typeface="Microsoft Sans Serif"/>
              </a:rPr>
              <a:t>v</a:t>
            </a:r>
            <a:r>
              <a:rPr sz="2350" spc="-90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Cambria"/>
                <a:cs typeface="Cambria"/>
              </a:rPr>
              <a:t>±</a:t>
            </a:r>
            <a:r>
              <a:rPr sz="2350" spc="-5" dirty="0">
                <a:latin typeface="Cambria"/>
                <a:cs typeface="Cambria"/>
              </a:rPr>
              <a:t> </a:t>
            </a:r>
            <a:r>
              <a:rPr sz="2350" spc="35" dirty="0">
                <a:latin typeface="Microsoft Sans Serif"/>
                <a:cs typeface="Microsoft Sans Serif"/>
              </a:rPr>
              <a:t>v</a:t>
            </a:r>
            <a:r>
              <a:rPr sz="2025" spc="52" baseline="-26748" dirty="0">
                <a:latin typeface="Microsoft Sans Serif"/>
                <a:cs typeface="Microsoft Sans Serif"/>
              </a:rPr>
              <a:t>S</a:t>
            </a:r>
            <a:endParaRPr sz="2025" baseline="-26748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963280" y="3786092"/>
            <a:ext cx="796925" cy="0"/>
          </a:xfrm>
          <a:custGeom>
            <a:avLst/>
            <a:gdLst/>
            <a:ahLst/>
            <a:cxnLst/>
            <a:rect l="l" t="t" r="r" b="b"/>
            <a:pathLst>
              <a:path w="796925">
                <a:moveTo>
                  <a:pt x="0" y="0"/>
                </a:moveTo>
                <a:lnTo>
                  <a:pt x="796766" y="0"/>
                </a:lnTo>
              </a:path>
            </a:pathLst>
          </a:custGeom>
          <a:ln w="148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274052" y="3355134"/>
            <a:ext cx="1482090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3525" spc="157" baseline="-35460" dirty="0">
                <a:latin typeface="Microsoft Sans Serif"/>
                <a:cs typeface="Microsoft Sans Serif"/>
              </a:rPr>
              <a:t>f</a:t>
            </a:r>
            <a:r>
              <a:rPr sz="3525" spc="157" baseline="-33096" dirty="0">
                <a:latin typeface="Cambria"/>
                <a:cs typeface="Cambria"/>
              </a:rPr>
              <a:t>'</a:t>
            </a:r>
            <a:r>
              <a:rPr sz="3525" spc="44" baseline="-33096" dirty="0">
                <a:latin typeface="Cambria"/>
                <a:cs typeface="Cambria"/>
              </a:rPr>
              <a:t> </a:t>
            </a:r>
            <a:r>
              <a:rPr sz="3525" baseline="-35460" dirty="0">
                <a:latin typeface="Cambria"/>
                <a:cs typeface="Cambria"/>
              </a:rPr>
              <a:t>=</a:t>
            </a:r>
            <a:r>
              <a:rPr sz="3525" spc="142" baseline="-35460" dirty="0">
                <a:latin typeface="Cambria"/>
                <a:cs typeface="Cambria"/>
              </a:rPr>
              <a:t> </a:t>
            </a:r>
            <a:r>
              <a:rPr sz="3525" baseline="-35460" dirty="0">
                <a:latin typeface="Microsoft Sans Serif"/>
                <a:cs typeface="Microsoft Sans Serif"/>
              </a:rPr>
              <a:t>f</a:t>
            </a:r>
            <a:r>
              <a:rPr sz="3525" spc="135" baseline="-35460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v</a:t>
            </a:r>
            <a:r>
              <a:rPr sz="2350" spc="-85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Cambria"/>
                <a:cs typeface="Cambria"/>
              </a:rPr>
              <a:t>±</a:t>
            </a:r>
            <a:r>
              <a:rPr sz="2350" spc="-5" dirty="0">
                <a:latin typeface="Cambria"/>
                <a:cs typeface="Cambria"/>
              </a:rPr>
              <a:t> </a:t>
            </a:r>
            <a:r>
              <a:rPr sz="2350" spc="-25" dirty="0">
                <a:latin typeface="Microsoft Sans Serif"/>
                <a:cs typeface="Microsoft Sans Serif"/>
              </a:rPr>
              <a:t>v</a:t>
            </a:r>
            <a:r>
              <a:rPr sz="2025" spc="-37" baseline="-26748" dirty="0">
                <a:latin typeface="Microsoft Sans Serif"/>
                <a:cs typeface="Microsoft Sans Serif"/>
              </a:rPr>
              <a:t>D</a:t>
            </a:r>
            <a:endParaRPr sz="2025" baseline="-26748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963280" y="4662392"/>
            <a:ext cx="796925" cy="0"/>
          </a:xfrm>
          <a:custGeom>
            <a:avLst/>
            <a:gdLst/>
            <a:ahLst/>
            <a:cxnLst/>
            <a:rect l="l" t="t" r="r" b="b"/>
            <a:pathLst>
              <a:path w="796925">
                <a:moveTo>
                  <a:pt x="0" y="0"/>
                </a:moveTo>
                <a:lnTo>
                  <a:pt x="796766" y="0"/>
                </a:lnTo>
              </a:path>
            </a:pathLst>
          </a:custGeom>
          <a:ln w="148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261352" y="3695842"/>
            <a:ext cx="1507490" cy="9220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 marR="43180" indent="673100">
              <a:lnSpc>
                <a:spcPct val="125099"/>
              </a:lnSpc>
              <a:spcBef>
                <a:spcPts val="95"/>
              </a:spcBef>
            </a:pPr>
            <a:r>
              <a:rPr sz="2350" dirty="0">
                <a:latin typeface="Microsoft Sans Serif"/>
                <a:cs typeface="Microsoft Sans Serif"/>
              </a:rPr>
              <a:t>v</a:t>
            </a:r>
            <a:r>
              <a:rPr sz="2350" spc="-70" dirty="0">
                <a:latin typeface="Microsoft Sans Serif"/>
                <a:cs typeface="Microsoft Sans Serif"/>
              </a:rPr>
              <a:t> </a:t>
            </a:r>
            <a:r>
              <a:rPr sz="2350" spc="114" dirty="0">
                <a:latin typeface="Cambria"/>
                <a:cs typeface="Cambria"/>
              </a:rPr>
              <a:t>–</a:t>
            </a:r>
            <a:r>
              <a:rPr sz="2350" spc="-55" dirty="0">
                <a:latin typeface="Cambria"/>
                <a:cs typeface="Cambria"/>
              </a:rPr>
              <a:t> </a:t>
            </a:r>
            <a:r>
              <a:rPr sz="2350" spc="40" dirty="0">
                <a:latin typeface="Microsoft Sans Serif"/>
                <a:cs typeface="Microsoft Sans Serif"/>
              </a:rPr>
              <a:t>v</a:t>
            </a:r>
            <a:r>
              <a:rPr sz="2025" spc="60" baseline="-26748" dirty="0">
                <a:latin typeface="Microsoft Sans Serif"/>
                <a:cs typeface="Microsoft Sans Serif"/>
              </a:rPr>
              <a:t>S </a:t>
            </a:r>
            <a:r>
              <a:rPr sz="3525" spc="157" baseline="-35460" dirty="0">
                <a:latin typeface="Microsoft Sans Serif"/>
                <a:cs typeface="Microsoft Sans Serif"/>
              </a:rPr>
              <a:t>f</a:t>
            </a:r>
            <a:r>
              <a:rPr sz="3525" spc="157" baseline="-33096" dirty="0">
                <a:latin typeface="Cambria"/>
                <a:cs typeface="Cambria"/>
              </a:rPr>
              <a:t>'</a:t>
            </a:r>
            <a:r>
              <a:rPr sz="3525" spc="44" baseline="-33096" dirty="0">
                <a:latin typeface="Cambria"/>
                <a:cs typeface="Cambria"/>
              </a:rPr>
              <a:t> </a:t>
            </a:r>
            <a:r>
              <a:rPr sz="3525" baseline="-35460" dirty="0">
                <a:latin typeface="Cambria"/>
                <a:cs typeface="Cambria"/>
              </a:rPr>
              <a:t>=</a:t>
            </a:r>
            <a:r>
              <a:rPr sz="3525" spc="142" baseline="-35460" dirty="0">
                <a:latin typeface="Cambria"/>
                <a:cs typeface="Cambria"/>
              </a:rPr>
              <a:t> </a:t>
            </a:r>
            <a:r>
              <a:rPr sz="3525" baseline="-35460" dirty="0">
                <a:latin typeface="Microsoft Sans Serif"/>
                <a:cs typeface="Microsoft Sans Serif"/>
              </a:rPr>
              <a:t>f</a:t>
            </a:r>
            <a:r>
              <a:rPr sz="3525" spc="135" baseline="-35460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v</a:t>
            </a:r>
            <a:r>
              <a:rPr sz="2350" spc="-85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Cambria"/>
                <a:cs typeface="Cambria"/>
              </a:rPr>
              <a:t>±</a:t>
            </a:r>
            <a:r>
              <a:rPr sz="2350" spc="-5" dirty="0">
                <a:latin typeface="Cambria"/>
                <a:cs typeface="Cambria"/>
              </a:rPr>
              <a:t> </a:t>
            </a:r>
            <a:r>
              <a:rPr sz="2350" spc="-25" dirty="0">
                <a:latin typeface="Microsoft Sans Serif"/>
                <a:cs typeface="Microsoft Sans Serif"/>
              </a:rPr>
              <a:t>v</a:t>
            </a:r>
            <a:r>
              <a:rPr sz="2025" spc="-37" baseline="-26748" dirty="0">
                <a:latin typeface="Microsoft Sans Serif"/>
                <a:cs typeface="Microsoft Sans Serif"/>
              </a:rPr>
              <a:t>D</a:t>
            </a:r>
            <a:endParaRPr sz="2025" baseline="-26748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946135" y="4659678"/>
            <a:ext cx="808355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2350" dirty="0">
                <a:latin typeface="Microsoft Sans Serif"/>
                <a:cs typeface="Microsoft Sans Serif"/>
              </a:rPr>
              <a:t>v</a:t>
            </a:r>
            <a:r>
              <a:rPr sz="2350" spc="-90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Cambria"/>
                <a:cs typeface="Cambria"/>
              </a:rPr>
              <a:t>+</a:t>
            </a:r>
            <a:r>
              <a:rPr sz="2350" spc="-5" dirty="0">
                <a:latin typeface="Cambria"/>
                <a:cs typeface="Cambria"/>
              </a:rPr>
              <a:t> </a:t>
            </a:r>
            <a:r>
              <a:rPr sz="2350" spc="35" dirty="0">
                <a:latin typeface="Microsoft Sans Serif"/>
                <a:cs typeface="Microsoft Sans Serif"/>
              </a:rPr>
              <a:t>v</a:t>
            </a:r>
            <a:r>
              <a:rPr sz="2025" spc="52" baseline="-26748" dirty="0">
                <a:latin typeface="Microsoft Sans Serif"/>
                <a:cs typeface="Microsoft Sans Serif"/>
              </a:rPr>
              <a:t>S</a:t>
            </a:r>
            <a:endParaRPr sz="2025" baseline="-26748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pc="-10" dirty="0"/>
              <a:t>17-</a:t>
            </a:r>
            <a:r>
              <a:rPr dirty="0"/>
              <a:t>7</a:t>
            </a:r>
            <a:r>
              <a:rPr spc="-4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Doppler</a:t>
            </a:r>
            <a:r>
              <a:rPr spc="-25" dirty="0"/>
              <a:t> </a:t>
            </a:r>
            <a:r>
              <a:rPr spc="-10" dirty="0"/>
              <a:t>Effect </a:t>
            </a:r>
            <a:r>
              <a:rPr dirty="0">
                <a:solidFill>
                  <a:srgbClr val="E10000"/>
                </a:solidFill>
              </a:rPr>
              <a:t>Choosing</a:t>
            </a:r>
            <a:r>
              <a:rPr spc="-45" dirty="0">
                <a:solidFill>
                  <a:srgbClr val="E10000"/>
                </a:solidFill>
              </a:rPr>
              <a:t> </a:t>
            </a:r>
            <a:r>
              <a:rPr dirty="0">
                <a:solidFill>
                  <a:srgbClr val="E10000"/>
                </a:solidFill>
              </a:rPr>
              <a:t>the</a:t>
            </a:r>
            <a:r>
              <a:rPr spc="-50" dirty="0">
                <a:solidFill>
                  <a:srgbClr val="E10000"/>
                </a:solidFill>
              </a:rPr>
              <a:t> </a:t>
            </a:r>
            <a:r>
              <a:rPr dirty="0">
                <a:solidFill>
                  <a:srgbClr val="E10000"/>
                </a:solidFill>
              </a:rPr>
              <a:t>correct</a:t>
            </a:r>
            <a:r>
              <a:rPr spc="-45" dirty="0">
                <a:solidFill>
                  <a:srgbClr val="E10000"/>
                </a:solidFill>
              </a:rPr>
              <a:t> </a:t>
            </a:r>
            <a:r>
              <a:rPr spc="-10" dirty="0">
                <a:solidFill>
                  <a:srgbClr val="E10000"/>
                </a:solidFill>
              </a:rPr>
              <a:t>signs</a:t>
            </a:r>
          </a:p>
        </p:txBody>
      </p:sp>
      <p:sp>
        <p:nvSpPr>
          <p:cNvPr id="21" name="object 21"/>
          <p:cNvSpPr/>
          <p:nvPr/>
        </p:nvSpPr>
        <p:spPr>
          <a:xfrm>
            <a:off x="792479" y="370331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2852" y="6819900"/>
                </a:moveTo>
                <a:lnTo>
                  <a:pt x="3048" y="6819900"/>
                </a:lnTo>
                <a:lnTo>
                  <a:pt x="0" y="6816851"/>
                </a:lnTo>
                <a:lnTo>
                  <a:pt x="0" y="3048"/>
                </a:lnTo>
                <a:lnTo>
                  <a:pt x="3048" y="0"/>
                </a:lnTo>
                <a:lnTo>
                  <a:pt x="9102852" y="0"/>
                </a:lnTo>
                <a:lnTo>
                  <a:pt x="9105900" y="3048"/>
                </a:lnTo>
                <a:lnTo>
                  <a:pt x="9105900" y="6096"/>
                </a:ln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lnTo>
                  <a:pt x="12192" y="6807708"/>
                </a:lnTo>
                <a:lnTo>
                  <a:pt x="6096" y="6807708"/>
                </a:lnTo>
                <a:lnTo>
                  <a:pt x="12192" y="6813803"/>
                </a:lnTo>
                <a:lnTo>
                  <a:pt x="9105900" y="6813803"/>
                </a:lnTo>
                <a:lnTo>
                  <a:pt x="9105900" y="6816851"/>
                </a:lnTo>
                <a:lnTo>
                  <a:pt x="9102852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close/>
              </a:path>
              <a:path w="9105900" h="6819900">
                <a:moveTo>
                  <a:pt x="9093707" y="12192"/>
                </a:moveTo>
                <a:lnTo>
                  <a:pt x="12192" y="12192"/>
                </a:lnTo>
                <a:lnTo>
                  <a:pt x="12192" y="6096"/>
                </a:lnTo>
                <a:lnTo>
                  <a:pt x="9093707" y="6096"/>
                </a:lnTo>
                <a:lnTo>
                  <a:pt x="9093707" y="12192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9093707" y="6096"/>
                </a:lnTo>
                <a:lnTo>
                  <a:pt x="9099804" y="12192"/>
                </a:lnTo>
                <a:lnTo>
                  <a:pt x="9105900" y="12192"/>
                </a:lnTo>
                <a:lnTo>
                  <a:pt x="9105900" y="6807708"/>
                </a:lnTo>
                <a:lnTo>
                  <a:pt x="9099804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12192"/>
                </a:moveTo>
                <a:lnTo>
                  <a:pt x="9099804" y="12192"/>
                </a:lnTo>
                <a:lnTo>
                  <a:pt x="9093707" y="6096"/>
                </a:lnTo>
                <a:lnTo>
                  <a:pt x="9105900" y="6096"/>
                </a:lnTo>
                <a:lnTo>
                  <a:pt x="9105900" y="12192"/>
                </a:lnTo>
                <a:close/>
              </a:path>
              <a:path w="9105900" h="6819900">
                <a:moveTo>
                  <a:pt x="12192" y="6813803"/>
                </a:moveTo>
                <a:lnTo>
                  <a:pt x="6096" y="6807708"/>
                </a:lnTo>
                <a:lnTo>
                  <a:pt x="12192" y="6807708"/>
                </a:lnTo>
                <a:lnTo>
                  <a:pt x="12192" y="6813803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12192" y="6813803"/>
                </a:lnTo>
                <a:lnTo>
                  <a:pt x="12192" y="6807708"/>
                </a:lnTo>
                <a:lnTo>
                  <a:pt x="9093707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6813803"/>
                </a:moveTo>
                <a:lnTo>
                  <a:pt x="9093707" y="6813803"/>
                </a:lnTo>
                <a:lnTo>
                  <a:pt x="9099804" y="6807708"/>
                </a:lnTo>
                <a:lnTo>
                  <a:pt x="9105900" y="6807708"/>
                </a:lnTo>
                <a:lnTo>
                  <a:pt x="9105900" y="6813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950975" y="1496567"/>
            <a:ext cx="4399915" cy="5419725"/>
          </a:xfrm>
          <a:custGeom>
            <a:avLst/>
            <a:gdLst/>
            <a:ahLst/>
            <a:cxnLst/>
            <a:rect l="l" t="t" r="r" b="b"/>
            <a:pathLst>
              <a:path w="4399915" h="5419725">
                <a:moveTo>
                  <a:pt x="4399788" y="5419344"/>
                </a:moveTo>
                <a:lnTo>
                  <a:pt x="0" y="5419344"/>
                </a:lnTo>
                <a:lnTo>
                  <a:pt x="0" y="0"/>
                </a:lnTo>
                <a:lnTo>
                  <a:pt x="4399788" y="0"/>
                </a:lnTo>
                <a:lnTo>
                  <a:pt x="4399788" y="4572"/>
                </a:lnTo>
                <a:lnTo>
                  <a:pt x="9144" y="4572"/>
                </a:lnTo>
                <a:lnTo>
                  <a:pt x="4572" y="9144"/>
                </a:lnTo>
                <a:lnTo>
                  <a:pt x="9144" y="9144"/>
                </a:lnTo>
                <a:lnTo>
                  <a:pt x="9144" y="5410200"/>
                </a:lnTo>
                <a:lnTo>
                  <a:pt x="4572" y="5410200"/>
                </a:lnTo>
                <a:lnTo>
                  <a:pt x="9144" y="5414771"/>
                </a:lnTo>
                <a:lnTo>
                  <a:pt x="4399788" y="5414771"/>
                </a:lnTo>
                <a:lnTo>
                  <a:pt x="4399788" y="5419344"/>
                </a:lnTo>
                <a:close/>
              </a:path>
              <a:path w="4399915" h="5419725">
                <a:moveTo>
                  <a:pt x="9144" y="9144"/>
                </a:moveTo>
                <a:lnTo>
                  <a:pt x="4572" y="9144"/>
                </a:lnTo>
                <a:lnTo>
                  <a:pt x="9144" y="4572"/>
                </a:lnTo>
                <a:lnTo>
                  <a:pt x="9144" y="9144"/>
                </a:lnTo>
                <a:close/>
              </a:path>
              <a:path w="4399915" h="5419725">
                <a:moveTo>
                  <a:pt x="4389120" y="9144"/>
                </a:moveTo>
                <a:lnTo>
                  <a:pt x="9144" y="9144"/>
                </a:lnTo>
                <a:lnTo>
                  <a:pt x="9144" y="4572"/>
                </a:lnTo>
                <a:lnTo>
                  <a:pt x="4389120" y="4572"/>
                </a:lnTo>
                <a:lnTo>
                  <a:pt x="4389120" y="9144"/>
                </a:lnTo>
                <a:close/>
              </a:path>
              <a:path w="4399915" h="5419725">
                <a:moveTo>
                  <a:pt x="4389120" y="5414771"/>
                </a:moveTo>
                <a:lnTo>
                  <a:pt x="4389120" y="4572"/>
                </a:lnTo>
                <a:lnTo>
                  <a:pt x="4393692" y="9144"/>
                </a:lnTo>
                <a:lnTo>
                  <a:pt x="4399788" y="9144"/>
                </a:lnTo>
                <a:lnTo>
                  <a:pt x="4399788" y="5410200"/>
                </a:lnTo>
                <a:lnTo>
                  <a:pt x="4393692" y="5410200"/>
                </a:lnTo>
                <a:lnTo>
                  <a:pt x="4389120" y="5414771"/>
                </a:lnTo>
                <a:close/>
              </a:path>
              <a:path w="4399915" h="5419725">
                <a:moveTo>
                  <a:pt x="4399788" y="9144"/>
                </a:moveTo>
                <a:lnTo>
                  <a:pt x="4393692" y="9144"/>
                </a:lnTo>
                <a:lnTo>
                  <a:pt x="4389120" y="4572"/>
                </a:lnTo>
                <a:lnTo>
                  <a:pt x="4399788" y="4572"/>
                </a:lnTo>
                <a:lnTo>
                  <a:pt x="4399788" y="9144"/>
                </a:lnTo>
                <a:close/>
              </a:path>
              <a:path w="4399915" h="5419725">
                <a:moveTo>
                  <a:pt x="9144" y="5414771"/>
                </a:moveTo>
                <a:lnTo>
                  <a:pt x="4572" y="5410200"/>
                </a:lnTo>
                <a:lnTo>
                  <a:pt x="9144" y="5410200"/>
                </a:lnTo>
                <a:lnTo>
                  <a:pt x="9144" y="5414771"/>
                </a:lnTo>
                <a:close/>
              </a:path>
              <a:path w="4399915" h="5419725">
                <a:moveTo>
                  <a:pt x="4389120" y="5414771"/>
                </a:moveTo>
                <a:lnTo>
                  <a:pt x="9144" y="5414771"/>
                </a:lnTo>
                <a:lnTo>
                  <a:pt x="9144" y="5410200"/>
                </a:lnTo>
                <a:lnTo>
                  <a:pt x="4389120" y="5410200"/>
                </a:lnTo>
                <a:lnTo>
                  <a:pt x="4389120" y="5414771"/>
                </a:lnTo>
                <a:close/>
              </a:path>
              <a:path w="4399915" h="5419725">
                <a:moveTo>
                  <a:pt x="4399788" y="5414771"/>
                </a:moveTo>
                <a:lnTo>
                  <a:pt x="4389120" y="5414771"/>
                </a:lnTo>
                <a:lnTo>
                  <a:pt x="4393692" y="5410200"/>
                </a:lnTo>
                <a:lnTo>
                  <a:pt x="4399788" y="5410200"/>
                </a:lnTo>
                <a:lnTo>
                  <a:pt x="4399788" y="54147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03841" y="1518946"/>
            <a:ext cx="4310380" cy="1245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Is the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detected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frequency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greater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than </a:t>
            </a:r>
            <a:r>
              <a:rPr sz="2000" dirty="0">
                <a:latin typeface="Microsoft Sans Serif"/>
                <a:cs typeface="Microsoft Sans Serif"/>
              </a:rPr>
              <a:t>or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less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than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emitted </a:t>
            </a:r>
            <a:r>
              <a:rPr sz="2000" spc="-10" dirty="0">
                <a:latin typeface="Microsoft Sans Serif"/>
                <a:cs typeface="Microsoft Sans Serif"/>
              </a:rPr>
              <a:t>frequency,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or </a:t>
            </a:r>
            <a:r>
              <a:rPr sz="2000" dirty="0">
                <a:latin typeface="Microsoft Sans Serif"/>
                <a:cs typeface="Microsoft Sans Serif"/>
              </a:rPr>
              <a:t>can’t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we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tell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without more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information </a:t>
            </a:r>
            <a:r>
              <a:rPr sz="2000" dirty="0">
                <a:latin typeface="Microsoft Sans Serif"/>
                <a:cs typeface="Microsoft Sans Serif"/>
              </a:rPr>
              <a:t>about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actual </a:t>
            </a:r>
            <a:r>
              <a:rPr sz="2000" spc="-10" dirty="0">
                <a:latin typeface="Microsoft Sans Serif"/>
                <a:cs typeface="Microsoft Sans Serif"/>
              </a:rPr>
              <a:t>speeds?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18231" y="2738174"/>
            <a:ext cx="8337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FF0000"/>
                </a:solidFill>
                <a:latin typeface="Microsoft Sans Serif"/>
                <a:cs typeface="Microsoft Sans Serif"/>
              </a:rPr>
              <a:t>Source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3841" y="3253280"/>
            <a:ext cx="3371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Microsoft Sans Serif"/>
                <a:cs typeface="Microsoft Sans Serif"/>
              </a:rPr>
              <a:t>(a)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47438" y="2738174"/>
            <a:ext cx="1155065" cy="8464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FF0000"/>
                </a:solidFill>
                <a:latin typeface="Microsoft Sans Serif"/>
                <a:cs typeface="Microsoft Sans Serif"/>
              </a:rPr>
              <a:t>Detector</a:t>
            </a:r>
            <a:endParaRPr sz="2000">
              <a:latin typeface="Microsoft Sans Serif"/>
              <a:cs typeface="Microsoft Sans Serif"/>
            </a:endParaRPr>
          </a:p>
          <a:p>
            <a:pPr marL="236854" indent="-224154">
              <a:lnSpc>
                <a:spcPct val="100000"/>
              </a:lnSpc>
              <a:spcBef>
                <a:spcPts val="1655"/>
              </a:spcBef>
              <a:buChar char="●"/>
              <a:tabLst>
                <a:tab pos="236854" algn="l"/>
              </a:tabLst>
            </a:pPr>
            <a:r>
              <a:rPr sz="2000" dirty="0">
                <a:latin typeface="Microsoft Sans Serif"/>
                <a:cs typeface="Microsoft Sans Serif"/>
              </a:rPr>
              <a:t>0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speed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3841" y="3862832"/>
            <a:ext cx="3371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Microsoft Sans Serif"/>
                <a:cs typeface="Microsoft Sans Serif"/>
              </a:rPr>
              <a:t>(b)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47011" y="3862832"/>
            <a:ext cx="11550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6220" indent="-223520">
              <a:lnSpc>
                <a:spcPct val="100000"/>
              </a:lnSpc>
              <a:spcBef>
                <a:spcPts val="105"/>
              </a:spcBef>
              <a:buFont typeface="Times New Roman"/>
              <a:buChar char="●"/>
              <a:tabLst>
                <a:tab pos="236220" algn="l"/>
              </a:tabLst>
            </a:pPr>
            <a:r>
              <a:rPr sz="2000" dirty="0">
                <a:latin typeface="Microsoft Sans Serif"/>
                <a:cs typeface="Microsoft Sans Serif"/>
              </a:rPr>
              <a:t>0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speed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3841" y="4472383"/>
            <a:ext cx="3219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Microsoft Sans Serif"/>
                <a:cs typeface="Microsoft Sans Serif"/>
              </a:rPr>
              <a:t>(c)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3841" y="5082060"/>
            <a:ext cx="3371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Microsoft Sans Serif"/>
                <a:cs typeface="Microsoft Sans Serif"/>
              </a:rPr>
              <a:t>(d)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03841" y="5691611"/>
            <a:ext cx="3371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Microsoft Sans Serif"/>
                <a:cs typeface="Microsoft Sans Serif"/>
              </a:rPr>
              <a:t>(e)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03841" y="6301287"/>
            <a:ext cx="2628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Microsoft Sans Serif"/>
                <a:cs typeface="Microsoft Sans Serif"/>
              </a:rPr>
              <a:t>(f)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915655" y="3302520"/>
            <a:ext cx="2772410" cy="3333115"/>
          </a:xfrm>
          <a:custGeom>
            <a:avLst/>
            <a:gdLst/>
            <a:ahLst/>
            <a:cxnLst/>
            <a:rect l="l" t="t" r="r" b="b"/>
            <a:pathLst>
              <a:path w="2772410" h="3333115">
                <a:moveTo>
                  <a:pt x="792492" y="3252216"/>
                </a:moveTo>
                <a:lnTo>
                  <a:pt x="83134" y="3252216"/>
                </a:lnTo>
                <a:lnTo>
                  <a:pt x="121932" y="3229356"/>
                </a:lnTo>
                <a:lnTo>
                  <a:pt x="128028" y="3224784"/>
                </a:lnTo>
                <a:lnTo>
                  <a:pt x="131076" y="3217164"/>
                </a:lnTo>
                <a:lnTo>
                  <a:pt x="126504" y="3209544"/>
                </a:lnTo>
                <a:lnTo>
                  <a:pt x="123456" y="3203448"/>
                </a:lnTo>
                <a:lnTo>
                  <a:pt x="114312" y="3200400"/>
                </a:lnTo>
                <a:lnTo>
                  <a:pt x="108216" y="3204972"/>
                </a:lnTo>
                <a:lnTo>
                  <a:pt x="12" y="3267456"/>
                </a:lnTo>
                <a:lnTo>
                  <a:pt x="108216" y="3329940"/>
                </a:lnTo>
                <a:lnTo>
                  <a:pt x="114312" y="3332988"/>
                </a:lnTo>
                <a:lnTo>
                  <a:pt x="123456" y="3331464"/>
                </a:lnTo>
                <a:lnTo>
                  <a:pt x="126504" y="3323844"/>
                </a:lnTo>
                <a:lnTo>
                  <a:pt x="131076" y="3317748"/>
                </a:lnTo>
                <a:lnTo>
                  <a:pt x="128028" y="3308604"/>
                </a:lnTo>
                <a:lnTo>
                  <a:pt x="121932" y="3304032"/>
                </a:lnTo>
                <a:lnTo>
                  <a:pt x="81927" y="3281172"/>
                </a:lnTo>
                <a:lnTo>
                  <a:pt x="792492" y="3281172"/>
                </a:lnTo>
                <a:lnTo>
                  <a:pt x="792492" y="3252216"/>
                </a:lnTo>
                <a:close/>
              </a:path>
              <a:path w="2772410" h="3333115">
                <a:moveTo>
                  <a:pt x="792492" y="2625852"/>
                </a:moveTo>
                <a:lnTo>
                  <a:pt x="766470" y="2610612"/>
                </a:lnTo>
                <a:lnTo>
                  <a:pt x="685812" y="2563368"/>
                </a:lnTo>
                <a:lnTo>
                  <a:pt x="679716" y="2558796"/>
                </a:lnTo>
                <a:lnTo>
                  <a:pt x="670572" y="2561844"/>
                </a:lnTo>
                <a:lnTo>
                  <a:pt x="666000" y="2567940"/>
                </a:lnTo>
                <a:lnTo>
                  <a:pt x="662952" y="2575560"/>
                </a:lnTo>
                <a:lnTo>
                  <a:pt x="664476" y="2584704"/>
                </a:lnTo>
                <a:lnTo>
                  <a:pt x="672096" y="2587752"/>
                </a:lnTo>
                <a:lnTo>
                  <a:pt x="710882" y="2610612"/>
                </a:lnTo>
                <a:lnTo>
                  <a:pt x="0" y="2610612"/>
                </a:lnTo>
                <a:lnTo>
                  <a:pt x="0" y="2639568"/>
                </a:lnTo>
                <a:lnTo>
                  <a:pt x="713460" y="2639568"/>
                </a:lnTo>
                <a:lnTo>
                  <a:pt x="672096" y="2663952"/>
                </a:lnTo>
                <a:lnTo>
                  <a:pt x="664476" y="2667000"/>
                </a:lnTo>
                <a:lnTo>
                  <a:pt x="662952" y="2676144"/>
                </a:lnTo>
                <a:lnTo>
                  <a:pt x="666000" y="2682240"/>
                </a:lnTo>
                <a:lnTo>
                  <a:pt x="670572" y="2689860"/>
                </a:lnTo>
                <a:lnTo>
                  <a:pt x="679716" y="2691384"/>
                </a:lnTo>
                <a:lnTo>
                  <a:pt x="685812" y="2688336"/>
                </a:lnTo>
                <a:lnTo>
                  <a:pt x="769073" y="2639568"/>
                </a:lnTo>
                <a:lnTo>
                  <a:pt x="792492" y="2625852"/>
                </a:lnTo>
                <a:close/>
              </a:path>
              <a:path w="2772410" h="3333115">
                <a:moveTo>
                  <a:pt x="792492" y="1972056"/>
                </a:moveTo>
                <a:lnTo>
                  <a:pt x="80543" y="1972056"/>
                </a:lnTo>
                <a:lnTo>
                  <a:pt x="121932" y="1947672"/>
                </a:lnTo>
                <a:lnTo>
                  <a:pt x="128028" y="1944624"/>
                </a:lnTo>
                <a:lnTo>
                  <a:pt x="131076" y="1935480"/>
                </a:lnTo>
                <a:lnTo>
                  <a:pt x="126504" y="1929384"/>
                </a:lnTo>
                <a:lnTo>
                  <a:pt x="123456" y="1921764"/>
                </a:lnTo>
                <a:lnTo>
                  <a:pt x="114312" y="1920240"/>
                </a:lnTo>
                <a:lnTo>
                  <a:pt x="108216" y="1923288"/>
                </a:lnTo>
                <a:lnTo>
                  <a:pt x="12" y="1985772"/>
                </a:lnTo>
                <a:lnTo>
                  <a:pt x="108216" y="2048256"/>
                </a:lnTo>
                <a:lnTo>
                  <a:pt x="114312" y="2052828"/>
                </a:lnTo>
                <a:lnTo>
                  <a:pt x="123456" y="2049780"/>
                </a:lnTo>
                <a:lnTo>
                  <a:pt x="126504" y="2043684"/>
                </a:lnTo>
                <a:lnTo>
                  <a:pt x="131076" y="2036064"/>
                </a:lnTo>
                <a:lnTo>
                  <a:pt x="128028" y="2026920"/>
                </a:lnTo>
                <a:lnTo>
                  <a:pt x="121932" y="2023872"/>
                </a:lnTo>
                <a:lnTo>
                  <a:pt x="80543" y="1999488"/>
                </a:lnTo>
                <a:lnTo>
                  <a:pt x="792492" y="1999488"/>
                </a:lnTo>
                <a:lnTo>
                  <a:pt x="792492" y="1972056"/>
                </a:lnTo>
                <a:close/>
              </a:path>
              <a:path w="2772410" h="3333115">
                <a:moveTo>
                  <a:pt x="792492" y="1345679"/>
                </a:moveTo>
                <a:lnTo>
                  <a:pt x="769073" y="1331963"/>
                </a:lnTo>
                <a:lnTo>
                  <a:pt x="685812" y="1283195"/>
                </a:lnTo>
                <a:lnTo>
                  <a:pt x="679716" y="1280147"/>
                </a:lnTo>
                <a:lnTo>
                  <a:pt x="670572" y="1281671"/>
                </a:lnTo>
                <a:lnTo>
                  <a:pt x="666000" y="1289291"/>
                </a:lnTo>
                <a:lnTo>
                  <a:pt x="662952" y="1295387"/>
                </a:lnTo>
                <a:lnTo>
                  <a:pt x="664476" y="1304531"/>
                </a:lnTo>
                <a:lnTo>
                  <a:pt x="672096" y="1309103"/>
                </a:lnTo>
                <a:lnTo>
                  <a:pt x="712089" y="1331963"/>
                </a:lnTo>
                <a:lnTo>
                  <a:pt x="0" y="1331963"/>
                </a:lnTo>
                <a:lnTo>
                  <a:pt x="0" y="1360919"/>
                </a:lnTo>
                <a:lnTo>
                  <a:pt x="710882" y="1360919"/>
                </a:lnTo>
                <a:lnTo>
                  <a:pt x="672096" y="1383779"/>
                </a:lnTo>
                <a:lnTo>
                  <a:pt x="664476" y="1388351"/>
                </a:lnTo>
                <a:lnTo>
                  <a:pt x="662952" y="1395971"/>
                </a:lnTo>
                <a:lnTo>
                  <a:pt x="666000" y="1403591"/>
                </a:lnTo>
                <a:lnTo>
                  <a:pt x="670572" y="1409687"/>
                </a:lnTo>
                <a:lnTo>
                  <a:pt x="679716" y="1412735"/>
                </a:lnTo>
                <a:lnTo>
                  <a:pt x="685812" y="1408163"/>
                </a:lnTo>
                <a:lnTo>
                  <a:pt x="766470" y="1360919"/>
                </a:lnTo>
                <a:lnTo>
                  <a:pt x="792492" y="1345679"/>
                </a:lnTo>
                <a:close/>
              </a:path>
              <a:path w="2772410" h="3333115">
                <a:moveTo>
                  <a:pt x="792492" y="691883"/>
                </a:moveTo>
                <a:lnTo>
                  <a:pt x="83134" y="691883"/>
                </a:lnTo>
                <a:lnTo>
                  <a:pt x="121932" y="669023"/>
                </a:lnTo>
                <a:lnTo>
                  <a:pt x="128028" y="664451"/>
                </a:lnTo>
                <a:lnTo>
                  <a:pt x="131076" y="655307"/>
                </a:lnTo>
                <a:lnTo>
                  <a:pt x="126504" y="649211"/>
                </a:lnTo>
                <a:lnTo>
                  <a:pt x="123456" y="641591"/>
                </a:lnTo>
                <a:lnTo>
                  <a:pt x="114312" y="640067"/>
                </a:lnTo>
                <a:lnTo>
                  <a:pt x="108216" y="644639"/>
                </a:lnTo>
                <a:lnTo>
                  <a:pt x="12" y="705599"/>
                </a:lnTo>
                <a:lnTo>
                  <a:pt x="108216" y="768083"/>
                </a:lnTo>
                <a:lnTo>
                  <a:pt x="114312" y="772655"/>
                </a:lnTo>
                <a:lnTo>
                  <a:pt x="123456" y="769607"/>
                </a:lnTo>
                <a:lnTo>
                  <a:pt x="126504" y="763511"/>
                </a:lnTo>
                <a:lnTo>
                  <a:pt x="131076" y="757415"/>
                </a:lnTo>
                <a:lnTo>
                  <a:pt x="128028" y="748271"/>
                </a:lnTo>
                <a:lnTo>
                  <a:pt x="121932" y="743699"/>
                </a:lnTo>
                <a:lnTo>
                  <a:pt x="83134" y="720839"/>
                </a:lnTo>
                <a:lnTo>
                  <a:pt x="792492" y="720839"/>
                </a:lnTo>
                <a:lnTo>
                  <a:pt x="792492" y="691883"/>
                </a:lnTo>
                <a:close/>
              </a:path>
              <a:path w="2772410" h="3333115">
                <a:moveTo>
                  <a:pt x="792492" y="67056"/>
                </a:moveTo>
                <a:lnTo>
                  <a:pt x="766470" y="51816"/>
                </a:lnTo>
                <a:lnTo>
                  <a:pt x="685812" y="4572"/>
                </a:lnTo>
                <a:lnTo>
                  <a:pt x="679716" y="0"/>
                </a:lnTo>
                <a:lnTo>
                  <a:pt x="670572" y="3048"/>
                </a:lnTo>
                <a:lnTo>
                  <a:pt x="666000" y="9144"/>
                </a:lnTo>
                <a:lnTo>
                  <a:pt x="662952" y="16764"/>
                </a:lnTo>
                <a:lnTo>
                  <a:pt x="664476" y="24384"/>
                </a:lnTo>
                <a:lnTo>
                  <a:pt x="672096" y="28956"/>
                </a:lnTo>
                <a:lnTo>
                  <a:pt x="710882" y="51816"/>
                </a:lnTo>
                <a:lnTo>
                  <a:pt x="0" y="51816"/>
                </a:lnTo>
                <a:lnTo>
                  <a:pt x="0" y="80772"/>
                </a:lnTo>
                <a:lnTo>
                  <a:pt x="712089" y="80772"/>
                </a:lnTo>
                <a:lnTo>
                  <a:pt x="672096" y="103632"/>
                </a:lnTo>
                <a:lnTo>
                  <a:pt x="664476" y="108204"/>
                </a:lnTo>
                <a:lnTo>
                  <a:pt x="662952" y="117348"/>
                </a:lnTo>
                <a:lnTo>
                  <a:pt x="666000" y="123444"/>
                </a:lnTo>
                <a:lnTo>
                  <a:pt x="670572" y="131064"/>
                </a:lnTo>
                <a:lnTo>
                  <a:pt x="679716" y="132588"/>
                </a:lnTo>
                <a:lnTo>
                  <a:pt x="685812" y="129540"/>
                </a:lnTo>
                <a:lnTo>
                  <a:pt x="769073" y="80772"/>
                </a:lnTo>
                <a:lnTo>
                  <a:pt x="792492" y="67056"/>
                </a:lnTo>
                <a:close/>
              </a:path>
              <a:path w="2772410" h="3333115">
                <a:moveTo>
                  <a:pt x="2758440" y="1347216"/>
                </a:moveTo>
                <a:lnTo>
                  <a:pt x="2735034" y="1333500"/>
                </a:lnTo>
                <a:lnTo>
                  <a:pt x="2651760" y="1284732"/>
                </a:lnTo>
                <a:lnTo>
                  <a:pt x="2644140" y="1281684"/>
                </a:lnTo>
                <a:lnTo>
                  <a:pt x="2636520" y="1283208"/>
                </a:lnTo>
                <a:lnTo>
                  <a:pt x="2631948" y="1290828"/>
                </a:lnTo>
                <a:lnTo>
                  <a:pt x="2627376" y="1296924"/>
                </a:lnTo>
                <a:lnTo>
                  <a:pt x="2630424" y="1306068"/>
                </a:lnTo>
                <a:lnTo>
                  <a:pt x="2636520" y="1310640"/>
                </a:lnTo>
                <a:lnTo>
                  <a:pt x="2677249" y="1333500"/>
                </a:lnTo>
                <a:lnTo>
                  <a:pt x="1965960" y="1333500"/>
                </a:lnTo>
                <a:lnTo>
                  <a:pt x="1965960" y="1362456"/>
                </a:lnTo>
                <a:lnTo>
                  <a:pt x="2675991" y="1362456"/>
                </a:lnTo>
                <a:lnTo>
                  <a:pt x="2636520" y="1385316"/>
                </a:lnTo>
                <a:lnTo>
                  <a:pt x="2630424" y="1389888"/>
                </a:lnTo>
                <a:lnTo>
                  <a:pt x="2627376" y="1397508"/>
                </a:lnTo>
                <a:lnTo>
                  <a:pt x="2631948" y="1405128"/>
                </a:lnTo>
                <a:lnTo>
                  <a:pt x="2636520" y="1411224"/>
                </a:lnTo>
                <a:lnTo>
                  <a:pt x="2644140" y="1414272"/>
                </a:lnTo>
                <a:lnTo>
                  <a:pt x="2651760" y="1409700"/>
                </a:lnTo>
                <a:lnTo>
                  <a:pt x="2732430" y="1362456"/>
                </a:lnTo>
                <a:lnTo>
                  <a:pt x="2758440" y="1347216"/>
                </a:lnTo>
                <a:close/>
              </a:path>
              <a:path w="2772410" h="3333115">
                <a:moveTo>
                  <a:pt x="2758452" y="1973567"/>
                </a:moveTo>
                <a:lnTo>
                  <a:pt x="2045766" y="1973567"/>
                </a:lnTo>
                <a:lnTo>
                  <a:pt x="2087880" y="1949183"/>
                </a:lnTo>
                <a:lnTo>
                  <a:pt x="2093976" y="1946135"/>
                </a:lnTo>
                <a:lnTo>
                  <a:pt x="2097024" y="1936991"/>
                </a:lnTo>
                <a:lnTo>
                  <a:pt x="2092464" y="1930895"/>
                </a:lnTo>
                <a:lnTo>
                  <a:pt x="2087880" y="1923275"/>
                </a:lnTo>
                <a:lnTo>
                  <a:pt x="2080272" y="1921751"/>
                </a:lnTo>
                <a:lnTo>
                  <a:pt x="2072640" y="1924799"/>
                </a:lnTo>
                <a:lnTo>
                  <a:pt x="1965972" y="1987283"/>
                </a:lnTo>
                <a:lnTo>
                  <a:pt x="2072640" y="2049767"/>
                </a:lnTo>
                <a:lnTo>
                  <a:pt x="2080272" y="2054339"/>
                </a:lnTo>
                <a:lnTo>
                  <a:pt x="2087880" y="2051291"/>
                </a:lnTo>
                <a:lnTo>
                  <a:pt x="2092464" y="2045195"/>
                </a:lnTo>
                <a:lnTo>
                  <a:pt x="2097024" y="2037575"/>
                </a:lnTo>
                <a:lnTo>
                  <a:pt x="2093976" y="2028431"/>
                </a:lnTo>
                <a:lnTo>
                  <a:pt x="2087880" y="2025383"/>
                </a:lnTo>
                <a:lnTo>
                  <a:pt x="2045766" y="2000999"/>
                </a:lnTo>
                <a:lnTo>
                  <a:pt x="2758452" y="2000999"/>
                </a:lnTo>
                <a:lnTo>
                  <a:pt x="2758452" y="1973567"/>
                </a:lnTo>
                <a:close/>
              </a:path>
              <a:path w="2772410" h="3333115">
                <a:moveTo>
                  <a:pt x="2772156" y="3267456"/>
                </a:moveTo>
                <a:lnTo>
                  <a:pt x="2746146" y="3252216"/>
                </a:lnTo>
                <a:lnTo>
                  <a:pt x="2665476" y="3204972"/>
                </a:lnTo>
                <a:lnTo>
                  <a:pt x="2659380" y="3200400"/>
                </a:lnTo>
                <a:lnTo>
                  <a:pt x="2650236" y="3203448"/>
                </a:lnTo>
                <a:lnTo>
                  <a:pt x="2645664" y="3209544"/>
                </a:lnTo>
                <a:lnTo>
                  <a:pt x="2642616" y="3217164"/>
                </a:lnTo>
                <a:lnTo>
                  <a:pt x="2644140" y="3224784"/>
                </a:lnTo>
                <a:lnTo>
                  <a:pt x="2651760" y="3229356"/>
                </a:lnTo>
                <a:lnTo>
                  <a:pt x="2690545" y="3252216"/>
                </a:lnTo>
                <a:lnTo>
                  <a:pt x="1979676" y="3252216"/>
                </a:lnTo>
                <a:lnTo>
                  <a:pt x="1979676" y="3281172"/>
                </a:lnTo>
                <a:lnTo>
                  <a:pt x="2691752" y="3281172"/>
                </a:lnTo>
                <a:lnTo>
                  <a:pt x="2651760" y="3304032"/>
                </a:lnTo>
                <a:lnTo>
                  <a:pt x="2644140" y="3308604"/>
                </a:lnTo>
                <a:lnTo>
                  <a:pt x="2642616" y="3317748"/>
                </a:lnTo>
                <a:lnTo>
                  <a:pt x="2645664" y="3323844"/>
                </a:lnTo>
                <a:lnTo>
                  <a:pt x="2650236" y="3331464"/>
                </a:lnTo>
                <a:lnTo>
                  <a:pt x="2659380" y="3332988"/>
                </a:lnTo>
                <a:lnTo>
                  <a:pt x="2665476" y="3329940"/>
                </a:lnTo>
                <a:lnTo>
                  <a:pt x="2748750" y="3281172"/>
                </a:lnTo>
                <a:lnTo>
                  <a:pt x="2772156" y="3267456"/>
                </a:lnTo>
                <a:close/>
              </a:path>
              <a:path w="2772410" h="3333115">
                <a:moveTo>
                  <a:pt x="2772168" y="2613647"/>
                </a:moveTo>
                <a:lnTo>
                  <a:pt x="2060219" y="2613647"/>
                </a:lnTo>
                <a:lnTo>
                  <a:pt x="2101596" y="2589263"/>
                </a:lnTo>
                <a:lnTo>
                  <a:pt x="2107692" y="2586215"/>
                </a:lnTo>
                <a:lnTo>
                  <a:pt x="2110740" y="2577071"/>
                </a:lnTo>
                <a:lnTo>
                  <a:pt x="2106180" y="2569451"/>
                </a:lnTo>
                <a:lnTo>
                  <a:pt x="2103132" y="2563355"/>
                </a:lnTo>
                <a:lnTo>
                  <a:pt x="2093988" y="2560307"/>
                </a:lnTo>
                <a:lnTo>
                  <a:pt x="2087892" y="2564879"/>
                </a:lnTo>
                <a:lnTo>
                  <a:pt x="1979688" y="2627363"/>
                </a:lnTo>
                <a:lnTo>
                  <a:pt x="2087892" y="2689847"/>
                </a:lnTo>
                <a:lnTo>
                  <a:pt x="2093988" y="2692895"/>
                </a:lnTo>
                <a:lnTo>
                  <a:pt x="2103132" y="2691371"/>
                </a:lnTo>
                <a:lnTo>
                  <a:pt x="2106180" y="2683751"/>
                </a:lnTo>
                <a:lnTo>
                  <a:pt x="2110740" y="2677655"/>
                </a:lnTo>
                <a:lnTo>
                  <a:pt x="2107692" y="2668511"/>
                </a:lnTo>
                <a:lnTo>
                  <a:pt x="2101596" y="2665463"/>
                </a:lnTo>
                <a:lnTo>
                  <a:pt x="2060219" y="2641079"/>
                </a:lnTo>
                <a:lnTo>
                  <a:pt x="2772168" y="2641079"/>
                </a:lnTo>
                <a:lnTo>
                  <a:pt x="2772168" y="2613647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926360" y="3222709"/>
            <a:ext cx="12122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(a)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greater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26360" y="3832385"/>
            <a:ext cx="8578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(b)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less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26360" y="4441937"/>
            <a:ext cx="15481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(c)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cannot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tell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26360" y="5051613"/>
            <a:ext cx="15608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(d) cannot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tell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26360" y="5661165"/>
            <a:ext cx="12122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(e)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greater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26360" y="6270716"/>
            <a:ext cx="7867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(f)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less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171688" y="3445002"/>
            <a:ext cx="600710" cy="0"/>
          </a:xfrm>
          <a:custGeom>
            <a:avLst/>
            <a:gdLst/>
            <a:ahLst/>
            <a:cxnLst/>
            <a:rect l="l" t="t" r="r" b="b"/>
            <a:pathLst>
              <a:path w="600709">
                <a:moveTo>
                  <a:pt x="0" y="0"/>
                </a:moveTo>
                <a:lnTo>
                  <a:pt x="600456" y="0"/>
                </a:lnTo>
              </a:path>
            </a:pathLst>
          </a:custGeom>
          <a:ln w="112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399780" y="3118142"/>
            <a:ext cx="139700" cy="299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0" dirty="0">
                <a:latin typeface="Microsoft Sans Serif"/>
                <a:cs typeface="Microsoft Sans Serif"/>
              </a:rPr>
              <a:t>v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663688" y="3261398"/>
            <a:ext cx="467359" cy="299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70" dirty="0">
                <a:latin typeface="Microsoft Sans Serif"/>
                <a:cs typeface="Microsoft Sans Serif"/>
              </a:rPr>
              <a:t>f</a:t>
            </a:r>
            <a:r>
              <a:rPr sz="2700" spc="104" baseline="3086" dirty="0">
                <a:latin typeface="Cambria"/>
                <a:cs typeface="Cambria"/>
              </a:rPr>
              <a:t>'</a:t>
            </a:r>
            <a:r>
              <a:rPr sz="2700" spc="37" baseline="3086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=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-50" dirty="0">
                <a:latin typeface="Microsoft Sans Serif"/>
                <a:cs typeface="Microsoft Sans Serif"/>
              </a:rPr>
              <a:t>f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161019" y="4037838"/>
            <a:ext cx="604520" cy="0"/>
          </a:xfrm>
          <a:custGeom>
            <a:avLst/>
            <a:gdLst/>
            <a:ahLst/>
            <a:cxnLst/>
            <a:rect l="l" t="t" r="r" b="b"/>
            <a:pathLst>
              <a:path w="604520">
                <a:moveTo>
                  <a:pt x="0" y="0"/>
                </a:moveTo>
                <a:lnTo>
                  <a:pt x="604075" y="0"/>
                </a:lnTo>
              </a:path>
            </a:pathLst>
          </a:custGeom>
          <a:ln w="112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8147303" y="3439706"/>
            <a:ext cx="629285" cy="57086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57175" marR="30480" indent="-219710">
              <a:lnSpc>
                <a:spcPts val="2140"/>
              </a:lnSpc>
              <a:spcBef>
                <a:spcPts val="180"/>
              </a:spcBef>
            </a:pPr>
            <a:r>
              <a:rPr sz="1800" dirty="0">
                <a:latin typeface="Microsoft Sans Serif"/>
                <a:cs typeface="Microsoft Sans Serif"/>
              </a:rPr>
              <a:t>v</a:t>
            </a:r>
            <a:r>
              <a:rPr sz="1800" spc="-65" dirty="0">
                <a:latin typeface="Microsoft Sans Serif"/>
                <a:cs typeface="Microsoft Sans Serif"/>
              </a:rPr>
              <a:t> </a:t>
            </a:r>
            <a:r>
              <a:rPr sz="1800" spc="80" dirty="0">
                <a:latin typeface="Cambria"/>
                <a:cs typeface="Cambria"/>
              </a:rPr>
              <a:t>–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spc="25" dirty="0">
                <a:latin typeface="Microsoft Sans Serif"/>
                <a:cs typeface="Microsoft Sans Serif"/>
              </a:rPr>
              <a:t>v</a:t>
            </a:r>
            <a:r>
              <a:rPr sz="1500" spc="37" baseline="-27777" dirty="0">
                <a:latin typeface="Microsoft Sans Serif"/>
                <a:cs typeface="Microsoft Sans Serif"/>
              </a:rPr>
              <a:t>S </a:t>
            </a:r>
            <a:r>
              <a:rPr sz="1800" spc="-50" dirty="0">
                <a:latin typeface="Microsoft Sans Serif"/>
                <a:cs typeface="Microsoft Sans Serif"/>
              </a:rPr>
              <a:t>v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653019" y="3854234"/>
            <a:ext cx="467359" cy="299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70" dirty="0">
                <a:latin typeface="Microsoft Sans Serif"/>
                <a:cs typeface="Microsoft Sans Serif"/>
              </a:rPr>
              <a:t>f</a:t>
            </a:r>
            <a:r>
              <a:rPr sz="2700" spc="104" baseline="3086" dirty="0">
                <a:latin typeface="Cambria"/>
                <a:cs typeface="Cambria"/>
              </a:rPr>
              <a:t>'</a:t>
            </a:r>
            <a:r>
              <a:rPr sz="2700" spc="37" baseline="3086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=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-50" dirty="0">
                <a:latin typeface="Microsoft Sans Serif"/>
                <a:cs typeface="Microsoft Sans Serif"/>
              </a:rPr>
              <a:t>f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136635" y="4032543"/>
            <a:ext cx="633730" cy="299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dirty="0">
                <a:latin typeface="Microsoft Sans Serif"/>
                <a:cs typeface="Microsoft Sans Serif"/>
              </a:rPr>
              <a:t>v</a:t>
            </a:r>
            <a:r>
              <a:rPr sz="1800" spc="-7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Cambria"/>
                <a:cs typeface="Cambria"/>
              </a:rPr>
              <a:t>+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spc="30" dirty="0">
                <a:latin typeface="Microsoft Sans Serif"/>
                <a:cs typeface="Microsoft Sans Serif"/>
              </a:rPr>
              <a:t>v</a:t>
            </a:r>
            <a:r>
              <a:rPr sz="1500" spc="44" baseline="-27777" dirty="0">
                <a:latin typeface="Microsoft Sans Serif"/>
                <a:cs typeface="Microsoft Sans Serif"/>
              </a:rPr>
              <a:t>S</a:t>
            </a:r>
            <a:endParaRPr sz="1500" baseline="-27777">
              <a:latin typeface="Microsoft Sans Serif"/>
              <a:cs typeface="Microsoft Sans Serif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161019" y="4672965"/>
            <a:ext cx="603250" cy="0"/>
          </a:xfrm>
          <a:custGeom>
            <a:avLst/>
            <a:gdLst/>
            <a:ahLst/>
            <a:cxnLst/>
            <a:rect l="l" t="t" r="r" b="b"/>
            <a:pathLst>
              <a:path w="603250">
                <a:moveTo>
                  <a:pt x="0" y="0"/>
                </a:moveTo>
                <a:lnTo>
                  <a:pt x="602837" y="0"/>
                </a:lnTo>
              </a:path>
            </a:pathLst>
          </a:custGeom>
          <a:ln w="112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627619" y="4341638"/>
            <a:ext cx="114236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700" spc="104" baseline="-35493" dirty="0">
                <a:latin typeface="Microsoft Sans Serif"/>
                <a:cs typeface="Microsoft Sans Serif"/>
              </a:rPr>
              <a:t>f</a:t>
            </a:r>
            <a:r>
              <a:rPr sz="2700" spc="104" baseline="-32407" dirty="0">
                <a:latin typeface="Cambria"/>
                <a:cs typeface="Cambria"/>
              </a:rPr>
              <a:t>'</a:t>
            </a:r>
            <a:r>
              <a:rPr sz="2700" spc="37" baseline="-32407" dirty="0">
                <a:latin typeface="Cambria"/>
                <a:cs typeface="Cambria"/>
              </a:rPr>
              <a:t> </a:t>
            </a:r>
            <a:r>
              <a:rPr sz="2700" baseline="-35493" dirty="0">
                <a:latin typeface="Cambria"/>
                <a:cs typeface="Cambria"/>
              </a:rPr>
              <a:t>=</a:t>
            </a:r>
            <a:r>
              <a:rPr sz="2700" spc="120" baseline="-35493" dirty="0">
                <a:latin typeface="Cambria"/>
                <a:cs typeface="Cambria"/>
              </a:rPr>
              <a:t> </a:t>
            </a:r>
            <a:r>
              <a:rPr sz="2700" baseline="-35493" dirty="0">
                <a:latin typeface="Microsoft Sans Serif"/>
                <a:cs typeface="Microsoft Sans Serif"/>
              </a:rPr>
              <a:t>f</a:t>
            </a:r>
            <a:r>
              <a:rPr sz="2700" spc="60" baseline="-35493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</a:t>
            </a:r>
            <a:r>
              <a:rPr sz="1800" spc="-65" dirty="0">
                <a:latin typeface="Microsoft Sans Serif"/>
                <a:cs typeface="Microsoft Sans Serif"/>
              </a:rPr>
              <a:t> </a:t>
            </a:r>
            <a:r>
              <a:rPr sz="1800" spc="80" dirty="0">
                <a:latin typeface="Cambria"/>
                <a:cs typeface="Cambria"/>
              </a:rPr>
              <a:t>–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v</a:t>
            </a:r>
            <a:r>
              <a:rPr sz="1500" spc="-37" baseline="-27777" dirty="0">
                <a:latin typeface="Microsoft Sans Serif"/>
                <a:cs typeface="Microsoft Sans Serif"/>
              </a:rPr>
              <a:t>D</a:t>
            </a:r>
            <a:endParaRPr sz="1500" baseline="-27777">
              <a:latin typeface="Microsoft Sans Serif"/>
              <a:cs typeface="Microsoft Sans Serif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138159" y="4667774"/>
            <a:ext cx="62928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dirty="0">
                <a:latin typeface="Microsoft Sans Serif"/>
                <a:cs typeface="Microsoft Sans Serif"/>
              </a:rPr>
              <a:t>v</a:t>
            </a:r>
            <a:r>
              <a:rPr sz="1800" spc="-65" dirty="0">
                <a:latin typeface="Microsoft Sans Serif"/>
                <a:cs typeface="Microsoft Sans Serif"/>
              </a:rPr>
              <a:t> </a:t>
            </a:r>
            <a:r>
              <a:rPr sz="1800" spc="80" dirty="0">
                <a:latin typeface="Cambria"/>
                <a:cs typeface="Cambria"/>
              </a:rPr>
              <a:t>–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v</a:t>
            </a:r>
            <a:r>
              <a:rPr sz="1500" spc="-37" baseline="-27777" dirty="0">
                <a:latin typeface="Microsoft Sans Serif"/>
                <a:cs typeface="Microsoft Sans Serif"/>
              </a:rPr>
              <a:t>S</a:t>
            </a:r>
            <a:endParaRPr sz="1500" baseline="-27777">
              <a:latin typeface="Microsoft Sans Serif"/>
              <a:cs typeface="Microsoft Sans Serif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161019" y="5313045"/>
            <a:ext cx="607060" cy="0"/>
          </a:xfrm>
          <a:custGeom>
            <a:avLst/>
            <a:gdLst/>
            <a:ahLst/>
            <a:cxnLst/>
            <a:rect l="l" t="t" r="r" b="b"/>
            <a:pathLst>
              <a:path w="607059">
                <a:moveTo>
                  <a:pt x="0" y="0"/>
                </a:moveTo>
                <a:lnTo>
                  <a:pt x="606456" y="0"/>
                </a:lnTo>
              </a:path>
            </a:pathLst>
          </a:custGeom>
          <a:ln w="112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627619" y="4981718"/>
            <a:ext cx="114554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700" spc="104" baseline="-35493" dirty="0">
                <a:latin typeface="Microsoft Sans Serif"/>
                <a:cs typeface="Microsoft Sans Serif"/>
              </a:rPr>
              <a:t>f</a:t>
            </a:r>
            <a:r>
              <a:rPr sz="2700" spc="104" baseline="-32407" dirty="0">
                <a:latin typeface="Cambria"/>
                <a:cs typeface="Cambria"/>
              </a:rPr>
              <a:t>'</a:t>
            </a:r>
            <a:r>
              <a:rPr sz="2700" spc="37" baseline="-32407" dirty="0">
                <a:latin typeface="Cambria"/>
                <a:cs typeface="Cambria"/>
              </a:rPr>
              <a:t> </a:t>
            </a:r>
            <a:r>
              <a:rPr sz="2700" baseline="-35493" dirty="0">
                <a:latin typeface="Cambria"/>
                <a:cs typeface="Cambria"/>
              </a:rPr>
              <a:t>=</a:t>
            </a:r>
            <a:r>
              <a:rPr sz="2700" spc="112" baseline="-35493" dirty="0">
                <a:latin typeface="Cambria"/>
                <a:cs typeface="Cambria"/>
              </a:rPr>
              <a:t> </a:t>
            </a:r>
            <a:r>
              <a:rPr sz="2700" baseline="-35493" dirty="0">
                <a:latin typeface="Microsoft Sans Serif"/>
                <a:cs typeface="Microsoft Sans Serif"/>
              </a:rPr>
              <a:t>f</a:t>
            </a:r>
            <a:r>
              <a:rPr sz="2700" spc="44" baseline="-35493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</a:t>
            </a:r>
            <a:r>
              <a:rPr sz="1800" spc="-6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Cambria"/>
                <a:cs typeface="Cambria"/>
              </a:rPr>
              <a:t>+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v</a:t>
            </a:r>
            <a:r>
              <a:rPr sz="1500" spc="-37" baseline="-27777" dirty="0">
                <a:latin typeface="Microsoft Sans Serif"/>
                <a:cs typeface="Microsoft Sans Serif"/>
              </a:rPr>
              <a:t>D</a:t>
            </a:r>
            <a:endParaRPr sz="1500" baseline="-27777">
              <a:latin typeface="Microsoft Sans Serif"/>
              <a:cs typeface="Microsoft Sans Serif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138159" y="5307854"/>
            <a:ext cx="63373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dirty="0">
                <a:latin typeface="Microsoft Sans Serif"/>
                <a:cs typeface="Microsoft Sans Serif"/>
              </a:rPr>
              <a:t>v</a:t>
            </a:r>
            <a:r>
              <a:rPr sz="1800" spc="-7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Cambria"/>
                <a:cs typeface="Cambria"/>
              </a:rPr>
              <a:t>+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spc="30" dirty="0">
                <a:latin typeface="Microsoft Sans Serif"/>
                <a:cs typeface="Microsoft Sans Serif"/>
              </a:rPr>
              <a:t>v</a:t>
            </a:r>
            <a:r>
              <a:rPr sz="1500" spc="44" baseline="-27777" dirty="0">
                <a:latin typeface="Microsoft Sans Serif"/>
                <a:cs typeface="Microsoft Sans Serif"/>
              </a:rPr>
              <a:t>S</a:t>
            </a:r>
            <a:endParaRPr sz="1500" baseline="-27777">
              <a:latin typeface="Microsoft Sans Serif"/>
              <a:cs typeface="Microsoft Sans Serif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8171688" y="5978271"/>
            <a:ext cx="607060" cy="0"/>
          </a:xfrm>
          <a:custGeom>
            <a:avLst/>
            <a:gdLst/>
            <a:ahLst/>
            <a:cxnLst/>
            <a:rect l="l" t="t" r="r" b="b"/>
            <a:pathLst>
              <a:path w="607059">
                <a:moveTo>
                  <a:pt x="0" y="0"/>
                </a:moveTo>
                <a:lnTo>
                  <a:pt x="606457" y="0"/>
                </a:lnTo>
              </a:path>
            </a:pathLst>
          </a:custGeom>
          <a:ln w="112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7638288" y="5794532"/>
            <a:ext cx="1145540" cy="299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800" spc="70" dirty="0">
                <a:latin typeface="Microsoft Sans Serif"/>
                <a:cs typeface="Microsoft Sans Serif"/>
              </a:rPr>
              <a:t>f</a:t>
            </a:r>
            <a:r>
              <a:rPr sz="2700" spc="104" baseline="3086" dirty="0">
                <a:latin typeface="Cambria"/>
                <a:cs typeface="Cambria"/>
              </a:rPr>
              <a:t>'</a:t>
            </a:r>
            <a:r>
              <a:rPr sz="2700" spc="37" baseline="3086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=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2700" baseline="35493" dirty="0">
                <a:latin typeface="Microsoft Sans Serif"/>
                <a:cs typeface="Microsoft Sans Serif"/>
              </a:rPr>
              <a:t>v</a:t>
            </a:r>
            <a:r>
              <a:rPr sz="2700" spc="-97" baseline="35493" dirty="0">
                <a:latin typeface="Microsoft Sans Serif"/>
                <a:cs typeface="Microsoft Sans Serif"/>
              </a:rPr>
              <a:t> </a:t>
            </a:r>
            <a:r>
              <a:rPr sz="2700" baseline="35493" dirty="0">
                <a:latin typeface="Cambria"/>
                <a:cs typeface="Cambria"/>
              </a:rPr>
              <a:t>+</a:t>
            </a:r>
            <a:r>
              <a:rPr sz="2700" spc="-7" baseline="35493" dirty="0">
                <a:latin typeface="Cambria"/>
                <a:cs typeface="Cambria"/>
              </a:rPr>
              <a:t> </a:t>
            </a:r>
            <a:r>
              <a:rPr sz="2700" spc="-37" baseline="35493" dirty="0">
                <a:latin typeface="Microsoft Sans Serif"/>
                <a:cs typeface="Microsoft Sans Serif"/>
              </a:rPr>
              <a:t>v</a:t>
            </a:r>
            <a:r>
              <a:rPr sz="1500" spc="-37" baseline="36111" dirty="0">
                <a:latin typeface="Microsoft Sans Serif"/>
                <a:cs typeface="Microsoft Sans Serif"/>
              </a:rPr>
              <a:t>D</a:t>
            </a:r>
            <a:endParaRPr sz="1500" baseline="36111">
              <a:latin typeface="Microsoft Sans Serif"/>
              <a:cs typeface="Microsoft Sans Serif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150352" y="5972840"/>
            <a:ext cx="629285" cy="299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800" dirty="0">
                <a:latin typeface="Microsoft Sans Serif"/>
                <a:cs typeface="Microsoft Sans Serif"/>
              </a:rPr>
              <a:t>v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spc="80" dirty="0">
                <a:latin typeface="Cambria"/>
                <a:cs typeface="Cambria"/>
              </a:rPr>
              <a:t>–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spc="25" dirty="0">
                <a:latin typeface="Microsoft Sans Serif"/>
                <a:cs typeface="Microsoft Sans Serif"/>
              </a:rPr>
              <a:t>v</a:t>
            </a:r>
            <a:r>
              <a:rPr sz="1500" spc="37" baseline="-27777" dirty="0">
                <a:latin typeface="Microsoft Sans Serif"/>
                <a:cs typeface="Microsoft Sans Serif"/>
              </a:rPr>
              <a:t>S</a:t>
            </a:r>
            <a:endParaRPr sz="1500" baseline="-27777">
              <a:latin typeface="Microsoft Sans Serif"/>
              <a:cs typeface="Microsoft Sans Serif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8161019" y="6571869"/>
            <a:ext cx="604520" cy="0"/>
          </a:xfrm>
          <a:custGeom>
            <a:avLst/>
            <a:gdLst/>
            <a:ahLst/>
            <a:cxnLst/>
            <a:rect l="l" t="t" r="r" b="b"/>
            <a:pathLst>
              <a:path w="604520">
                <a:moveTo>
                  <a:pt x="0" y="0"/>
                </a:moveTo>
                <a:lnTo>
                  <a:pt x="604075" y="0"/>
                </a:lnTo>
              </a:path>
            </a:pathLst>
          </a:custGeom>
          <a:ln w="112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7627619" y="6240542"/>
            <a:ext cx="114236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700" spc="104" baseline="-35493" dirty="0">
                <a:latin typeface="Microsoft Sans Serif"/>
                <a:cs typeface="Microsoft Sans Serif"/>
              </a:rPr>
              <a:t>f</a:t>
            </a:r>
            <a:r>
              <a:rPr sz="2700" spc="104" baseline="-32407" dirty="0">
                <a:latin typeface="Cambria"/>
                <a:cs typeface="Cambria"/>
              </a:rPr>
              <a:t>'</a:t>
            </a:r>
            <a:r>
              <a:rPr sz="2700" spc="37" baseline="-32407" dirty="0">
                <a:latin typeface="Cambria"/>
                <a:cs typeface="Cambria"/>
              </a:rPr>
              <a:t> </a:t>
            </a:r>
            <a:r>
              <a:rPr sz="2700" baseline="-35493" dirty="0">
                <a:latin typeface="Cambria"/>
                <a:cs typeface="Cambria"/>
              </a:rPr>
              <a:t>=</a:t>
            </a:r>
            <a:r>
              <a:rPr sz="2700" spc="120" baseline="-35493" dirty="0">
                <a:latin typeface="Cambria"/>
                <a:cs typeface="Cambria"/>
              </a:rPr>
              <a:t> </a:t>
            </a:r>
            <a:r>
              <a:rPr sz="2700" baseline="-35493" dirty="0">
                <a:latin typeface="Microsoft Sans Serif"/>
                <a:cs typeface="Microsoft Sans Serif"/>
              </a:rPr>
              <a:t>f</a:t>
            </a:r>
            <a:r>
              <a:rPr sz="2700" spc="75" baseline="-35493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</a:t>
            </a:r>
            <a:r>
              <a:rPr sz="1800" spc="-65" dirty="0">
                <a:latin typeface="Microsoft Sans Serif"/>
                <a:cs typeface="Microsoft Sans Serif"/>
              </a:rPr>
              <a:t> </a:t>
            </a:r>
            <a:r>
              <a:rPr sz="1800" spc="80" dirty="0">
                <a:latin typeface="Cambria"/>
                <a:cs typeface="Cambria"/>
              </a:rPr>
              <a:t>–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v</a:t>
            </a:r>
            <a:r>
              <a:rPr sz="1500" spc="-37" baseline="-27777" dirty="0">
                <a:latin typeface="Microsoft Sans Serif"/>
                <a:cs typeface="Microsoft Sans Serif"/>
              </a:rPr>
              <a:t>D</a:t>
            </a:r>
            <a:endParaRPr sz="1500" baseline="-27777">
              <a:latin typeface="Microsoft Sans Serif"/>
              <a:cs typeface="Microsoft Sans Serif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136635" y="6566678"/>
            <a:ext cx="63373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dirty="0">
                <a:latin typeface="Microsoft Sans Serif"/>
                <a:cs typeface="Microsoft Sans Serif"/>
              </a:rPr>
              <a:t>v</a:t>
            </a:r>
            <a:r>
              <a:rPr sz="1800" spc="-7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Cambria"/>
                <a:cs typeface="Cambria"/>
              </a:rPr>
              <a:t>+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spc="30" dirty="0">
                <a:latin typeface="Microsoft Sans Serif"/>
                <a:cs typeface="Microsoft Sans Serif"/>
              </a:rPr>
              <a:t>v</a:t>
            </a:r>
            <a:r>
              <a:rPr sz="1500" spc="44" baseline="-27777" dirty="0">
                <a:latin typeface="Microsoft Sans Serif"/>
                <a:cs typeface="Microsoft Sans Serif"/>
              </a:rPr>
              <a:t>S</a:t>
            </a:r>
            <a:endParaRPr sz="1500" baseline="-27777">
              <a:latin typeface="Microsoft Sans Serif"/>
              <a:cs typeface="Microsoft Sans Serif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557007" y="1671114"/>
            <a:ext cx="626745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50" dirty="0">
                <a:latin typeface="Microsoft Sans Serif"/>
                <a:cs typeface="Microsoft Sans Serif"/>
              </a:rPr>
              <a:t>v</a:t>
            </a:r>
            <a:r>
              <a:rPr sz="2350" spc="-90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Cambria"/>
                <a:cs typeface="Cambria"/>
              </a:rPr>
              <a:t>±</a:t>
            </a:r>
            <a:r>
              <a:rPr sz="2350" spc="-5" dirty="0">
                <a:latin typeface="Cambria"/>
                <a:cs typeface="Cambria"/>
              </a:rPr>
              <a:t> </a:t>
            </a:r>
            <a:r>
              <a:rPr sz="2350" spc="-50" dirty="0">
                <a:latin typeface="Microsoft Sans Serif"/>
                <a:cs typeface="Microsoft Sans Serif"/>
              </a:rPr>
              <a:t>v</a:t>
            </a:r>
            <a:endParaRPr sz="2350">
              <a:latin typeface="Microsoft Sans Serif"/>
              <a:cs typeface="Microsoft Sans Serif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861047" y="1864662"/>
            <a:ext cx="1482090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1317625" algn="l"/>
              </a:tabLst>
            </a:pPr>
            <a:r>
              <a:rPr sz="2350" spc="105" dirty="0">
                <a:latin typeface="Microsoft Sans Serif"/>
                <a:cs typeface="Microsoft Sans Serif"/>
              </a:rPr>
              <a:t>f</a:t>
            </a:r>
            <a:r>
              <a:rPr sz="3525" spc="157" baseline="3546" dirty="0">
                <a:latin typeface="Cambria"/>
                <a:cs typeface="Cambria"/>
              </a:rPr>
              <a:t>' </a:t>
            </a:r>
            <a:r>
              <a:rPr sz="2350" dirty="0">
                <a:latin typeface="Cambria"/>
                <a:cs typeface="Cambria"/>
              </a:rPr>
              <a:t>=</a:t>
            </a:r>
            <a:r>
              <a:rPr sz="2350" spc="220" dirty="0">
                <a:latin typeface="Cambria"/>
                <a:cs typeface="Cambria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f </a:t>
            </a:r>
            <a:r>
              <a:rPr sz="2025" u="sng" baseline="37037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025" u="sng" spc="-75" baseline="37037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D</a:t>
            </a:r>
            <a:endParaRPr sz="2025" baseline="37037">
              <a:latin typeface="Microsoft Sans Serif"/>
              <a:cs typeface="Microsoft Sans Serif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533132" y="2099358"/>
            <a:ext cx="808355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2350" dirty="0">
                <a:latin typeface="Microsoft Sans Serif"/>
                <a:cs typeface="Microsoft Sans Serif"/>
              </a:rPr>
              <a:t>v</a:t>
            </a:r>
            <a:r>
              <a:rPr sz="2350" spc="-90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Cambria"/>
                <a:cs typeface="Cambria"/>
              </a:rPr>
              <a:t>±</a:t>
            </a:r>
            <a:r>
              <a:rPr sz="2350" spc="-5" dirty="0">
                <a:latin typeface="Cambria"/>
                <a:cs typeface="Cambria"/>
              </a:rPr>
              <a:t> </a:t>
            </a:r>
            <a:r>
              <a:rPr sz="2350" spc="35" dirty="0">
                <a:latin typeface="Microsoft Sans Serif"/>
                <a:cs typeface="Microsoft Sans Serif"/>
              </a:rPr>
              <a:t>v</a:t>
            </a:r>
            <a:r>
              <a:rPr sz="2025" spc="52" baseline="-26748" dirty="0">
                <a:latin typeface="Microsoft Sans Serif"/>
                <a:cs typeface="Microsoft Sans Serif"/>
              </a:rPr>
              <a:t>S</a:t>
            </a:r>
            <a:endParaRPr sz="2025" baseline="-26748">
              <a:latin typeface="Microsoft Sans Serif"/>
              <a:cs typeface="Microsoft Sans Serif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pc="-10" dirty="0"/>
              <a:t>17-</a:t>
            </a:r>
            <a:r>
              <a:rPr dirty="0"/>
              <a:t>7</a:t>
            </a:r>
            <a:r>
              <a:rPr spc="-4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Doppler</a:t>
            </a:r>
            <a:r>
              <a:rPr spc="-25" dirty="0"/>
              <a:t> </a:t>
            </a:r>
            <a:r>
              <a:rPr spc="-10" dirty="0"/>
              <a:t>Effect </a:t>
            </a:r>
            <a:r>
              <a:rPr dirty="0">
                <a:solidFill>
                  <a:srgbClr val="E10000"/>
                </a:solidFill>
              </a:rPr>
              <a:t>Checkpoint</a:t>
            </a:r>
            <a:r>
              <a:rPr spc="-95" dirty="0">
                <a:solidFill>
                  <a:srgbClr val="E10000"/>
                </a:solidFill>
              </a:rPr>
              <a:t> </a:t>
            </a:r>
            <a:r>
              <a:rPr spc="-50" dirty="0">
                <a:solidFill>
                  <a:srgbClr val="E10000"/>
                </a:solidFill>
              </a:rPr>
              <a:t>5</a:t>
            </a:r>
          </a:p>
        </p:txBody>
      </p:sp>
      <p:sp>
        <p:nvSpPr>
          <p:cNvPr id="44" name="object 44"/>
          <p:cNvSpPr/>
          <p:nvPr/>
        </p:nvSpPr>
        <p:spPr>
          <a:xfrm>
            <a:off x="792479" y="370331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2852" y="6819900"/>
                </a:moveTo>
                <a:lnTo>
                  <a:pt x="3048" y="6819900"/>
                </a:lnTo>
                <a:lnTo>
                  <a:pt x="0" y="6816851"/>
                </a:lnTo>
                <a:lnTo>
                  <a:pt x="0" y="3048"/>
                </a:lnTo>
                <a:lnTo>
                  <a:pt x="3048" y="0"/>
                </a:lnTo>
                <a:lnTo>
                  <a:pt x="9102852" y="0"/>
                </a:lnTo>
                <a:lnTo>
                  <a:pt x="9105900" y="3048"/>
                </a:lnTo>
                <a:lnTo>
                  <a:pt x="9105900" y="6096"/>
                </a:ln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lnTo>
                  <a:pt x="12192" y="6807708"/>
                </a:lnTo>
                <a:lnTo>
                  <a:pt x="6096" y="6807708"/>
                </a:lnTo>
                <a:lnTo>
                  <a:pt x="12192" y="6813803"/>
                </a:lnTo>
                <a:lnTo>
                  <a:pt x="9105900" y="6813803"/>
                </a:lnTo>
                <a:lnTo>
                  <a:pt x="9105900" y="6816851"/>
                </a:lnTo>
                <a:lnTo>
                  <a:pt x="9102852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close/>
              </a:path>
              <a:path w="9105900" h="6819900">
                <a:moveTo>
                  <a:pt x="9093707" y="12192"/>
                </a:moveTo>
                <a:lnTo>
                  <a:pt x="12192" y="12192"/>
                </a:lnTo>
                <a:lnTo>
                  <a:pt x="12192" y="6096"/>
                </a:lnTo>
                <a:lnTo>
                  <a:pt x="9093707" y="6096"/>
                </a:lnTo>
                <a:lnTo>
                  <a:pt x="9093707" y="12192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9093707" y="6096"/>
                </a:lnTo>
                <a:lnTo>
                  <a:pt x="9099804" y="12192"/>
                </a:lnTo>
                <a:lnTo>
                  <a:pt x="9105900" y="12192"/>
                </a:lnTo>
                <a:lnTo>
                  <a:pt x="9105900" y="6807708"/>
                </a:lnTo>
                <a:lnTo>
                  <a:pt x="9099804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12192"/>
                </a:moveTo>
                <a:lnTo>
                  <a:pt x="9099804" y="12192"/>
                </a:lnTo>
                <a:lnTo>
                  <a:pt x="9093707" y="6096"/>
                </a:lnTo>
                <a:lnTo>
                  <a:pt x="9105900" y="6096"/>
                </a:lnTo>
                <a:lnTo>
                  <a:pt x="9105900" y="12192"/>
                </a:lnTo>
                <a:close/>
              </a:path>
              <a:path w="9105900" h="6819900">
                <a:moveTo>
                  <a:pt x="12192" y="6813803"/>
                </a:moveTo>
                <a:lnTo>
                  <a:pt x="6096" y="6807708"/>
                </a:lnTo>
                <a:lnTo>
                  <a:pt x="12192" y="6807708"/>
                </a:lnTo>
                <a:lnTo>
                  <a:pt x="12192" y="6813803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12192" y="6813803"/>
                </a:lnTo>
                <a:lnTo>
                  <a:pt x="12192" y="6807708"/>
                </a:lnTo>
                <a:lnTo>
                  <a:pt x="9093707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6813803"/>
                </a:moveTo>
                <a:lnTo>
                  <a:pt x="9093707" y="6813803"/>
                </a:lnTo>
                <a:lnTo>
                  <a:pt x="9099804" y="6807708"/>
                </a:lnTo>
                <a:lnTo>
                  <a:pt x="9105900" y="6807708"/>
                </a:lnTo>
                <a:lnTo>
                  <a:pt x="9105900" y="6813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5653584" y="1198823"/>
            <a:ext cx="94361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Solution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5570220" y="1168908"/>
            <a:ext cx="3942715" cy="5747385"/>
          </a:xfrm>
          <a:custGeom>
            <a:avLst/>
            <a:gdLst/>
            <a:ahLst/>
            <a:cxnLst/>
            <a:rect l="l" t="t" r="r" b="b"/>
            <a:pathLst>
              <a:path w="3942715" h="5747384">
                <a:moveTo>
                  <a:pt x="3942588" y="5747004"/>
                </a:moveTo>
                <a:lnTo>
                  <a:pt x="0" y="5747004"/>
                </a:lnTo>
                <a:lnTo>
                  <a:pt x="0" y="0"/>
                </a:lnTo>
                <a:lnTo>
                  <a:pt x="3942588" y="0"/>
                </a:lnTo>
                <a:lnTo>
                  <a:pt x="3942588" y="4572"/>
                </a:lnTo>
                <a:lnTo>
                  <a:pt x="10668" y="4572"/>
                </a:lnTo>
                <a:lnTo>
                  <a:pt x="6096" y="9144"/>
                </a:lnTo>
                <a:lnTo>
                  <a:pt x="10668" y="9144"/>
                </a:lnTo>
                <a:lnTo>
                  <a:pt x="10668" y="5737860"/>
                </a:lnTo>
                <a:lnTo>
                  <a:pt x="6096" y="5737860"/>
                </a:lnTo>
                <a:lnTo>
                  <a:pt x="10668" y="5742432"/>
                </a:lnTo>
                <a:lnTo>
                  <a:pt x="3942588" y="5742432"/>
                </a:lnTo>
                <a:lnTo>
                  <a:pt x="3942588" y="5747004"/>
                </a:lnTo>
                <a:close/>
              </a:path>
              <a:path w="3942715" h="5747384">
                <a:moveTo>
                  <a:pt x="10668" y="9144"/>
                </a:moveTo>
                <a:lnTo>
                  <a:pt x="6096" y="9144"/>
                </a:lnTo>
                <a:lnTo>
                  <a:pt x="10668" y="4572"/>
                </a:lnTo>
                <a:lnTo>
                  <a:pt x="10668" y="9144"/>
                </a:lnTo>
                <a:close/>
              </a:path>
              <a:path w="3942715" h="5747384">
                <a:moveTo>
                  <a:pt x="3933444" y="9144"/>
                </a:moveTo>
                <a:lnTo>
                  <a:pt x="10668" y="9144"/>
                </a:lnTo>
                <a:lnTo>
                  <a:pt x="10668" y="4572"/>
                </a:lnTo>
                <a:lnTo>
                  <a:pt x="3933444" y="4572"/>
                </a:lnTo>
                <a:lnTo>
                  <a:pt x="3933444" y="9144"/>
                </a:lnTo>
                <a:close/>
              </a:path>
              <a:path w="3942715" h="5747384">
                <a:moveTo>
                  <a:pt x="3933444" y="5742432"/>
                </a:moveTo>
                <a:lnTo>
                  <a:pt x="3933444" y="4572"/>
                </a:lnTo>
                <a:lnTo>
                  <a:pt x="3938016" y="9144"/>
                </a:lnTo>
                <a:lnTo>
                  <a:pt x="3942588" y="9144"/>
                </a:lnTo>
                <a:lnTo>
                  <a:pt x="3942588" y="5737860"/>
                </a:lnTo>
                <a:lnTo>
                  <a:pt x="3938016" y="5737860"/>
                </a:lnTo>
                <a:lnTo>
                  <a:pt x="3933444" y="5742432"/>
                </a:lnTo>
                <a:close/>
              </a:path>
              <a:path w="3942715" h="5747384">
                <a:moveTo>
                  <a:pt x="3942588" y="9144"/>
                </a:moveTo>
                <a:lnTo>
                  <a:pt x="3938016" y="9144"/>
                </a:lnTo>
                <a:lnTo>
                  <a:pt x="3933444" y="4572"/>
                </a:lnTo>
                <a:lnTo>
                  <a:pt x="3942588" y="4572"/>
                </a:lnTo>
                <a:lnTo>
                  <a:pt x="3942588" y="9144"/>
                </a:lnTo>
                <a:close/>
              </a:path>
              <a:path w="3942715" h="5747384">
                <a:moveTo>
                  <a:pt x="10668" y="5742432"/>
                </a:moveTo>
                <a:lnTo>
                  <a:pt x="6096" y="5737860"/>
                </a:lnTo>
                <a:lnTo>
                  <a:pt x="10668" y="5737860"/>
                </a:lnTo>
                <a:lnTo>
                  <a:pt x="10668" y="5742432"/>
                </a:lnTo>
                <a:close/>
              </a:path>
              <a:path w="3942715" h="5747384">
                <a:moveTo>
                  <a:pt x="3933444" y="5742432"/>
                </a:moveTo>
                <a:lnTo>
                  <a:pt x="10668" y="5742432"/>
                </a:lnTo>
                <a:lnTo>
                  <a:pt x="10668" y="5737860"/>
                </a:lnTo>
                <a:lnTo>
                  <a:pt x="3933444" y="5737860"/>
                </a:lnTo>
                <a:lnTo>
                  <a:pt x="3933444" y="5742432"/>
                </a:lnTo>
                <a:close/>
              </a:path>
              <a:path w="3942715" h="5747384">
                <a:moveTo>
                  <a:pt x="3942588" y="5742432"/>
                </a:moveTo>
                <a:lnTo>
                  <a:pt x="3933444" y="5742432"/>
                </a:lnTo>
                <a:lnTo>
                  <a:pt x="3938016" y="5737860"/>
                </a:lnTo>
                <a:lnTo>
                  <a:pt x="3942588" y="5737860"/>
                </a:lnTo>
                <a:lnTo>
                  <a:pt x="3942588" y="57424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950963" y="1031747"/>
            <a:ext cx="8789035" cy="3030220"/>
          </a:xfrm>
          <a:custGeom>
            <a:avLst/>
            <a:gdLst/>
            <a:ahLst/>
            <a:cxnLst/>
            <a:rect l="l" t="t" r="r" b="b"/>
            <a:pathLst>
              <a:path w="8789035" h="3030220">
                <a:moveTo>
                  <a:pt x="2170188" y="923544"/>
                </a:moveTo>
                <a:lnTo>
                  <a:pt x="2161946" y="918972"/>
                </a:lnTo>
                <a:lnTo>
                  <a:pt x="2149779" y="912228"/>
                </a:lnTo>
                <a:lnTo>
                  <a:pt x="2149779" y="923544"/>
                </a:lnTo>
                <a:lnTo>
                  <a:pt x="1679460" y="1185329"/>
                </a:lnTo>
                <a:lnTo>
                  <a:pt x="1679460" y="1184148"/>
                </a:lnTo>
                <a:lnTo>
                  <a:pt x="1679460" y="1173480"/>
                </a:lnTo>
                <a:lnTo>
                  <a:pt x="222504" y="1173480"/>
                </a:lnTo>
                <a:lnTo>
                  <a:pt x="222504" y="673608"/>
                </a:lnTo>
                <a:lnTo>
                  <a:pt x="1679460" y="673608"/>
                </a:lnTo>
                <a:lnTo>
                  <a:pt x="1679460" y="664464"/>
                </a:lnTo>
                <a:lnTo>
                  <a:pt x="1679460" y="661771"/>
                </a:lnTo>
                <a:lnTo>
                  <a:pt x="2149779" y="923544"/>
                </a:lnTo>
                <a:lnTo>
                  <a:pt x="2149779" y="912228"/>
                </a:lnTo>
                <a:lnTo>
                  <a:pt x="1686788" y="655320"/>
                </a:lnTo>
                <a:lnTo>
                  <a:pt x="1670316" y="646176"/>
                </a:lnTo>
                <a:lnTo>
                  <a:pt x="1670316" y="664464"/>
                </a:lnTo>
                <a:lnTo>
                  <a:pt x="213360" y="664464"/>
                </a:lnTo>
                <a:lnTo>
                  <a:pt x="213360" y="1184148"/>
                </a:lnTo>
                <a:lnTo>
                  <a:pt x="1670316" y="1184148"/>
                </a:lnTo>
                <a:lnTo>
                  <a:pt x="1670316" y="1200912"/>
                </a:lnTo>
                <a:lnTo>
                  <a:pt x="1684045" y="1193292"/>
                </a:lnTo>
                <a:lnTo>
                  <a:pt x="2161946" y="928116"/>
                </a:lnTo>
                <a:lnTo>
                  <a:pt x="2170188" y="923544"/>
                </a:lnTo>
                <a:close/>
              </a:path>
              <a:path w="8789035" h="3030220">
                <a:moveTo>
                  <a:pt x="8788908" y="0"/>
                </a:moveTo>
                <a:lnTo>
                  <a:pt x="8779777" y="0"/>
                </a:lnTo>
                <a:lnTo>
                  <a:pt x="8779777" y="10668"/>
                </a:lnTo>
                <a:lnTo>
                  <a:pt x="8779777" y="3020568"/>
                </a:lnTo>
                <a:lnTo>
                  <a:pt x="9144" y="3020568"/>
                </a:lnTo>
                <a:lnTo>
                  <a:pt x="9144" y="10668"/>
                </a:lnTo>
                <a:lnTo>
                  <a:pt x="8779777" y="10668"/>
                </a:lnTo>
                <a:lnTo>
                  <a:pt x="8779777" y="0"/>
                </a:lnTo>
                <a:lnTo>
                  <a:pt x="0" y="0"/>
                </a:lnTo>
                <a:lnTo>
                  <a:pt x="0" y="3029712"/>
                </a:lnTo>
                <a:lnTo>
                  <a:pt x="8788908" y="3029712"/>
                </a:lnTo>
                <a:lnTo>
                  <a:pt x="8788908" y="3025152"/>
                </a:lnTo>
                <a:lnTo>
                  <a:pt x="8788908" y="3020568"/>
                </a:lnTo>
                <a:lnTo>
                  <a:pt x="8788908" y="10668"/>
                </a:lnTo>
                <a:lnTo>
                  <a:pt x="8788908" y="4572"/>
                </a:lnTo>
                <a:lnTo>
                  <a:pt x="87889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2947" y="1747482"/>
            <a:ext cx="8191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FF3300"/>
                </a:solidFill>
                <a:latin typeface="Microsoft Sans Serif"/>
                <a:cs typeface="Microsoft Sans Serif"/>
              </a:rPr>
              <a:t>Rocket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505711" y="1078991"/>
            <a:ext cx="6391910" cy="1792605"/>
            <a:chOff x="1505711" y="1078991"/>
            <a:chExt cx="6391910" cy="1792605"/>
          </a:xfrm>
        </p:grpSpPr>
        <p:sp>
          <p:nvSpPr>
            <p:cNvPr id="6" name="object 6"/>
            <p:cNvSpPr/>
            <p:nvPr/>
          </p:nvSpPr>
          <p:spPr>
            <a:xfrm>
              <a:off x="1505711" y="2342387"/>
              <a:ext cx="792480" cy="132715"/>
            </a:xfrm>
            <a:custGeom>
              <a:avLst/>
              <a:gdLst/>
              <a:ahLst/>
              <a:cxnLst/>
              <a:rect l="l" t="t" r="r" b="b"/>
              <a:pathLst>
                <a:path w="792480" h="132714">
                  <a:moveTo>
                    <a:pt x="733921" y="66294"/>
                  </a:moveTo>
                  <a:lnTo>
                    <a:pt x="670560" y="28956"/>
                  </a:lnTo>
                  <a:lnTo>
                    <a:pt x="662940" y="24384"/>
                  </a:lnTo>
                  <a:lnTo>
                    <a:pt x="661416" y="15240"/>
                  </a:lnTo>
                  <a:lnTo>
                    <a:pt x="665988" y="9144"/>
                  </a:lnTo>
                  <a:lnTo>
                    <a:pt x="669036" y="1524"/>
                  </a:lnTo>
                  <a:lnTo>
                    <a:pt x="678180" y="0"/>
                  </a:lnTo>
                  <a:lnTo>
                    <a:pt x="684276" y="4572"/>
                  </a:lnTo>
                  <a:lnTo>
                    <a:pt x="768134" y="51816"/>
                  </a:lnTo>
                  <a:lnTo>
                    <a:pt x="763524" y="51816"/>
                  </a:lnTo>
                  <a:lnTo>
                    <a:pt x="763524" y="53340"/>
                  </a:lnTo>
                  <a:lnTo>
                    <a:pt x="755904" y="53340"/>
                  </a:lnTo>
                  <a:lnTo>
                    <a:pt x="733921" y="66294"/>
                  </a:lnTo>
                  <a:close/>
                </a:path>
                <a:path w="792480" h="132714">
                  <a:moveTo>
                    <a:pt x="709352" y="80772"/>
                  </a:moveTo>
                  <a:lnTo>
                    <a:pt x="0" y="80772"/>
                  </a:lnTo>
                  <a:lnTo>
                    <a:pt x="0" y="51816"/>
                  </a:lnTo>
                  <a:lnTo>
                    <a:pt x="709352" y="51816"/>
                  </a:lnTo>
                  <a:lnTo>
                    <a:pt x="733921" y="66294"/>
                  </a:lnTo>
                  <a:lnTo>
                    <a:pt x="709352" y="80772"/>
                  </a:lnTo>
                  <a:close/>
                </a:path>
                <a:path w="792480" h="132714">
                  <a:moveTo>
                    <a:pt x="766088" y="80772"/>
                  </a:moveTo>
                  <a:lnTo>
                    <a:pt x="763524" y="80772"/>
                  </a:lnTo>
                  <a:lnTo>
                    <a:pt x="763524" y="51816"/>
                  </a:lnTo>
                  <a:lnTo>
                    <a:pt x="768134" y="51816"/>
                  </a:lnTo>
                  <a:lnTo>
                    <a:pt x="792480" y="65532"/>
                  </a:lnTo>
                  <a:lnTo>
                    <a:pt x="766088" y="80772"/>
                  </a:lnTo>
                  <a:close/>
                </a:path>
                <a:path w="792480" h="132714">
                  <a:moveTo>
                    <a:pt x="755904" y="79248"/>
                  </a:moveTo>
                  <a:lnTo>
                    <a:pt x="733921" y="66294"/>
                  </a:lnTo>
                  <a:lnTo>
                    <a:pt x="755904" y="53340"/>
                  </a:lnTo>
                  <a:lnTo>
                    <a:pt x="755904" y="79248"/>
                  </a:lnTo>
                  <a:close/>
                </a:path>
                <a:path w="792480" h="132714">
                  <a:moveTo>
                    <a:pt x="763524" y="79248"/>
                  </a:moveTo>
                  <a:lnTo>
                    <a:pt x="755904" y="79248"/>
                  </a:lnTo>
                  <a:lnTo>
                    <a:pt x="755904" y="53340"/>
                  </a:lnTo>
                  <a:lnTo>
                    <a:pt x="763524" y="53340"/>
                  </a:lnTo>
                  <a:lnTo>
                    <a:pt x="763524" y="79248"/>
                  </a:lnTo>
                  <a:close/>
                </a:path>
                <a:path w="792480" h="132714">
                  <a:moveTo>
                    <a:pt x="678180" y="132588"/>
                  </a:moveTo>
                  <a:lnTo>
                    <a:pt x="669036" y="129540"/>
                  </a:lnTo>
                  <a:lnTo>
                    <a:pt x="665988" y="123444"/>
                  </a:lnTo>
                  <a:lnTo>
                    <a:pt x="661416" y="117348"/>
                  </a:lnTo>
                  <a:lnTo>
                    <a:pt x="662940" y="108204"/>
                  </a:lnTo>
                  <a:lnTo>
                    <a:pt x="670560" y="103632"/>
                  </a:lnTo>
                  <a:lnTo>
                    <a:pt x="733921" y="66294"/>
                  </a:lnTo>
                  <a:lnTo>
                    <a:pt x="755904" y="79248"/>
                  </a:lnTo>
                  <a:lnTo>
                    <a:pt x="763524" y="79248"/>
                  </a:lnTo>
                  <a:lnTo>
                    <a:pt x="763524" y="80772"/>
                  </a:lnTo>
                  <a:lnTo>
                    <a:pt x="766088" y="80772"/>
                  </a:lnTo>
                  <a:lnTo>
                    <a:pt x="684276" y="128016"/>
                  </a:lnTo>
                  <a:lnTo>
                    <a:pt x="678180" y="132588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168896" y="1078991"/>
              <a:ext cx="728980" cy="1792605"/>
            </a:xfrm>
            <a:custGeom>
              <a:avLst/>
              <a:gdLst/>
              <a:ahLst/>
              <a:cxnLst/>
              <a:rect l="l" t="t" r="r" b="b"/>
              <a:pathLst>
                <a:path w="728979" h="1792605">
                  <a:moveTo>
                    <a:pt x="728472" y="1792224"/>
                  </a:moveTo>
                  <a:lnTo>
                    <a:pt x="0" y="1792224"/>
                  </a:lnTo>
                  <a:lnTo>
                    <a:pt x="0" y="0"/>
                  </a:lnTo>
                  <a:lnTo>
                    <a:pt x="728472" y="0"/>
                  </a:lnTo>
                  <a:lnTo>
                    <a:pt x="728472" y="4572"/>
                  </a:lnTo>
                  <a:lnTo>
                    <a:pt x="10668" y="4572"/>
                  </a:lnTo>
                  <a:lnTo>
                    <a:pt x="4572" y="9144"/>
                  </a:lnTo>
                  <a:lnTo>
                    <a:pt x="10668" y="9144"/>
                  </a:lnTo>
                  <a:lnTo>
                    <a:pt x="10668" y="1781555"/>
                  </a:lnTo>
                  <a:lnTo>
                    <a:pt x="4572" y="1781555"/>
                  </a:lnTo>
                  <a:lnTo>
                    <a:pt x="10668" y="1786128"/>
                  </a:lnTo>
                  <a:lnTo>
                    <a:pt x="728472" y="1786128"/>
                  </a:lnTo>
                  <a:lnTo>
                    <a:pt x="728472" y="1792224"/>
                  </a:lnTo>
                  <a:close/>
                </a:path>
                <a:path w="728979" h="1792605">
                  <a:moveTo>
                    <a:pt x="10668" y="9144"/>
                  </a:moveTo>
                  <a:lnTo>
                    <a:pt x="4572" y="9144"/>
                  </a:lnTo>
                  <a:lnTo>
                    <a:pt x="10668" y="4572"/>
                  </a:lnTo>
                  <a:lnTo>
                    <a:pt x="10668" y="9144"/>
                  </a:lnTo>
                  <a:close/>
                </a:path>
                <a:path w="728979" h="1792605">
                  <a:moveTo>
                    <a:pt x="719327" y="9144"/>
                  </a:moveTo>
                  <a:lnTo>
                    <a:pt x="10668" y="9144"/>
                  </a:lnTo>
                  <a:lnTo>
                    <a:pt x="10668" y="4572"/>
                  </a:lnTo>
                  <a:lnTo>
                    <a:pt x="719327" y="4572"/>
                  </a:lnTo>
                  <a:lnTo>
                    <a:pt x="719327" y="9144"/>
                  </a:lnTo>
                  <a:close/>
                </a:path>
                <a:path w="728979" h="1792605">
                  <a:moveTo>
                    <a:pt x="719327" y="1786128"/>
                  </a:moveTo>
                  <a:lnTo>
                    <a:pt x="719327" y="4572"/>
                  </a:lnTo>
                  <a:lnTo>
                    <a:pt x="723900" y="9144"/>
                  </a:lnTo>
                  <a:lnTo>
                    <a:pt x="728472" y="9144"/>
                  </a:lnTo>
                  <a:lnTo>
                    <a:pt x="728472" y="1781555"/>
                  </a:lnTo>
                  <a:lnTo>
                    <a:pt x="723900" y="1781555"/>
                  </a:lnTo>
                  <a:lnTo>
                    <a:pt x="719327" y="1786128"/>
                  </a:lnTo>
                  <a:close/>
                </a:path>
                <a:path w="728979" h="1792605">
                  <a:moveTo>
                    <a:pt x="728472" y="9144"/>
                  </a:moveTo>
                  <a:lnTo>
                    <a:pt x="723900" y="9144"/>
                  </a:lnTo>
                  <a:lnTo>
                    <a:pt x="719327" y="4572"/>
                  </a:lnTo>
                  <a:lnTo>
                    <a:pt x="728472" y="4572"/>
                  </a:lnTo>
                  <a:lnTo>
                    <a:pt x="728472" y="9144"/>
                  </a:lnTo>
                  <a:close/>
                </a:path>
                <a:path w="728979" h="1792605">
                  <a:moveTo>
                    <a:pt x="10668" y="1786128"/>
                  </a:moveTo>
                  <a:lnTo>
                    <a:pt x="4572" y="1781555"/>
                  </a:lnTo>
                  <a:lnTo>
                    <a:pt x="10668" y="1781555"/>
                  </a:lnTo>
                  <a:lnTo>
                    <a:pt x="10668" y="1786128"/>
                  </a:lnTo>
                  <a:close/>
                </a:path>
                <a:path w="728979" h="1792605">
                  <a:moveTo>
                    <a:pt x="719327" y="1786128"/>
                  </a:moveTo>
                  <a:lnTo>
                    <a:pt x="10668" y="1786128"/>
                  </a:lnTo>
                  <a:lnTo>
                    <a:pt x="10668" y="1781555"/>
                  </a:lnTo>
                  <a:lnTo>
                    <a:pt x="719327" y="1781555"/>
                  </a:lnTo>
                  <a:lnTo>
                    <a:pt x="719327" y="1786128"/>
                  </a:lnTo>
                  <a:close/>
                </a:path>
                <a:path w="728979" h="1792605">
                  <a:moveTo>
                    <a:pt x="728472" y="1786128"/>
                  </a:moveTo>
                  <a:lnTo>
                    <a:pt x="719327" y="1786128"/>
                  </a:lnTo>
                  <a:lnTo>
                    <a:pt x="723900" y="1781555"/>
                  </a:lnTo>
                  <a:lnTo>
                    <a:pt x="728472" y="1781555"/>
                  </a:lnTo>
                  <a:lnTo>
                    <a:pt x="728472" y="17861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206481" y="1761276"/>
            <a:ext cx="5340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0" dirty="0">
                <a:solidFill>
                  <a:srgbClr val="FF3300"/>
                </a:solidFill>
                <a:latin typeface="Microsoft Sans Serif"/>
                <a:cs typeface="Microsoft Sans Serif"/>
              </a:rPr>
              <a:t>Pole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804659" y="1717548"/>
            <a:ext cx="368935" cy="299085"/>
            <a:chOff x="6804659" y="1717548"/>
            <a:chExt cx="368935" cy="299085"/>
          </a:xfrm>
        </p:grpSpPr>
        <p:sp>
          <p:nvSpPr>
            <p:cNvPr id="10" name="object 10"/>
            <p:cNvSpPr/>
            <p:nvPr/>
          </p:nvSpPr>
          <p:spPr>
            <a:xfrm>
              <a:off x="6809232" y="1722120"/>
              <a:ext cx="360045" cy="288290"/>
            </a:xfrm>
            <a:custGeom>
              <a:avLst/>
              <a:gdLst/>
              <a:ahLst/>
              <a:cxnLst/>
              <a:rect l="l" t="t" r="r" b="b"/>
              <a:pathLst>
                <a:path w="360045" h="288289">
                  <a:moveTo>
                    <a:pt x="0" y="288035"/>
                  </a:moveTo>
                  <a:lnTo>
                    <a:pt x="0" y="0"/>
                  </a:lnTo>
                  <a:lnTo>
                    <a:pt x="359664" y="73151"/>
                  </a:lnTo>
                  <a:lnTo>
                    <a:pt x="359664" y="216408"/>
                  </a:lnTo>
                  <a:lnTo>
                    <a:pt x="0" y="28803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804659" y="1717548"/>
              <a:ext cx="368935" cy="299085"/>
            </a:xfrm>
            <a:custGeom>
              <a:avLst/>
              <a:gdLst/>
              <a:ahLst/>
              <a:cxnLst/>
              <a:rect l="l" t="t" r="r" b="b"/>
              <a:pathLst>
                <a:path w="368934" h="299085">
                  <a:moveTo>
                    <a:pt x="0" y="298703"/>
                  </a:moveTo>
                  <a:lnTo>
                    <a:pt x="0" y="0"/>
                  </a:lnTo>
                  <a:lnTo>
                    <a:pt x="23050" y="4572"/>
                  </a:lnTo>
                  <a:lnTo>
                    <a:pt x="9144" y="4572"/>
                  </a:lnTo>
                  <a:lnTo>
                    <a:pt x="3048" y="10668"/>
                  </a:lnTo>
                  <a:lnTo>
                    <a:pt x="9144" y="11876"/>
                  </a:lnTo>
                  <a:lnTo>
                    <a:pt x="9144" y="286827"/>
                  </a:lnTo>
                  <a:lnTo>
                    <a:pt x="3048" y="288036"/>
                  </a:lnTo>
                  <a:lnTo>
                    <a:pt x="9144" y="292608"/>
                  </a:lnTo>
                  <a:lnTo>
                    <a:pt x="30106" y="292608"/>
                  </a:lnTo>
                  <a:lnTo>
                    <a:pt x="0" y="298703"/>
                  </a:lnTo>
                  <a:close/>
                </a:path>
                <a:path w="368934" h="299085">
                  <a:moveTo>
                    <a:pt x="9144" y="11876"/>
                  </a:moveTo>
                  <a:lnTo>
                    <a:pt x="3048" y="10668"/>
                  </a:lnTo>
                  <a:lnTo>
                    <a:pt x="9144" y="4572"/>
                  </a:lnTo>
                  <a:lnTo>
                    <a:pt x="9144" y="11876"/>
                  </a:lnTo>
                  <a:close/>
                </a:path>
                <a:path w="368934" h="299085">
                  <a:moveTo>
                    <a:pt x="359664" y="81389"/>
                  </a:moveTo>
                  <a:lnTo>
                    <a:pt x="9144" y="11876"/>
                  </a:lnTo>
                  <a:lnTo>
                    <a:pt x="9144" y="4572"/>
                  </a:lnTo>
                  <a:lnTo>
                    <a:pt x="23050" y="4572"/>
                  </a:lnTo>
                  <a:lnTo>
                    <a:pt x="368807" y="73152"/>
                  </a:lnTo>
                  <a:lnTo>
                    <a:pt x="368807" y="77724"/>
                  </a:lnTo>
                  <a:lnTo>
                    <a:pt x="359664" y="77724"/>
                  </a:lnTo>
                  <a:lnTo>
                    <a:pt x="359664" y="81389"/>
                  </a:lnTo>
                  <a:close/>
                </a:path>
                <a:path w="368934" h="299085">
                  <a:moveTo>
                    <a:pt x="364236" y="82296"/>
                  </a:moveTo>
                  <a:lnTo>
                    <a:pt x="359664" y="81389"/>
                  </a:lnTo>
                  <a:lnTo>
                    <a:pt x="359664" y="77724"/>
                  </a:lnTo>
                  <a:lnTo>
                    <a:pt x="364236" y="82296"/>
                  </a:lnTo>
                  <a:close/>
                </a:path>
                <a:path w="368934" h="299085">
                  <a:moveTo>
                    <a:pt x="368807" y="82296"/>
                  </a:moveTo>
                  <a:lnTo>
                    <a:pt x="364236" y="82296"/>
                  </a:lnTo>
                  <a:lnTo>
                    <a:pt x="359664" y="77724"/>
                  </a:lnTo>
                  <a:lnTo>
                    <a:pt x="368807" y="77724"/>
                  </a:lnTo>
                  <a:lnTo>
                    <a:pt x="368807" y="82296"/>
                  </a:lnTo>
                  <a:close/>
                </a:path>
                <a:path w="368934" h="299085">
                  <a:moveTo>
                    <a:pt x="359664" y="217314"/>
                  </a:moveTo>
                  <a:lnTo>
                    <a:pt x="359664" y="81389"/>
                  </a:lnTo>
                  <a:lnTo>
                    <a:pt x="364236" y="82296"/>
                  </a:lnTo>
                  <a:lnTo>
                    <a:pt x="368807" y="82296"/>
                  </a:lnTo>
                  <a:lnTo>
                    <a:pt x="368807" y="216408"/>
                  </a:lnTo>
                  <a:lnTo>
                    <a:pt x="364236" y="216408"/>
                  </a:lnTo>
                  <a:lnTo>
                    <a:pt x="359664" y="217314"/>
                  </a:lnTo>
                  <a:close/>
                </a:path>
                <a:path w="368934" h="299085">
                  <a:moveTo>
                    <a:pt x="359664" y="220979"/>
                  </a:moveTo>
                  <a:lnTo>
                    <a:pt x="359664" y="217314"/>
                  </a:lnTo>
                  <a:lnTo>
                    <a:pt x="364236" y="216408"/>
                  </a:lnTo>
                  <a:lnTo>
                    <a:pt x="359664" y="220979"/>
                  </a:lnTo>
                  <a:close/>
                </a:path>
                <a:path w="368934" h="299085">
                  <a:moveTo>
                    <a:pt x="368807" y="220979"/>
                  </a:moveTo>
                  <a:lnTo>
                    <a:pt x="359664" y="220979"/>
                  </a:lnTo>
                  <a:lnTo>
                    <a:pt x="364236" y="216408"/>
                  </a:lnTo>
                  <a:lnTo>
                    <a:pt x="368807" y="216408"/>
                  </a:lnTo>
                  <a:lnTo>
                    <a:pt x="368807" y="220979"/>
                  </a:lnTo>
                  <a:close/>
                </a:path>
                <a:path w="368934" h="299085">
                  <a:moveTo>
                    <a:pt x="30106" y="292608"/>
                  </a:moveTo>
                  <a:lnTo>
                    <a:pt x="9144" y="292608"/>
                  </a:lnTo>
                  <a:lnTo>
                    <a:pt x="9144" y="286827"/>
                  </a:lnTo>
                  <a:lnTo>
                    <a:pt x="359664" y="217314"/>
                  </a:lnTo>
                  <a:lnTo>
                    <a:pt x="359664" y="220979"/>
                  </a:lnTo>
                  <a:lnTo>
                    <a:pt x="368807" y="220979"/>
                  </a:lnTo>
                  <a:lnTo>
                    <a:pt x="368807" y="224028"/>
                  </a:lnTo>
                  <a:lnTo>
                    <a:pt x="30106" y="292608"/>
                  </a:lnTo>
                  <a:close/>
                </a:path>
                <a:path w="368934" h="299085">
                  <a:moveTo>
                    <a:pt x="9144" y="292608"/>
                  </a:moveTo>
                  <a:lnTo>
                    <a:pt x="3048" y="288036"/>
                  </a:lnTo>
                  <a:lnTo>
                    <a:pt x="9144" y="286827"/>
                  </a:lnTo>
                  <a:lnTo>
                    <a:pt x="9144" y="2926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063432" y="1290287"/>
            <a:ext cx="988694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Detector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36279" y="4904136"/>
            <a:ext cx="732790" cy="0"/>
          </a:xfrm>
          <a:custGeom>
            <a:avLst/>
            <a:gdLst/>
            <a:ahLst/>
            <a:cxnLst/>
            <a:rect l="l" t="t" r="r" b="b"/>
            <a:pathLst>
              <a:path w="732789">
                <a:moveTo>
                  <a:pt x="0" y="0"/>
                </a:moveTo>
                <a:lnTo>
                  <a:pt x="732567" y="0"/>
                </a:lnTo>
              </a:path>
            </a:pathLst>
          </a:custGeom>
          <a:ln w="13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598675" y="4506928"/>
            <a:ext cx="1369695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3225" spc="142" baseline="-36175" dirty="0">
                <a:latin typeface="Microsoft Sans Serif"/>
                <a:cs typeface="Microsoft Sans Serif"/>
              </a:rPr>
              <a:t>f</a:t>
            </a:r>
            <a:r>
              <a:rPr sz="3225" spc="142" baseline="-32299" dirty="0">
                <a:latin typeface="Cambria"/>
                <a:cs typeface="Cambria"/>
              </a:rPr>
              <a:t>'</a:t>
            </a:r>
            <a:r>
              <a:rPr sz="3225" spc="60" baseline="-32299" dirty="0">
                <a:latin typeface="Cambria"/>
                <a:cs typeface="Cambria"/>
              </a:rPr>
              <a:t> </a:t>
            </a:r>
            <a:r>
              <a:rPr sz="3225" baseline="-36175" dirty="0">
                <a:latin typeface="Cambria"/>
                <a:cs typeface="Cambria"/>
              </a:rPr>
              <a:t>=</a:t>
            </a:r>
            <a:r>
              <a:rPr sz="3225" spc="135" baseline="-36175" dirty="0">
                <a:latin typeface="Cambria"/>
                <a:cs typeface="Cambria"/>
              </a:rPr>
              <a:t> </a:t>
            </a:r>
            <a:r>
              <a:rPr sz="3225" baseline="-36175" dirty="0">
                <a:latin typeface="Microsoft Sans Serif"/>
                <a:cs typeface="Microsoft Sans Serif"/>
              </a:rPr>
              <a:t>f</a:t>
            </a:r>
            <a:r>
              <a:rPr sz="3225" spc="142" baseline="-3617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v</a:t>
            </a:r>
            <a:r>
              <a:rPr sz="2150" spc="-6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Cambria"/>
                <a:cs typeface="Cambria"/>
              </a:rPr>
              <a:t>±</a:t>
            </a:r>
            <a:r>
              <a:rPr sz="2150" spc="-20" dirty="0">
                <a:latin typeface="Cambria"/>
                <a:cs typeface="Cambria"/>
              </a:rPr>
              <a:t> </a:t>
            </a:r>
            <a:r>
              <a:rPr sz="2150" spc="-25" dirty="0">
                <a:latin typeface="Microsoft Sans Serif"/>
                <a:cs typeface="Microsoft Sans Serif"/>
              </a:rPr>
              <a:t>v</a:t>
            </a:r>
            <a:r>
              <a:rPr sz="1875" spc="-37" baseline="-26666" dirty="0">
                <a:latin typeface="Microsoft Sans Serif"/>
                <a:cs typeface="Microsoft Sans Serif"/>
              </a:rPr>
              <a:t>D</a:t>
            </a:r>
            <a:endParaRPr sz="1875" baseline="-26666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17420" y="4900120"/>
            <a:ext cx="748665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latin typeface="Microsoft Sans Serif"/>
                <a:cs typeface="Microsoft Sans Serif"/>
              </a:rPr>
              <a:t>v</a:t>
            </a:r>
            <a:r>
              <a:rPr sz="2150" spc="-6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Cambria"/>
                <a:cs typeface="Cambria"/>
              </a:rPr>
              <a:t>±</a:t>
            </a:r>
            <a:r>
              <a:rPr sz="2150" spc="-20" dirty="0">
                <a:latin typeface="Cambria"/>
                <a:cs typeface="Cambria"/>
              </a:rPr>
              <a:t> </a:t>
            </a:r>
            <a:r>
              <a:rPr sz="2150" spc="40" dirty="0">
                <a:latin typeface="Microsoft Sans Serif"/>
                <a:cs typeface="Microsoft Sans Serif"/>
              </a:rPr>
              <a:t>v</a:t>
            </a:r>
            <a:r>
              <a:rPr sz="1875" spc="60" baseline="-26666" dirty="0">
                <a:latin typeface="Microsoft Sans Serif"/>
                <a:cs typeface="Microsoft Sans Serif"/>
              </a:rPr>
              <a:t>S</a:t>
            </a:r>
            <a:endParaRPr sz="1875" baseline="-26666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601592" y="4924805"/>
            <a:ext cx="721995" cy="0"/>
          </a:xfrm>
          <a:custGeom>
            <a:avLst/>
            <a:gdLst/>
            <a:ahLst/>
            <a:cxnLst/>
            <a:rect l="l" t="t" r="r" b="b"/>
            <a:pathLst>
              <a:path w="721995">
                <a:moveTo>
                  <a:pt x="0" y="0"/>
                </a:moveTo>
                <a:lnTo>
                  <a:pt x="721518" y="0"/>
                </a:lnTo>
              </a:path>
            </a:pathLst>
          </a:custGeom>
          <a:ln w="135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198875" y="4532865"/>
            <a:ext cx="1082675" cy="3556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  <a:tabLst>
                <a:tab pos="488950" algn="l"/>
              </a:tabLst>
            </a:pPr>
            <a:r>
              <a:rPr sz="3225" baseline="-34883" dirty="0">
                <a:latin typeface="Cambria"/>
                <a:cs typeface="Cambria"/>
              </a:rPr>
              <a:t>=</a:t>
            </a:r>
            <a:r>
              <a:rPr sz="3225" spc="135" baseline="-34883" dirty="0">
                <a:latin typeface="Cambria"/>
                <a:cs typeface="Cambria"/>
              </a:rPr>
              <a:t> </a:t>
            </a:r>
            <a:r>
              <a:rPr sz="3225" spc="-75" baseline="-34883" dirty="0">
                <a:latin typeface="Microsoft Sans Serif"/>
                <a:cs typeface="Microsoft Sans Serif"/>
              </a:rPr>
              <a:t>f</a:t>
            </a:r>
            <a:r>
              <a:rPr sz="3225" baseline="-34883" dirty="0">
                <a:latin typeface="Microsoft Sans Serif"/>
                <a:cs typeface="Microsoft Sans Serif"/>
              </a:rPr>
              <a:t>	</a:t>
            </a:r>
            <a:r>
              <a:rPr sz="2150" dirty="0">
                <a:latin typeface="Microsoft Sans Serif"/>
                <a:cs typeface="Microsoft Sans Serif"/>
              </a:rPr>
              <a:t>v</a:t>
            </a:r>
            <a:r>
              <a:rPr sz="2150" spc="-7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Cambria"/>
                <a:cs typeface="Cambria"/>
              </a:rPr>
              <a:t>±</a:t>
            </a:r>
            <a:r>
              <a:rPr sz="2150" spc="-80" dirty="0">
                <a:latin typeface="Cambria"/>
                <a:cs typeface="Cambria"/>
              </a:rPr>
              <a:t> </a:t>
            </a:r>
            <a:r>
              <a:rPr sz="2150" spc="-50" dirty="0">
                <a:solidFill>
                  <a:srgbClr val="FF0000"/>
                </a:solidFill>
                <a:latin typeface="Microsoft Sans Serif"/>
                <a:cs typeface="Microsoft Sans Serif"/>
              </a:rPr>
              <a:t>0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81400" y="4919960"/>
            <a:ext cx="740410" cy="3556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sz="2150" dirty="0">
                <a:latin typeface="Microsoft Sans Serif"/>
                <a:cs typeface="Microsoft Sans Serif"/>
              </a:rPr>
              <a:t>v</a:t>
            </a:r>
            <a:r>
              <a:rPr sz="2150" spc="-70" dirty="0">
                <a:latin typeface="Microsoft Sans Serif"/>
                <a:cs typeface="Microsoft Sans Serif"/>
              </a:rPr>
              <a:t> </a:t>
            </a:r>
            <a:r>
              <a:rPr sz="2150" spc="105" dirty="0">
                <a:solidFill>
                  <a:srgbClr val="FF0000"/>
                </a:solidFill>
                <a:latin typeface="Cambria"/>
                <a:cs typeface="Cambria"/>
              </a:rPr>
              <a:t>–</a:t>
            </a:r>
            <a:r>
              <a:rPr sz="2150"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-25" dirty="0">
                <a:latin typeface="Microsoft Sans Serif"/>
                <a:cs typeface="Microsoft Sans Serif"/>
              </a:rPr>
              <a:t>v</a:t>
            </a:r>
            <a:r>
              <a:rPr sz="1875" spc="-37" baseline="-26666" dirty="0">
                <a:latin typeface="Microsoft Sans Serif"/>
                <a:cs typeface="Microsoft Sans Serif"/>
              </a:rPr>
              <a:t>S</a:t>
            </a:r>
            <a:endParaRPr sz="1875" baseline="-26666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876323" y="5672423"/>
            <a:ext cx="2509520" cy="0"/>
          </a:xfrm>
          <a:custGeom>
            <a:avLst/>
            <a:gdLst/>
            <a:ahLst/>
            <a:cxnLst/>
            <a:rect l="l" t="t" r="r" b="b"/>
            <a:pathLst>
              <a:path w="2509520">
                <a:moveTo>
                  <a:pt x="0" y="0"/>
                </a:moveTo>
                <a:lnTo>
                  <a:pt x="2509456" y="0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560567" y="5260628"/>
            <a:ext cx="1141095" cy="3727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250" dirty="0">
                <a:latin typeface="Microsoft Sans Serif"/>
                <a:cs typeface="Microsoft Sans Serif"/>
              </a:rPr>
              <a:t>343</a:t>
            </a:r>
            <a:r>
              <a:rPr sz="2250" spc="4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m</a:t>
            </a:r>
            <a:r>
              <a:rPr sz="2250" spc="-27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/</a:t>
            </a:r>
            <a:r>
              <a:rPr sz="2250" spc="-204" dirty="0">
                <a:latin typeface="Microsoft Sans Serif"/>
                <a:cs typeface="Microsoft Sans Serif"/>
              </a:rPr>
              <a:t> </a:t>
            </a:r>
            <a:r>
              <a:rPr sz="2250" spc="-50" dirty="0">
                <a:latin typeface="Microsoft Sans Serif"/>
                <a:cs typeface="Microsoft Sans Serif"/>
              </a:rPr>
              <a:t>s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47720" y="5443508"/>
            <a:ext cx="1507490" cy="3727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250" dirty="0">
                <a:latin typeface="Cambria"/>
                <a:cs typeface="Cambria"/>
              </a:rPr>
              <a:t>=</a:t>
            </a:r>
            <a:r>
              <a:rPr sz="2250" spc="-30" dirty="0">
                <a:latin typeface="Cambria"/>
                <a:cs typeface="Cambria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(1250</a:t>
            </a:r>
            <a:r>
              <a:rPr sz="2250" spc="-40" dirty="0">
                <a:latin typeface="Microsoft Sans Serif"/>
                <a:cs typeface="Microsoft Sans Serif"/>
              </a:rPr>
              <a:t> </a:t>
            </a:r>
            <a:r>
              <a:rPr sz="2250" spc="-25" dirty="0">
                <a:latin typeface="Microsoft Sans Serif"/>
                <a:cs typeface="Microsoft Sans Serif"/>
              </a:rPr>
              <a:t>Hz)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458266" y="5443508"/>
            <a:ext cx="1336675" cy="3727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250" dirty="0">
                <a:latin typeface="Cambria"/>
                <a:cs typeface="Cambria"/>
              </a:rPr>
              <a:t>=</a:t>
            </a:r>
            <a:r>
              <a:rPr sz="2250" spc="155" dirty="0">
                <a:latin typeface="Cambria"/>
                <a:cs typeface="Cambria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4250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25" dirty="0">
                <a:latin typeface="Microsoft Sans Serif"/>
                <a:cs typeface="Microsoft Sans Serif"/>
              </a:rPr>
              <a:t>Hz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873244" y="5669060"/>
            <a:ext cx="2515870" cy="3727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250" dirty="0">
                <a:latin typeface="Microsoft Sans Serif"/>
                <a:cs typeface="Microsoft Sans Serif"/>
              </a:rPr>
              <a:t>343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m</a:t>
            </a:r>
            <a:r>
              <a:rPr sz="2250" spc="-27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/</a:t>
            </a:r>
            <a:r>
              <a:rPr sz="2250" spc="-24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s</a:t>
            </a:r>
            <a:r>
              <a:rPr sz="2250" spc="-130" dirty="0">
                <a:latin typeface="Microsoft Sans Serif"/>
                <a:cs typeface="Microsoft Sans Serif"/>
              </a:rPr>
              <a:t> </a:t>
            </a:r>
            <a:r>
              <a:rPr sz="2250" spc="120" dirty="0">
                <a:latin typeface="Cambria"/>
                <a:cs typeface="Cambria"/>
              </a:rPr>
              <a:t>–</a:t>
            </a:r>
            <a:r>
              <a:rPr sz="2250" spc="-55" dirty="0">
                <a:latin typeface="Cambria"/>
                <a:cs typeface="Cambria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242</a:t>
            </a:r>
            <a:r>
              <a:rPr sz="2250" spc="3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m</a:t>
            </a:r>
            <a:r>
              <a:rPr sz="2250" spc="-27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/</a:t>
            </a:r>
            <a:r>
              <a:rPr sz="2250" spc="-235" dirty="0">
                <a:latin typeface="Microsoft Sans Serif"/>
                <a:cs typeface="Microsoft Sans Serif"/>
              </a:rPr>
              <a:t> </a:t>
            </a:r>
            <a:r>
              <a:rPr sz="2250" spc="-50" dirty="0">
                <a:latin typeface="Microsoft Sans Serif"/>
                <a:cs typeface="Microsoft Sans Serif"/>
              </a:rPr>
              <a:t>s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435096" y="1328927"/>
            <a:ext cx="1338580" cy="1304925"/>
          </a:xfrm>
          <a:custGeom>
            <a:avLst/>
            <a:gdLst/>
            <a:ahLst/>
            <a:cxnLst/>
            <a:rect l="l" t="t" r="r" b="b"/>
            <a:pathLst>
              <a:path w="1338579" h="1304925">
                <a:moveTo>
                  <a:pt x="330708" y="627900"/>
                </a:moveTo>
                <a:lnTo>
                  <a:pt x="327660" y="577596"/>
                </a:lnTo>
                <a:lnTo>
                  <a:pt x="318516" y="502920"/>
                </a:lnTo>
                <a:lnTo>
                  <a:pt x="313944" y="478536"/>
                </a:lnTo>
                <a:lnTo>
                  <a:pt x="307848" y="454152"/>
                </a:lnTo>
                <a:lnTo>
                  <a:pt x="303276" y="431292"/>
                </a:lnTo>
                <a:lnTo>
                  <a:pt x="295656" y="406908"/>
                </a:lnTo>
                <a:lnTo>
                  <a:pt x="289560" y="384048"/>
                </a:lnTo>
                <a:lnTo>
                  <a:pt x="281940" y="361188"/>
                </a:lnTo>
                <a:lnTo>
                  <a:pt x="272796" y="339852"/>
                </a:lnTo>
                <a:lnTo>
                  <a:pt x="263652" y="316992"/>
                </a:lnTo>
                <a:lnTo>
                  <a:pt x="254508" y="295656"/>
                </a:lnTo>
                <a:lnTo>
                  <a:pt x="222504" y="233172"/>
                </a:lnTo>
                <a:lnTo>
                  <a:pt x="198120" y="193548"/>
                </a:lnTo>
                <a:lnTo>
                  <a:pt x="172212" y="156972"/>
                </a:lnTo>
                <a:lnTo>
                  <a:pt x="143256" y="121920"/>
                </a:lnTo>
                <a:lnTo>
                  <a:pt x="129540" y="105156"/>
                </a:lnTo>
                <a:lnTo>
                  <a:pt x="112776" y="89916"/>
                </a:lnTo>
                <a:lnTo>
                  <a:pt x="97536" y="73152"/>
                </a:lnTo>
                <a:lnTo>
                  <a:pt x="47244" y="32004"/>
                </a:lnTo>
                <a:lnTo>
                  <a:pt x="10668" y="7620"/>
                </a:lnTo>
                <a:lnTo>
                  <a:pt x="6096" y="15240"/>
                </a:lnTo>
                <a:lnTo>
                  <a:pt x="24384" y="27432"/>
                </a:lnTo>
                <a:lnTo>
                  <a:pt x="41148" y="39624"/>
                </a:lnTo>
                <a:lnTo>
                  <a:pt x="91440" y="80772"/>
                </a:lnTo>
                <a:lnTo>
                  <a:pt x="121920" y="111252"/>
                </a:lnTo>
                <a:lnTo>
                  <a:pt x="150876" y="144780"/>
                </a:lnTo>
                <a:lnTo>
                  <a:pt x="190500" y="199644"/>
                </a:lnTo>
                <a:lnTo>
                  <a:pt x="214884" y="237744"/>
                </a:lnTo>
                <a:lnTo>
                  <a:pt x="236220" y="278892"/>
                </a:lnTo>
                <a:lnTo>
                  <a:pt x="245364" y="300228"/>
                </a:lnTo>
                <a:lnTo>
                  <a:pt x="256032" y="321564"/>
                </a:lnTo>
                <a:lnTo>
                  <a:pt x="263652" y="342900"/>
                </a:lnTo>
                <a:lnTo>
                  <a:pt x="272796" y="364236"/>
                </a:lnTo>
                <a:lnTo>
                  <a:pt x="280416" y="387096"/>
                </a:lnTo>
                <a:lnTo>
                  <a:pt x="286512" y="409956"/>
                </a:lnTo>
                <a:lnTo>
                  <a:pt x="292608" y="434340"/>
                </a:lnTo>
                <a:lnTo>
                  <a:pt x="298704" y="457200"/>
                </a:lnTo>
                <a:lnTo>
                  <a:pt x="304800" y="481584"/>
                </a:lnTo>
                <a:lnTo>
                  <a:pt x="309372" y="504444"/>
                </a:lnTo>
                <a:lnTo>
                  <a:pt x="318516" y="579120"/>
                </a:lnTo>
                <a:lnTo>
                  <a:pt x="321564" y="627900"/>
                </a:lnTo>
                <a:lnTo>
                  <a:pt x="321564" y="679704"/>
                </a:lnTo>
                <a:lnTo>
                  <a:pt x="318516" y="729996"/>
                </a:lnTo>
                <a:lnTo>
                  <a:pt x="312420" y="780300"/>
                </a:lnTo>
                <a:lnTo>
                  <a:pt x="298704" y="853452"/>
                </a:lnTo>
                <a:lnTo>
                  <a:pt x="292608" y="876300"/>
                </a:lnTo>
                <a:lnTo>
                  <a:pt x="286512" y="900684"/>
                </a:lnTo>
                <a:lnTo>
                  <a:pt x="271272" y="946404"/>
                </a:lnTo>
                <a:lnTo>
                  <a:pt x="262128" y="967752"/>
                </a:lnTo>
                <a:lnTo>
                  <a:pt x="254508" y="990600"/>
                </a:lnTo>
                <a:lnTo>
                  <a:pt x="243840" y="1011936"/>
                </a:lnTo>
                <a:lnTo>
                  <a:pt x="234696" y="1033272"/>
                </a:lnTo>
                <a:lnTo>
                  <a:pt x="222504" y="1053084"/>
                </a:lnTo>
                <a:lnTo>
                  <a:pt x="187452" y="1112520"/>
                </a:lnTo>
                <a:lnTo>
                  <a:pt x="161544" y="1149096"/>
                </a:lnTo>
                <a:lnTo>
                  <a:pt x="117348" y="1200912"/>
                </a:lnTo>
                <a:lnTo>
                  <a:pt x="70104" y="1245108"/>
                </a:lnTo>
                <a:lnTo>
                  <a:pt x="35052" y="1272552"/>
                </a:lnTo>
                <a:lnTo>
                  <a:pt x="0" y="1296924"/>
                </a:lnTo>
                <a:lnTo>
                  <a:pt x="4572" y="1304556"/>
                </a:lnTo>
                <a:lnTo>
                  <a:pt x="41148" y="1280172"/>
                </a:lnTo>
                <a:lnTo>
                  <a:pt x="76200" y="1252728"/>
                </a:lnTo>
                <a:lnTo>
                  <a:pt x="108204" y="1222248"/>
                </a:lnTo>
                <a:lnTo>
                  <a:pt x="124968" y="1207008"/>
                </a:lnTo>
                <a:lnTo>
                  <a:pt x="140208" y="1190256"/>
                </a:lnTo>
                <a:lnTo>
                  <a:pt x="153924" y="1173480"/>
                </a:lnTo>
                <a:lnTo>
                  <a:pt x="169164" y="1155204"/>
                </a:lnTo>
                <a:lnTo>
                  <a:pt x="195072" y="1118616"/>
                </a:lnTo>
                <a:lnTo>
                  <a:pt x="219456" y="1079004"/>
                </a:lnTo>
                <a:lnTo>
                  <a:pt x="242316" y="1037856"/>
                </a:lnTo>
                <a:lnTo>
                  <a:pt x="262128" y="993648"/>
                </a:lnTo>
                <a:lnTo>
                  <a:pt x="271272" y="972312"/>
                </a:lnTo>
                <a:lnTo>
                  <a:pt x="288036" y="926604"/>
                </a:lnTo>
                <a:lnTo>
                  <a:pt x="301752" y="879348"/>
                </a:lnTo>
                <a:lnTo>
                  <a:pt x="321564" y="781812"/>
                </a:lnTo>
                <a:lnTo>
                  <a:pt x="327660" y="731520"/>
                </a:lnTo>
                <a:lnTo>
                  <a:pt x="330708" y="679704"/>
                </a:lnTo>
                <a:lnTo>
                  <a:pt x="330708" y="627900"/>
                </a:lnTo>
                <a:close/>
              </a:path>
              <a:path w="1338579" h="1304925">
                <a:moveTo>
                  <a:pt x="835152" y="620268"/>
                </a:moveTo>
                <a:lnTo>
                  <a:pt x="830580" y="544068"/>
                </a:lnTo>
                <a:lnTo>
                  <a:pt x="826008" y="519684"/>
                </a:lnTo>
                <a:lnTo>
                  <a:pt x="822960" y="495300"/>
                </a:lnTo>
                <a:lnTo>
                  <a:pt x="813816" y="446532"/>
                </a:lnTo>
                <a:lnTo>
                  <a:pt x="807720" y="423672"/>
                </a:lnTo>
                <a:lnTo>
                  <a:pt x="801624" y="399288"/>
                </a:lnTo>
                <a:lnTo>
                  <a:pt x="786384" y="353568"/>
                </a:lnTo>
                <a:lnTo>
                  <a:pt x="777240" y="330708"/>
                </a:lnTo>
                <a:lnTo>
                  <a:pt x="769620" y="309372"/>
                </a:lnTo>
                <a:lnTo>
                  <a:pt x="758952" y="288036"/>
                </a:lnTo>
                <a:lnTo>
                  <a:pt x="749808" y="266700"/>
                </a:lnTo>
                <a:lnTo>
                  <a:pt x="726948" y="225552"/>
                </a:lnTo>
                <a:lnTo>
                  <a:pt x="702564" y="185928"/>
                </a:lnTo>
                <a:lnTo>
                  <a:pt x="676656" y="149352"/>
                </a:lnTo>
                <a:lnTo>
                  <a:pt x="649224" y="114300"/>
                </a:lnTo>
                <a:lnTo>
                  <a:pt x="618744" y="80772"/>
                </a:lnTo>
                <a:lnTo>
                  <a:pt x="585216" y="51816"/>
                </a:lnTo>
                <a:lnTo>
                  <a:pt x="568452" y="36576"/>
                </a:lnTo>
                <a:lnTo>
                  <a:pt x="551688" y="24384"/>
                </a:lnTo>
                <a:lnTo>
                  <a:pt x="533400" y="10668"/>
                </a:lnTo>
                <a:lnTo>
                  <a:pt x="516636" y="0"/>
                </a:lnTo>
                <a:lnTo>
                  <a:pt x="510540" y="7620"/>
                </a:lnTo>
                <a:lnTo>
                  <a:pt x="528828" y="19812"/>
                </a:lnTo>
                <a:lnTo>
                  <a:pt x="545592" y="32004"/>
                </a:lnTo>
                <a:lnTo>
                  <a:pt x="595884" y="73152"/>
                </a:lnTo>
                <a:lnTo>
                  <a:pt x="626364" y="103632"/>
                </a:lnTo>
                <a:lnTo>
                  <a:pt x="655320" y="137160"/>
                </a:lnTo>
                <a:lnTo>
                  <a:pt x="694944" y="192024"/>
                </a:lnTo>
                <a:lnTo>
                  <a:pt x="719328" y="230124"/>
                </a:lnTo>
                <a:lnTo>
                  <a:pt x="740664" y="271272"/>
                </a:lnTo>
                <a:lnTo>
                  <a:pt x="751332" y="291084"/>
                </a:lnTo>
                <a:lnTo>
                  <a:pt x="769620" y="335280"/>
                </a:lnTo>
                <a:lnTo>
                  <a:pt x="792480" y="402336"/>
                </a:lnTo>
                <a:lnTo>
                  <a:pt x="804672" y="449580"/>
                </a:lnTo>
                <a:lnTo>
                  <a:pt x="813816" y="496824"/>
                </a:lnTo>
                <a:lnTo>
                  <a:pt x="822960" y="569976"/>
                </a:lnTo>
                <a:lnTo>
                  <a:pt x="826008" y="620268"/>
                </a:lnTo>
                <a:lnTo>
                  <a:pt x="826008" y="672084"/>
                </a:lnTo>
                <a:lnTo>
                  <a:pt x="822960" y="722376"/>
                </a:lnTo>
                <a:lnTo>
                  <a:pt x="813816" y="797052"/>
                </a:lnTo>
                <a:lnTo>
                  <a:pt x="809244" y="821436"/>
                </a:lnTo>
                <a:lnTo>
                  <a:pt x="803148" y="844296"/>
                </a:lnTo>
                <a:lnTo>
                  <a:pt x="797052" y="868680"/>
                </a:lnTo>
                <a:lnTo>
                  <a:pt x="783336" y="915924"/>
                </a:lnTo>
                <a:lnTo>
                  <a:pt x="768096" y="960120"/>
                </a:lnTo>
                <a:lnTo>
                  <a:pt x="748284" y="1004316"/>
                </a:lnTo>
                <a:lnTo>
                  <a:pt x="739140" y="1025652"/>
                </a:lnTo>
                <a:lnTo>
                  <a:pt x="691896" y="1104900"/>
                </a:lnTo>
                <a:lnTo>
                  <a:pt x="665988" y="1141476"/>
                </a:lnTo>
                <a:lnTo>
                  <a:pt x="637032" y="1176528"/>
                </a:lnTo>
                <a:lnTo>
                  <a:pt x="621792" y="1191768"/>
                </a:lnTo>
                <a:lnTo>
                  <a:pt x="606552" y="1208532"/>
                </a:lnTo>
                <a:lnTo>
                  <a:pt x="557784" y="1251204"/>
                </a:lnTo>
                <a:lnTo>
                  <a:pt x="522732" y="1277112"/>
                </a:lnTo>
                <a:lnTo>
                  <a:pt x="504444" y="1287780"/>
                </a:lnTo>
                <a:lnTo>
                  <a:pt x="509016" y="1296924"/>
                </a:lnTo>
                <a:lnTo>
                  <a:pt x="545592" y="1272552"/>
                </a:lnTo>
                <a:lnTo>
                  <a:pt x="580644" y="1245108"/>
                </a:lnTo>
                <a:lnTo>
                  <a:pt x="614172" y="1214628"/>
                </a:lnTo>
                <a:lnTo>
                  <a:pt x="659892" y="1165860"/>
                </a:lnTo>
                <a:lnTo>
                  <a:pt x="701040" y="1109472"/>
                </a:lnTo>
                <a:lnTo>
                  <a:pt x="725424" y="1071372"/>
                </a:lnTo>
                <a:lnTo>
                  <a:pt x="768096" y="986028"/>
                </a:lnTo>
                <a:lnTo>
                  <a:pt x="784860" y="941832"/>
                </a:lnTo>
                <a:lnTo>
                  <a:pt x="792480" y="917448"/>
                </a:lnTo>
                <a:lnTo>
                  <a:pt x="800100" y="894588"/>
                </a:lnTo>
                <a:lnTo>
                  <a:pt x="818388" y="822960"/>
                </a:lnTo>
                <a:lnTo>
                  <a:pt x="832104" y="722376"/>
                </a:lnTo>
                <a:lnTo>
                  <a:pt x="835152" y="672084"/>
                </a:lnTo>
                <a:lnTo>
                  <a:pt x="835152" y="620268"/>
                </a:lnTo>
                <a:close/>
              </a:path>
              <a:path w="1338579" h="1304925">
                <a:moveTo>
                  <a:pt x="1338059" y="594360"/>
                </a:moveTo>
                <a:lnTo>
                  <a:pt x="1335011" y="569976"/>
                </a:lnTo>
                <a:lnTo>
                  <a:pt x="1333487" y="544068"/>
                </a:lnTo>
                <a:lnTo>
                  <a:pt x="1330439" y="519684"/>
                </a:lnTo>
                <a:lnTo>
                  <a:pt x="1316723" y="446532"/>
                </a:lnTo>
                <a:lnTo>
                  <a:pt x="1310627" y="423672"/>
                </a:lnTo>
                <a:lnTo>
                  <a:pt x="1304531" y="399288"/>
                </a:lnTo>
                <a:lnTo>
                  <a:pt x="1281671" y="330708"/>
                </a:lnTo>
                <a:lnTo>
                  <a:pt x="1272527" y="309372"/>
                </a:lnTo>
                <a:lnTo>
                  <a:pt x="1261859" y="288036"/>
                </a:lnTo>
                <a:lnTo>
                  <a:pt x="1252715" y="266700"/>
                </a:lnTo>
                <a:lnTo>
                  <a:pt x="1229855" y="225552"/>
                </a:lnTo>
                <a:lnTo>
                  <a:pt x="1206995" y="185928"/>
                </a:lnTo>
                <a:lnTo>
                  <a:pt x="1165847" y="131064"/>
                </a:lnTo>
                <a:lnTo>
                  <a:pt x="1121651" y="80772"/>
                </a:lnTo>
                <a:lnTo>
                  <a:pt x="1072883" y="36576"/>
                </a:lnTo>
                <a:lnTo>
                  <a:pt x="1054595" y="24384"/>
                </a:lnTo>
                <a:lnTo>
                  <a:pt x="1037831" y="10668"/>
                </a:lnTo>
                <a:lnTo>
                  <a:pt x="1019543" y="0"/>
                </a:lnTo>
                <a:lnTo>
                  <a:pt x="1013447" y="7620"/>
                </a:lnTo>
                <a:lnTo>
                  <a:pt x="1050023" y="32004"/>
                </a:lnTo>
                <a:lnTo>
                  <a:pt x="1066787" y="44196"/>
                </a:lnTo>
                <a:lnTo>
                  <a:pt x="1083551" y="57912"/>
                </a:lnTo>
                <a:lnTo>
                  <a:pt x="1098791" y="73152"/>
                </a:lnTo>
                <a:lnTo>
                  <a:pt x="1115555" y="88392"/>
                </a:lnTo>
                <a:lnTo>
                  <a:pt x="1159751" y="137160"/>
                </a:lnTo>
                <a:lnTo>
                  <a:pt x="1199375" y="192024"/>
                </a:lnTo>
                <a:lnTo>
                  <a:pt x="1222235" y="230124"/>
                </a:lnTo>
                <a:lnTo>
                  <a:pt x="1243571" y="271272"/>
                </a:lnTo>
                <a:lnTo>
                  <a:pt x="1254239" y="291084"/>
                </a:lnTo>
                <a:lnTo>
                  <a:pt x="1272527" y="335280"/>
                </a:lnTo>
                <a:lnTo>
                  <a:pt x="1295387" y="402336"/>
                </a:lnTo>
                <a:lnTo>
                  <a:pt x="1307579" y="449580"/>
                </a:lnTo>
                <a:lnTo>
                  <a:pt x="1321295" y="521208"/>
                </a:lnTo>
                <a:lnTo>
                  <a:pt x="1328915" y="620268"/>
                </a:lnTo>
                <a:lnTo>
                  <a:pt x="1328915" y="672084"/>
                </a:lnTo>
                <a:lnTo>
                  <a:pt x="1325867" y="722376"/>
                </a:lnTo>
                <a:lnTo>
                  <a:pt x="1316723" y="797052"/>
                </a:lnTo>
                <a:lnTo>
                  <a:pt x="1312151" y="821436"/>
                </a:lnTo>
                <a:lnTo>
                  <a:pt x="1306055" y="844296"/>
                </a:lnTo>
                <a:lnTo>
                  <a:pt x="1299959" y="868680"/>
                </a:lnTo>
                <a:lnTo>
                  <a:pt x="1293863" y="891540"/>
                </a:lnTo>
                <a:lnTo>
                  <a:pt x="1287767" y="915924"/>
                </a:lnTo>
                <a:lnTo>
                  <a:pt x="1278623" y="938784"/>
                </a:lnTo>
                <a:lnTo>
                  <a:pt x="1261859" y="982980"/>
                </a:lnTo>
                <a:lnTo>
                  <a:pt x="1242047" y="1025652"/>
                </a:lnTo>
                <a:lnTo>
                  <a:pt x="1219187" y="1065276"/>
                </a:lnTo>
                <a:lnTo>
                  <a:pt x="1196327" y="1104900"/>
                </a:lnTo>
                <a:lnTo>
                  <a:pt x="1155179" y="1159764"/>
                </a:lnTo>
                <a:lnTo>
                  <a:pt x="1126223" y="1191768"/>
                </a:lnTo>
                <a:lnTo>
                  <a:pt x="1094219" y="1223772"/>
                </a:lnTo>
                <a:lnTo>
                  <a:pt x="1043927" y="1264920"/>
                </a:lnTo>
                <a:lnTo>
                  <a:pt x="1007351" y="1287780"/>
                </a:lnTo>
                <a:lnTo>
                  <a:pt x="1011923" y="1296924"/>
                </a:lnTo>
                <a:lnTo>
                  <a:pt x="1048499" y="1272552"/>
                </a:lnTo>
                <a:lnTo>
                  <a:pt x="1083551" y="1245108"/>
                </a:lnTo>
                <a:lnTo>
                  <a:pt x="1117079" y="1214628"/>
                </a:lnTo>
                <a:lnTo>
                  <a:pt x="1162799" y="1165860"/>
                </a:lnTo>
                <a:lnTo>
                  <a:pt x="1203947" y="1109472"/>
                </a:lnTo>
                <a:lnTo>
                  <a:pt x="1228331" y="1071372"/>
                </a:lnTo>
                <a:lnTo>
                  <a:pt x="1238999" y="1050036"/>
                </a:lnTo>
                <a:lnTo>
                  <a:pt x="1251191" y="1028700"/>
                </a:lnTo>
                <a:lnTo>
                  <a:pt x="1260335" y="1007364"/>
                </a:lnTo>
                <a:lnTo>
                  <a:pt x="1271003" y="986028"/>
                </a:lnTo>
                <a:lnTo>
                  <a:pt x="1280147" y="963168"/>
                </a:lnTo>
                <a:lnTo>
                  <a:pt x="1287767" y="941832"/>
                </a:lnTo>
                <a:lnTo>
                  <a:pt x="1296911" y="917448"/>
                </a:lnTo>
                <a:lnTo>
                  <a:pt x="1303007" y="894588"/>
                </a:lnTo>
                <a:lnTo>
                  <a:pt x="1310627" y="871728"/>
                </a:lnTo>
                <a:lnTo>
                  <a:pt x="1315199" y="847344"/>
                </a:lnTo>
                <a:lnTo>
                  <a:pt x="1321295" y="822960"/>
                </a:lnTo>
                <a:lnTo>
                  <a:pt x="1325867" y="798576"/>
                </a:lnTo>
                <a:lnTo>
                  <a:pt x="1330439" y="772668"/>
                </a:lnTo>
                <a:lnTo>
                  <a:pt x="1333487" y="748284"/>
                </a:lnTo>
                <a:lnTo>
                  <a:pt x="1335011" y="722376"/>
                </a:lnTo>
                <a:lnTo>
                  <a:pt x="1338059" y="697992"/>
                </a:lnTo>
                <a:lnTo>
                  <a:pt x="1338059" y="5943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915346" y="439952"/>
            <a:ext cx="3150235" cy="61341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17-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7</a:t>
            </a:r>
            <a:r>
              <a:rPr sz="2200" b="1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Doppler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Effect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Example</a:t>
            </a:r>
            <a:r>
              <a:rPr sz="2200" b="1" spc="-6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spc="-50" dirty="0">
                <a:solidFill>
                  <a:srgbClr val="E10000"/>
                </a:solidFill>
                <a:latin typeface="Arial"/>
                <a:cs typeface="Arial"/>
              </a:rPr>
              <a:t>8</a:t>
            </a:r>
            <a:endParaRPr sz="22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92479" y="370331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2852" y="6819900"/>
                </a:moveTo>
                <a:lnTo>
                  <a:pt x="3048" y="6819900"/>
                </a:lnTo>
                <a:lnTo>
                  <a:pt x="0" y="6816851"/>
                </a:lnTo>
                <a:lnTo>
                  <a:pt x="0" y="3048"/>
                </a:lnTo>
                <a:lnTo>
                  <a:pt x="3048" y="0"/>
                </a:lnTo>
                <a:lnTo>
                  <a:pt x="9102852" y="0"/>
                </a:lnTo>
                <a:lnTo>
                  <a:pt x="9105900" y="3048"/>
                </a:lnTo>
                <a:lnTo>
                  <a:pt x="9105900" y="6096"/>
                </a:ln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lnTo>
                  <a:pt x="12192" y="6807708"/>
                </a:lnTo>
                <a:lnTo>
                  <a:pt x="6096" y="6807708"/>
                </a:lnTo>
                <a:lnTo>
                  <a:pt x="12192" y="6813803"/>
                </a:lnTo>
                <a:lnTo>
                  <a:pt x="9105900" y="6813803"/>
                </a:lnTo>
                <a:lnTo>
                  <a:pt x="9105900" y="6816851"/>
                </a:lnTo>
                <a:lnTo>
                  <a:pt x="9102852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close/>
              </a:path>
              <a:path w="9105900" h="6819900">
                <a:moveTo>
                  <a:pt x="9093707" y="12192"/>
                </a:moveTo>
                <a:lnTo>
                  <a:pt x="12192" y="12192"/>
                </a:lnTo>
                <a:lnTo>
                  <a:pt x="12192" y="6096"/>
                </a:lnTo>
                <a:lnTo>
                  <a:pt x="9093707" y="6096"/>
                </a:lnTo>
                <a:lnTo>
                  <a:pt x="9093707" y="12192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9093707" y="6096"/>
                </a:lnTo>
                <a:lnTo>
                  <a:pt x="9099804" y="12192"/>
                </a:lnTo>
                <a:lnTo>
                  <a:pt x="9105900" y="12192"/>
                </a:lnTo>
                <a:lnTo>
                  <a:pt x="9105900" y="6807708"/>
                </a:lnTo>
                <a:lnTo>
                  <a:pt x="9099804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12192"/>
                </a:moveTo>
                <a:lnTo>
                  <a:pt x="9099804" y="12192"/>
                </a:lnTo>
                <a:lnTo>
                  <a:pt x="9093707" y="6096"/>
                </a:lnTo>
                <a:lnTo>
                  <a:pt x="9105900" y="6096"/>
                </a:lnTo>
                <a:lnTo>
                  <a:pt x="9105900" y="12192"/>
                </a:lnTo>
                <a:close/>
              </a:path>
              <a:path w="9105900" h="6819900">
                <a:moveTo>
                  <a:pt x="12192" y="6813803"/>
                </a:moveTo>
                <a:lnTo>
                  <a:pt x="6096" y="6807708"/>
                </a:lnTo>
                <a:lnTo>
                  <a:pt x="12192" y="6807708"/>
                </a:lnTo>
                <a:lnTo>
                  <a:pt x="12192" y="6813803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12192" y="6813803"/>
                </a:lnTo>
                <a:lnTo>
                  <a:pt x="12192" y="6807708"/>
                </a:lnTo>
                <a:lnTo>
                  <a:pt x="9093707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6813803"/>
                </a:moveTo>
                <a:lnTo>
                  <a:pt x="9093707" y="6813803"/>
                </a:lnTo>
                <a:lnTo>
                  <a:pt x="9099804" y="6807708"/>
                </a:lnTo>
                <a:lnTo>
                  <a:pt x="9105900" y="6807708"/>
                </a:lnTo>
                <a:lnTo>
                  <a:pt x="9105900" y="6813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026707" y="2616139"/>
            <a:ext cx="5433695" cy="1888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Speed</a:t>
            </a:r>
            <a:r>
              <a:rPr sz="2000" spc="-1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=</a:t>
            </a:r>
            <a:r>
              <a:rPr sz="2000" spc="1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242</a:t>
            </a:r>
            <a:r>
              <a:rPr sz="2000" spc="1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FF3300"/>
                </a:solidFill>
                <a:latin typeface="Microsoft Sans Serif"/>
                <a:cs typeface="Microsoft Sans Serif"/>
              </a:rPr>
              <a:t>m/s.</a:t>
            </a:r>
            <a:endParaRPr sz="2000">
              <a:latin typeface="Microsoft Sans Serif"/>
              <a:cs typeface="Microsoft Sans Serif"/>
            </a:endParaRPr>
          </a:p>
          <a:p>
            <a:pPr marL="111125">
              <a:lnSpc>
                <a:spcPct val="100000"/>
              </a:lnSpc>
            </a:pP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Emitting</a:t>
            </a:r>
            <a:r>
              <a:rPr sz="2000" spc="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sound</a:t>
            </a:r>
            <a:r>
              <a:rPr sz="2000" spc="-1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waves</a:t>
            </a:r>
            <a:r>
              <a:rPr sz="2000" spc="-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at</a:t>
            </a:r>
            <a:r>
              <a:rPr sz="2000" spc="-1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frequency</a:t>
            </a:r>
            <a:r>
              <a:rPr sz="2000" spc="-2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f =</a:t>
            </a:r>
            <a:r>
              <a:rPr sz="2000" spc="-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1250</a:t>
            </a:r>
            <a:r>
              <a:rPr sz="2000" spc="-1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FF3300"/>
                </a:solidFill>
                <a:latin typeface="Microsoft Sans Serif"/>
                <a:cs typeface="Microsoft Sans Serif"/>
              </a:rPr>
              <a:t>Hz</a:t>
            </a:r>
            <a:endParaRPr sz="2000">
              <a:latin typeface="Microsoft Sans Serif"/>
              <a:cs typeface="Microsoft Sans Serif"/>
            </a:endParaRPr>
          </a:p>
          <a:p>
            <a:pPr marL="12700" marR="78105" indent="6985">
              <a:lnSpc>
                <a:spcPct val="156000"/>
              </a:lnSpc>
              <a:spcBef>
                <a:spcPts val="1355"/>
              </a:spcBef>
            </a:pPr>
            <a:r>
              <a:rPr sz="2000" dirty="0">
                <a:latin typeface="Microsoft Sans Serif"/>
                <a:cs typeface="Microsoft Sans Serif"/>
              </a:rPr>
              <a:t>What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frequency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</a:t>
            </a:r>
            <a:r>
              <a:rPr sz="2400" dirty="0">
                <a:latin typeface="Times New Roman"/>
                <a:cs typeface="Times New Roman"/>
              </a:rPr>
              <a:t>′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is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measured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by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detector? </a:t>
            </a: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Solution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935736" y="4143755"/>
            <a:ext cx="8787765" cy="2173605"/>
          </a:xfrm>
          <a:custGeom>
            <a:avLst/>
            <a:gdLst/>
            <a:ahLst/>
            <a:cxnLst/>
            <a:rect l="l" t="t" r="r" b="b"/>
            <a:pathLst>
              <a:path w="8787765" h="2173604">
                <a:moveTo>
                  <a:pt x="8787384" y="2173224"/>
                </a:moveTo>
                <a:lnTo>
                  <a:pt x="0" y="2173224"/>
                </a:lnTo>
                <a:lnTo>
                  <a:pt x="0" y="0"/>
                </a:lnTo>
                <a:lnTo>
                  <a:pt x="8787384" y="0"/>
                </a:lnTo>
                <a:lnTo>
                  <a:pt x="8787384" y="4572"/>
                </a:lnTo>
                <a:lnTo>
                  <a:pt x="9144" y="4572"/>
                </a:lnTo>
                <a:lnTo>
                  <a:pt x="4572" y="9144"/>
                </a:lnTo>
                <a:lnTo>
                  <a:pt x="9144" y="9144"/>
                </a:lnTo>
                <a:lnTo>
                  <a:pt x="9144" y="2164080"/>
                </a:lnTo>
                <a:lnTo>
                  <a:pt x="4572" y="2164080"/>
                </a:lnTo>
                <a:lnTo>
                  <a:pt x="9144" y="2168651"/>
                </a:lnTo>
                <a:lnTo>
                  <a:pt x="8787384" y="2168651"/>
                </a:lnTo>
                <a:lnTo>
                  <a:pt x="8787384" y="2173224"/>
                </a:lnTo>
                <a:close/>
              </a:path>
              <a:path w="8787765" h="2173604">
                <a:moveTo>
                  <a:pt x="9144" y="9144"/>
                </a:moveTo>
                <a:lnTo>
                  <a:pt x="4572" y="9144"/>
                </a:lnTo>
                <a:lnTo>
                  <a:pt x="9144" y="4572"/>
                </a:lnTo>
                <a:lnTo>
                  <a:pt x="9144" y="9144"/>
                </a:lnTo>
                <a:close/>
              </a:path>
              <a:path w="8787765" h="2173604">
                <a:moveTo>
                  <a:pt x="8778240" y="9144"/>
                </a:moveTo>
                <a:lnTo>
                  <a:pt x="9144" y="9144"/>
                </a:lnTo>
                <a:lnTo>
                  <a:pt x="9144" y="4572"/>
                </a:lnTo>
                <a:lnTo>
                  <a:pt x="8778240" y="4572"/>
                </a:lnTo>
                <a:lnTo>
                  <a:pt x="8778240" y="9144"/>
                </a:lnTo>
                <a:close/>
              </a:path>
              <a:path w="8787765" h="2173604">
                <a:moveTo>
                  <a:pt x="8778240" y="2168651"/>
                </a:moveTo>
                <a:lnTo>
                  <a:pt x="8778240" y="4572"/>
                </a:lnTo>
                <a:lnTo>
                  <a:pt x="8782812" y="9144"/>
                </a:lnTo>
                <a:lnTo>
                  <a:pt x="8787384" y="9144"/>
                </a:lnTo>
                <a:lnTo>
                  <a:pt x="8787384" y="2164080"/>
                </a:lnTo>
                <a:lnTo>
                  <a:pt x="8782812" y="2164080"/>
                </a:lnTo>
                <a:lnTo>
                  <a:pt x="8778240" y="2168651"/>
                </a:lnTo>
                <a:close/>
              </a:path>
              <a:path w="8787765" h="2173604">
                <a:moveTo>
                  <a:pt x="8787384" y="9144"/>
                </a:moveTo>
                <a:lnTo>
                  <a:pt x="8782812" y="9144"/>
                </a:lnTo>
                <a:lnTo>
                  <a:pt x="8778240" y="4572"/>
                </a:lnTo>
                <a:lnTo>
                  <a:pt x="8787384" y="4572"/>
                </a:lnTo>
                <a:lnTo>
                  <a:pt x="8787384" y="9144"/>
                </a:lnTo>
                <a:close/>
              </a:path>
              <a:path w="8787765" h="2173604">
                <a:moveTo>
                  <a:pt x="9144" y="2168651"/>
                </a:moveTo>
                <a:lnTo>
                  <a:pt x="4572" y="2164080"/>
                </a:lnTo>
                <a:lnTo>
                  <a:pt x="9144" y="2164080"/>
                </a:lnTo>
                <a:lnTo>
                  <a:pt x="9144" y="2168651"/>
                </a:lnTo>
                <a:close/>
              </a:path>
              <a:path w="8787765" h="2173604">
                <a:moveTo>
                  <a:pt x="8778240" y="2168651"/>
                </a:moveTo>
                <a:lnTo>
                  <a:pt x="9144" y="2168651"/>
                </a:lnTo>
                <a:lnTo>
                  <a:pt x="9144" y="2164080"/>
                </a:lnTo>
                <a:lnTo>
                  <a:pt x="8778240" y="2164080"/>
                </a:lnTo>
                <a:lnTo>
                  <a:pt x="8778240" y="2168651"/>
                </a:lnTo>
                <a:close/>
              </a:path>
              <a:path w="8787765" h="2173604">
                <a:moveTo>
                  <a:pt x="8787384" y="2168651"/>
                </a:moveTo>
                <a:lnTo>
                  <a:pt x="8778240" y="2168651"/>
                </a:lnTo>
                <a:lnTo>
                  <a:pt x="8782812" y="2164080"/>
                </a:lnTo>
                <a:lnTo>
                  <a:pt x="8787384" y="2164080"/>
                </a:lnTo>
                <a:lnTo>
                  <a:pt x="8787384" y="21686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25751" y="2616139"/>
            <a:ext cx="202311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Speed</a:t>
            </a:r>
            <a:r>
              <a:rPr sz="2000" spc="-1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=</a:t>
            </a:r>
            <a:r>
              <a:rPr sz="2000" spc="1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242</a:t>
            </a:r>
            <a:r>
              <a:rPr sz="2000" spc="1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FF3300"/>
                </a:solidFill>
                <a:latin typeface="Microsoft Sans Serif"/>
                <a:cs typeface="Microsoft Sans Serif"/>
              </a:rPr>
              <a:t>m/s.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0963" y="1031747"/>
            <a:ext cx="8789035" cy="3030220"/>
          </a:xfrm>
          <a:custGeom>
            <a:avLst/>
            <a:gdLst/>
            <a:ahLst/>
            <a:cxnLst/>
            <a:rect l="l" t="t" r="r" b="b"/>
            <a:pathLst>
              <a:path w="8789035" h="3030220">
                <a:moveTo>
                  <a:pt x="2170188" y="923544"/>
                </a:moveTo>
                <a:lnTo>
                  <a:pt x="2161946" y="918972"/>
                </a:lnTo>
                <a:lnTo>
                  <a:pt x="2149779" y="912228"/>
                </a:lnTo>
                <a:lnTo>
                  <a:pt x="2149779" y="923544"/>
                </a:lnTo>
                <a:lnTo>
                  <a:pt x="1679460" y="1185329"/>
                </a:lnTo>
                <a:lnTo>
                  <a:pt x="1679460" y="1184148"/>
                </a:lnTo>
                <a:lnTo>
                  <a:pt x="1679460" y="1173480"/>
                </a:lnTo>
                <a:lnTo>
                  <a:pt x="222504" y="1173480"/>
                </a:lnTo>
                <a:lnTo>
                  <a:pt x="222504" y="673608"/>
                </a:lnTo>
                <a:lnTo>
                  <a:pt x="1679460" y="673608"/>
                </a:lnTo>
                <a:lnTo>
                  <a:pt x="1679460" y="664464"/>
                </a:lnTo>
                <a:lnTo>
                  <a:pt x="1679460" y="661771"/>
                </a:lnTo>
                <a:lnTo>
                  <a:pt x="2149779" y="923544"/>
                </a:lnTo>
                <a:lnTo>
                  <a:pt x="2149779" y="912228"/>
                </a:lnTo>
                <a:lnTo>
                  <a:pt x="1686788" y="655320"/>
                </a:lnTo>
                <a:lnTo>
                  <a:pt x="1670316" y="646176"/>
                </a:lnTo>
                <a:lnTo>
                  <a:pt x="1670316" y="664464"/>
                </a:lnTo>
                <a:lnTo>
                  <a:pt x="213360" y="664464"/>
                </a:lnTo>
                <a:lnTo>
                  <a:pt x="213360" y="1184148"/>
                </a:lnTo>
                <a:lnTo>
                  <a:pt x="1670316" y="1184148"/>
                </a:lnTo>
                <a:lnTo>
                  <a:pt x="1670316" y="1200912"/>
                </a:lnTo>
                <a:lnTo>
                  <a:pt x="1684045" y="1193292"/>
                </a:lnTo>
                <a:lnTo>
                  <a:pt x="2161946" y="928116"/>
                </a:lnTo>
                <a:lnTo>
                  <a:pt x="2170188" y="923544"/>
                </a:lnTo>
                <a:close/>
              </a:path>
              <a:path w="8789035" h="3030220">
                <a:moveTo>
                  <a:pt x="8788908" y="0"/>
                </a:moveTo>
                <a:lnTo>
                  <a:pt x="8779777" y="0"/>
                </a:lnTo>
                <a:lnTo>
                  <a:pt x="8779777" y="10668"/>
                </a:lnTo>
                <a:lnTo>
                  <a:pt x="8779777" y="3020568"/>
                </a:lnTo>
                <a:lnTo>
                  <a:pt x="9144" y="3020568"/>
                </a:lnTo>
                <a:lnTo>
                  <a:pt x="9144" y="10668"/>
                </a:lnTo>
                <a:lnTo>
                  <a:pt x="8779777" y="10668"/>
                </a:lnTo>
                <a:lnTo>
                  <a:pt x="8779777" y="0"/>
                </a:lnTo>
                <a:lnTo>
                  <a:pt x="0" y="0"/>
                </a:lnTo>
                <a:lnTo>
                  <a:pt x="0" y="3029712"/>
                </a:lnTo>
                <a:lnTo>
                  <a:pt x="8788908" y="3029712"/>
                </a:lnTo>
                <a:lnTo>
                  <a:pt x="8788908" y="3025152"/>
                </a:lnTo>
                <a:lnTo>
                  <a:pt x="8788908" y="3020568"/>
                </a:lnTo>
                <a:lnTo>
                  <a:pt x="8788908" y="10668"/>
                </a:lnTo>
                <a:lnTo>
                  <a:pt x="8788908" y="4572"/>
                </a:lnTo>
                <a:lnTo>
                  <a:pt x="87889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08554" y="1747482"/>
            <a:ext cx="8191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FF3300"/>
                </a:solidFill>
                <a:latin typeface="Microsoft Sans Serif"/>
                <a:cs typeface="Microsoft Sans Serif"/>
              </a:rPr>
              <a:t>Rocket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505711" y="1078991"/>
            <a:ext cx="6391910" cy="1792605"/>
            <a:chOff x="1505711" y="1078991"/>
            <a:chExt cx="6391910" cy="1792605"/>
          </a:xfrm>
        </p:grpSpPr>
        <p:sp>
          <p:nvSpPr>
            <p:cNvPr id="7" name="object 7"/>
            <p:cNvSpPr/>
            <p:nvPr/>
          </p:nvSpPr>
          <p:spPr>
            <a:xfrm>
              <a:off x="1505711" y="2342387"/>
              <a:ext cx="792480" cy="132715"/>
            </a:xfrm>
            <a:custGeom>
              <a:avLst/>
              <a:gdLst/>
              <a:ahLst/>
              <a:cxnLst/>
              <a:rect l="l" t="t" r="r" b="b"/>
              <a:pathLst>
                <a:path w="792480" h="132714">
                  <a:moveTo>
                    <a:pt x="733921" y="66294"/>
                  </a:moveTo>
                  <a:lnTo>
                    <a:pt x="670560" y="28956"/>
                  </a:lnTo>
                  <a:lnTo>
                    <a:pt x="662940" y="24384"/>
                  </a:lnTo>
                  <a:lnTo>
                    <a:pt x="661416" y="15240"/>
                  </a:lnTo>
                  <a:lnTo>
                    <a:pt x="665988" y="9144"/>
                  </a:lnTo>
                  <a:lnTo>
                    <a:pt x="669036" y="1524"/>
                  </a:lnTo>
                  <a:lnTo>
                    <a:pt x="678180" y="0"/>
                  </a:lnTo>
                  <a:lnTo>
                    <a:pt x="684276" y="4572"/>
                  </a:lnTo>
                  <a:lnTo>
                    <a:pt x="768134" y="51816"/>
                  </a:lnTo>
                  <a:lnTo>
                    <a:pt x="763524" y="51816"/>
                  </a:lnTo>
                  <a:lnTo>
                    <a:pt x="763524" y="53340"/>
                  </a:lnTo>
                  <a:lnTo>
                    <a:pt x="755904" y="53340"/>
                  </a:lnTo>
                  <a:lnTo>
                    <a:pt x="733921" y="66294"/>
                  </a:lnTo>
                  <a:close/>
                </a:path>
                <a:path w="792480" h="132714">
                  <a:moveTo>
                    <a:pt x="709352" y="80772"/>
                  </a:moveTo>
                  <a:lnTo>
                    <a:pt x="0" y="80772"/>
                  </a:lnTo>
                  <a:lnTo>
                    <a:pt x="0" y="51816"/>
                  </a:lnTo>
                  <a:lnTo>
                    <a:pt x="709352" y="51816"/>
                  </a:lnTo>
                  <a:lnTo>
                    <a:pt x="733921" y="66294"/>
                  </a:lnTo>
                  <a:lnTo>
                    <a:pt x="709352" y="80772"/>
                  </a:lnTo>
                  <a:close/>
                </a:path>
                <a:path w="792480" h="132714">
                  <a:moveTo>
                    <a:pt x="766088" y="80772"/>
                  </a:moveTo>
                  <a:lnTo>
                    <a:pt x="763524" y="80772"/>
                  </a:lnTo>
                  <a:lnTo>
                    <a:pt x="763524" y="51816"/>
                  </a:lnTo>
                  <a:lnTo>
                    <a:pt x="768134" y="51816"/>
                  </a:lnTo>
                  <a:lnTo>
                    <a:pt x="792480" y="65532"/>
                  </a:lnTo>
                  <a:lnTo>
                    <a:pt x="766088" y="80772"/>
                  </a:lnTo>
                  <a:close/>
                </a:path>
                <a:path w="792480" h="132714">
                  <a:moveTo>
                    <a:pt x="755904" y="79248"/>
                  </a:moveTo>
                  <a:lnTo>
                    <a:pt x="733921" y="66294"/>
                  </a:lnTo>
                  <a:lnTo>
                    <a:pt x="755904" y="53340"/>
                  </a:lnTo>
                  <a:lnTo>
                    <a:pt x="755904" y="79248"/>
                  </a:lnTo>
                  <a:close/>
                </a:path>
                <a:path w="792480" h="132714">
                  <a:moveTo>
                    <a:pt x="763524" y="79248"/>
                  </a:moveTo>
                  <a:lnTo>
                    <a:pt x="755904" y="79248"/>
                  </a:lnTo>
                  <a:lnTo>
                    <a:pt x="755904" y="53340"/>
                  </a:lnTo>
                  <a:lnTo>
                    <a:pt x="763524" y="53340"/>
                  </a:lnTo>
                  <a:lnTo>
                    <a:pt x="763524" y="79248"/>
                  </a:lnTo>
                  <a:close/>
                </a:path>
                <a:path w="792480" h="132714">
                  <a:moveTo>
                    <a:pt x="678180" y="132588"/>
                  </a:moveTo>
                  <a:lnTo>
                    <a:pt x="669036" y="129540"/>
                  </a:lnTo>
                  <a:lnTo>
                    <a:pt x="665988" y="123444"/>
                  </a:lnTo>
                  <a:lnTo>
                    <a:pt x="661416" y="117348"/>
                  </a:lnTo>
                  <a:lnTo>
                    <a:pt x="662940" y="108204"/>
                  </a:lnTo>
                  <a:lnTo>
                    <a:pt x="670560" y="103632"/>
                  </a:lnTo>
                  <a:lnTo>
                    <a:pt x="733921" y="66294"/>
                  </a:lnTo>
                  <a:lnTo>
                    <a:pt x="755904" y="79248"/>
                  </a:lnTo>
                  <a:lnTo>
                    <a:pt x="763524" y="79248"/>
                  </a:lnTo>
                  <a:lnTo>
                    <a:pt x="763524" y="80772"/>
                  </a:lnTo>
                  <a:lnTo>
                    <a:pt x="766088" y="80772"/>
                  </a:lnTo>
                  <a:lnTo>
                    <a:pt x="684276" y="128016"/>
                  </a:lnTo>
                  <a:lnTo>
                    <a:pt x="678180" y="132588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168896" y="1078991"/>
              <a:ext cx="728980" cy="1792605"/>
            </a:xfrm>
            <a:custGeom>
              <a:avLst/>
              <a:gdLst/>
              <a:ahLst/>
              <a:cxnLst/>
              <a:rect l="l" t="t" r="r" b="b"/>
              <a:pathLst>
                <a:path w="728979" h="1792605">
                  <a:moveTo>
                    <a:pt x="728472" y="1792224"/>
                  </a:moveTo>
                  <a:lnTo>
                    <a:pt x="0" y="1792224"/>
                  </a:lnTo>
                  <a:lnTo>
                    <a:pt x="0" y="0"/>
                  </a:lnTo>
                  <a:lnTo>
                    <a:pt x="728472" y="0"/>
                  </a:lnTo>
                  <a:lnTo>
                    <a:pt x="728472" y="4572"/>
                  </a:lnTo>
                  <a:lnTo>
                    <a:pt x="10668" y="4572"/>
                  </a:lnTo>
                  <a:lnTo>
                    <a:pt x="4572" y="9144"/>
                  </a:lnTo>
                  <a:lnTo>
                    <a:pt x="10668" y="9144"/>
                  </a:lnTo>
                  <a:lnTo>
                    <a:pt x="10668" y="1781555"/>
                  </a:lnTo>
                  <a:lnTo>
                    <a:pt x="4572" y="1781555"/>
                  </a:lnTo>
                  <a:lnTo>
                    <a:pt x="10668" y="1786128"/>
                  </a:lnTo>
                  <a:lnTo>
                    <a:pt x="728472" y="1786128"/>
                  </a:lnTo>
                  <a:lnTo>
                    <a:pt x="728472" y="1792224"/>
                  </a:lnTo>
                  <a:close/>
                </a:path>
                <a:path w="728979" h="1792605">
                  <a:moveTo>
                    <a:pt x="10668" y="9144"/>
                  </a:moveTo>
                  <a:lnTo>
                    <a:pt x="4572" y="9144"/>
                  </a:lnTo>
                  <a:lnTo>
                    <a:pt x="10668" y="4572"/>
                  </a:lnTo>
                  <a:lnTo>
                    <a:pt x="10668" y="9144"/>
                  </a:lnTo>
                  <a:close/>
                </a:path>
                <a:path w="728979" h="1792605">
                  <a:moveTo>
                    <a:pt x="719327" y="9144"/>
                  </a:moveTo>
                  <a:lnTo>
                    <a:pt x="10668" y="9144"/>
                  </a:lnTo>
                  <a:lnTo>
                    <a:pt x="10668" y="4572"/>
                  </a:lnTo>
                  <a:lnTo>
                    <a:pt x="719327" y="4572"/>
                  </a:lnTo>
                  <a:lnTo>
                    <a:pt x="719327" y="9144"/>
                  </a:lnTo>
                  <a:close/>
                </a:path>
                <a:path w="728979" h="1792605">
                  <a:moveTo>
                    <a:pt x="719327" y="1786128"/>
                  </a:moveTo>
                  <a:lnTo>
                    <a:pt x="719327" y="4572"/>
                  </a:lnTo>
                  <a:lnTo>
                    <a:pt x="723900" y="9144"/>
                  </a:lnTo>
                  <a:lnTo>
                    <a:pt x="728472" y="9144"/>
                  </a:lnTo>
                  <a:lnTo>
                    <a:pt x="728472" y="1781555"/>
                  </a:lnTo>
                  <a:lnTo>
                    <a:pt x="723900" y="1781555"/>
                  </a:lnTo>
                  <a:lnTo>
                    <a:pt x="719327" y="1786128"/>
                  </a:lnTo>
                  <a:close/>
                </a:path>
                <a:path w="728979" h="1792605">
                  <a:moveTo>
                    <a:pt x="728472" y="9144"/>
                  </a:moveTo>
                  <a:lnTo>
                    <a:pt x="723900" y="9144"/>
                  </a:lnTo>
                  <a:lnTo>
                    <a:pt x="719327" y="4572"/>
                  </a:lnTo>
                  <a:lnTo>
                    <a:pt x="728472" y="4572"/>
                  </a:lnTo>
                  <a:lnTo>
                    <a:pt x="728472" y="9144"/>
                  </a:lnTo>
                  <a:close/>
                </a:path>
                <a:path w="728979" h="1792605">
                  <a:moveTo>
                    <a:pt x="10668" y="1786128"/>
                  </a:moveTo>
                  <a:lnTo>
                    <a:pt x="4572" y="1781555"/>
                  </a:lnTo>
                  <a:lnTo>
                    <a:pt x="10668" y="1781555"/>
                  </a:lnTo>
                  <a:lnTo>
                    <a:pt x="10668" y="1786128"/>
                  </a:lnTo>
                  <a:close/>
                </a:path>
                <a:path w="728979" h="1792605">
                  <a:moveTo>
                    <a:pt x="719327" y="1786128"/>
                  </a:moveTo>
                  <a:lnTo>
                    <a:pt x="10668" y="1786128"/>
                  </a:lnTo>
                  <a:lnTo>
                    <a:pt x="10668" y="1781555"/>
                  </a:lnTo>
                  <a:lnTo>
                    <a:pt x="719327" y="1781555"/>
                  </a:lnTo>
                  <a:lnTo>
                    <a:pt x="719327" y="1786128"/>
                  </a:lnTo>
                  <a:close/>
                </a:path>
                <a:path w="728979" h="1792605">
                  <a:moveTo>
                    <a:pt x="728472" y="1786128"/>
                  </a:moveTo>
                  <a:lnTo>
                    <a:pt x="719327" y="1786128"/>
                  </a:lnTo>
                  <a:lnTo>
                    <a:pt x="723900" y="1781555"/>
                  </a:lnTo>
                  <a:lnTo>
                    <a:pt x="728472" y="1781555"/>
                  </a:lnTo>
                  <a:lnTo>
                    <a:pt x="728472" y="17861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206481" y="1761276"/>
            <a:ext cx="5340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0" dirty="0">
                <a:solidFill>
                  <a:srgbClr val="FF3300"/>
                </a:solidFill>
                <a:latin typeface="Microsoft Sans Serif"/>
                <a:cs typeface="Microsoft Sans Serif"/>
              </a:rPr>
              <a:t>Pole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415539" y="1795272"/>
            <a:ext cx="368935" cy="299085"/>
            <a:chOff x="2415539" y="1795272"/>
            <a:chExt cx="368935" cy="299085"/>
          </a:xfrm>
        </p:grpSpPr>
        <p:sp>
          <p:nvSpPr>
            <p:cNvPr id="11" name="object 11"/>
            <p:cNvSpPr/>
            <p:nvPr/>
          </p:nvSpPr>
          <p:spPr>
            <a:xfrm>
              <a:off x="2420112" y="1801368"/>
              <a:ext cx="360045" cy="287020"/>
            </a:xfrm>
            <a:custGeom>
              <a:avLst/>
              <a:gdLst/>
              <a:ahLst/>
              <a:cxnLst/>
              <a:rect l="l" t="t" r="r" b="b"/>
              <a:pathLst>
                <a:path w="360044" h="287019">
                  <a:moveTo>
                    <a:pt x="359663" y="286512"/>
                  </a:moveTo>
                  <a:lnTo>
                    <a:pt x="0" y="214883"/>
                  </a:lnTo>
                  <a:lnTo>
                    <a:pt x="0" y="71628"/>
                  </a:lnTo>
                  <a:lnTo>
                    <a:pt x="359663" y="0"/>
                  </a:lnTo>
                  <a:lnTo>
                    <a:pt x="359663" y="286512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15539" y="1795272"/>
              <a:ext cx="368935" cy="299085"/>
            </a:xfrm>
            <a:custGeom>
              <a:avLst/>
              <a:gdLst/>
              <a:ahLst/>
              <a:cxnLst/>
              <a:rect l="l" t="t" r="r" b="b"/>
              <a:pathLst>
                <a:path w="368935" h="299085">
                  <a:moveTo>
                    <a:pt x="368807" y="298703"/>
                  </a:moveTo>
                  <a:lnTo>
                    <a:pt x="0" y="224027"/>
                  </a:lnTo>
                  <a:lnTo>
                    <a:pt x="0" y="73152"/>
                  </a:lnTo>
                  <a:lnTo>
                    <a:pt x="368807" y="0"/>
                  </a:lnTo>
                  <a:lnTo>
                    <a:pt x="368807" y="6096"/>
                  </a:lnTo>
                  <a:lnTo>
                    <a:pt x="359663" y="6096"/>
                  </a:lnTo>
                  <a:lnTo>
                    <a:pt x="359663" y="11876"/>
                  </a:lnTo>
                  <a:lnTo>
                    <a:pt x="27626" y="77724"/>
                  </a:lnTo>
                  <a:lnTo>
                    <a:pt x="9143" y="77724"/>
                  </a:lnTo>
                  <a:lnTo>
                    <a:pt x="4571" y="82296"/>
                  </a:lnTo>
                  <a:lnTo>
                    <a:pt x="9143" y="82296"/>
                  </a:lnTo>
                  <a:lnTo>
                    <a:pt x="9143" y="216408"/>
                  </a:lnTo>
                  <a:lnTo>
                    <a:pt x="4571" y="216408"/>
                  </a:lnTo>
                  <a:lnTo>
                    <a:pt x="9143" y="220979"/>
                  </a:lnTo>
                  <a:lnTo>
                    <a:pt x="27626" y="220979"/>
                  </a:lnTo>
                  <a:lnTo>
                    <a:pt x="359663" y="286827"/>
                  </a:lnTo>
                  <a:lnTo>
                    <a:pt x="359663" y="292608"/>
                  </a:lnTo>
                  <a:lnTo>
                    <a:pt x="368807" y="292608"/>
                  </a:lnTo>
                  <a:lnTo>
                    <a:pt x="368807" y="298703"/>
                  </a:lnTo>
                  <a:close/>
                </a:path>
                <a:path w="368935" h="299085">
                  <a:moveTo>
                    <a:pt x="359663" y="11876"/>
                  </a:moveTo>
                  <a:lnTo>
                    <a:pt x="359663" y="6096"/>
                  </a:lnTo>
                  <a:lnTo>
                    <a:pt x="365759" y="10668"/>
                  </a:lnTo>
                  <a:lnTo>
                    <a:pt x="359663" y="11876"/>
                  </a:lnTo>
                  <a:close/>
                </a:path>
                <a:path w="368935" h="299085">
                  <a:moveTo>
                    <a:pt x="368807" y="292608"/>
                  </a:moveTo>
                  <a:lnTo>
                    <a:pt x="359663" y="292608"/>
                  </a:lnTo>
                  <a:lnTo>
                    <a:pt x="365759" y="288036"/>
                  </a:lnTo>
                  <a:lnTo>
                    <a:pt x="359663" y="286827"/>
                  </a:lnTo>
                  <a:lnTo>
                    <a:pt x="359663" y="11876"/>
                  </a:lnTo>
                  <a:lnTo>
                    <a:pt x="365759" y="10668"/>
                  </a:lnTo>
                  <a:lnTo>
                    <a:pt x="359663" y="6096"/>
                  </a:lnTo>
                  <a:lnTo>
                    <a:pt x="368807" y="6096"/>
                  </a:lnTo>
                  <a:lnTo>
                    <a:pt x="368807" y="292608"/>
                  </a:lnTo>
                  <a:close/>
                </a:path>
                <a:path w="368935" h="299085">
                  <a:moveTo>
                    <a:pt x="4571" y="82296"/>
                  </a:moveTo>
                  <a:lnTo>
                    <a:pt x="9143" y="77724"/>
                  </a:lnTo>
                  <a:lnTo>
                    <a:pt x="9143" y="81389"/>
                  </a:lnTo>
                  <a:lnTo>
                    <a:pt x="4571" y="82296"/>
                  </a:lnTo>
                  <a:close/>
                </a:path>
                <a:path w="368935" h="299085">
                  <a:moveTo>
                    <a:pt x="9143" y="81389"/>
                  </a:moveTo>
                  <a:lnTo>
                    <a:pt x="9143" y="77724"/>
                  </a:lnTo>
                  <a:lnTo>
                    <a:pt x="27626" y="77724"/>
                  </a:lnTo>
                  <a:lnTo>
                    <a:pt x="9143" y="81389"/>
                  </a:lnTo>
                  <a:close/>
                </a:path>
                <a:path w="368935" h="299085">
                  <a:moveTo>
                    <a:pt x="9143" y="82296"/>
                  </a:moveTo>
                  <a:lnTo>
                    <a:pt x="4571" y="82296"/>
                  </a:lnTo>
                  <a:lnTo>
                    <a:pt x="9143" y="81389"/>
                  </a:lnTo>
                  <a:lnTo>
                    <a:pt x="9143" y="82296"/>
                  </a:lnTo>
                  <a:close/>
                </a:path>
                <a:path w="368935" h="299085">
                  <a:moveTo>
                    <a:pt x="9143" y="220979"/>
                  </a:moveTo>
                  <a:lnTo>
                    <a:pt x="4571" y="216408"/>
                  </a:lnTo>
                  <a:lnTo>
                    <a:pt x="9143" y="217314"/>
                  </a:lnTo>
                  <a:lnTo>
                    <a:pt x="9143" y="220979"/>
                  </a:lnTo>
                  <a:close/>
                </a:path>
                <a:path w="368935" h="299085">
                  <a:moveTo>
                    <a:pt x="9143" y="217314"/>
                  </a:moveTo>
                  <a:lnTo>
                    <a:pt x="4571" y="216408"/>
                  </a:lnTo>
                  <a:lnTo>
                    <a:pt x="9143" y="216408"/>
                  </a:lnTo>
                  <a:lnTo>
                    <a:pt x="9143" y="217314"/>
                  </a:lnTo>
                  <a:close/>
                </a:path>
                <a:path w="368935" h="299085">
                  <a:moveTo>
                    <a:pt x="27626" y="220979"/>
                  </a:moveTo>
                  <a:lnTo>
                    <a:pt x="9143" y="220979"/>
                  </a:lnTo>
                  <a:lnTo>
                    <a:pt x="9143" y="217314"/>
                  </a:lnTo>
                  <a:lnTo>
                    <a:pt x="27626" y="220979"/>
                  </a:lnTo>
                  <a:close/>
                </a:path>
                <a:path w="368935" h="299085">
                  <a:moveTo>
                    <a:pt x="359663" y="292608"/>
                  </a:moveTo>
                  <a:lnTo>
                    <a:pt x="359663" y="286827"/>
                  </a:lnTo>
                  <a:lnTo>
                    <a:pt x="365759" y="288036"/>
                  </a:lnTo>
                  <a:lnTo>
                    <a:pt x="359663" y="2926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863067" y="1473214"/>
            <a:ext cx="988694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3333CC"/>
                </a:solidFill>
                <a:latin typeface="Microsoft Sans Serif"/>
                <a:cs typeface="Microsoft Sans Serif"/>
              </a:rPr>
              <a:t>Detector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285682" y="4893436"/>
            <a:ext cx="3550285" cy="905510"/>
            <a:chOff x="2285682" y="4893436"/>
            <a:chExt cx="3550285" cy="905510"/>
          </a:xfrm>
        </p:grpSpPr>
        <p:sp>
          <p:nvSpPr>
            <p:cNvPr id="15" name="object 15"/>
            <p:cNvSpPr/>
            <p:nvPr/>
          </p:nvSpPr>
          <p:spPr>
            <a:xfrm>
              <a:off x="2292667" y="4902707"/>
              <a:ext cx="730885" cy="0"/>
            </a:xfrm>
            <a:custGeom>
              <a:avLst/>
              <a:gdLst/>
              <a:ahLst/>
              <a:cxnLst/>
              <a:rect l="l" t="t" r="r" b="b"/>
              <a:pathLst>
                <a:path w="730885">
                  <a:moveTo>
                    <a:pt x="0" y="0"/>
                  </a:moveTo>
                  <a:lnTo>
                    <a:pt x="730853" y="0"/>
                  </a:lnTo>
                </a:path>
              </a:pathLst>
            </a:custGeom>
            <a:ln w="136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658361" y="4900421"/>
              <a:ext cx="726440" cy="0"/>
            </a:xfrm>
            <a:custGeom>
              <a:avLst/>
              <a:gdLst/>
              <a:ahLst/>
              <a:cxnLst/>
              <a:rect l="l" t="t" r="r" b="b"/>
              <a:pathLst>
                <a:path w="726439">
                  <a:moveTo>
                    <a:pt x="0" y="0"/>
                  </a:moveTo>
                  <a:lnTo>
                    <a:pt x="725995" y="0"/>
                  </a:lnTo>
                </a:path>
              </a:pathLst>
            </a:custGeom>
            <a:ln w="13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429952" y="5791867"/>
              <a:ext cx="2399030" cy="0"/>
            </a:xfrm>
            <a:custGeom>
              <a:avLst/>
              <a:gdLst/>
              <a:ahLst/>
              <a:cxnLst/>
              <a:rect l="l" t="t" r="r" b="b"/>
              <a:pathLst>
                <a:path w="2399029">
                  <a:moveTo>
                    <a:pt x="0" y="0"/>
                  </a:moveTo>
                  <a:lnTo>
                    <a:pt x="2398585" y="0"/>
                  </a:lnTo>
                </a:path>
              </a:pathLst>
            </a:custGeom>
            <a:ln w="136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085335" y="5787516"/>
            <a:ext cx="1089025" cy="356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150" dirty="0">
                <a:latin typeface="Microsoft Sans Serif"/>
                <a:cs typeface="Microsoft Sans Serif"/>
              </a:rPr>
              <a:t>343</a:t>
            </a:r>
            <a:r>
              <a:rPr sz="2150" spc="5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m</a:t>
            </a:r>
            <a:r>
              <a:rPr sz="2150" spc="-30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/</a:t>
            </a:r>
            <a:r>
              <a:rPr sz="2150" spc="-215" dirty="0">
                <a:latin typeface="Microsoft Sans Serif"/>
                <a:cs typeface="Microsoft Sans Serif"/>
              </a:rPr>
              <a:t> </a:t>
            </a:r>
            <a:r>
              <a:rPr sz="2150" spc="-50" dirty="0">
                <a:latin typeface="Microsoft Sans Serif"/>
                <a:cs typeface="Microsoft Sans Serif"/>
              </a:rPr>
              <a:t>s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918716" y="5572632"/>
            <a:ext cx="5272405" cy="356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150" dirty="0">
                <a:latin typeface="Cambria"/>
                <a:cs typeface="Cambria"/>
              </a:rPr>
              <a:t>=</a:t>
            </a:r>
            <a:r>
              <a:rPr sz="2150" spc="15" dirty="0">
                <a:latin typeface="Cambria"/>
                <a:cs typeface="Cambria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(4250</a:t>
            </a:r>
            <a:r>
              <a:rPr sz="2150" spc="2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Hz)</a:t>
            </a:r>
            <a:r>
              <a:rPr sz="2150" spc="-229" dirty="0">
                <a:latin typeface="Microsoft Sans Serif"/>
                <a:cs typeface="Microsoft Sans Serif"/>
              </a:rPr>
              <a:t> </a:t>
            </a:r>
            <a:r>
              <a:rPr sz="3225" baseline="34883" dirty="0">
                <a:latin typeface="Microsoft Sans Serif"/>
                <a:cs typeface="Microsoft Sans Serif"/>
              </a:rPr>
              <a:t>343</a:t>
            </a:r>
            <a:r>
              <a:rPr sz="3225" spc="75" baseline="34883" dirty="0">
                <a:latin typeface="Microsoft Sans Serif"/>
                <a:cs typeface="Microsoft Sans Serif"/>
              </a:rPr>
              <a:t> </a:t>
            </a:r>
            <a:r>
              <a:rPr sz="3225" baseline="34883" dirty="0">
                <a:latin typeface="Microsoft Sans Serif"/>
                <a:cs typeface="Microsoft Sans Serif"/>
              </a:rPr>
              <a:t>m</a:t>
            </a:r>
            <a:r>
              <a:rPr sz="3225" spc="-397" baseline="34883" dirty="0">
                <a:latin typeface="Microsoft Sans Serif"/>
                <a:cs typeface="Microsoft Sans Serif"/>
              </a:rPr>
              <a:t> </a:t>
            </a:r>
            <a:r>
              <a:rPr sz="3225" baseline="34883" dirty="0">
                <a:latin typeface="Microsoft Sans Serif"/>
                <a:cs typeface="Microsoft Sans Serif"/>
              </a:rPr>
              <a:t>/</a:t>
            </a:r>
            <a:r>
              <a:rPr sz="3225" spc="-345" baseline="34883" dirty="0">
                <a:latin typeface="Microsoft Sans Serif"/>
                <a:cs typeface="Microsoft Sans Serif"/>
              </a:rPr>
              <a:t> </a:t>
            </a:r>
            <a:r>
              <a:rPr sz="3225" baseline="34883" dirty="0">
                <a:latin typeface="Microsoft Sans Serif"/>
                <a:cs typeface="Microsoft Sans Serif"/>
              </a:rPr>
              <a:t>s</a:t>
            </a:r>
            <a:r>
              <a:rPr sz="3225" spc="-225" baseline="34883" dirty="0">
                <a:latin typeface="Microsoft Sans Serif"/>
                <a:cs typeface="Microsoft Sans Serif"/>
              </a:rPr>
              <a:t> </a:t>
            </a:r>
            <a:r>
              <a:rPr sz="3225" baseline="34883" dirty="0">
                <a:latin typeface="Cambria"/>
                <a:cs typeface="Cambria"/>
              </a:rPr>
              <a:t>+</a:t>
            </a:r>
            <a:r>
              <a:rPr sz="3225" spc="-15" baseline="34883" dirty="0">
                <a:latin typeface="Cambria"/>
                <a:cs typeface="Cambria"/>
              </a:rPr>
              <a:t> </a:t>
            </a:r>
            <a:r>
              <a:rPr sz="3225" baseline="34883" dirty="0">
                <a:latin typeface="Microsoft Sans Serif"/>
                <a:cs typeface="Microsoft Sans Serif"/>
              </a:rPr>
              <a:t>242</a:t>
            </a:r>
            <a:r>
              <a:rPr sz="3225" spc="44" baseline="34883" dirty="0">
                <a:latin typeface="Microsoft Sans Serif"/>
                <a:cs typeface="Microsoft Sans Serif"/>
              </a:rPr>
              <a:t> </a:t>
            </a:r>
            <a:r>
              <a:rPr sz="3225" baseline="34883" dirty="0">
                <a:latin typeface="Microsoft Sans Serif"/>
                <a:cs typeface="Microsoft Sans Serif"/>
              </a:rPr>
              <a:t>m</a:t>
            </a:r>
            <a:r>
              <a:rPr sz="3225" spc="-427" baseline="34883" dirty="0">
                <a:latin typeface="Microsoft Sans Serif"/>
                <a:cs typeface="Microsoft Sans Serif"/>
              </a:rPr>
              <a:t> </a:t>
            </a:r>
            <a:r>
              <a:rPr sz="3225" baseline="34883" dirty="0">
                <a:latin typeface="Microsoft Sans Serif"/>
                <a:cs typeface="Microsoft Sans Serif"/>
              </a:rPr>
              <a:t>/</a:t>
            </a:r>
            <a:r>
              <a:rPr sz="3225" spc="-307" baseline="34883" dirty="0">
                <a:latin typeface="Microsoft Sans Serif"/>
                <a:cs typeface="Microsoft Sans Serif"/>
              </a:rPr>
              <a:t> </a:t>
            </a:r>
            <a:r>
              <a:rPr sz="3225" baseline="34883" dirty="0">
                <a:latin typeface="Microsoft Sans Serif"/>
                <a:cs typeface="Microsoft Sans Serif"/>
              </a:rPr>
              <a:t>s</a:t>
            </a:r>
            <a:r>
              <a:rPr sz="3225" spc="247" baseline="34883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Cambria"/>
                <a:cs typeface="Cambria"/>
              </a:rPr>
              <a:t>=</a:t>
            </a:r>
            <a:r>
              <a:rPr sz="2150" spc="60" dirty="0">
                <a:latin typeface="Cambria"/>
                <a:cs typeface="Cambria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7420</a:t>
            </a:r>
            <a:r>
              <a:rPr sz="2150" spc="30" dirty="0">
                <a:latin typeface="Microsoft Sans Serif"/>
                <a:cs typeface="Microsoft Sans Serif"/>
              </a:rPr>
              <a:t> </a:t>
            </a:r>
            <a:r>
              <a:rPr sz="2150" spc="-25" dirty="0">
                <a:latin typeface="Microsoft Sans Serif"/>
                <a:cs typeface="Microsoft Sans Serif"/>
              </a:rPr>
              <a:t>Hz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442447" y="1328927"/>
            <a:ext cx="1339850" cy="1304925"/>
          </a:xfrm>
          <a:custGeom>
            <a:avLst/>
            <a:gdLst/>
            <a:ahLst/>
            <a:cxnLst/>
            <a:rect l="l" t="t" r="r" b="b"/>
            <a:pathLst>
              <a:path w="1339850" h="1304925">
                <a:moveTo>
                  <a:pt x="330708" y="1296924"/>
                </a:moveTo>
                <a:lnTo>
                  <a:pt x="295656" y="1272552"/>
                </a:lnTo>
                <a:lnTo>
                  <a:pt x="243840" y="1231392"/>
                </a:lnTo>
                <a:lnTo>
                  <a:pt x="213360" y="1200912"/>
                </a:lnTo>
                <a:lnTo>
                  <a:pt x="182880" y="1167384"/>
                </a:lnTo>
                <a:lnTo>
                  <a:pt x="143256" y="1112520"/>
                </a:lnTo>
                <a:lnTo>
                  <a:pt x="118872" y="1074420"/>
                </a:lnTo>
                <a:lnTo>
                  <a:pt x="96012" y="1033272"/>
                </a:lnTo>
                <a:lnTo>
                  <a:pt x="86868" y="1011936"/>
                </a:lnTo>
                <a:lnTo>
                  <a:pt x="76200" y="990600"/>
                </a:lnTo>
                <a:lnTo>
                  <a:pt x="67056" y="967752"/>
                </a:lnTo>
                <a:lnTo>
                  <a:pt x="59436" y="946404"/>
                </a:lnTo>
                <a:lnTo>
                  <a:pt x="44196" y="900684"/>
                </a:lnTo>
                <a:lnTo>
                  <a:pt x="38100" y="876300"/>
                </a:lnTo>
                <a:lnTo>
                  <a:pt x="32004" y="853452"/>
                </a:lnTo>
                <a:lnTo>
                  <a:pt x="21336" y="804672"/>
                </a:lnTo>
                <a:lnTo>
                  <a:pt x="15240" y="755904"/>
                </a:lnTo>
                <a:lnTo>
                  <a:pt x="9144" y="679704"/>
                </a:lnTo>
                <a:lnTo>
                  <a:pt x="9144" y="627900"/>
                </a:lnTo>
                <a:lnTo>
                  <a:pt x="12192" y="579120"/>
                </a:lnTo>
                <a:lnTo>
                  <a:pt x="21336" y="504444"/>
                </a:lnTo>
                <a:lnTo>
                  <a:pt x="25908" y="481584"/>
                </a:lnTo>
                <a:lnTo>
                  <a:pt x="30480" y="457200"/>
                </a:lnTo>
                <a:lnTo>
                  <a:pt x="36576" y="434340"/>
                </a:lnTo>
                <a:lnTo>
                  <a:pt x="42672" y="409956"/>
                </a:lnTo>
                <a:lnTo>
                  <a:pt x="57912" y="364236"/>
                </a:lnTo>
                <a:lnTo>
                  <a:pt x="83820" y="300228"/>
                </a:lnTo>
                <a:lnTo>
                  <a:pt x="115824" y="237744"/>
                </a:lnTo>
                <a:lnTo>
                  <a:pt x="140208" y="199644"/>
                </a:lnTo>
                <a:lnTo>
                  <a:pt x="166116" y="163068"/>
                </a:lnTo>
                <a:lnTo>
                  <a:pt x="193548" y="128016"/>
                </a:lnTo>
                <a:lnTo>
                  <a:pt x="239268" y="80772"/>
                </a:lnTo>
                <a:lnTo>
                  <a:pt x="256032" y="67056"/>
                </a:lnTo>
                <a:lnTo>
                  <a:pt x="271272" y="53340"/>
                </a:lnTo>
                <a:lnTo>
                  <a:pt x="289560" y="39624"/>
                </a:lnTo>
                <a:lnTo>
                  <a:pt x="306324" y="27432"/>
                </a:lnTo>
                <a:lnTo>
                  <a:pt x="324612" y="15240"/>
                </a:lnTo>
                <a:lnTo>
                  <a:pt x="318516" y="7620"/>
                </a:lnTo>
                <a:lnTo>
                  <a:pt x="301752" y="19812"/>
                </a:lnTo>
                <a:lnTo>
                  <a:pt x="283464" y="32004"/>
                </a:lnTo>
                <a:lnTo>
                  <a:pt x="233172" y="73152"/>
                </a:lnTo>
                <a:lnTo>
                  <a:pt x="201168" y="105156"/>
                </a:lnTo>
                <a:lnTo>
                  <a:pt x="172212" y="138684"/>
                </a:lnTo>
                <a:lnTo>
                  <a:pt x="132588" y="193548"/>
                </a:lnTo>
                <a:lnTo>
                  <a:pt x="108204" y="233172"/>
                </a:lnTo>
                <a:lnTo>
                  <a:pt x="85344" y="274320"/>
                </a:lnTo>
                <a:lnTo>
                  <a:pt x="76200" y="295656"/>
                </a:lnTo>
                <a:lnTo>
                  <a:pt x="65532" y="316992"/>
                </a:lnTo>
                <a:lnTo>
                  <a:pt x="57912" y="339852"/>
                </a:lnTo>
                <a:lnTo>
                  <a:pt x="48768" y="361188"/>
                </a:lnTo>
                <a:lnTo>
                  <a:pt x="33528" y="406908"/>
                </a:lnTo>
                <a:lnTo>
                  <a:pt x="27432" y="431292"/>
                </a:lnTo>
                <a:lnTo>
                  <a:pt x="21336" y="454152"/>
                </a:lnTo>
                <a:lnTo>
                  <a:pt x="12192" y="502920"/>
                </a:lnTo>
                <a:lnTo>
                  <a:pt x="9144" y="527304"/>
                </a:lnTo>
                <a:lnTo>
                  <a:pt x="4572" y="553212"/>
                </a:lnTo>
                <a:lnTo>
                  <a:pt x="0" y="627900"/>
                </a:lnTo>
                <a:lnTo>
                  <a:pt x="0" y="679704"/>
                </a:lnTo>
                <a:lnTo>
                  <a:pt x="3048" y="731520"/>
                </a:lnTo>
                <a:lnTo>
                  <a:pt x="12192" y="806196"/>
                </a:lnTo>
                <a:lnTo>
                  <a:pt x="28956" y="879348"/>
                </a:lnTo>
                <a:lnTo>
                  <a:pt x="42672" y="926604"/>
                </a:lnTo>
                <a:lnTo>
                  <a:pt x="57912" y="972312"/>
                </a:lnTo>
                <a:lnTo>
                  <a:pt x="77724" y="1016508"/>
                </a:lnTo>
                <a:lnTo>
                  <a:pt x="99060" y="1057656"/>
                </a:lnTo>
                <a:lnTo>
                  <a:pt x="109728" y="1079004"/>
                </a:lnTo>
                <a:lnTo>
                  <a:pt x="134112" y="1118616"/>
                </a:lnTo>
                <a:lnTo>
                  <a:pt x="175260" y="1173480"/>
                </a:lnTo>
                <a:lnTo>
                  <a:pt x="205740" y="1207008"/>
                </a:lnTo>
                <a:lnTo>
                  <a:pt x="254508" y="1252728"/>
                </a:lnTo>
                <a:lnTo>
                  <a:pt x="289560" y="1280172"/>
                </a:lnTo>
                <a:lnTo>
                  <a:pt x="326136" y="1304556"/>
                </a:lnTo>
                <a:lnTo>
                  <a:pt x="330708" y="1296924"/>
                </a:lnTo>
                <a:close/>
              </a:path>
              <a:path w="1339850" h="1304925">
                <a:moveTo>
                  <a:pt x="835164" y="1287780"/>
                </a:moveTo>
                <a:lnTo>
                  <a:pt x="800112" y="1264920"/>
                </a:lnTo>
                <a:lnTo>
                  <a:pt x="765060" y="1237488"/>
                </a:lnTo>
                <a:lnTo>
                  <a:pt x="733056" y="1208532"/>
                </a:lnTo>
                <a:lnTo>
                  <a:pt x="717816" y="1191768"/>
                </a:lnTo>
                <a:lnTo>
                  <a:pt x="702576" y="1176528"/>
                </a:lnTo>
                <a:lnTo>
                  <a:pt x="688860" y="1159764"/>
                </a:lnTo>
                <a:lnTo>
                  <a:pt x="673620" y="1141476"/>
                </a:lnTo>
                <a:lnTo>
                  <a:pt x="647712" y="1104900"/>
                </a:lnTo>
                <a:lnTo>
                  <a:pt x="623328" y="1065276"/>
                </a:lnTo>
                <a:lnTo>
                  <a:pt x="612660" y="1045464"/>
                </a:lnTo>
                <a:lnTo>
                  <a:pt x="600468" y="1025652"/>
                </a:lnTo>
                <a:lnTo>
                  <a:pt x="591324" y="1004316"/>
                </a:lnTo>
                <a:lnTo>
                  <a:pt x="580656" y="982980"/>
                </a:lnTo>
                <a:lnTo>
                  <a:pt x="573036" y="960120"/>
                </a:lnTo>
                <a:lnTo>
                  <a:pt x="556272" y="915924"/>
                </a:lnTo>
                <a:lnTo>
                  <a:pt x="542556" y="868680"/>
                </a:lnTo>
                <a:lnTo>
                  <a:pt x="531888" y="821436"/>
                </a:lnTo>
                <a:lnTo>
                  <a:pt x="522744" y="772668"/>
                </a:lnTo>
                <a:lnTo>
                  <a:pt x="516648" y="722376"/>
                </a:lnTo>
                <a:lnTo>
                  <a:pt x="515124" y="696468"/>
                </a:lnTo>
                <a:lnTo>
                  <a:pt x="515124" y="672084"/>
                </a:lnTo>
                <a:lnTo>
                  <a:pt x="513600" y="646176"/>
                </a:lnTo>
                <a:lnTo>
                  <a:pt x="515124" y="620268"/>
                </a:lnTo>
                <a:lnTo>
                  <a:pt x="515124" y="595884"/>
                </a:lnTo>
                <a:lnTo>
                  <a:pt x="516648" y="569976"/>
                </a:lnTo>
                <a:lnTo>
                  <a:pt x="525792" y="496824"/>
                </a:lnTo>
                <a:lnTo>
                  <a:pt x="530364" y="472440"/>
                </a:lnTo>
                <a:lnTo>
                  <a:pt x="536460" y="449580"/>
                </a:lnTo>
                <a:lnTo>
                  <a:pt x="542556" y="425196"/>
                </a:lnTo>
                <a:lnTo>
                  <a:pt x="554748" y="379476"/>
                </a:lnTo>
                <a:lnTo>
                  <a:pt x="562368" y="356616"/>
                </a:lnTo>
                <a:lnTo>
                  <a:pt x="571512" y="335280"/>
                </a:lnTo>
                <a:lnTo>
                  <a:pt x="579132" y="312420"/>
                </a:lnTo>
                <a:lnTo>
                  <a:pt x="589800" y="291084"/>
                </a:lnTo>
                <a:lnTo>
                  <a:pt x="598944" y="271272"/>
                </a:lnTo>
                <a:lnTo>
                  <a:pt x="620280" y="230124"/>
                </a:lnTo>
                <a:lnTo>
                  <a:pt x="644664" y="192024"/>
                </a:lnTo>
                <a:lnTo>
                  <a:pt x="670572" y="155448"/>
                </a:lnTo>
                <a:lnTo>
                  <a:pt x="698004" y="120396"/>
                </a:lnTo>
                <a:lnTo>
                  <a:pt x="743724" y="73152"/>
                </a:lnTo>
                <a:lnTo>
                  <a:pt x="777252" y="44196"/>
                </a:lnTo>
                <a:lnTo>
                  <a:pt x="810780" y="19812"/>
                </a:lnTo>
                <a:lnTo>
                  <a:pt x="829068" y="7620"/>
                </a:lnTo>
                <a:lnTo>
                  <a:pt x="824496" y="0"/>
                </a:lnTo>
                <a:lnTo>
                  <a:pt x="806208" y="10668"/>
                </a:lnTo>
                <a:lnTo>
                  <a:pt x="787920" y="24384"/>
                </a:lnTo>
                <a:lnTo>
                  <a:pt x="771156" y="36576"/>
                </a:lnTo>
                <a:lnTo>
                  <a:pt x="754392" y="51816"/>
                </a:lnTo>
                <a:lnTo>
                  <a:pt x="737628" y="65532"/>
                </a:lnTo>
                <a:lnTo>
                  <a:pt x="722388" y="80772"/>
                </a:lnTo>
                <a:lnTo>
                  <a:pt x="676668" y="131064"/>
                </a:lnTo>
                <a:lnTo>
                  <a:pt x="637044" y="185928"/>
                </a:lnTo>
                <a:lnTo>
                  <a:pt x="612660" y="225552"/>
                </a:lnTo>
                <a:lnTo>
                  <a:pt x="591324" y="266700"/>
                </a:lnTo>
                <a:lnTo>
                  <a:pt x="562368" y="330708"/>
                </a:lnTo>
                <a:lnTo>
                  <a:pt x="545604" y="376428"/>
                </a:lnTo>
                <a:lnTo>
                  <a:pt x="539508" y="399288"/>
                </a:lnTo>
                <a:lnTo>
                  <a:pt x="531888" y="423672"/>
                </a:lnTo>
                <a:lnTo>
                  <a:pt x="527316" y="446532"/>
                </a:lnTo>
                <a:lnTo>
                  <a:pt x="521220" y="470916"/>
                </a:lnTo>
                <a:lnTo>
                  <a:pt x="516648" y="495300"/>
                </a:lnTo>
                <a:lnTo>
                  <a:pt x="510552" y="544068"/>
                </a:lnTo>
                <a:lnTo>
                  <a:pt x="507504" y="569976"/>
                </a:lnTo>
                <a:lnTo>
                  <a:pt x="504456" y="620268"/>
                </a:lnTo>
                <a:lnTo>
                  <a:pt x="504456" y="672084"/>
                </a:lnTo>
                <a:lnTo>
                  <a:pt x="507504" y="722376"/>
                </a:lnTo>
                <a:lnTo>
                  <a:pt x="513600" y="772668"/>
                </a:lnTo>
                <a:lnTo>
                  <a:pt x="527316" y="847344"/>
                </a:lnTo>
                <a:lnTo>
                  <a:pt x="539508" y="894588"/>
                </a:lnTo>
                <a:lnTo>
                  <a:pt x="547128" y="917448"/>
                </a:lnTo>
                <a:lnTo>
                  <a:pt x="554748" y="941832"/>
                </a:lnTo>
                <a:lnTo>
                  <a:pt x="563892" y="963168"/>
                </a:lnTo>
                <a:lnTo>
                  <a:pt x="573036" y="986028"/>
                </a:lnTo>
                <a:lnTo>
                  <a:pt x="582180" y="1007364"/>
                </a:lnTo>
                <a:lnTo>
                  <a:pt x="603516" y="1050036"/>
                </a:lnTo>
                <a:lnTo>
                  <a:pt x="640092" y="1109472"/>
                </a:lnTo>
                <a:lnTo>
                  <a:pt x="666000" y="1147572"/>
                </a:lnTo>
                <a:lnTo>
                  <a:pt x="681240" y="1165860"/>
                </a:lnTo>
                <a:lnTo>
                  <a:pt x="694956" y="1182624"/>
                </a:lnTo>
                <a:lnTo>
                  <a:pt x="710196" y="1199388"/>
                </a:lnTo>
                <a:lnTo>
                  <a:pt x="726960" y="1214628"/>
                </a:lnTo>
                <a:lnTo>
                  <a:pt x="742200" y="1229868"/>
                </a:lnTo>
                <a:lnTo>
                  <a:pt x="758964" y="1245108"/>
                </a:lnTo>
                <a:lnTo>
                  <a:pt x="775728" y="1258824"/>
                </a:lnTo>
                <a:lnTo>
                  <a:pt x="794016" y="1272552"/>
                </a:lnTo>
                <a:lnTo>
                  <a:pt x="830592" y="1296924"/>
                </a:lnTo>
                <a:lnTo>
                  <a:pt x="835164" y="1287780"/>
                </a:lnTo>
                <a:close/>
              </a:path>
              <a:path w="1339850" h="1304925">
                <a:moveTo>
                  <a:pt x="1339608" y="1287780"/>
                </a:moveTo>
                <a:lnTo>
                  <a:pt x="1303032" y="1264920"/>
                </a:lnTo>
                <a:lnTo>
                  <a:pt x="1252740" y="1223772"/>
                </a:lnTo>
                <a:lnTo>
                  <a:pt x="1220736" y="1191768"/>
                </a:lnTo>
                <a:lnTo>
                  <a:pt x="1205496" y="1176528"/>
                </a:lnTo>
                <a:lnTo>
                  <a:pt x="1150632" y="1104900"/>
                </a:lnTo>
                <a:lnTo>
                  <a:pt x="1126248" y="1065276"/>
                </a:lnTo>
                <a:lnTo>
                  <a:pt x="1104912" y="1025652"/>
                </a:lnTo>
                <a:lnTo>
                  <a:pt x="1085100" y="982980"/>
                </a:lnTo>
                <a:lnTo>
                  <a:pt x="1075956" y="960120"/>
                </a:lnTo>
                <a:lnTo>
                  <a:pt x="1066812" y="938784"/>
                </a:lnTo>
                <a:lnTo>
                  <a:pt x="1051572" y="891540"/>
                </a:lnTo>
                <a:lnTo>
                  <a:pt x="1039380" y="844296"/>
                </a:lnTo>
                <a:lnTo>
                  <a:pt x="1025664" y="772668"/>
                </a:lnTo>
                <a:lnTo>
                  <a:pt x="1021092" y="722376"/>
                </a:lnTo>
                <a:lnTo>
                  <a:pt x="1018044" y="696468"/>
                </a:lnTo>
                <a:lnTo>
                  <a:pt x="1018044" y="672084"/>
                </a:lnTo>
                <a:lnTo>
                  <a:pt x="1016520" y="646176"/>
                </a:lnTo>
                <a:lnTo>
                  <a:pt x="1018044" y="620268"/>
                </a:lnTo>
                <a:lnTo>
                  <a:pt x="1018044" y="595884"/>
                </a:lnTo>
                <a:lnTo>
                  <a:pt x="1021092" y="569976"/>
                </a:lnTo>
                <a:lnTo>
                  <a:pt x="1022616" y="545592"/>
                </a:lnTo>
                <a:lnTo>
                  <a:pt x="1034808" y="472440"/>
                </a:lnTo>
                <a:lnTo>
                  <a:pt x="1045476" y="425196"/>
                </a:lnTo>
                <a:lnTo>
                  <a:pt x="1057668" y="379476"/>
                </a:lnTo>
                <a:lnTo>
                  <a:pt x="1066812" y="356616"/>
                </a:lnTo>
                <a:lnTo>
                  <a:pt x="1074432" y="335280"/>
                </a:lnTo>
                <a:lnTo>
                  <a:pt x="1092720" y="291084"/>
                </a:lnTo>
                <a:lnTo>
                  <a:pt x="1124724" y="230124"/>
                </a:lnTo>
                <a:lnTo>
                  <a:pt x="1147584" y="192024"/>
                </a:lnTo>
                <a:lnTo>
                  <a:pt x="1173492" y="155448"/>
                </a:lnTo>
                <a:lnTo>
                  <a:pt x="1202448" y="120396"/>
                </a:lnTo>
                <a:lnTo>
                  <a:pt x="1216164" y="103632"/>
                </a:lnTo>
                <a:lnTo>
                  <a:pt x="1246644" y="73152"/>
                </a:lnTo>
                <a:lnTo>
                  <a:pt x="1280172" y="44196"/>
                </a:lnTo>
                <a:lnTo>
                  <a:pt x="1315224" y="19812"/>
                </a:lnTo>
                <a:lnTo>
                  <a:pt x="1331988" y="7620"/>
                </a:lnTo>
                <a:lnTo>
                  <a:pt x="1327416" y="0"/>
                </a:lnTo>
                <a:lnTo>
                  <a:pt x="1309128" y="10668"/>
                </a:lnTo>
                <a:lnTo>
                  <a:pt x="1290840" y="24384"/>
                </a:lnTo>
                <a:lnTo>
                  <a:pt x="1274076" y="36576"/>
                </a:lnTo>
                <a:lnTo>
                  <a:pt x="1257312" y="51816"/>
                </a:lnTo>
                <a:lnTo>
                  <a:pt x="1240548" y="65532"/>
                </a:lnTo>
                <a:lnTo>
                  <a:pt x="1225308" y="80772"/>
                </a:lnTo>
                <a:lnTo>
                  <a:pt x="1179588" y="131064"/>
                </a:lnTo>
                <a:lnTo>
                  <a:pt x="1139964" y="185928"/>
                </a:lnTo>
                <a:lnTo>
                  <a:pt x="1115580" y="225552"/>
                </a:lnTo>
                <a:lnTo>
                  <a:pt x="1094244" y="266700"/>
                </a:lnTo>
                <a:lnTo>
                  <a:pt x="1065288" y="330708"/>
                </a:lnTo>
                <a:lnTo>
                  <a:pt x="1042428" y="399288"/>
                </a:lnTo>
                <a:lnTo>
                  <a:pt x="1036332" y="423672"/>
                </a:lnTo>
                <a:lnTo>
                  <a:pt x="1030236" y="446532"/>
                </a:lnTo>
                <a:lnTo>
                  <a:pt x="1024140" y="470916"/>
                </a:lnTo>
                <a:lnTo>
                  <a:pt x="1021092" y="495300"/>
                </a:lnTo>
                <a:lnTo>
                  <a:pt x="1016520" y="519684"/>
                </a:lnTo>
                <a:lnTo>
                  <a:pt x="1010424" y="569976"/>
                </a:lnTo>
                <a:lnTo>
                  <a:pt x="1007376" y="620268"/>
                </a:lnTo>
                <a:lnTo>
                  <a:pt x="1007376" y="672084"/>
                </a:lnTo>
                <a:lnTo>
                  <a:pt x="1010424" y="722376"/>
                </a:lnTo>
                <a:lnTo>
                  <a:pt x="1016520" y="772668"/>
                </a:lnTo>
                <a:lnTo>
                  <a:pt x="1030236" y="847344"/>
                </a:lnTo>
                <a:lnTo>
                  <a:pt x="1042428" y="894588"/>
                </a:lnTo>
                <a:lnTo>
                  <a:pt x="1050048" y="917448"/>
                </a:lnTo>
                <a:lnTo>
                  <a:pt x="1057668" y="941832"/>
                </a:lnTo>
                <a:lnTo>
                  <a:pt x="1066812" y="963168"/>
                </a:lnTo>
                <a:lnTo>
                  <a:pt x="1075956" y="986028"/>
                </a:lnTo>
                <a:lnTo>
                  <a:pt x="1085100" y="1007364"/>
                </a:lnTo>
                <a:lnTo>
                  <a:pt x="1106436" y="1050036"/>
                </a:lnTo>
                <a:lnTo>
                  <a:pt x="1143012" y="1109472"/>
                </a:lnTo>
                <a:lnTo>
                  <a:pt x="1168920" y="1147572"/>
                </a:lnTo>
                <a:lnTo>
                  <a:pt x="1184160" y="1165860"/>
                </a:lnTo>
                <a:lnTo>
                  <a:pt x="1197876" y="1182624"/>
                </a:lnTo>
                <a:lnTo>
                  <a:pt x="1213116" y="1199388"/>
                </a:lnTo>
                <a:lnTo>
                  <a:pt x="1229880" y="1214628"/>
                </a:lnTo>
                <a:lnTo>
                  <a:pt x="1245120" y="1229868"/>
                </a:lnTo>
                <a:lnTo>
                  <a:pt x="1261884" y="1245108"/>
                </a:lnTo>
                <a:lnTo>
                  <a:pt x="1280172" y="1258824"/>
                </a:lnTo>
                <a:lnTo>
                  <a:pt x="1296936" y="1272552"/>
                </a:lnTo>
                <a:lnTo>
                  <a:pt x="1333512" y="1296924"/>
                </a:lnTo>
                <a:lnTo>
                  <a:pt x="1339608" y="12877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417579" y="2616139"/>
            <a:ext cx="1806575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600075">
              <a:lnSpc>
                <a:spcPct val="100000"/>
              </a:lnSpc>
              <a:spcBef>
                <a:spcPts val="105"/>
              </a:spcBef>
            </a:pPr>
            <a:r>
              <a:rPr sz="2000" spc="-20" dirty="0">
                <a:solidFill>
                  <a:srgbClr val="FF3300"/>
                </a:solidFill>
                <a:latin typeface="Microsoft Sans Serif"/>
                <a:cs typeface="Microsoft Sans Serif"/>
              </a:rPr>
              <a:t>Echo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Sound</a:t>
            </a:r>
            <a:r>
              <a:rPr sz="2000" spc="-2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3300"/>
                </a:solidFill>
                <a:latin typeface="Microsoft Sans Serif"/>
                <a:cs typeface="Microsoft Sans Serif"/>
              </a:rPr>
              <a:t>reflected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from</a:t>
            </a:r>
            <a:r>
              <a:rPr sz="2000" spc="-1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the </a:t>
            </a:r>
            <a:r>
              <a:rPr sz="2000" spc="-20" dirty="0">
                <a:solidFill>
                  <a:srgbClr val="FF3300"/>
                </a:solidFill>
                <a:latin typeface="Microsoft Sans Serif"/>
                <a:cs typeface="Microsoft Sans Serif"/>
              </a:rPr>
              <a:t>pole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pc="-10" dirty="0"/>
              <a:t>17-</a:t>
            </a:r>
            <a:r>
              <a:rPr dirty="0"/>
              <a:t>7</a:t>
            </a:r>
            <a:r>
              <a:rPr spc="-4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Doppler</a:t>
            </a:r>
            <a:r>
              <a:rPr spc="-25" dirty="0"/>
              <a:t> </a:t>
            </a:r>
            <a:r>
              <a:rPr spc="-10" dirty="0"/>
              <a:t>Effect </a:t>
            </a:r>
            <a:r>
              <a:rPr dirty="0">
                <a:solidFill>
                  <a:srgbClr val="E10000"/>
                </a:solidFill>
              </a:rPr>
              <a:t>Example</a:t>
            </a:r>
            <a:r>
              <a:rPr spc="-60" dirty="0">
                <a:solidFill>
                  <a:srgbClr val="E10000"/>
                </a:solidFill>
              </a:rPr>
              <a:t> </a:t>
            </a:r>
            <a:r>
              <a:rPr spc="-50" dirty="0">
                <a:solidFill>
                  <a:srgbClr val="E10000"/>
                </a:solidFill>
              </a:rPr>
              <a:t>9</a:t>
            </a:r>
          </a:p>
        </p:txBody>
      </p:sp>
      <p:sp>
        <p:nvSpPr>
          <p:cNvPr id="23" name="object 23"/>
          <p:cNvSpPr/>
          <p:nvPr/>
        </p:nvSpPr>
        <p:spPr>
          <a:xfrm>
            <a:off x="792479" y="370331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2852" y="6819900"/>
                </a:moveTo>
                <a:lnTo>
                  <a:pt x="3048" y="6819900"/>
                </a:lnTo>
                <a:lnTo>
                  <a:pt x="0" y="6816851"/>
                </a:lnTo>
                <a:lnTo>
                  <a:pt x="0" y="3048"/>
                </a:lnTo>
                <a:lnTo>
                  <a:pt x="3048" y="0"/>
                </a:lnTo>
                <a:lnTo>
                  <a:pt x="9102852" y="0"/>
                </a:lnTo>
                <a:lnTo>
                  <a:pt x="9105900" y="3048"/>
                </a:lnTo>
                <a:lnTo>
                  <a:pt x="9105900" y="6096"/>
                </a:ln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lnTo>
                  <a:pt x="12192" y="6807708"/>
                </a:lnTo>
                <a:lnTo>
                  <a:pt x="6096" y="6807708"/>
                </a:lnTo>
                <a:lnTo>
                  <a:pt x="12192" y="6813803"/>
                </a:lnTo>
                <a:lnTo>
                  <a:pt x="9105900" y="6813803"/>
                </a:lnTo>
                <a:lnTo>
                  <a:pt x="9105900" y="6816851"/>
                </a:lnTo>
                <a:lnTo>
                  <a:pt x="9102852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close/>
              </a:path>
              <a:path w="9105900" h="6819900">
                <a:moveTo>
                  <a:pt x="9093707" y="12192"/>
                </a:moveTo>
                <a:lnTo>
                  <a:pt x="12192" y="12192"/>
                </a:lnTo>
                <a:lnTo>
                  <a:pt x="12192" y="6096"/>
                </a:lnTo>
                <a:lnTo>
                  <a:pt x="9093707" y="6096"/>
                </a:lnTo>
                <a:lnTo>
                  <a:pt x="9093707" y="12192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9093707" y="6096"/>
                </a:lnTo>
                <a:lnTo>
                  <a:pt x="9099804" y="12192"/>
                </a:lnTo>
                <a:lnTo>
                  <a:pt x="9105900" y="12192"/>
                </a:lnTo>
                <a:lnTo>
                  <a:pt x="9105900" y="6807708"/>
                </a:lnTo>
                <a:lnTo>
                  <a:pt x="9099804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12192"/>
                </a:moveTo>
                <a:lnTo>
                  <a:pt x="9099804" y="12192"/>
                </a:lnTo>
                <a:lnTo>
                  <a:pt x="9093707" y="6096"/>
                </a:lnTo>
                <a:lnTo>
                  <a:pt x="9105900" y="6096"/>
                </a:lnTo>
                <a:lnTo>
                  <a:pt x="9105900" y="12192"/>
                </a:lnTo>
                <a:close/>
              </a:path>
              <a:path w="9105900" h="6819900">
                <a:moveTo>
                  <a:pt x="12192" y="6813803"/>
                </a:moveTo>
                <a:lnTo>
                  <a:pt x="6096" y="6807708"/>
                </a:lnTo>
                <a:lnTo>
                  <a:pt x="12192" y="6807708"/>
                </a:lnTo>
                <a:lnTo>
                  <a:pt x="12192" y="6813803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12192" y="6813803"/>
                </a:lnTo>
                <a:lnTo>
                  <a:pt x="12192" y="6807708"/>
                </a:lnTo>
                <a:lnTo>
                  <a:pt x="9093707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6813803"/>
                </a:moveTo>
                <a:lnTo>
                  <a:pt x="9093707" y="6813803"/>
                </a:lnTo>
                <a:lnTo>
                  <a:pt x="9099804" y="6807708"/>
                </a:lnTo>
                <a:lnTo>
                  <a:pt x="9105900" y="6807708"/>
                </a:lnTo>
                <a:lnTo>
                  <a:pt x="9105900" y="6813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988607" y="3603764"/>
            <a:ext cx="7825105" cy="16503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Microsoft Sans Serif"/>
                <a:cs typeface="Microsoft Sans Serif"/>
              </a:rPr>
              <a:t>What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frequency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</a:t>
            </a:r>
            <a:r>
              <a:rPr sz="2400" dirty="0">
                <a:latin typeface="Times New Roman"/>
                <a:cs typeface="Times New Roman"/>
              </a:rPr>
              <a:t>′′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does a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detector on</a:t>
            </a:r>
            <a:r>
              <a:rPr sz="2000" spc="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rocket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detect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for the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echo?</a:t>
            </a:r>
            <a:endParaRPr sz="2000">
              <a:latin typeface="Microsoft Sans Serif"/>
              <a:cs typeface="Microsoft Sans Serif"/>
            </a:endParaRPr>
          </a:p>
          <a:p>
            <a:pPr marL="50800">
              <a:lnSpc>
                <a:spcPct val="100000"/>
              </a:lnSpc>
              <a:spcBef>
                <a:spcPts val="1610"/>
              </a:spcBef>
            </a:pP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Solution</a:t>
            </a:r>
            <a:endParaRPr sz="2000">
              <a:latin typeface="Microsoft Sans Serif"/>
              <a:cs typeface="Microsoft Sans Serif"/>
            </a:endParaRPr>
          </a:p>
          <a:p>
            <a:pPr marL="585470">
              <a:lnSpc>
                <a:spcPct val="100000"/>
              </a:lnSpc>
              <a:spcBef>
                <a:spcPts val="235"/>
              </a:spcBef>
              <a:tabLst>
                <a:tab pos="2246630" algn="l"/>
              </a:tabLst>
            </a:pPr>
            <a:r>
              <a:rPr sz="3225" spc="75" baseline="-36175" dirty="0">
                <a:latin typeface="Microsoft Sans Serif"/>
                <a:cs typeface="Microsoft Sans Serif"/>
              </a:rPr>
              <a:t>f</a:t>
            </a:r>
            <a:r>
              <a:rPr sz="3225" spc="75" baseline="-32299" dirty="0">
                <a:latin typeface="Cambria"/>
                <a:cs typeface="Cambria"/>
              </a:rPr>
              <a:t>''</a:t>
            </a:r>
            <a:r>
              <a:rPr sz="3225" spc="52" baseline="-32299" dirty="0">
                <a:latin typeface="Cambria"/>
                <a:cs typeface="Cambria"/>
              </a:rPr>
              <a:t> </a:t>
            </a:r>
            <a:r>
              <a:rPr sz="3225" baseline="-36175" dirty="0">
                <a:latin typeface="Cambria"/>
                <a:cs typeface="Cambria"/>
              </a:rPr>
              <a:t>=</a:t>
            </a:r>
            <a:r>
              <a:rPr sz="3225" spc="165" baseline="-36175" dirty="0">
                <a:latin typeface="Cambria"/>
                <a:cs typeface="Cambria"/>
              </a:rPr>
              <a:t> </a:t>
            </a:r>
            <a:r>
              <a:rPr sz="3225" spc="142" baseline="-36175" dirty="0">
                <a:latin typeface="Microsoft Sans Serif"/>
                <a:cs typeface="Microsoft Sans Serif"/>
              </a:rPr>
              <a:t>f</a:t>
            </a:r>
            <a:r>
              <a:rPr sz="3225" spc="142" baseline="-32299" dirty="0">
                <a:latin typeface="Cambria"/>
                <a:cs typeface="Cambria"/>
              </a:rPr>
              <a:t>'</a:t>
            </a:r>
            <a:r>
              <a:rPr sz="3225" spc="-104" baseline="-32299" dirty="0">
                <a:latin typeface="Cambria"/>
                <a:cs typeface="Cambria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v</a:t>
            </a:r>
            <a:r>
              <a:rPr sz="2150" spc="-7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Cambria"/>
                <a:cs typeface="Cambria"/>
              </a:rPr>
              <a:t>±</a:t>
            </a:r>
            <a:r>
              <a:rPr sz="2150" spc="-15" dirty="0">
                <a:latin typeface="Cambria"/>
                <a:cs typeface="Cambria"/>
              </a:rPr>
              <a:t> </a:t>
            </a:r>
            <a:r>
              <a:rPr sz="2150" spc="-25" dirty="0">
                <a:latin typeface="Microsoft Sans Serif"/>
                <a:cs typeface="Microsoft Sans Serif"/>
              </a:rPr>
              <a:t>v</a:t>
            </a:r>
            <a:r>
              <a:rPr sz="1875" spc="-37" baseline="-26666" dirty="0">
                <a:latin typeface="Microsoft Sans Serif"/>
                <a:cs typeface="Microsoft Sans Serif"/>
              </a:rPr>
              <a:t>D</a:t>
            </a:r>
            <a:r>
              <a:rPr sz="1875" baseline="-26666" dirty="0">
                <a:latin typeface="Microsoft Sans Serif"/>
                <a:cs typeface="Microsoft Sans Serif"/>
              </a:rPr>
              <a:t>	</a:t>
            </a:r>
            <a:r>
              <a:rPr sz="3225" baseline="-34883" dirty="0">
                <a:latin typeface="Cambria"/>
                <a:cs typeface="Cambria"/>
              </a:rPr>
              <a:t>=</a:t>
            </a:r>
            <a:r>
              <a:rPr sz="3225" spc="135" baseline="-34883" dirty="0">
                <a:latin typeface="Cambria"/>
                <a:cs typeface="Cambria"/>
              </a:rPr>
              <a:t> </a:t>
            </a:r>
            <a:r>
              <a:rPr sz="3225" spc="127" baseline="-34883" dirty="0">
                <a:latin typeface="Microsoft Sans Serif"/>
                <a:cs typeface="Microsoft Sans Serif"/>
              </a:rPr>
              <a:t>f</a:t>
            </a:r>
            <a:r>
              <a:rPr sz="3225" spc="127" baseline="-32299" dirty="0">
                <a:latin typeface="Cambria"/>
                <a:cs typeface="Cambria"/>
              </a:rPr>
              <a:t>'</a:t>
            </a:r>
            <a:r>
              <a:rPr sz="3225" spc="-97" baseline="-32299" dirty="0">
                <a:latin typeface="Cambria"/>
                <a:cs typeface="Cambria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v</a:t>
            </a:r>
            <a:r>
              <a:rPr sz="2150" spc="-85" dirty="0"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+</a:t>
            </a:r>
            <a:r>
              <a:rPr sz="2150" spc="-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-25" dirty="0">
                <a:solidFill>
                  <a:srgbClr val="FF0000"/>
                </a:solidFill>
                <a:latin typeface="Microsoft Sans Serif"/>
                <a:cs typeface="Microsoft Sans Serif"/>
              </a:rPr>
              <a:t>v</a:t>
            </a:r>
            <a:r>
              <a:rPr sz="1875" spc="-37" baseline="-24444" dirty="0">
                <a:solidFill>
                  <a:srgbClr val="FF0000"/>
                </a:solidFill>
                <a:latin typeface="Microsoft Sans Serif"/>
                <a:cs typeface="Microsoft Sans Serif"/>
              </a:rPr>
              <a:t>D</a:t>
            </a:r>
            <a:endParaRPr sz="1875" baseline="-24444">
              <a:latin typeface="Microsoft Sans Serif"/>
              <a:cs typeface="Microsoft Sans Serif"/>
            </a:endParaRPr>
          </a:p>
          <a:p>
            <a:pPr marL="1322705">
              <a:lnSpc>
                <a:spcPct val="100000"/>
              </a:lnSpc>
              <a:spcBef>
                <a:spcPts val="505"/>
              </a:spcBef>
              <a:tabLst>
                <a:tab pos="2758440" algn="l"/>
              </a:tabLst>
            </a:pPr>
            <a:r>
              <a:rPr sz="2150" dirty="0">
                <a:latin typeface="Microsoft Sans Serif"/>
                <a:cs typeface="Microsoft Sans Serif"/>
              </a:rPr>
              <a:t>v</a:t>
            </a:r>
            <a:r>
              <a:rPr sz="2150" spc="-8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Cambria"/>
                <a:cs typeface="Cambria"/>
              </a:rPr>
              <a:t>±</a:t>
            </a:r>
            <a:r>
              <a:rPr sz="2150" spc="-20" dirty="0">
                <a:latin typeface="Cambria"/>
                <a:cs typeface="Cambria"/>
              </a:rPr>
              <a:t> </a:t>
            </a:r>
            <a:r>
              <a:rPr sz="2150" spc="30" dirty="0">
                <a:latin typeface="Microsoft Sans Serif"/>
                <a:cs typeface="Microsoft Sans Serif"/>
              </a:rPr>
              <a:t>v</a:t>
            </a:r>
            <a:r>
              <a:rPr sz="1875" spc="44" baseline="-26666" dirty="0">
                <a:latin typeface="Microsoft Sans Serif"/>
                <a:cs typeface="Microsoft Sans Serif"/>
              </a:rPr>
              <a:t>S</a:t>
            </a:r>
            <a:r>
              <a:rPr sz="1875" baseline="-26666" dirty="0">
                <a:latin typeface="Microsoft Sans Serif"/>
                <a:cs typeface="Microsoft Sans Serif"/>
              </a:rPr>
              <a:t>	</a:t>
            </a:r>
            <a:r>
              <a:rPr sz="2150" dirty="0">
                <a:latin typeface="Microsoft Sans Serif"/>
                <a:cs typeface="Microsoft Sans Serif"/>
              </a:rPr>
              <a:t>v</a:t>
            </a:r>
            <a:r>
              <a:rPr sz="2150" spc="-7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Cambria"/>
                <a:cs typeface="Cambria"/>
              </a:rPr>
              <a:t>±</a:t>
            </a:r>
            <a:r>
              <a:rPr sz="2150" spc="-80" dirty="0">
                <a:latin typeface="Cambria"/>
                <a:cs typeface="Cambria"/>
              </a:rPr>
              <a:t> </a:t>
            </a:r>
            <a:r>
              <a:rPr sz="2150" spc="-50" dirty="0">
                <a:latin typeface="Microsoft Sans Serif"/>
                <a:cs typeface="Microsoft Sans Serif"/>
              </a:rPr>
              <a:t>0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35736" y="4143755"/>
            <a:ext cx="8787765" cy="2173605"/>
          </a:xfrm>
          <a:custGeom>
            <a:avLst/>
            <a:gdLst/>
            <a:ahLst/>
            <a:cxnLst/>
            <a:rect l="l" t="t" r="r" b="b"/>
            <a:pathLst>
              <a:path w="8787765" h="2173604">
                <a:moveTo>
                  <a:pt x="8787384" y="2173224"/>
                </a:moveTo>
                <a:lnTo>
                  <a:pt x="0" y="2173224"/>
                </a:lnTo>
                <a:lnTo>
                  <a:pt x="0" y="0"/>
                </a:lnTo>
                <a:lnTo>
                  <a:pt x="8787384" y="0"/>
                </a:lnTo>
                <a:lnTo>
                  <a:pt x="8787384" y="4572"/>
                </a:lnTo>
                <a:lnTo>
                  <a:pt x="9144" y="4572"/>
                </a:lnTo>
                <a:lnTo>
                  <a:pt x="4572" y="9144"/>
                </a:lnTo>
                <a:lnTo>
                  <a:pt x="9144" y="9144"/>
                </a:lnTo>
                <a:lnTo>
                  <a:pt x="9144" y="2164080"/>
                </a:lnTo>
                <a:lnTo>
                  <a:pt x="4572" y="2164080"/>
                </a:lnTo>
                <a:lnTo>
                  <a:pt x="9144" y="2168651"/>
                </a:lnTo>
                <a:lnTo>
                  <a:pt x="8787384" y="2168651"/>
                </a:lnTo>
                <a:lnTo>
                  <a:pt x="8787384" y="2173224"/>
                </a:lnTo>
                <a:close/>
              </a:path>
              <a:path w="8787765" h="2173604">
                <a:moveTo>
                  <a:pt x="9144" y="9144"/>
                </a:moveTo>
                <a:lnTo>
                  <a:pt x="4572" y="9144"/>
                </a:lnTo>
                <a:lnTo>
                  <a:pt x="9144" y="4572"/>
                </a:lnTo>
                <a:lnTo>
                  <a:pt x="9144" y="9144"/>
                </a:lnTo>
                <a:close/>
              </a:path>
              <a:path w="8787765" h="2173604">
                <a:moveTo>
                  <a:pt x="8778240" y="9144"/>
                </a:moveTo>
                <a:lnTo>
                  <a:pt x="9144" y="9144"/>
                </a:lnTo>
                <a:lnTo>
                  <a:pt x="9144" y="4572"/>
                </a:lnTo>
                <a:lnTo>
                  <a:pt x="8778240" y="4572"/>
                </a:lnTo>
                <a:lnTo>
                  <a:pt x="8778240" y="9144"/>
                </a:lnTo>
                <a:close/>
              </a:path>
              <a:path w="8787765" h="2173604">
                <a:moveTo>
                  <a:pt x="8778240" y="2168651"/>
                </a:moveTo>
                <a:lnTo>
                  <a:pt x="8778240" y="4572"/>
                </a:lnTo>
                <a:lnTo>
                  <a:pt x="8782812" y="9144"/>
                </a:lnTo>
                <a:lnTo>
                  <a:pt x="8787384" y="9144"/>
                </a:lnTo>
                <a:lnTo>
                  <a:pt x="8787384" y="2164080"/>
                </a:lnTo>
                <a:lnTo>
                  <a:pt x="8782812" y="2164080"/>
                </a:lnTo>
                <a:lnTo>
                  <a:pt x="8778240" y="2168651"/>
                </a:lnTo>
                <a:close/>
              </a:path>
              <a:path w="8787765" h="2173604">
                <a:moveTo>
                  <a:pt x="8787384" y="9144"/>
                </a:moveTo>
                <a:lnTo>
                  <a:pt x="8782812" y="9144"/>
                </a:lnTo>
                <a:lnTo>
                  <a:pt x="8778240" y="4572"/>
                </a:lnTo>
                <a:lnTo>
                  <a:pt x="8787384" y="4572"/>
                </a:lnTo>
                <a:lnTo>
                  <a:pt x="8787384" y="9144"/>
                </a:lnTo>
                <a:close/>
              </a:path>
              <a:path w="8787765" h="2173604">
                <a:moveTo>
                  <a:pt x="9144" y="2168651"/>
                </a:moveTo>
                <a:lnTo>
                  <a:pt x="4572" y="2164080"/>
                </a:lnTo>
                <a:lnTo>
                  <a:pt x="9144" y="2164080"/>
                </a:lnTo>
                <a:lnTo>
                  <a:pt x="9144" y="2168651"/>
                </a:lnTo>
                <a:close/>
              </a:path>
              <a:path w="8787765" h="2173604">
                <a:moveTo>
                  <a:pt x="8778240" y="2168651"/>
                </a:moveTo>
                <a:lnTo>
                  <a:pt x="9144" y="2168651"/>
                </a:lnTo>
                <a:lnTo>
                  <a:pt x="9144" y="2164080"/>
                </a:lnTo>
                <a:lnTo>
                  <a:pt x="8778240" y="2164080"/>
                </a:lnTo>
                <a:lnTo>
                  <a:pt x="8778240" y="2168651"/>
                </a:lnTo>
                <a:close/>
              </a:path>
              <a:path w="8787765" h="2173604">
                <a:moveTo>
                  <a:pt x="8787384" y="2168651"/>
                </a:moveTo>
                <a:lnTo>
                  <a:pt x="8778240" y="2168651"/>
                </a:lnTo>
                <a:lnTo>
                  <a:pt x="8782812" y="2164080"/>
                </a:lnTo>
                <a:lnTo>
                  <a:pt x="8787384" y="2164080"/>
                </a:lnTo>
                <a:lnTo>
                  <a:pt x="8787384" y="21686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950963" y="1031747"/>
            <a:ext cx="8789035" cy="3260090"/>
          </a:xfrm>
          <a:custGeom>
            <a:avLst/>
            <a:gdLst/>
            <a:ahLst/>
            <a:cxnLst/>
            <a:rect l="l" t="t" r="r" b="b"/>
            <a:pathLst>
              <a:path w="8789035" h="3260090">
                <a:moveTo>
                  <a:pt x="2170188" y="923544"/>
                </a:moveTo>
                <a:lnTo>
                  <a:pt x="2161946" y="918972"/>
                </a:lnTo>
                <a:lnTo>
                  <a:pt x="2149779" y="912228"/>
                </a:lnTo>
                <a:lnTo>
                  <a:pt x="2149779" y="923544"/>
                </a:lnTo>
                <a:lnTo>
                  <a:pt x="1679460" y="1185329"/>
                </a:lnTo>
                <a:lnTo>
                  <a:pt x="1679460" y="1184148"/>
                </a:lnTo>
                <a:lnTo>
                  <a:pt x="1679460" y="1173480"/>
                </a:lnTo>
                <a:lnTo>
                  <a:pt x="222504" y="1173480"/>
                </a:lnTo>
                <a:lnTo>
                  <a:pt x="222504" y="673608"/>
                </a:lnTo>
                <a:lnTo>
                  <a:pt x="1679460" y="673608"/>
                </a:lnTo>
                <a:lnTo>
                  <a:pt x="1679460" y="664464"/>
                </a:lnTo>
                <a:lnTo>
                  <a:pt x="1679460" y="661771"/>
                </a:lnTo>
                <a:lnTo>
                  <a:pt x="2149779" y="923544"/>
                </a:lnTo>
                <a:lnTo>
                  <a:pt x="2149779" y="912228"/>
                </a:lnTo>
                <a:lnTo>
                  <a:pt x="1686788" y="655320"/>
                </a:lnTo>
                <a:lnTo>
                  <a:pt x="1670316" y="646176"/>
                </a:lnTo>
                <a:lnTo>
                  <a:pt x="1670316" y="664464"/>
                </a:lnTo>
                <a:lnTo>
                  <a:pt x="213360" y="664464"/>
                </a:lnTo>
                <a:lnTo>
                  <a:pt x="213360" y="1184148"/>
                </a:lnTo>
                <a:lnTo>
                  <a:pt x="1670316" y="1184148"/>
                </a:lnTo>
                <a:lnTo>
                  <a:pt x="1670316" y="1200912"/>
                </a:lnTo>
                <a:lnTo>
                  <a:pt x="1684045" y="1193292"/>
                </a:lnTo>
                <a:lnTo>
                  <a:pt x="2161946" y="928116"/>
                </a:lnTo>
                <a:lnTo>
                  <a:pt x="2170188" y="923544"/>
                </a:lnTo>
                <a:close/>
              </a:path>
              <a:path w="8789035" h="3260090">
                <a:moveTo>
                  <a:pt x="8788908" y="0"/>
                </a:moveTo>
                <a:lnTo>
                  <a:pt x="8779777" y="0"/>
                </a:lnTo>
                <a:lnTo>
                  <a:pt x="8779777" y="10668"/>
                </a:lnTo>
                <a:lnTo>
                  <a:pt x="8779777" y="3250692"/>
                </a:lnTo>
                <a:lnTo>
                  <a:pt x="9144" y="3250692"/>
                </a:lnTo>
                <a:lnTo>
                  <a:pt x="9144" y="10668"/>
                </a:lnTo>
                <a:lnTo>
                  <a:pt x="8779777" y="10668"/>
                </a:lnTo>
                <a:lnTo>
                  <a:pt x="8779777" y="0"/>
                </a:lnTo>
                <a:lnTo>
                  <a:pt x="0" y="0"/>
                </a:lnTo>
                <a:lnTo>
                  <a:pt x="0" y="3259836"/>
                </a:lnTo>
                <a:lnTo>
                  <a:pt x="8788908" y="3259836"/>
                </a:lnTo>
                <a:lnTo>
                  <a:pt x="8788908" y="3255276"/>
                </a:lnTo>
                <a:lnTo>
                  <a:pt x="8788908" y="3250692"/>
                </a:lnTo>
                <a:lnTo>
                  <a:pt x="8788908" y="10668"/>
                </a:lnTo>
                <a:lnTo>
                  <a:pt x="8788908" y="4572"/>
                </a:lnTo>
                <a:lnTo>
                  <a:pt x="87889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08554" y="1747482"/>
            <a:ext cx="8191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FF3300"/>
                </a:solidFill>
                <a:latin typeface="Microsoft Sans Serif"/>
                <a:cs typeface="Microsoft Sans Serif"/>
              </a:rPr>
              <a:t>Rocket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505711" y="1078991"/>
            <a:ext cx="6391910" cy="1792605"/>
            <a:chOff x="1505711" y="1078991"/>
            <a:chExt cx="6391910" cy="1792605"/>
          </a:xfrm>
        </p:grpSpPr>
        <p:sp>
          <p:nvSpPr>
            <p:cNvPr id="6" name="object 6"/>
            <p:cNvSpPr/>
            <p:nvPr/>
          </p:nvSpPr>
          <p:spPr>
            <a:xfrm>
              <a:off x="1505711" y="2342387"/>
              <a:ext cx="792480" cy="132715"/>
            </a:xfrm>
            <a:custGeom>
              <a:avLst/>
              <a:gdLst/>
              <a:ahLst/>
              <a:cxnLst/>
              <a:rect l="l" t="t" r="r" b="b"/>
              <a:pathLst>
                <a:path w="792480" h="132714">
                  <a:moveTo>
                    <a:pt x="733921" y="66294"/>
                  </a:moveTo>
                  <a:lnTo>
                    <a:pt x="670560" y="28956"/>
                  </a:lnTo>
                  <a:lnTo>
                    <a:pt x="662940" y="24384"/>
                  </a:lnTo>
                  <a:lnTo>
                    <a:pt x="661416" y="15240"/>
                  </a:lnTo>
                  <a:lnTo>
                    <a:pt x="665988" y="9144"/>
                  </a:lnTo>
                  <a:lnTo>
                    <a:pt x="669036" y="1524"/>
                  </a:lnTo>
                  <a:lnTo>
                    <a:pt x="678180" y="0"/>
                  </a:lnTo>
                  <a:lnTo>
                    <a:pt x="684276" y="4572"/>
                  </a:lnTo>
                  <a:lnTo>
                    <a:pt x="768134" y="51816"/>
                  </a:lnTo>
                  <a:lnTo>
                    <a:pt x="763524" y="51816"/>
                  </a:lnTo>
                  <a:lnTo>
                    <a:pt x="763524" y="53340"/>
                  </a:lnTo>
                  <a:lnTo>
                    <a:pt x="755904" y="53340"/>
                  </a:lnTo>
                  <a:lnTo>
                    <a:pt x="733921" y="66294"/>
                  </a:lnTo>
                  <a:close/>
                </a:path>
                <a:path w="792480" h="132714">
                  <a:moveTo>
                    <a:pt x="709352" y="80772"/>
                  </a:moveTo>
                  <a:lnTo>
                    <a:pt x="0" y="80772"/>
                  </a:lnTo>
                  <a:lnTo>
                    <a:pt x="0" y="51816"/>
                  </a:lnTo>
                  <a:lnTo>
                    <a:pt x="709352" y="51816"/>
                  </a:lnTo>
                  <a:lnTo>
                    <a:pt x="733921" y="66294"/>
                  </a:lnTo>
                  <a:lnTo>
                    <a:pt x="709352" y="80772"/>
                  </a:lnTo>
                  <a:close/>
                </a:path>
                <a:path w="792480" h="132714">
                  <a:moveTo>
                    <a:pt x="766088" y="80772"/>
                  </a:moveTo>
                  <a:lnTo>
                    <a:pt x="763524" y="80772"/>
                  </a:lnTo>
                  <a:lnTo>
                    <a:pt x="763524" y="51816"/>
                  </a:lnTo>
                  <a:lnTo>
                    <a:pt x="768134" y="51816"/>
                  </a:lnTo>
                  <a:lnTo>
                    <a:pt x="792480" y="65532"/>
                  </a:lnTo>
                  <a:lnTo>
                    <a:pt x="766088" y="80772"/>
                  </a:lnTo>
                  <a:close/>
                </a:path>
                <a:path w="792480" h="132714">
                  <a:moveTo>
                    <a:pt x="755904" y="79248"/>
                  </a:moveTo>
                  <a:lnTo>
                    <a:pt x="733921" y="66294"/>
                  </a:lnTo>
                  <a:lnTo>
                    <a:pt x="755904" y="53340"/>
                  </a:lnTo>
                  <a:lnTo>
                    <a:pt x="755904" y="79248"/>
                  </a:lnTo>
                  <a:close/>
                </a:path>
                <a:path w="792480" h="132714">
                  <a:moveTo>
                    <a:pt x="763524" y="79248"/>
                  </a:moveTo>
                  <a:lnTo>
                    <a:pt x="755904" y="79248"/>
                  </a:lnTo>
                  <a:lnTo>
                    <a:pt x="755904" y="53340"/>
                  </a:lnTo>
                  <a:lnTo>
                    <a:pt x="763524" y="53340"/>
                  </a:lnTo>
                  <a:lnTo>
                    <a:pt x="763524" y="79248"/>
                  </a:lnTo>
                  <a:close/>
                </a:path>
                <a:path w="792480" h="132714">
                  <a:moveTo>
                    <a:pt x="678180" y="132588"/>
                  </a:moveTo>
                  <a:lnTo>
                    <a:pt x="669036" y="129540"/>
                  </a:lnTo>
                  <a:lnTo>
                    <a:pt x="665988" y="123444"/>
                  </a:lnTo>
                  <a:lnTo>
                    <a:pt x="661416" y="117348"/>
                  </a:lnTo>
                  <a:lnTo>
                    <a:pt x="662940" y="108204"/>
                  </a:lnTo>
                  <a:lnTo>
                    <a:pt x="670560" y="103632"/>
                  </a:lnTo>
                  <a:lnTo>
                    <a:pt x="733921" y="66294"/>
                  </a:lnTo>
                  <a:lnTo>
                    <a:pt x="755904" y="79248"/>
                  </a:lnTo>
                  <a:lnTo>
                    <a:pt x="763524" y="79248"/>
                  </a:lnTo>
                  <a:lnTo>
                    <a:pt x="763524" y="80772"/>
                  </a:lnTo>
                  <a:lnTo>
                    <a:pt x="766088" y="80772"/>
                  </a:lnTo>
                  <a:lnTo>
                    <a:pt x="684276" y="128016"/>
                  </a:lnTo>
                  <a:lnTo>
                    <a:pt x="678180" y="132588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168896" y="1078991"/>
              <a:ext cx="728980" cy="1792605"/>
            </a:xfrm>
            <a:custGeom>
              <a:avLst/>
              <a:gdLst/>
              <a:ahLst/>
              <a:cxnLst/>
              <a:rect l="l" t="t" r="r" b="b"/>
              <a:pathLst>
                <a:path w="728979" h="1792605">
                  <a:moveTo>
                    <a:pt x="728472" y="1792224"/>
                  </a:moveTo>
                  <a:lnTo>
                    <a:pt x="0" y="1792224"/>
                  </a:lnTo>
                  <a:lnTo>
                    <a:pt x="0" y="0"/>
                  </a:lnTo>
                  <a:lnTo>
                    <a:pt x="728472" y="0"/>
                  </a:lnTo>
                  <a:lnTo>
                    <a:pt x="728472" y="4572"/>
                  </a:lnTo>
                  <a:lnTo>
                    <a:pt x="10668" y="4572"/>
                  </a:lnTo>
                  <a:lnTo>
                    <a:pt x="4572" y="9144"/>
                  </a:lnTo>
                  <a:lnTo>
                    <a:pt x="10668" y="9144"/>
                  </a:lnTo>
                  <a:lnTo>
                    <a:pt x="10668" y="1781555"/>
                  </a:lnTo>
                  <a:lnTo>
                    <a:pt x="4572" y="1781555"/>
                  </a:lnTo>
                  <a:lnTo>
                    <a:pt x="10668" y="1786128"/>
                  </a:lnTo>
                  <a:lnTo>
                    <a:pt x="728472" y="1786128"/>
                  </a:lnTo>
                  <a:lnTo>
                    <a:pt x="728472" y="1792224"/>
                  </a:lnTo>
                  <a:close/>
                </a:path>
                <a:path w="728979" h="1792605">
                  <a:moveTo>
                    <a:pt x="10668" y="9144"/>
                  </a:moveTo>
                  <a:lnTo>
                    <a:pt x="4572" y="9144"/>
                  </a:lnTo>
                  <a:lnTo>
                    <a:pt x="10668" y="4572"/>
                  </a:lnTo>
                  <a:lnTo>
                    <a:pt x="10668" y="9144"/>
                  </a:lnTo>
                  <a:close/>
                </a:path>
                <a:path w="728979" h="1792605">
                  <a:moveTo>
                    <a:pt x="719327" y="9144"/>
                  </a:moveTo>
                  <a:lnTo>
                    <a:pt x="10668" y="9144"/>
                  </a:lnTo>
                  <a:lnTo>
                    <a:pt x="10668" y="4572"/>
                  </a:lnTo>
                  <a:lnTo>
                    <a:pt x="719327" y="4572"/>
                  </a:lnTo>
                  <a:lnTo>
                    <a:pt x="719327" y="9144"/>
                  </a:lnTo>
                  <a:close/>
                </a:path>
                <a:path w="728979" h="1792605">
                  <a:moveTo>
                    <a:pt x="719327" y="1786128"/>
                  </a:moveTo>
                  <a:lnTo>
                    <a:pt x="719327" y="4572"/>
                  </a:lnTo>
                  <a:lnTo>
                    <a:pt x="723900" y="9144"/>
                  </a:lnTo>
                  <a:lnTo>
                    <a:pt x="728472" y="9144"/>
                  </a:lnTo>
                  <a:lnTo>
                    <a:pt x="728472" y="1781555"/>
                  </a:lnTo>
                  <a:lnTo>
                    <a:pt x="723900" y="1781555"/>
                  </a:lnTo>
                  <a:lnTo>
                    <a:pt x="719327" y="1786128"/>
                  </a:lnTo>
                  <a:close/>
                </a:path>
                <a:path w="728979" h="1792605">
                  <a:moveTo>
                    <a:pt x="728472" y="9144"/>
                  </a:moveTo>
                  <a:lnTo>
                    <a:pt x="723900" y="9144"/>
                  </a:lnTo>
                  <a:lnTo>
                    <a:pt x="719327" y="4572"/>
                  </a:lnTo>
                  <a:lnTo>
                    <a:pt x="728472" y="4572"/>
                  </a:lnTo>
                  <a:lnTo>
                    <a:pt x="728472" y="9144"/>
                  </a:lnTo>
                  <a:close/>
                </a:path>
                <a:path w="728979" h="1792605">
                  <a:moveTo>
                    <a:pt x="10668" y="1786128"/>
                  </a:moveTo>
                  <a:lnTo>
                    <a:pt x="4572" y="1781555"/>
                  </a:lnTo>
                  <a:lnTo>
                    <a:pt x="10668" y="1781555"/>
                  </a:lnTo>
                  <a:lnTo>
                    <a:pt x="10668" y="1786128"/>
                  </a:lnTo>
                  <a:close/>
                </a:path>
                <a:path w="728979" h="1792605">
                  <a:moveTo>
                    <a:pt x="719327" y="1786128"/>
                  </a:moveTo>
                  <a:lnTo>
                    <a:pt x="10668" y="1786128"/>
                  </a:lnTo>
                  <a:lnTo>
                    <a:pt x="10668" y="1781555"/>
                  </a:lnTo>
                  <a:lnTo>
                    <a:pt x="719327" y="1781555"/>
                  </a:lnTo>
                  <a:lnTo>
                    <a:pt x="719327" y="1786128"/>
                  </a:lnTo>
                  <a:close/>
                </a:path>
                <a:path w="728979" h="1792605">
                  <a:moveTo>
                    <a:pt x="728472" y="1786128"/>
                  </a:moveTo>
                  <a:lnTo>
                    <a:pt x="719327" y="1786128"/>
                  </a:lnTo>
                  <a:lnTo>
                    <a:pt x="723900" y="1781555"/>
                  </a:lnTo>
                  <a:lnTo>
                    <a:pt x="728472" y="1781555"/>
                  </a:lnTo>
                  <a:lnTo>
                    <a:pt x="728472" y="17861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206481" y="1761276"/>
            <a:ext cx="5340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0" dirty="0">
                <a:solidFill>
                  <a:srgbClr val="FF3300"/>
                </a:solidFill>
                <a:latin typeface="Microsoft Sans Serif"/>
                <a:cs typeface="Microsoft Sans Serif"/>
              </a:rPr>
              <a:t>Pole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51831" y="1748027"/>
            <a:ext cx="792480" cy="132715"/>
          </a:xfrm>
          <a:custGeom>
            <a:avLst/>
            <a:gdLst/>
            <a:ahLst/>
            <a:cxnLst/>
            <a:rect l="l" t="t" r="r" b="b"/>
            <a:pathLst>
              <a:path w="792479" h="132714">
                <a:moveTo>
                  <a:pt x="735214" y="67056"/>
                </a:moveTo>
                <a:lnTo>
                  <a:pt x="670560" y="28956"/>
                </a:lnTo>
                <a:lnTo>
                  <a:pt x="664464" y="25908"/>
                </a:lnTo>
                <a:lnTo>
                  <a:pt x="661416" y="16764"/>
                </a:lnTo>
                <a:lnTo>
                  <a:pt x="665988" y="9144"/>
                </a:lnTo>
                <a:lnTo>
                  <a:pt x="669036" y="3048"/>
                </a:lnTo>
                <a:lnTo>
                  <a:pt x="678180" y="0"/>
                </a:lnTo>
                <a:lnTo>
                  <a:pt x="685800" y="4572"/>
                </a:lnTo>
                <a:lnTo>
                  <a:pt x="769062" y="53340"/>
                </a:lnTo>
                <a:lnTo>
                  <a:pt x="763524" y="53340"/>
                </a:lnTo>
                <a:lnTo>
                  <a:pt x="763524" y="54864"/>
                </a:lnTo>
                <a:lnTo>
                  <a:pt x="755904" y="54864"/>
                </a:lnTo>
                <a:lnTo>
                  <a:pt x="735214" y="67056"/>
                </a:lnTo>
                <a:close/>
              </a:path>
              <a:path w="792479" h="132714">
                <a:moveTo>
                  <a:pt x="711938" y="80772"/>
                </a:moveTo>
                <a:lnTo>
                  <a:pt x="0" y="80772"/>
                </a:lnTo>
                <a:lnTo>
                  <a:pt x="0" y="53340"/>
                </a:lnTo>
                <a:lnTo>
                  <a:pt x="711938" y="53340"/>
                </a:lnTo>
                <a:lnTo>
                  <a:pt x="735214" y="67056"/>
                </a:lnTo>
                <a:lnTo>
                  <a:pt x="711938" y="80772"/>
                </a:lnTo>
                <a:close/>
              </a:path>
              <a:path w="792479" h="132714">
                <a:moveTo>
                  <a:pt x="769062" y="80772"/>
                </a:moveTo>
                <a:lnTo>
                  <a:pt x="763524" y="80772"/>
                </a:lnTo>
                <a:lnTo>
                  <a:pt x="763524" y="53340"/>
                </a:lnTo>
                <a:lnTo>
                  <a:pt x="769062" y="53340"/>
                </a:lnTo>
                <a:lnTo>
                  <a:pt x="792480" y="67056"/>
                </a:lnTo>
                <a:lnTo>
                  <a:pt x="769062" y="80772"/>
                </a:lnTo>
                <a:close/>
              </a:path>
              <a:path w="792479" h="132714">
                <a:moveTo>
                  <a:pt x="755904" y="79248"/>
                </a:moveTo>
                <a:lnTo>
                  <a:pt x="735214" y="67056"/>
                </a:lnTo>
                <a:lnTo>
                  <a:pt x="755904" y="54864"/>
                </a:lnTo>
                <a:lnTo>
                  <a:pt x="755904" y="79248"/>
                </a:lnTo>
                <a:close/>
              </a:path>
              <a:path w="792479" h="132714">
                <a:moveTo>
                  <a:pt x="763524" y="79248"/>
                </a:moveTo>
                <a:lnTo>
                  <a:pt x="755904" y="79248"/>
                </a:lnTo>
                <a:lnTo>
                  <a:pt x="755904" y="54864"/>
                </a:lnTo>
                <a:lnTo>
                  <a:pt x="763524" y="54864"/>
                </a:lnTo>
                <a:lnTo>
                  <a:pt x="763524" y="79248"/>
                </a:lnTo>
                <a:close/>
              </a:path>
              <a:path w="792479" h="132714">
                <a:moveTo>
                  <a:pt x="678180" y="132588"/>
                </a:moveTo>
                <a:lnTo>
                  <a:pt x="669036" y="131064"/>
                </a:lnTo>
                <a:lnTo>
                  <a:pt x="665988" y="123444"/>
                </a:lnTo>
                <a:lnTo>
                  <a:pt x="661416" y="117348"/>
                </a:lnTo>
                <a:lnTo>
                  <a:pt x="664464" y="108204"/>
                </a:lnTo>
                <a:lnTo>
                  <a:pt x="670560" y="105156"/>
                </a:lnTo>
                <a:lnTo>
                  <a:pt x="735214" y="67056"/>
                </a:lnTo>
                <a:lnTo>
                  <a:pt x="755904" y="79248"/>
                </a:lnTo>
                <a:lnTo>
                  <a:pt x="763524" y="79248"/>
                </a:lnTo>
                <a:lnTo>
                  <a:pt x="763524" y="80772"/>
                </a:lnTo>
                <a:lnTo>
                  <a:pt x="769062" y="80772"/>
                </a:lnTo>
                <a:lnTo>
                  <a:pt x="685800" y="129540"/>
                </a:lnTo>
                <a:lnTo>
                  <a:pt x="678180" y="132588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pc="-10" dirty="0"/>
              <a:t>17-</a:t>
            </a:r>
            <a:r>
              <a:rPr dirty="0"/>
              <a:t>7</a:t>
            </a:r>
            <a:r>
              <a:rPr spc="-4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Doppler</a:t>
            </a:r>
            <a:r>
              <a:rPr spc="-25" dirty="0"/>
              <a:t> </a:t>
            </a:r>
            <a:r>
              <a:rPr spc="-10" dirty="0"/>
              <a:t>Effect </a:t>
            </a:r>
            <a:r>
              <a:rPr dirty="0">
                <a:solidFill>
                  <a:srgbClr val="E10000"/>
                </a:solidFill>
              </a:rPr>
              <a:t>Example</a:t>
            </a:r>
            <a:r>
              <a:rPr spc="-60" dirty="0">
                <a:solidFill>
                  <a:srgbClr val="E10000"/>
                </a:solidFill>
              </a:rPr>
              <a:t> </a:t>
            </a:r>
            <a:r>
              <a:rPr spc="-25" dirty="0">
                <a:solidFill>
                  <a:srgbClr val="E10000"/>
                </a:solidFill>
              </a:rPr>
              <a:t>10</a:t>
            </a:r>
          </a:p>
        </p:txBody>
      </p:sp>
      <p:sp>
        <p:nvSpPr>
          <p:cNvPr id="11" name="object 11"/>
          <p:cNvSpPr/>
          <p:nvPr/>
        </p:nvSpPr>
        <p:spPr>
          <a:xfrm>
            <a:off x="792479" y="370331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2852" y="6819900"/>
                </a:moveTo>
                <a:lnTo>
                  <a:pt x="3048" y="6819900"/>
                </a:lnTo>
                <a:lnTo>
                  <a:pt x="0" y="6816851"/>
                </a:lnTo>
                <a:lnTo>
                  <a:pt x="0" y="3048"/>
                </a:lnTo>
                <a:lnTo>
                  <a:pt x="3048" y="0"/>
                </a:lnTo>
                <a:lnTo>
                  <a:pt x="9102852" y="0"/>
                </a:lnTo>
                <a:lnTo>
                  <a:pt x="9105900" y="3048"/>
                </a:lnTo>
                <a:lnTo>
                  <a:pt x="9105900" y="6096"/>
                </a:ln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lnTo>
                  <a:pt x="12192" y="6807708"/>
                </a:lnTo>
                <a:lnTo>
                  <a:pt x="6096" y="6807708"/>
                </a:lnTo>
                <a:lnTo>
                  <a:pt x="12192" y="6813803"/>
                </a:lnTo>
                <a:lnTo>
                  <a:pt x="9105900" y="6813803"/>
                </a:lnTo>
                <a:lnTo>
                  <a:pt x="9105900" y="6816851"/>
                </a:lnTo>
                <a:lnTo>
                  <a:pt x="9102852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close/>
              </a:path>
              <a:path w="9105900" h="6819900">
                <a:moveTo>
                  <a:pt x="9093707" y="12192"/>
                </a:moveTo>
                <a:lnTo>
                  <a:pt x="12192" y="12192"/>
                </a:lnTo>
                <a:lnTo>
                  <a:pt x="12192" y="6096"/>
                </a:lnTo>
                <a:lnTo>
                  <a:pt x="9093707" y="6096"/>
                </a:lnTo>
                <a:lnTo>
                  <a:pt x="9093707" y="12192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9093707" y="6096"/>
                </a:lnTo>
                <a:lnTo>
                  <a:pt x="9099804" y="12192"/>
                </a:lnTo>
                <a:lnTo>
                  <a:pt x="9105900" y="12192"/>
                </a:lnTo>
                <a:lnTo>
                  <a:pt x="9105900" y="6807708"/>
                </a:lnTo>
                <a:lnTo>
                  <a:pt x="9099804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12192"/>
                </a:moveTo>
                <a:lnTo>
                  <a:pt x="9099804" y="12192"/>
                </a:lnTo>
                <a:lnTo>
                  <a:pt x="9093707" y="6096"/>
                </a:lnTo>
                <a:lnTo>
                  <a:pt x="9105900" y="6096"/>
                </a:lnTo>
                <a:lnTo>
                  <a:pt x="9105900" y="12192"/>
                </a:lnTo>
                <a:close/>
              </a:path>
              <a:path w="9105900" h="6819900">
                <a:moveTo>
                  <a:pt x="12192" y="6813803"/>
                </a:moveTo>
                <a:lnTo>
                  <a:pt x="6096" y="6807708"/>
                </a:lnTo>
                <a:lnTo>
                  <a:pt x="12192" y="6807708"/>
                </a:lnTo>
                <a:lnTo>
                  <a:pt x="12192" y="6813803"/>
                </a:lnTo>
                <a:close/>
              </a:path>
              <a:path w="9105900" h="6819900">
                <a:moveTo>
                  <a:pt x="9093707" y="6813803"/>
                </a:moveTo>
                <a:lnTo>
                  <a:pt x="12192" y="6813803"/>
                </a:lnTo>
                <a:lnTo>
                  <a:pt x="12192" y="6807708"/>
                </a:lnTo>
                <a:lnTo>
                  <a:pt x="9093707" y="6807708"/>
                </a:lnTo>
                <a:lnTo>
                  <a:pt x="9093707" y="6813803"/>
                </a:lnTo>
                <a:close/>
              </a:path>
              <a:path w="9105900" h="6819900">
                <a:moveTo>
                  <a:pt x="9105900" y="6813803"/>
                </a:moveTo>
                <a:lnTo>
                  <a:pt x="9093707" y="6813803"/>
                </a:lnTo>
                <a:lnTo>
                  <a:pt x="9099804" y="6807708"/>
                </a:lnTo>
                <a:lnTo>
                  <a:pt x="9105900" y="6807708"/>
                </a:lnTo>
                <a:lnTo>
                  <a:pt x="9105900" y="6813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88607" y="1991302"/>
            <a:ext cx="8412480" cy="40220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220979" algn="ctr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Air</a:t>
            </a:r>
            <a:r>
              <a:rPr sz="2000" spc="5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speed</a:t>
            </a:r>
            <a:r>
              <a:rPr sz="2000" spc="-15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=</a:t>
            </a:r>
            <a:r>
              <a:rPr sz="2000" spc="10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9900"/>
                </a:solidFill>
                <a:latin typeface="Microsoft Sans Serif"/>
                <a:cs typeface="Microsoft Sans Serif"/>
              </a:rPr>
              <a:t>20</a:t>
            </a:r>
            <a:r>
              <a:rPr sz="2000" spc="5" dirty="0">
                <a:solidFill>
                  <a:srgbClr val="009900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009900"/>
                </a:solidFill>
                <a:latin typeface="Microsoft Sans Serif"/>
                <a:cs typeface="Microsoft Sans Serif"/>
              </a:rPr>
              <a:t>m/s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2000">
              <a:latin typeface="Microsoft Sans Serif"/>
              <a:cs typeface="Microsoft Sans Serif"/>
            </a:endParaRPr>
          </a:p>
          <a:p>
            <a:pPr marL="149225">
              <a:lnSpc>
                <a:spcPct val="100000"/>
              </a:lnSpc>
            </a:pP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Speed</a:t>
            </a:r>
            <a:r>
              <a:rPr sz="2000" spc="-1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=</a:t>
            </a:r>
            <a:r>
              <a:rPr sz="2000" spc="1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242</a:t>
            </a:r>
            <a:r>
              <a:rPr sz="2000" spc="1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FF3300"/>
                </a:solidFill>
                <a:latin typeface="Microsoft Sans Serif"/>
                <a:cs typeface="Microsoft Sans Serif"/>
              </a:rPr>
              <a:t>m/s.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2000">
              <a:latin typeface="Microsoft Sans Serif"/>
              <a:cs typeface="Microsoft Sans Serif"/>
            </a:endParaRPr>
          </a:p>
          <a:p>
            <a:pPr marL="57785">
              <a:lnSpc>
                <a:spcPct val="100000"/>
              </a:lnSpc>
            </a:pPr>
            <a:r>
              <a:rPr sz="2000" dirty="0">
                <a:latin typeface="Microsoft Sans Serif"/>
                <a:cs typeface="Microsoft Sans Serif"/>
              </a:rPr>
              <a:t>In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two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previous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examples,</a:t>
            </a:r>
            <a:endParaRPr sz="2000">
              <a:latin typeface="Microsoft Sans Serif"/>
              <a:cs typeface="Microsoft Sans Serif"/>
            </a:endParaRPr>
          </a:p>
          <a:p>
            <a:pPr marL="57785" marR="2367915">
              <a:lnSpc>
                <a:spcPct val="100000"/>
              </a:lnSpc>
            </a:pPr>
            <a:r>
              <a:rPr sz="2000" dirty="0">
                <a:latin typeface="Microsoft Sans Serif"/>
                <a:cs typeface="Microsoft Sans Serif"/>
              </a:rPr>
              <a:t>What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value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of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source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speed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v</a:t>
            </a:r>
            <a:r>
              <a:rPr sz="1950" baseline="-21367" dirty="0">
                <a:latin typeface="Microsoft Sans Serif"/>
                <a:cs typeface="Microsoft Sans Serif"/>
              </a:rPr>
              <a:t>S</a:t>
            </a:r>
            <a:r>
              <a:rPr sz="1950" spc="330" baseline="-21367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should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be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used? </a:t>
            </a:r>
            <a:r>
              <a:rPr sz="2000" dirty="0">
                <a:latin typeface="Microsoft Sans Serif"/>
                <a:cs typeface="Microsoft Sans Serif"/>
              </a:rPr>
              <a:t>What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value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of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detector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speed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v</a:t>
            </a:r>
            <a:r>
              <a:rPr sz="1950" baseline="-21367" dirty="0">
                <a:latin typeface="Microsoft Sans Serif"/>
                <a:cs typeface="Microsoft Sans Serif"/>
              </a:rPr>
              <a:t>D</a:t>
            </a:r>
            <a:r>
              <a:rPr sz="1950" spc="307" baseline="-21367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should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be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used?</a:t>
            </a:r>
            <a:endParaRPr sz="2000">
              <a:latin typeface="Microsoft Sans Serif"/>
              <a:cs typeface="Microsoft Sans Serif"/>
            </a:endParaRPr>
          </a:p>
          <a:p>
            <a:pPr marL="50800">
              <a:lnSpc>
                <a:spcPct val="100000"/>
              </a:lnSpc>
              <a:spcBef>
                <a:spcPts val="1475"/>
              </a:spcBef>
            </a:pPr>
            <a:r>
              <a:rPr sz="2000" spc="-10" dirty="0">
                <a:solidFill>
                  <a:srgbClr val="009900"/>
                </a:solidFill>
                <a:latin typeface="Microsoft Sans Serif"/>
                <a:cs typeface="Microsoft Sans Serif"/>
              </a:rPr>
              <a:t>Solution</a:t>
            </a:r>
            <a:endParaRPr sz="2000">
              <a:latin typeface="Microsoft Sans Serif"/>
              <a:cs typeface="Microsoft Sans Serif"/>
            </a:endParaRPr>
          </a:p>
          <a:p>
            <a:pPr marL="332105" marR="43180">
              <a:lnSpc>
                <a:spcPct val="100000"/>
              </a:lnSpc>
              <a:spcBef>
                <a:spcPts val="830"/>
              </a:spcBef>
              <a:tabLst>
                <a:tab pos="4973955" algn="l"/>
              </a:tabLst>
            </a:pP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v</a:t>
            </a:r>
            <a:r>
              <a:rPr sz="1950" baseline="-21367" dirty="0">
                <a:solidFill>
                  <a:srgbClr val="FF3300"/>
                </a:solidFill>
                <a:latin typeface="Microsoft Sans Serif"/>
                <a:cs typeface="Microsoft Sans Serif"/>
              </a:rPr>
              <a:t>S</a:t>
            </a:r>
            <a:r>
              <a:rPr sz="1950" spc="307" baseline="-21367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and</a:t>
            </a:r>
            <a:r>
              <a:rPr sz="2000" spc="1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v</a:t>
            </a:r>
            <a:r>
              <a:rPr sz="1950" baseline="-21367" dirty="0">
                <a:solidFill>
                  <a:srgbClr val="FF3300"/>
                </a:solidFill>
                <a:latin typeface="Microsoft Sans Serif"/>
                <a:cs typeface="Microsoft Sans Serif"/>
              </a:rPr>
              <a:t>D</a:t>
            </a:r>
            <a:r>
              <a:rPr sz="1950" spc="307" baseline="-21367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is</a:t>
            </a:r>
            <a:r>
              <a:rPr sz="2000" spc="2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measured</a:t>
            </a:r>
            <a:r>
              <a:rPr sz="2000" spc="-3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relative</a:t>
            </a:r>
            <a:r>
              <a:rPr sz="2000" spc="-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to</a:t>
            </a:r>
            <a:r>
              <a:rPr sz="2000" spc="1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the</a:t>
            </a:r>
            <a:r>
              <a:rPr sz="2000" spc="-1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FF3300"/>
                </a:solidFill>
                <a:latin typeface="Microsoft Sans Serif"/>
                <a:cs typeface="Microsoft Sans Serif"/>
              </a:rPr>
              <a:t>air.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	This</a:t>
            </a:r>
            <a:r>
              <a:rPr sz="2000" spc="-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is the</a:t>
            </a:r>
            <a:r>
              <a:rPr sz="2000" spc="1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speed</a:t>
            </a:r>
            <a:r>
              <a:rPr sz="2000" spc="-1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of</a:t>
            </a:r>
            <a:r>
              <a:rPr sz="2000" spc="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the</a:t>
            </a:r>
            <a:r>
              <a:rPr sz="2000" spc="10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3300"/>
                </a:solidFill>
                <a:latin typeface="Microsoft Sans Serif"/>
                <a:cs typeface="Microsoft Sans Serif"/>
              </a:rPr>
              <a:t>rocket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relative</a:t>
            </a:r>
            <a:r>
              <a:rPr sz="2000" spc="-1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to</a:t>
            </a:r>
            <a:r>
              <a:rPr sz="2000" spc="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3300"/>
                </a:solidFill>
                <a:latin typeface="Microsoft Sans Serif"/>
                <a:cs typeface="Microsoft Sans Serif"/>
              </a:rPr>
              <a:t>the</a:t>
            </a:r>
            <a:r>
              <a:rPr sz="2000" spc="5" dirty="0">
                <a:solidFill>
                  <a:srgbClr val="FF3300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FF3300"/>
                </a:solidFill>
                <a:latin typeface="Microsoft Sans Serif"/>
                <a:cs typeface="Microsoft Sans Serif"/>
              </a:rPr>
              <a:t>air.</a:t>
            </a:r>
            <a:endParaRPr sz="2000">
              <a:latin typeface="Microsoft Sans Serif"/>
              <a:cs typeface="Microsoft Sans Serif"/>
            </a:endParaRPr>
          </a:p>
          <a:p>
            <a:pPr marL="332105" marR="4330065">
              <a:lnSpc>
                <a:spcPct val="100000"/>
              </a:lnSpc>
            </a:pPr>
            <a:r>
              <a:rPr sz="2000" dirty="0">
                <a:latin typeface="Microsoft Sans Serif"/>
                <a:cs typeface="Microsoft Sans Serif"/>
              </a:rPr>
              <a:t>v</a:t>
            </a:r>
            <a:r>
              <a:rPr sz="1950" baseline="-21367" dirty="0">
                <a:latin typeface="Microsoft Sans Serif"/>
                <a:cs typeface="Microsoft Sans Serif"/>
              </a:rPr>
              <a:t>S</a:t>
            </a:r>
            <a:r>
              <a:rPr sz="1950" spc="300" baseline="-21367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=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242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m/s </a:t>
            </a:r>
            <a:r>
              <a:rPr sz="2000" spc="520" dirty="0">
                <a:latin typeface="Microsoft Sans Serif"/>
                <a:cs typeface="Microsoft Sans Serif"/>
              </a:rPr>
              <a:t>–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20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m/s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=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222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m/s. </a:t>
            </a:r>
            <a:r>
              <a:rPr sz="2000" dirty="0">
                <a:latin typeface="Microsoft Sans Serif"/>
                <a:cs typeface="Microsoft Sans Serif"/>
              </a:rPr>
              <a:t>v</a:t>
            </a:r>
            <a:r>
              <a:rPr sz="1950" baseline="-21367" dirty="0">
                <a:latin typeface="Microsoft Sans Serif"/>
                <a:cs typeface="Microsoft Sans Serif"/>
              </a:rPr>
              <a:t>D</a:t>
            </a:r>
            <a:r>
              <a:rPr sz="1950" spc="300" baseline="-21367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=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242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m/s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520" dirty="0">
                <a:latin typeface="Microsoft Sans Serif"/>
                <a:cs typeface="Microsoft Sans Serif"/>
              </a:rPr>
              <a:t>–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20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m/s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= 222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m/s.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35736" y="4328159"/>
            <a:ext cx="8787765" cy="1850389"/>
          </a:xfrm>
          <a:custGeom>
            <a:avLst/>
            <a:gdLst/>
            <a:ahLst/>
            <a:cxnLst/>
            <a:rect l="l" t="t" r="r" b="b"/>
            <a:pathLst>
              <a:path w="8787765" h="1850389">
                <a:moveTo>
                  <a:pt x="8787384" y="1850136"/>
                </a:moveTo>
                <a:lnTo>
                  <a:pt x="0" y="1850136"/>
                </a:lnTo>
                <a:lnTo>
                  <a:pt x="0" y="0"/>
                </a:lnTo>
                <a:lnTo>
                  <a:pt x="8787384" y="0"/>
                </a:lnTo>
                <a:lnTo>
                  <a:pt x="8787384" y="4572"/>
                </a:lnTo>
                <a:lnTo>
                  <a:pt x="9144" y="4572"/>
                </a:lnTo>
                <a:lnTo>
                  <a:pt x="4572" y="9144"/>
                </a:lnTo>
                <a:lnTo>
                  <a:pt x="9144" y="9144"/>
                </a:lnTo>
                <a:lnTo>
                  <a:pt x="9144" y="1840992"/>
                </a:lnTo>
                <a:lnTo>
                  <a:pt x="4572" y="1840992"/>
                </a:lnTo>
                <a:lnTo>
                  <a:pt x="9144" y="1845564"/>
                </a:lnTo>
                <a:lnTo>
                  <a:pt x="8787384" y="1845564"/>
                </a:lnTo>
                <a:lnTo>
                  <a:pt x="8787384" y="1850136"/>
                </a:lnTo>
                <a:close/>
              </a:path>
              <a:path w="8787765" h="1850389">
                <a:moveTo>
                  <a:pt x="9144" y="9144"/>
                </a:moveTo>
                <a:lnTo>
                  <a:pt x="4572" y="9144"/>
                </a:lnTo>
                <a:lnTo>
                  <a:pt x="9144" y="4572"/>
                </a:lnTo>
                <a:lnTo>
                  <a:pt x="9144" y="9144"/>
                </a:lnTo>
                <a:close/>
              </a:path>
              <a:path w="8787765" h="1850389">
                <a:moveTo>
                  <a:pt x="8778240" y="9144"/>
                </a:moveTo>
                <a:lnTo>
                  <a:pt x="9144" y="9144"/>
                </a:lnTo>
                <a:lnTo>
                  <a:pt x="9144" y="4572"/>
                </a:lnTo>
                <a:lnTo>
                  <a:pt x="8778240" y="4572"/>
                </a:lnTo>
                <a:lnTo>
                  <a:pt x="8778240" y="9144"/>
                </a:lnTo>
                <a:close/>
              </a:path>
              <a:path w="8787765" h="1850389">
                <a:moveTo>
                  <a:pt x="8778240" y="1845564"/>
                </a:moveTo>
                <a:lnTo>
                  <a:pt x="8778240" y="4572"/>
                </a:lnTo>
                <a:lnTo>
                  <a:pt x="8782812" y="9144"/>
                </a:lnTo>
                <a:lnTo>
                  <a:pt x="8787384" y="9144"/>
                </a:lnTo>
                <a:lnTo>
                  <a:pt x="8787384" y="1840992"/>
                </a:lnTo>
                <a:lnTo>
                  <a:pt x="8782812" y="1840992"/>
                </a:lnTo>
                <a:lnTo>
                  <a:pt x="8778240" y="1845564"/>
                </a:lnTo>
                <a:close/>
              </a:path>
              <a:path w="8787765" h="1850389">
                <a:moveTo>
                  <a:pt x="8787384" y="9144"/>
                </a:moveTo>
                <a:lnTo>
                  <a:pt x="8782812" y="9144"/>
                </a:lnTo>
                <a:lnTo>
                  <a:pt x="8778240" y="4572"/>
                </a:lnTo>
                <a:lnTo>
                  <a:pt x="8787384" y="4572"/>
                </a:lnTo>
                <a:lnTo>
                  <a:pt x="8787384" y="9144"/>
                </a:lnTo>
                <a:close/>
              </a:path>
              <a:path w="8787765" h="1850389">
                <a:moveTo>
                  <a:pt x="9144" y="1845564"/>
                </a:moveTo>
                <a:lnTo>
                  <a:pt x="4572" y="1840992"/>
                </a:lnTo>
                <a:lnTo>
                  <a:pt x="9144" y="1840992"/>
                </a:lnTo>
                <a:lnTo>
                  <a:pt x="9144" y="1845564"/>
                </a:lnTo>
                <a:close/>
              </a:path>
              <a:path w="8787765" h="1850389">
                <a:moveTo>
                  <a:pt x="8778240" y="1845564"/>
                </a:moveTo>
                <a:lnTo>
                  <a:pt x="9144" y="1845564"/>
                </a:lnTo>
                <a:lnTo>
                  <a:pt x="9144" y="1840992"/>
                </a:lnTo>
                <a:lnTo>
                  <a:pt x="8778240" y="1840992"/>
                </a:lnTo>
                <a:lnTo>
                  <a:pt x="8778240" y="1845564"/>
                </a:lnTo>
                <a:close/>
              </a:path>
              <a:path w="8787765" h="1850389">
                <a:moveTo>
                  <a:pt x="8787384" y="1845564"/>
                </a:moveTo>
                <a:lnTo>
                  <a:pt x="8778240" y="1845564"/>
                </a:lnTo>
                <a:lnTo>
                  <a:pt x="8782812" y="1840992"/>
                </a:lnTo>
                <a:lnTo>
                  <a:pt x="8787384" y="1840992"/>
                </a:lnTo>
                <a:lnTo>
                  <a:pt x="8787384" y="18455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408</TotalTime>
  <Words>3904</Words>
  <Application>Microsoft Office PowerPoint</Application>
  <PresentationFormat>Custom</PresentationFormat>
  <Paragraphs>779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Arial</vt:lpstr>
      <vt:lpstr>Calibri</vt:lpstr>
      <vt:lpstr>Cambria</vt:lpstr>
      <vt:lpstr>Microsoft Sans Serif</vt:lpstr>
      <vt:lpstr>Times New Roman</vt:lpstr>
      <vt:lpstr>Office Theme</vt:lpstr>
      <vt:lpstr>Chapter 17 Waves - II</vt:lpstr>
      <vt:lpstr>17-1 Sound Waves Introduction</vt:lpstr>
      <vt:lpstr>17-1 Sound Waves Definitions A point source emits in all directions.</vt:lpstr>
      <vt:lpstr>17-2 The Speed of Sound Formula - Speed of Sound</vt:lpstr>
      <vt:lpstr>17-2 The Speed of Sound Bulk modulus</vt:lpstr>
      <vt:lpstr>17-2 The Speed of Sound </vt:lpstr>
      <vt:lpstr>17-2 The Speed of Sound Example 1</vt:lpstr>
      <vt:lpstr>PowerPoint Presentation</vt:lpstr>
      <vt:lpstr>17-3 Traveling Sound Waves Displacement</vt:lpstr>
      <vt:lpstr>17-3 Traveling Sound Waves Pressure Pressure is proportional to density</vt:lpstr>
      <vt:lpstr>17-3 Traveling Sound Waves Displacement and pressure variation</vt:lpstr>
      <vt:lpstr>17-3 Traveling Sound Waves Displacement and pressure amplitudes</vt:lpstr>
      <vt:lpstr>17-3 Traveling Sound Waves Loudest and faintest sound</vt:lpstr>
      <vt:lpstr>17-3 Traveling Sound Waves Example 3</vt:lpstr>
      <vt:lpstr>PowerPoint Presentation</vt:lpstr>
      <vt:lpstr>17-4 Interference Constructive and destructive interference</vt:lpstr>
      <vt:lpstr>17-4 Interference Example 4</vt:lpstr>
      <vt:lpstr>17-4 Interference Checkpoint 2</vt:lpstr>
      <vt:lpstr>PowerPoint Presentation</vt:lpstr>
      <vt:lpstr>PowerPoint Presentation</vt:lpstr>
      <vt:lpstr>PowerPoint Presentation</vt:lpstr>
      <vt:lpstr>17-5 Intensity and Sound Level Sound level Sound level</vt:lpstr>
      <vt:lpstr>17-5 Intensity and Sound Level Example 5</vt:lpstr>
      <vt:lpstr>17-5 Intensity and Sound Level Example 6</vt:lpstr>
      <vt:lpstr>17-6 Sources of Musical Sound (Sound Waves Resonances) Air columns</vt:lpstr>
      <vt:lpstr>17-6 Sources of Musical Sound (Sound Waves Resonances) Pipes with two open ends</vt:lpstr>
      <vt:lpstr>17-6 Sources of Musical Sound (Sound Waves Resonances) Pipes with one open end</vt:lpstr>
      <vt:lpstr>17-6 Sources of Musical Sound (Sound Waves Resonances) Standing waves in pipes with one open end</vt:lpstr>
      <vt:lpstr>17-6 Sources of Musical Sound (Sound Waves Resonances) Standing waves in pipes with two open ends</vt:lpstr>
      <vt:lpstr>17-6 Sources of Musical Sound (Sound Waves Resonances) Oscillation modes</vt:lpstr>
      <vt:lpstr>17-6 Sources of Musical Sound (Sound Waves Resonances) Resonant frequencies of pipes with two open ends</vt:lpstr>
      <vt:lpstr>17-6 Sources of Musical Sound (Sound Waves Resonances) Resonant frequencies of pipes with one open end</vt:lpstr>
      <vt:lpstr>17-6 Sources of Musical Sound (Sound Waves Resonances) Size and resonant frequency</vt:lpstr>
      <vt:lpstr>17-6 Sources of Musical Sound (Sound Waves Resonances) Checkpoint 4</vt:lpstr>
      <vt:lpstr>17-6 Sources of Musical Sound (Sound Waves Resonances) Example 7</vt:lpstr>
      <vt:lpstr>17-7 The Doppler Effect Definition</vt:lpstr>
      <vt:lpstr>PowerPoint Presentation</vt:lpstr>
      <vt:lpstr>PowerPoint Presentation</vt:lpstr>
      <vt:lpstr>PowerPoint Presentation</vt:lpstr>
      <vt:lpstr>17-7 The Doppler Effect Formula</vt:lpstr>
      <vt:lpstr>17-7 The Doppler Effect Choosing the correct signs</vt:lpstr>
      <vt:lpstr>17-7 The Doppler Effect Checkpoint 5</vt:lpstr>
      <vt:lpstr>PowerPoint Presentation</vt:lpstr>
      <vt:lpstr>17-7 The Doppler Effect Example 9</vt:lpstr>
      <vt:lpstr>17-7 The Doppler Effect Example 10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Phys102-ch17 [Read-Only] [Compatibility Mode]</dc:title>
  <dc:creator>Iqra</dc:creator>
  <cp:lastModifiedBy>Asad javed</cp:lastModifiedBy>
  <cp:revision>5</cp:revision>
  <dcterms:created xsi:type="dcterms:W3CDTF">2026-04-22T07:13:12Z</dcterms:created>
  <dcterms:modified xsi:type="dcterms:W3CDTF">2026-05-14T09:41:14Z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2026-04-22T00:00:00Z</vt:filetime>
  </property>
  <property fmtid="{D5CDD505-2E9C-101B-9397-08002B2CF9AE}" pid="3" name="LastSaved">
    <vt:filetime>2026-04-22T00:00:00Z</vt:filetime>
  </property>
  <property fmtid="{D5CDD505-2E9C-101B-9397-08002B2CF9AE}" pid="4" name="Producer">
    <vt:lpwstr>Microsoft: Print To PDF</vt:lpwstr>
  </property>
</Properties>
</file>